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ca72bdb29d47b9" /><Relationship Type="http://schemas.openxmlformats.org/officeDocument/2006/relationships/extended-properties" Target="/docProps/app.xml" Id="R6a13c14f6c18409a" /><Relationship Type="http://schemas.openxmlformats.org/officeDocument/2006/relationships/officeDocument" Target="/ppt/presentation.xml" Id="R9904c4adb17a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e03912ad094560"/>
  </p:sldMasterIdLst>
  <p:notesMasterIdLst>
    <p:notesMasterId xmlns:r="http://schemas.openxmlformats.org/officeDocument/2006/relationships" r:id="R8e428eed73664be3"/>
  </p:notesMasterIdLst>
  <p:sldIdLst>
    <p:sldId xmlns:r="http://schemas.openxmlformats.org/officeDocument/2006/relationships" id="256" r:id="R955fe93632254b2b"/>
  </p:sldIdLst>
  <p:sldSz cx="13573125" cy="4457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a7eb0556a74b02" /><Relationship Type="http://schemas.openxmlformats.org/officeDocument/2006/relationships/slideMaster" Target="/ppt/slideMasters/slideMaster1.xml" Id="Rbae03912ad094560" /><Relationship Type="http://schemas.openxmlformats.org/officeDocument/2006/relationships/notesMaster" Target="/ppt/notesMasters/notesMaster1.xml" Id="R8e428eed73664be3" /><Relationship Type="http://schemas.openxmlformats.org/officeDocument/2006/relationships/presProps" Target="/ppt/presProps.xml" Id="R7064a27e0d664320" /><Relationship Type="http://schemas.openxmlformats.org/officeDocument/2006/relationships/tableStyles" Target="/ppt/tableStyles.xml" Id="R868f2f9f4801406e" /><Relationship Type="http://schemas.openxmlformats.org/officeDocument/2006/relationships/slide" Target="/ppt/slides/slide1.xml" Id="R955fe93632254b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e9058ab22049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22810473d64964" /><Relationship Type="http://schemas.openxmlformats.org/officeDocument/2006/relationships/notesMaster" Target="/ppt/notesMasters/notesMaster1.xml" Id="R38a7b8263a764ba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素材ID：AI-013</ns1:t>
            </ns1:r>
          </ns1:p>
          <ns1:p>
            <ns1:r>
              <ns1:t>论文：Generating Physically Stable and Buildable Brick Structures from Text</ns1:t>
            </ns1:r>
          </ns1:p>
          <ns1:p>
            <ns1:r>
              <ns1:t>会议：ICCV 2025</ns1:t>
            </ns1:r>
          </ns1:p>
          <ns1:p>
            <ns1:r>
              <ns1:t>奖项：Best Paper (Marr Prize)</ns1:t>
            </ns1:r>
          </ns1:p>
          <ns1:p>
            <ns1:r>
              <ns1:t>图号：Figure 2，PDF第3页</ns1:t>
            </ns1:r>
          </ns1:p>
          <ns1:p>
            <ns1:r>
              <ns1:t>类型：研究流程</ns1:t>
            </ns1:r>
          </ns1:p>
          <ns1:p>
            <ns1:r>
              <ns1:t>借鉴点：数据生成、随机增强、稳定性过滤、自动描述与结果库分五区；适合合成数据/质量筛查流水线。</ns1:t>
            </ns1:r>
          </ns1:p>
          <ns1:p>
            <ns1:r>
              <ns1:t>论文URL：https://openaccess.thecvf.com/content/ICCV2025/html/Pun_Generating_Physically_Stable_and_Buildable_Brick_Structures_from_Text_ICCV_2025_paper.html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08ab82428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530b731c9e4971" /><Relationship Type="http://schemas.openxmlformats.org/officeDocument/2006/relationships/slideLayout" Target="/ppt/slideLayouts/slideLayout1.xml" Id="R24ef81487dbc4e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ef81487dbc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11ff5abe14e6f" /><Relationship Type="http://schemas.openxmlformats.org/officeDocument/2006/relationships/image" Target="/ppt/media/image.png" Id="Rf60b064cdc5648ad" /><Relationship Type="http://schemas.openxmlformats.org/officeDocument/2006/relationships/image" Target="/ppt/media/image2.png" Id="R3892252fd68e4f52" /><Relationship Type="http://schemas.openxmlformats.org/officeDocument/2006/relationships/image" Target="/ppt/media/image3.png" Id="Rdb4182cdf46c418e" /><Relationship Type="http://schemas.openxmlformats.org/officeDocument/2006/relationships/image" Target="/ppt/media/image4.png" Id="R00d6f9fac2354817" /><Relationship Type="http://schemas.openxmlformats.org/officeDocument/2006/relationships/image" Target="/ppt/media/image5.png" Id="R378cf0f595544ac1" /><Relationship Type="http://schemas.openxmlformats.org/officeDocument/2006/relationships/image" Target="/ppt/media/image6.png" Id="R174dea2003774913" /><Relationship Type="http://schemas.openxmlformats.org/officeDocument/2006/relationships/image" Target="/ppt/media/image7.png" Id="R51685123c938483e" /><Relationship Type="http://schemas.openxmlformats.org/officeDocument/2006/relationships/image" Target="/ppt/media/image8.png" Id="R23041870b9d14e5c" /><Relationship Type="http://schemas.openxmlformats.org/officeDocument/2006/relationships/image" Target="/ppt/media/image9.png" Id="Re31febc39d9d4735" /><Relationship Type="http://schemas.openxmlformats.org/officeDocument/2006/relationships/image" Target="/ppt/media/image10.png" Id="R01ed50a51a6e4f44" /><Relationship Type="http://schemas.openxmlformats.org/officeDocument/2006/relationships/image" Target="/ppt/media/image11.png" Id="Rd56d4038d1244a63" /><Relationship Type="http://schemas.openxmlformats.org/officeDocument/2006/relationships/image" Target="/ppt/media/image12.png" Id="Rdbcba763ebab40eb" /><Relationship Type="http://schemas.openxmlformats.org/officeDocument/2006/relationships/image" Target="/ppt/media/image13.png" Id="Rb648e9f331b44f2c" /><Relationship Type="http://schemas.openxmlformats.org/officeDocument/2006/relationships/image" Target="/ppt/media/image14.png" Id="R512e2c537da74702" /><Relationship Type="http://schemas.openxmlformats.org/officeDocument/2006/relationships/image" Target="/ppt/media/image15.png" Id="R0b2db731fafa4fb8" /><Relationship Type="http://schemas.openxmlformats.org/officeDocument/2006/relationships/image" Target="/ppt/media/image16.png" Id="R167980d6904c433b" /><Relationship Type="http://schemas.openxmlformats.org/officeDocument/2006/relationships/image" Target="/ppt/media/image17.png" Id="Re23b94c09f2d4eac" /><Relationship Type="http://schemas.openxmlformats.org/officeDocument/2006/relationships/image" Target="/ppt/media/image18.png" Id="Ra9f6d7404cb54ca4" /><Relationship Type="http://schemas.openxmlformats.org/officeDocument/2006/relationships/image" Target="/ppt/media/image19.png" Id="Rc347a25c6c124ccf" /><Relationship Type="http://schemas.openxmlformats.org/officeDocument/2006/relationships/image" Target="/ppt/media/image20.png" Id="R970a7b5000624597" /><Relationship Type="http://schemas.openxmlformats.org/officeDocument/2006/relationships/image" Target="/ppt/media/image21.png" Id="R32f5c982a0cc4479" /><Relationship Type="http://schemas.openxmlformats.org/officeDocument/2006/relationships/image" Target="/ppt/media/image22.png" Id="R8bf716595f3849eb" /><Relationship Type="http://schemas.openxmlformats.org/officeDocument/2006/relationships/image" Target="/ppt/media/image23.png" Id="R199af063bafc43bf" /><Relationship Type="http://schemas.openxmlformats.org/officeDocument/2006/relationships/image" Target="/ppt/media/image24.png" Id="R2f9247df34224283" /><Relationship Type="http://schemas.openxmlformats.org/officeDocument/2006/relationships/image" Target="/ppt/media/image25.png" Id="Rbcd45f94383641f3" /><Relationship Type="http://schemas.openxmlformats.org/officeDocument/2006/relationships/image" Target="/ppt/media/image26.png" Id="R191ac80ea4714615" /><Relationship Type="http://schemas.openxmlformats.org/officeDocument/2006/relationships/image" Target="/ppt/media/image27.png" Id="Ra09e78c433b24dd1" /><Relationship Type="http://schemas.openxmlformats.org/officeDocument/2006/relationships/image" Target="/ppt/media/image28.png" Id="R7f793beb193d4a77" /><Relationship Type="http://schemas.openxmlformats.org/officeDocument/2006/relationships/image" Target="/ppt/media/image29.png" Id="R3c2f586cf4474529" /><Relationship Type="http://schemas.openxmlformats.org/officeDocument/2006/relationships/image" Target="/ppt/media/image30.png" Id="R4c88530f4a984c33" /><Relationship Type="http://schemas.openxmlformats.org/officeDocument/2006/relationships/image" Target="/ppt/media/image31.png" Id="R7caf1d1714b349db" /><Relationship Type="http://schemas.openxmlformats.org/officeDocument/2006/relationships/image" Target="/ppt/media/image32.png" Id="R8e8c7928b17c4b3e" /><Relationship Type="http://schemas.openxmlformats.org/officeDocument/2006/relationships/image" Target="/ppt/media/image33.png" Id="R974069431d054e9a" /><Relationship Type="http://schemas.openxmlformats.org/officeDocument/2006/relationships/image" Target="/ppt/media/image34.png" Id="Rabc7843cc07542a0" /><Relationship Type="http://schemas.openxmlformats.org/officeDocument/2006/relationships/image" Target="/ppt/media/image35.png" Id="R8b81bae873b94c75" /><Relationship Type="http://schemas.openxmlformats.org/officeDocument/2006/relationships/image" Target="/ppt/media/image36.png" Id="R29b41f71f30f4991" /><Relationship Type="http://schemas.openxmlformats.org/officeDocument/2006/relationships/image" Target="/ppt/media/image37.png" Id="Re207a2ec07314b05" /><Relationship Type="http://schemas.openxmlformats.org/officeDocument/2006/relationships/image" Target="/ppt/media/image38.png" Id="R54bc9e3718234252" /><Relationship Type="http://schemas.openxmlformats.org/officeDocument/2006/relationships/image" Target="/ppt/media/image39.png" Id="Rf9f3436b2a9a4b53" /><Relationship Type="http://schemas.openxmlformats.org/officeDocument/2006/relationships/image" Target="/ppt/media/image40.png" Id="R7ecf30cc190b40ad" /><Relationship Type="http://schemas.openxmlformats.org/officeDocument/2006/relationships/image" Target="/ppt/media/image41.png" Id="R5bc635f06de14296" /><Relationship Type="http://schemas.openxmlformats.org/officeDocument/2006/relationships/notesSlide" Target="/ppt/notesSlides/notesSlide1.xml" Id="R6e7c7371eb6743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EA7DF-D7FF-47B0-9A58-1A422EE2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7" y="83"/>
            <a:ext cx="13436382" cy="4376121"/>
          </a:xfrm>
          <a:custGeom xmlns:a="http://schemas.openxmlformats.org/drawingml/2006/main">
            <a:pathLst>
              <a:path w="13436382" h="4376121">
                <a:moveTo>
                  <a:pt x="0" y="4376121"/>
                </a:moveTo>
                <a:lnTo>
                  <a:pt x="0" y="0"/>
                </a:lnTo>
                <a:lnTo>
                  <a:pt x="13436382" y="0"/>
                </a:lnTo>
                <a:lnTo>
                  <a:pt x="13436382" y="4376121"/>
                </a:lnTo>
                <a:lnTo>
                  <a:pt x="0" y="437612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07407-7DCF-4501-ADA3-6A01D591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6305" y="226028"/>
            <a:ext cx="1153166" cy="1153164"/>
          </a:xfrm>
          <a:custGeom xmlns:a="http://schemas.openxmlformats.org/drawingml/2006/main">
            <a:pathLst>
              <a:path w="1153166" h="1153164">
                <a:moveTo>
                  <a:pt x="0" y="1153164"/>
                </a:moveTo>
                <a:lnTo>
                  <a:pt x="1153166" y="1153164"/>
                </a:lnTo>
                <a:lnTo>
                  <a:pt x="1153166" y="0"/>
                </a:lnTo>
                <a:lnTo>
                  <a:pt x="0" y="0"/>
                </a:lnTo>
                <a:lnTo>
                  <a:pt x="0" y="11531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b064cdc5648ad"/>
          <a:stretch xmlns:a="http://schemas.openxmlformats.org/drawingml/2006/main"/>
        </p:blipFill>
        <p:spPr>
          <a:xfrm xmlns:a="http://schemas.openxmlformats.org/drawingml/2006/main">
            <a:off x="5526306" y="226028"/>
            <a:ext cx="1153164" cy="1153164"/>
          </a:xfrm>
          <a:prstGeom xmlns:a="http://schemas.openxmlformats.org/drawingml/2006/main" prst="rect">
            <a:avLst/>
          </a:prstGeom>
        </p:spPr>
      </p:pic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72124-EE8F-4817-9587-A94B7615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124" y="223851"/>
            <a:ext cx="1157523" cy="1157523"/>
          </a:xfrm>
          <a:custGeom xmlns:a="http://schemas.openxmlformats.org/drawingml/2006/main">
            <a:pathLst>
              <a:path w="1157523" h="1157523" fill="none">
                <a:moveTo>
                  <a:pt x="0" y="0"/>
                </a:moveTo>
                <a:lnTo>
                  <a:pt x="1157523" y="0"/>
                </a:lnTo>
                <a:lnTo>
                  <a:pt x="1157523" y="1157523"/>
                </a:lnTo>
                <a:lnTo>
                  <a:pt x="0" y="115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59" cap="flat">
            <a:solidFill>
              <a:srgbClr val="000000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073D3-DAE6-4BA1-BBA6-C60725AD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8" y="18814"/>
            <a:ext cx="994055" cy="211275"/>
          </a:xfrm>
          <a:custGeom xmlns:a="http://schemas.openxmlformats.org/drawingml/2006/main">
            <a:pathLst>
              <a:path w="994055" h="211275">
                <a:moveTo>
                  <a:pt x="0" y="211275"/>
                </a:moveTo>
                <a:lnTo>
                  <a:pt x="0" y="0"/>
                </a:lnTo>
                <a:lnTo>
                  <a:pt x="994055" y="0"/>
                </a:lnTo>
                <a:lnTo>
                  <a:pt x="994055" y="211275"/>
                </a:lnTo>
                <a:lnTo>
                  <a:pt x="0" y="21127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992E8-E839-4BED-A351-AA5BC0AC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51" y="75275"/>
            <a:ext cx="885358" cy="119661"/>
          </a:xfrm>
          <a:custGeom xmlns:a="http://schemas.openxmlformats.org/drawingml/2006/main">
            <a:pathLst>
              <a:path w="885358" h="119661">
                <a:moveTo>
                  <a:pt x="54211" y="70149"/>
                </a:moveTo>
                <a:cubicBezTo>
                  <a:pt x="54211" y="74281"/>
                  <a:pt x="53440" y="77958"/>
                  <a:pt x="51896" y="81182"/>
                </a:cubicBezTo>
                <a:cubicBezTo>
                  <a:pt x="50397" y="84405"/>
                  <a:pt x="48286" y="87151"/>
                  <a:pt x="45562" y="89423"/>
                </a:cubicBezTo>
                <a:cubicBezTo>
                  <a:pt x="42883" y="91646"/>
                  <a:pt x="39705" y="93326"/>
                  <a:pt x="36027" y="94463"/>
                </a:cubicBezTo>
                <a:cubicBezTo>
                  <a:pt x="32395" y="95598"/>
                  <a:pt x="28468" y="96163"/>
                  <a:pt x="24245" y="96163"/>
                </a:cubicBezTo>
                <a:cubicBezTo>
                  <a:pt x="21294" y="96163"/>
                  <a:pt x="18547" y="95915"/>
                  <a:pt x="16005" y="95415"/>
                </a:cubicBezTo>
                <a:cubicBezTo>
                  <a:pt x="13507" y="94915"/>
                  <a:pt x="11260" y="94303"/>
                  <a:pt x="9262" y="93577"/>
                </a:cubicBezTo>
                <a:cubicBezTo>
                  <a:pt x="7310" y="92849"/>
                  <a:pt x="5653" y="92100"/>
                  <a:pt x="4291" y="91329"/>
                </a:cubicBezTo>
                <a:cubicBezTo>
                  <a:pt x="2974" y="90557"/>
                  <a:pt x="2043" y="89900"/>
                  <a:pt x="1498" y="89354"/>
                </a:cubicBezTo>
                <a:cubicBezTo>
                  <a:pt x="999" y="88808"/>
                  <a:pt x="613" y="88128"/>
                  <a:pt x="341" y="87311"/>
                </a:cubicBezTo>
                <a:cubicBezTo>
                  <a:pt x="114" y="86448"/>
                  <a:pt x="0" y="85314"/>
                  <a:pt x="0" y="83905"/>
                </a:cubicBezTo>
                <a:cubicBezTo>
                  <a:pt x="0" y="82908"/>
                  <a:pt x="45" y="82090"/>
                  <a:pt x="136" y="81453"/>
                </a:cubicBezTo>
                <a:cubicBezTo>
                  <a:pt x="227" y="80773"/>
                  <a:pt x="363" y="80227"/>
                  <a:pt x="545" y="79819"/>
                </a:cubicBezTo>
                <a:cubicBezTo>
                  <a:pt x="727" y="79410"/>
                  <a:pt x="954" y="79138"/>
                  <a:pt x="1226" y="79001"/>
                </a:cubicBezTo>
                <a:cubicBezTo>
                  <a:pt x="1498" y="78821"/>
                  <a:pt x="1816" y="78730"/>
                  <a:pt x="2179" y="78730"/>
                </a:cubicBezTo>
                <a:cubicBezTo>
                  <a:pt x="2815" y="78730"/>
                  <a:pt x="3700" y="79116"/>
                  <a:pt x="4835" y="79887"/>
                </a:cubicBezTo>
                <a:cubicBezTo>
                  <a:pt x="6016" y="80659"/>
                  <a:pt x="7514" y="81499"/>
                  <a:pt x="9330" y="82407"/>
                </a:cubicBezTo>
                <a:cubicBezTo>
                  <a:pt x="11147" y="83316"/>
                  <a:pt x="13326" y="84179"/>
                  <a:pt x="15869" y="84996"/>
                </a:cubicBezTo>
                <a:cubicBezTo>
                  <a:pt x="18456" y="85768"/>
                  <a:pt x="21430" y="86154"/>
                  <a:pt x="24790" y="86154"/>
                </a:cubicBezTo>
                <a:cubicBezTo>
                  <a:pt x="27333" y="86154"/>
                  <a:pt x="29648" y="85814"/>
                  <a:pt x="31737" y="85131"/>
                </a:cubicBezTo>
                <a:cubicBezTo>
                  <a:pt x="33871" y="84451"/>
                  <a:pt x="35687" y="83496"/>
                  <a:pt x="37185" y="82270"/>
                </a:cubicBezTo>
                <a:cubicBezTo>
                  <a:pt x="38729" y="80999"/>
                  <a:pt x="39909" y="79456"/>
                  <a:pt x="40727" y="77641"/>
                </a:cubicBezTo>
                <a:cubicBezTo>
                  <a:pt x="41544" y="75824"/>
                  <a:pt x="41952" y="73758"/>
                  <a:pt x="41952" y="71443"/>
                </a:cubicBezTo>
                <a:cubicBezTo>
                  <a:pt x="41952" y="68946"/>
                  <a:pt x="41385" y="66811"/>
                  <a:pt x="40250" y="65040"/>
                </a:cubicBezTo>
                <a:cubicBezTo>
                  <a:pt x="39115" y="63271"/>
                  <a:pt x="37616" y="61728"/>
                  <a:pt x="35755" y="60410"/>
                </a:cubicBezTo>
                <a:cubicBezTo>
                  <a:pt x="33893" y="59047"/>
                  <a:pt x="31759" y="57822"/>
                  <a:pt x="29353" y="56733"/>
                </a:cubicBezTo>
                <a:cubicBezTo>
                  <a:pt x="26992" y="55596"/>
                  <a:pt x="24563" y="54461"/>
                  <a:pt x="22066" y="53327"/>
                </a:cubicBezTo>
                <a:cubicBezTo>
                  <a:pt x="19569" y="52147"/>
                  <a:pt x="17140" y="50852"/>
                  <a:pt x="14779" y="49446"/>
                </a:cubicBezTo>
                <a:cubicBezTo>
                  <a:pt x="12418" y="48037"/>
                  <a:pt x="10307" y="46380"/>
                  <a:pt x="8445" y="44474"/>
                </a:cubicBezTo>
                <a:cubicBezTo>
                  <a:pt x="6583" y="42565"/>
                  <a:pt x="5063" y="40342"/>
                  <a:pt x="3882" y="37799"/>
                </a:cubicBezTo>
                <a:cubicBezTo>
                  <a:pt x="2747" y="35210"/>
                  <a:pt x="2179" y="32124"/>
                  <a:pt x="2179" y="28538"/>
                </a:cubicBezTo>
                <a:cubicBezTo>
                  <a:pt x="2179" y="24860"/>
                  <a:pt x="2838" y="21591"/>
                  <a:pt x="4155" y="18731"/>
                </a:cubicBezTo>
                <a:cubicBezTo>
                  <a:pt x="5517" y="15825"/>
                  <a:pt x="7378" y="13396"/>
                  <a:pt x="9739" y="11441"/>
                </a:cubicBezTo>
                <a:cubicBezTo>
                  <a:pt x="12146" y="9490"/>
                  <a:pt x="14983" y="8015"/>
                  <a:pt x="18252" y="7015"/>
                </a:cubicBezTo>
                <a:cubicBezTo>
                  <a:pt x="21566" y="5972"/>
                  <a:pt x="25131" y="5449"/>
                  <a:pt x="28944" y="5449"/>
                </a:cubicBezTo>
                <a:cubicBezTo>
                  <a:pt x="30897" y="5449"/>
                  <a:pt x="32849" y="5632"/>
                  <a:pt x="34801" y="5995"/>
                </a:cubicBezTo>
                <a:cubicBezTo>
                  <a:pt x="36799" y="6312"/>
                  <a:pt x="38661" y="6767"/>
                  <a:pt x="40386" y="7355"/>
                </a:cubicBezTo>
                <a:cubicBezTo>
                  <a:pt x="42157" y="7901"/>
                  <a:pt x="43723" y="8535"/>
                  <a:pt x="45085" y="9264"/>
                </a:cubicBezTo>
                <a:cubicBezTo>
                  <a:pt x="46447" y="9944"/>
                  <a:pt x="47333" y="10513"/>
                  <a:pt x="47741" y="10967"/>
                </a:cubicBezTo>
                <a:cubicBezTo>
                  <a:pt x="48195" y="11376"/>
                  <a:pt x="48491" y="11716"/>
                  <a:pt x="48627" y="11987"/>
                </a:cubicBezTo>
                <a:cubicBezTo>
                  <a:pt x="48763" y="12213"/>
                  <a:pt x="48876" y="12533"/>
                  <a:pt x="48967" y="12942"/>
                </a:cubicBezTo>
                <a:cubicBezTo>
                  <a:pt x="49058" y="13305"/>
                  <a:pt x="49126" y="13759"/>
                  <a:pt x="49172" y="14302"/>
                </a:cubicBezTo>
                <a:cubicBezTo>
                  <a:pt x="49217" y="14848"/>
                  <a:pt x="49240" y="15551"/>
                  <a:pt x="49240" y="16413"/>
                </a:cubicBezTo>
                <a:cubicBezTo>
                  <a:pt x="49240" y="17231"/>
                  <a:pt x="49194" y="17957"/>
                  <a:pt x="49104" y="18594"/>
                </a:cubicBezTo>
                <a:cubicBezTo>
                  <a:pt x="49058" y="19228"/>
                  <a:pt x="48967" y="19774"/>
                  <a:pt x="48831" y="20228"/>
                </a:cubicBezTo>
                <a:cubicBezTo>
                  <a:pt x="48695" y="20637"/>
                  <a:pt x="48491" y="20954"/>
                  <a:pt x="48218" y="21183"/>
                </a:cubicBezTo>
                <a:cubicBezTo>
                  <a:pt x="47991" y="21363"/>
                  <a:pt x="47719" y="21454"/>
                  <a:pt x="47401" y="21454"/>
                </a:cubicBezTo>
                <a:cubicBezTo>
                  <a:pt x="46901" y="21454"/>
                  <a:pt x="46107" y="21137"/>
                  <a:pt x="45017" y="20500"/>
                </a:cubicBezTo>
                <a:cubicBezTo>
                  <a:pt x="43973" y="19865"/>
                  <a:pt x="42679" y="19162"/>
                  <a:pt x="41135" y="18388"/>
                </a:cubicBezTo>
                <a:cubicBezTo>
                  <a:pt x="39592" y="17571"/>
                  <a:pt x="37753" y="16845"/>
                  <a:pt x="35619" y="16211"/>
                </a:cubicBezTo>
                <a:cubicBezTo>
                  <a:pt x="33530" y="15528"/>
                  <a:pt x="31169" y="15188"/>
                  <a:pt x="28536" y="15188"/>
                </a:cubicBezTo>
                <a:cubicBezTo>
                  <a:pt x="26084" y="15188"/>
                  <a:pt x="23950" y="15528"/>
                  <a:pt x="22134" y="16211"/>
                </a:cubicBezTo>
                <a:cubicBezTo>
                  <a:pt x="20318" y="16845"/>
                  <a:pt x="18819" y="17708"/>
                  <a:pt x="17639" y="18797"/>
                </a:cubicBezTo>
                <a:cubicBezTo>
                  <a:pt x="16459" y="19888"/>
                  <a:pt x="15573" y="21183"/>
                  <a:pt x="14983" y="22680"/>
                </a:cubicBezTo>
                <a:cubicBezTo>
                  <a:pt x="14393" y="24177"/>
                  <a:pt x="14098" y="25766"/>
                  <a:pt x="14098" y="27446"/>
                </a:cubicBezTo>
                <a:cubicBezTo>
                  <a:pt x="14098" y="29898"/>
                  <a:pt x="14665" y="32010"/>
                  <a:pt x="15800" y="33781"/>
                </a:cubicBezTo>
                <a:cubicBezTo>
                  <a:pt x="16936" y="35550"/>
                  <a:pt x="18434" y="37119"/>
                  <a:pt x="20295" y="38479"/>
                </a:cubicBezTo>
                <a:cubicBezTo>
                  <a:pt x="22202" y="39842"/>
                  <a:pt x="24359" y="41091"/>
                  <a:pt x="26765" y="42225"/>
                </a:cubicBezTo>
                <a:cubicBezTo>
                  <a:pt x="29172" y="43360"/>
                  <a:pt x="31623" y="44520"/>
                  <a:pt x="34121" y="45700"/>
                </a:cubicBezTo>
                <a:cubicBezTo>
                  <a:pt x="36618" y="46834"/>
                  <a:pt x="39069" y="48106"/>
                  <a:pt x="41476" y="49512"/>
                </a:cubicBezTo>
                <a:cubicBezTo>
                  <a:pt x="43882" y="50875"/>
                  <a:pt x="46016" y="52509"/>
                  <a:pt x="47878" y="54415"/>
                </a:cubicBezTo>
                <a:cubicBezTo>
                  <a:pt x="49785" y="56278"/>
                  <a:pt x="51306" y="58502"/>
                  <a:pt x="52441" y="61090"/>
                </a:cubicBezTo>
                <a:cubicBezTo>
                  <a:pt x="53621" y="63634"/>
                  <a:pt x="54211" y="66651"/>
                  <a:pt x="54211" y="70149"/>
                </a:cubicBezTo>
                <a:close/>
                <a:moveTo>
                  <a:pt x="122452" y="93169"/>
                </a:moveTo>
                <a:cubicBezTo>
                  <a:pt x="122452" y="93532"/>
                  <a:pt x="122361" y="93849"/>
                  <a:pt x="122180" y="94120"/>
                </a:cubicBezTo>
                <a:cubicBezTo>
                  <a:pt x="121998" y="94349"/>
                  <a:pt x="121703" y="94552"/>
                  <a:pt x="121294" y="94735"/>
                </a:cubicBezTo>
                <a:cubicBezTo>
                  <a:pt x="120886" y="94915"/>
                  <a:pt x="120318" y="95052"/>
                  <a:pt x="119592" y="95143"/>
                </a:cubicBezTo>
                <a:cubicBezTo>
                  <a:pt x="118865" y="95235"/>
                  <a:pt x="117957" y="95280"/>
                  <a:pt x="116867" y="95280"/>
                </a:cubicBezTo>
                <a:cubicBezTo>
                  <a:pt x="115732" y="95280"/>
                  <a:pt x="114801" y="95235"/>
                  <a:pt x="114075" y="95143"/>
                </a:cubicBezTo>
                <a:cubicBezTo>
                  <a:pt x="113349" y="95052"/>
                  <a:pt x="112781" y="94915"/>
                  <a:pt x="112373" y="94735"/>
                </a:cubicBezTo>
                <a:cubicBezTo>
                  <a:pt x="111964" y="94552"/>
                  <a:pt x="111669" y="94349"/>
                  <a:pt x="111487" y="94120"/>
                </a:cubicBezTo>
                <a:cubicBezTo>
                  <a:pt x="111306" y="93849"/>
                  <a:pt x="111215" y="93532"/>
                  <a:pt x="111215" y="93169"/>
                </a:cubicBezTo>
                <a:lnTo>
                  <a:pt x="111215" y="57276"/>
                </a:lnTo>
                <a:cubicBezTo>
                  <a:pt x="111215" y="53781"/>
                  <a:pt x="110942" y="50966"/>
                  <a:pt x="110398" y="48832"/>
                </a:cubicBezTo>
                <a:cubicBezTo>
                  <a:pt x="109853" y="46697"/>
                  <a:pt x="109058" y="44860"/>
                  <a:pt x="108014" y="43314"/>
                </a:cubicBezTo>
                <a:cubicBezTo>
                  <a:pt x="106970" y="41771"/>
                  <a:pt x="105607" y="40591"/>
                  <a:pt x="103928" y="39774"/>
                </a:cubicBezTo>
                <a:cubicBezTo>
                  <a:pt x="102293" y="38956"/>
                  <a:pt x="100386" y="38548"/>
                  <a:pt x="98207" y="38548"/>
                </a:cubicBezTo>
                <a:cubicBezTo>
                  <a:pt x="95392" y="38548"/>
                  <a:pt x="92577" y="39548"/>
                  <a:pt x="89762" y="41545"/>
                </a:cubicBezTo>
                <a:cubicBezTo>
                  <a:pt x="86947" y="43543"/>
                  <a:pt x="83996" y="46472"/>
                  <a:pt x="80908" y="50329"/>
                </a:cubicBezTo>
                <a:lnTo>
                  <a:pt x="80908" y="93169"/>
                </a:lnTo>
                <a:cubicBezTo>
                  <a:pt x="80908" y="93532"/>
                  <a:pt x="80818" y="93849"/>
                  <a:pt x="80636" y="94120"/>
                </a:cubicBezTo>
                <a:cubicBezTo>
                  <a:pt x="80454" y="94349"/>
                  <a:pt x="80159" y="94552"/>
                  <a:pt x="79751" y="94735"/>
                </a:cubicBezTo>
                <a:cubicBezTo>
                  <a:pt x="79342" y="94915"/>
                  <a:pt x="78774" y="95052"/>
                  <a:pt x="78048" y="95143"/>
                </a:cubicBezTo>
                <a:cubicBezTo>
                  <a:pt x="77321" y="95235"/>
                  <a:pt x="76391" y="95280"/>
                  <a:pt x="75256" y="95280"/>
                </a:cubicBezTo>
                <a:cubicBezTo>
                  <a:pt x="74166" y="95280"/>
                  <a:pt x="73258" y="95235"/>
                  <a:pt x="72531" y="95143"/>
                </a:cubicBezTo>
                <a:cubicBezTo>
                  <a:pt x="71805" y="95052"/>
                  <a:pt x="71215" y="94915"/>
                  <a:pt x="70761" y="94735"/>
                </a:cubicBezTo>
                <a:cubicBezTo>
                  <a:pt x="70352" y="94552"/>
                  <a:pt x="70057" y="94349"/>
                  <a:pt x="69875" y="94120"/>
                </a:cubicBezTo>
                <a:cubicBezTo>
                  <a:pt x="69739" y="93849"/>
                  <a:pt x="69671" y="93532"/>
                  <a:pt x="69671" y="93169"/>
                </a:cubicBezTo>
                <a:lnTo>
                  <a:pt x="69671" y="2180"/>
                </a:lnTo>
                <a:cubicBezTo>
                  <a:pt x="69671" y="1817"/>
                  <a:pt x="69739" y="1500"/>
                  <a:pt x="69875" y="1226"/>
                </a:cubicBezTo>
                <a:cubicBezTo>
                  <a:pt x="70057" y="954"/>
                  <a:pt x="70352" y="729"/>
                  <a:pt x="70761" y="546"/>
                </a:cubicBezTo>
                <a:cubicBezTo>
                  <a:pt x="71215" y="363"/>
                  <a:pt x="71805" y="229"/>
                  <a:pt x="72531" y="137"/>
                </a:cubicBezTo>
                <a:cubicBezTo>
                  <a:pt x="73258" y="46"/>
                  <a:pt x="74166" y="0"/>
                  <a:pt x="75256" y="0"/>
                </a:cubicBezTo>
                <a:cubicBezTo>
                  <a:pt x="76391" y="0"/>
                  <a:pt x="77321" y="46"/>
                  <a:pt x="78048" y="137"/>
                </a:cubicBezTo>
                <a:cubicBezTo>
                  <a:pt x="78774" y="229"/>
                  <a:pt x="79342" y="363"/>
                  <a:pt x="79751" y="546"/>
                </a:cubicBezTo>
                <a:cubicBezTo>
                  <a:pt x="80159" y="729"/>
                  <a:pt x="80454" y="954"/>
                  <a:pt x="80636" y="1226"/>
                </a:cubicBezTo>
                <a:cubicBezTo>
                  <a:pt x="80818" y="1500"/>
                  <a:pt x="80908" y="1817"/>
                  <a:pt x="80908" y="2180"/>
                </a:cubicBezTo>
                <a:lnTo>
                  <a:pt x="80908" y="38888"/>
                </a:lnTo>
                <a:cubicBezTo>
                  <a:pt x="84132" y="35484"/>
                  <a:pt x="87378" y="32964"/>
                  <a:pt x="90647" y="31330"/>
                </a:cubicBezTo>
                <a:cubicBezTo>
                  <a:pt x="93916" y="29649"/>
                  <a:pt x="97208" y="28809"/>
                  <a:pt x="100522" y="28809"/>
                </a:cubicBezTo>
                <a:cubicBezTo>
                  <a:pt x="104609" y="28809"/>
                  <a:pt x="108037" y="29512"/>
                  <a:pt x="110806" y="30921"/>
                </a:cubicBezTo>
                <a:cubicBezTo>
                  <a:pt x="113621" y="32281"/>
                  <a:pt x="115891" y="34121"/>
                  <a:pt x="117617" y="36436"/>
                </a:cubicBezTo>
                <a:cubicBezTo>
                  <a:pt x="119342" y="38753"/>
                  <a:pt x="120568" y="41477"/>
                  <a:pt x="121294" y="44608"/>
                </a:cubicBezTo>
                <a:cubicBezTo>
                  <a:pt x="122066" y="47697"/>
                  <a:pt x="122452" y="51444"/>
                  <a:pt x="122452" y="55847"/>
                </a:cubicBezTo>
                <a:lnTo>
                  <a:pt x="122452" y="93169"/>
                </a:lnTo>
                <a:close/>
                <a:moveTo>
                  <a:pt x="189126" y="93237"/>
                </a:moveTo>
                <a:cubicBezTo>
                  <a:pt x="189126" y="93780"/>
                  <a:pt x="188945" y="94189"/>
                  <a:pt x="188582" y="94463"/>
                </a:cubicBezTo>
                <a:cubicBezTo>
                  <a:pt x="188218" y="94735"/>
                  <a:pt x="187719" y="94938"/>
                  <a:pt x="187083" y="95075"/>
                </a:cubicBezTo>
                <a:cubicBezTo>
                  <a:pt x="186448" y="95212"/>
                  <a:pt x="185517" y="95280"/>
                  <a:pt x="184291" y="95280"/>
                </a:cubicBezTo>
                <a:cubicBezTo>
                  <a:pt x="183110" y="95280"/>
                  <a:pt x="182157" y="95212"/>
                  <a:pt x="181430" y="95075"/>
                </a:cubicBezTo>
                <a:cubicBezTo>
                  <a:pt x="180749" y="94938"/>
                  <a:pt x="180250" y="94735"/>
                  <a:pt x="179932" y="94463"/>
                </a:cubicBezTo>
                <a:cubicBezTo>
                  <a:pt x="179614" y="94189"/>
                  <a:pt x="179456" y="93780"/>
                  <a:pt x="179456" y="93237"/>
                </a:cubicBezTo>
                <a:lnTo>
                  <a:pt x="179456" y="87105"/>
                </a:lnTo>
                <a:cubicBezTo>
                  <a:pt x="176777" y="89966"/>
                  <a:pt x="173780" y="92192"/>
                  <a:pt x="170466" y="93780"/>
                </a:cubicBezTo>
                <a:cubicBezTo>
                  <a:pt x="167197" y="95369"/>
                  <a:pt x="163723" y="96163"/>
                  <a:pt x="160046" y="96163"/>
                </a:cubicBezTo>
                <a:cubicBezTo>
                  <a:pt x="156822" y="96163"/>
                  <a:pt x="153894" y="95732"/>
                  <a:pt x="151260" y="94872"/>
                </a:cubicBezTo>
                <a:cubicBezTo>
                  <a:pt x="148672" y="94055"/>
                  <a:pt x="146447" y="92849"/>
                  <a:pt x="144586" y="91260"/>
                </a:cubicBezTo>
                <a:cubicBezTo>
                  <a:pt x="142770" y="89671"/>
                  <a:pt x="141340" y="87720"/>
                  <a:pt x="140295" y="85405"/>
                </a:cubicBezTo>
                <a:cubicBezTo>
                  <a:pt x="139297" y="83088"/>
                  <a:pt x="138797" y="80456"/>
                  <a:pt x="138797" y="77504"/>
                </a:cubicBezTo>
                <a:cubicBezTo>
                  <a:pt x="138797" y="74052"/>
                  <a:pt x="139501" y="71057"/>
                  <a:pt x="140908" y="68514"/>
                </a:cubicBezTo>
                <a:cubicBezTo>
                  <a:pt x="142316" y="65971"/>
                  <a:pt x="144336" y="63859"/>
                  <a:pt x="146970" y="62179"/>
                </a:cubicBezTo>
                <a:cubicBezTo>
                  <a:pt x="149603" y="60499"/>
                  <a:pt x="152827" y="59253"/>
                  <a:pt x="156640" y="58436"/>
                </a:cubicBezTo>
                <a:cubicBezTo>
                  <a:pt x="160454" y="57573"/>
                  <a:pt x="164745" y="57141"/>
                  <a:pt x="169512" y="57141"/>
                </a:cubicBezTo>
                <a:lnTo>
                  <a:pt x="177957" y="57141"/>
                </a:lnTo>
                <a:lnTo>
                  <a:pt x="177957" y="52372"/>
                </a:lnTo>
                <a:cubicBezTo>
                  <a:pt x="177957" y="50012"/>
                  <a:pt x="177707" y="47923"/>
                  <a:pt x="177208" y="46109"/>
                </a:cubicBezTo>
                <a:cubicBezTo>
                  <a:pt x="176709" y="44291"/>
                  <a:pt x="175891" y="42794"/>
                  <a:pt x="174756" y="41614"/>
                </a:cubicBezTo>
                <a:cubicBezTo>
                  <a:pt x="173667" y="40388"/>
                  <a:pt x="172236" y="39479"/>
                  <a:pt x="170466" y="38888"/>
                </a:cubicBezTo>
                <a:cubicBezTo>
                  <a:pt x="168695" y="38253"/>
                  <a:pt x="166516" y="37936"/>
                  <a:pt x="163928" y="37936"/>
                </a:cubicBezTo>
                <a:cubicBezTo>
                  <a:pt x="161158" y="37936"/>
                  <a:pt x="158661" y="38276"/>
                  <a:pt x="156436" y="38956"/>
                </a:cubicBezTo>
                <a:cubicBezTo>
                  <a:pt x="154257" y="39594"/>
                  <a:pt x="152327" y="40319"/>
                  <a:pt x="150647" y="41137"/>
                </a:cubicBezTo>
                <a:cubicBezTo>
                  <a:pt x="149013" y="41908"/>
                  <a:pt x="147628" y="42634"/>
                  <a:pt x="146493" y="43314"/>
                </a:cubicBezTo>
                <a:cubicBezTo>
                  <a:pt x="145403" y="43951"/>
                  <a:pt x="144586" y="44268"/>
                  <a:pt x="144041" y="44268"/>
                </a:cubicBezTo>
                <a:cubicBezTo>
                  <a:pt x="143678" y="44268"/>
                  <a:pt x="143360" y="44177"/>
                  <a:pt x="143088" y="43997"/>
                </a:cubicBezTo>
                <a:cubicBezTo>
                  <a:pt x="142815" y="43814"/>
                  <a:pt x="142566" y="43543"/>
                  <a:pt x="142338" y="43180"/>
                </a:cubicBezTo>
                <a:cubicBezTo>
                  <a:pt x="142157" y="42817"/>
                  <a:pt x="142021" y="42362"/>
                  <a:pt x="141930" y="41817"/>
                </a:cubicBezTo>
                <a:cubicBezTo>
                  <a:pt x="141839" y="41228"/>
                  <a:pt x="141794" y="40591"/>
                  <a:pt x="141794" y="39911"/>
                </a:cubicBezTo>
                <a:cubicBezTo>
                  <a:pt x="141794" y="38776"/>
                  <a:pt x="141862" y="37890"/>
                  <a:pt x="141998" y="37253"/>
                </a:cubicBezTo>
                <a:cubicBezTo>
                  <a:pt x="142179" y="36573"/>
                  <a:pt x="142566" y="35939"/>
                  <a:pt x="143156" y="35347"/>
                </a:cubicBezTo>
                <a:cubicBezTo>
                  <a:pt x="143791" y="34756"/>
                  <a:pt x="144858" y="34076"/>
                  <a:pt x="146357" y="33304"/>
                </a:cubicBezTo>
                <a:cubicBezTo>
                  <a:pt x="147855" y="32487"/>
                  <a:pt x="149580" y="31761"/>
                  <a:pt x="151533" y="31124"/>
                </a:cubicBezTo>
                <a:cubicBezTo>
                  <a:pt x="153485" y="30444"/>
                  <a:pt x="155619" y="29898"/>
                  <a:pt x="157934" y="29489"/>
                </a:cubicBezTo>
                <a:cubicBezTo>
                  <a:pt x="160250" y="29035"/>
                  <a:pt x="162588" y="28809"/>
                  <a:pt x="164949" y="28809"/>
                </a:cubicBezTo>
                <a:cubicBezTo>
                  <a:pt x="169353" y="28809"/>
                  <a:pt x="173099" y="29309"/>
                  <a:pt x="176186" y="30307"/>
                </a:cubicBezTo>
                <a:cubicBezTo>
                  <a:pt x="179274" y="31307"/>
                  <a:pt x="181771" y="32781"/>
                  <a:pt x="183678" y="34733"/>
                </a:cubicBezTo>
                <a:cubicBezTo>
                  <a:pt x="185585" y="36642"/>
                  <a:pt x="186970" y="39025"/>
                  <a:pt x="187832" y="41885"/>
                </a:cubicBezTo>
                <a:cubicBezTo>
                  <a:pt x="188695" y="44746"/>
                  <a:pt x="189126" y="48083"/>
                  <a:pt x="189126" y="51898"/>
                </a:cubicBezTo>
                <a:lnTo>
                  <a:pt x="189126" y="93237"/>
                </a:lnTo>
                <a:close/>
                <a:moveTo>
                  <a:pt x="177957" y="65245"/>
                </a:moveTo>
                <a:lnTo>
                  <a:pt x="168354" y="65245"/>
                </a:lnTo>
                <a:cubicBezTo>
                  <a:pt x="165267" y="65245"/>
                  <a:pt x="162588" y="65517"/>
                  <a:pt x="160318" y="66063"/>
                </a:cubicBezTo>
                <a:cubicBezTo>
                  <a:pt x="158048" y="66563"/>
                  <a:pt x="156164" y="67334"/>
                  <a:pt x="154665" y="68377"/>
                </a:cubicBezTo>
                <a:cubicBezTo>
                  <a:pt x="153167" y="69377"/>
                  <a:pt x="152055" y="70603"/>
                  <a:pt x="151328" y="72055"/>
                </a:cubicBezTo>
                <a:cubicBezTo>
                  <a:pt x="150647" y="73463"/>
                  <a:pt x="150307" y="75098"/>
                  <a:pt x="150307" y="76958"/>
                </a:cubicBezTo>
                <a:cubicBezTo>
                  <a:pt x="150307" y="80139"/>
                  <a:pt x="151305" y="82679"/>
                  <a:pt x="153303" y="84588"/>
                </a:cubicBezTo>
                <a:cubicBezTo>
                  <a:pt x="155347" y="86448"/>
                  <a:pt x="158184" y="87379"/>
                  <a:pt x="161817" y="87379"/>
                </a:cubicBezTo>
                <a:cubicBezTo>
                  <a:pt x="164767" y="87379"/>
                  <a:pt x="167492" y="86631"/>
                  <a:pt x="169989" y="85131"/>
                </a:cubicBezTo>
                <a:cubicBezTo>
                  <a:pt x="172532" y="83633"/>
                  <a:pt x="175188" y="81342"/>
                  <a:pt x="177957" y="78253"/>
                </a:cubicBezTo>
                <a:lnTo>
                  <a:pt x="177957" y="65245"/>
                </a:lnTo>
                <a:close/>
                <a:moveTo>
                  <a:pt x="266152" y="61568"/>
                </a:moveTo>
                <a:cubicBezTo>
                  <a:pt x="266152" y="66926"/>
                  <a:pt x="265562" y="71738"/>
                  <a:pt x="264382" y="76007"/>
                </a:cubicBezTo>
                <a:cubicBezTo>
                  <a:pt x="263247" y="80273"/>
                  <a:pt x="261544" y="83905"/>
                  <a:pt x="259274" y="86902"/>
                </a:cubicBezTo>
                <a:cubicBezTo>
                  <a:pt x="257049" y="89854"/>
                  <a:pt x="254279" y="92146"/>
                  <a:pt x="250965" y="93780"/>
                </a:cubicBezTo>
                <a:cubicBezTo>
                  <a:pt x="247651" y="95369"/>
                  <a:pt x="243860" y="96163"/>
                  <a:pt x="239592" y="96163"/>
                </a:cubicBezTo>
                <a:cubicBezTo>
                  <a:pt x="237776" y="96163"/>
                  <a:pt x="236096" y="95983"/>
                  <a:pt x="234552" y="95621"/>
                </a:cubicBezTo>
                <a:cubicBezTo>
                  <a:pt x="233008" y="95258"/>
                  <a:pt x="231487" y="94689"/>
                  <a:pt x="229989" y="93917"/>
                </a:cubicBezTo>
                <a:cubicBezTo>
                  <a:pt x="228536" y="93146"/>
                  <a:pt x="227083" y="92169"/>
                  <a:pt x="225630" y="90989"/>
                </a:cubicBezTo>
                <a:cubicBezTo>
                  <a:pt x="224177" y="89808"/>
                  <a:pt x="222634" y="88422"/>
                  <a:pt x="220999" y="86834"/>
                </a:cubicBezTo>
                <a:lnTo>
                  <a:pt x="220999" y="117480"/>
                </a:lnTo>
                <a:cubicBezTo>
                  <a:pt x="220999" y="117843"/>
                  <a:pt x="220908" y="118163"/>
                  <a:pt x="220727" y="118435"/>
                </a:cubicBezTo>
                <a:cubicBezTo>
                  <a:pt x="220545" y="118706"/>
                  <a:pt x="220250" y="118935"/>
                  <a:pt x="219841" y="119115"/>
                </a:cubicBezTo>
                <a:cubicBezTo>
                  <a:pt x="219433" y="119298"/>
                  <a:pt x="218865" y="119435"/>
                  <a:pt x="218139" y="119524"/>
                </a:cubicBezTo>
                <a:cubicBezTo>
                  <a:pt x="217412" y="119615"/>
                  <a:pt x="216482" y="119661"/>
                  <a:pt x="215347" y="119661"/>
                </a:cubicBezTo>
                <a:cubicBezTo>
                  <a:pt x="214257" y="119661"/>
                  <a:pt x="213349" y="119615"/>
                  <a:pt x="212622" y="119524"/>
                </a:cubicBezTo>
                <a:cubicBezTo>
                  <a:pt x="211896" y="119435"/>
                  <a:pt x="211306" y="119298"/>
                  <a:pt x="210851" y="119115"/>
                </a:cubicBezTo>
                <a:cubicBezTo>
                  <a:pt x="210443" y="118935"/>
                  <a:pt x="210148" y="118706"/>
                  <a:pt x="209966" y="118435"/>
                </a:cubicBezTo>
                <a:cubicBezTo>
                  <a:pt x="209830" y="118163"/>
                  <a:pt x="209762" y="117843"/>
                  <a:pt x="209762" y="117480"/>
                </a:cubicBezTo>
                <a:lnTo>
                  <a:pt x="209762" y="31873"/>
                </a:lnTo>
                <a:cubicBezTo>
                  <a:pt x="209762" y="31464"/>
                  <a:pt x="209830" y="31147"/>
                  <a:pt x="209966" y="30921"/>
                </a:cubicBezTo>
                <a:cubicBezTo>
                  <a:pt x="210103" y="30647"/>
                  <a:pt x="210375" y="30421"/>
                  <a:pt x="210783" y="30238"/>
                </a:cubicBezTo>
                <a:cubicBezTo>
                  <a:pt x="211192" y="30058"/>
                  <a:pt x="211714" y="29944"/>
                  <a:pt x="212350" y="29898"/>
                </a:cubicBezTo>
                <a:cubicBezTo>
                  <a:pt x="212985" y="29807"/>
                  <a:pt x="213757" y="29764"/>
                  <a:pt x="214665" y="29764"/>
                </a:cubicBezTo>
                <a:cubicBezTo>
                  <a:pt x="215619" y="29764"/>
                  <a:pt x="216391" y="29807"/>
                  <a:pt x="216981" y="29898"/>
                </a:cubicBezTo>
                <a:cubicBezTo>
                  <a:pt x="217617" y="29944"/>
                  <a:pt x="218139" y="30058"/>
                  <a:pt x="218547" y="30238"/>
                </a:cubicBezTo>
                <a:cubicBezTo>
                  <a:pt x="218956" y="30421"/>
                  <a:pt x="219229" y="30647"/>
                  <a:pt x="219365" y="30921"/>
                </a:cubicBezTo>
                <a:cubicBezTo>
                  <a:pt x="219546" y="31147"/>
                  <a:pt x="219637" y="31464"/>
                  <a:pt x="219637" y="31873"/>
                </a:cubicBezTo>
                <a:lnTo>
                  <a:pt x="219637" y="40114"/>
                </a:lnTo>
                <a:cubicBezTo>
                  <a:pt x="221499" y="38208"/>
                  <a:pt x="223292" y="36550"/>
                  <a:pt x="225017" y="35142"/>
                </a:cubicBezTo>
                <a:cubicBezTo>
                  <a:pt x="226743" y="33736"/>
                  <a:pt x="228468" y="32578"/>
                  <a:pt x="230193" y="31670"/>
                </a:cubicBezTo>
                <a:cubicBezTo>
                  <a:pt x="231964" y="30715"/>
                  <a:pt x="233758" y="30012"/>
                  <a:pt x="235573" y="29558"/>
                </a:cubicBezTo>
                <a:cubicBezTo>
                  <a:pt x="237435" y="29058"/>
                  <a:pt x="239387" y="28809"/>
                  <a:pt x="241430" y="28809"/>
                </a:cubicBezTo>
                <a:cubicBezTo>
                  <a:pt x="245880" y="28809"/>
                  <a:pt x="249671" y="29672"/>
                  <a:pt x="252804" y="31398"/>
                </a:cubicBezTo>
                <a:cubicBezTo>
                  <a:pt x="255937" y="33121"/>
                  <a:pt x="258479" y="35484"/>
                  <a:pt x="260432" y="38479"/>
                </a:cubicBezTo>
                <a:cubicBezTo>
                  <a:pt x="262429" y="41477"/>
                  <a:pt x="263882" y="44971"/>
                  <a:pt x="264790" y="48969"/>
                </a:cubicBezTo>
                <a:cubicBezTo>
                  <a:pt x="265698" y="52918"/>
                  <a:pt x="266152" y="57119"/>
                  <a:pt x="266152" y="61568"/>
                </a:cubicBezTo>
                <a:close/>
                <a:moveTo>
                  <a:pt x="254302" y="62862"/>
                </a:moveTo>
                <a:cubicBezTo>
                  <a:pt x="254302" y="59727"/>
                  <a:pt x="254053" y="56710"/>
                  <a:pt x="253553" y="53804"/>
                </a:cubicBezTo>
                <a:cubicBezTo>
                  <a:pt x="253099" y="50852"/>
                  <a:pt x="252282" y="48240"/>
                  <a:pt x="251101" y="45971"/>
                </a:cubicBezTo>
                <a:cubicBezTo>
                  <a:pt x="249966" y="43703"/>
                  <a:pt x="248422" y="41885"/>
                  <a:pt x="246470" y="40522"/>
                </a:cubicBezTo>
                <a:cubicBezTo>
                  <a:pt x="244518" y="39162"/>
                  <a:pt x="242089" y="38479"/>
                  <a:pt x="239183" y="38479"/>
                </a:cubicBezTo>
                <a:cubicBezTo>
                  <a:pt x="237730" y="38479"/>
                  <a:pt x="236300" y="38708"/>
                  <a:pt x="234893" y="39162"/>
                </a:cubicBezTo>
                <a:cubicBezTo>
                  <a:pt x="233485" y="39571"/>
                  <a:pt x="232055" y="40251"/>
                  <a:pt x="230602" y="41205"/>
                </a:cubicBezTo>
                <a:cubicBezTo>
                  <a:pt x="229149" y="42111"/>
                  <a:pt x="227628" y="43337"/>
                  <a:pt x="226039" y="44883"/>
                </a:cubicBezTo>
                <a:cubicBezTo>
                  <a:pt x="224450" y="46380"/>
                  <a:pt x="222770" y="48240"/>
                  <a:pt x="220999" y="50466"/>
                </a:cubicBezTo>
                <a:lnTo>
                  <a:pt x="220999" y="74846"/>
                </a:lnTo>
                <a:cubicBezTo>
                  <a:pt x="224087" y="78616"/>
                  <a:pt x="227015" y="81499"/>
                  <a:pt x="229785" y="83496"/>
                </a:cubicBezTo>
                <a:cubicBezTo>
                  <a:pt x="232554" y="85494"/>
                  <a:pt x="235460" y="86494"/>
                  <a:pt x="238502" y="86494"/>
                </a:cubicBezTo>
                <a:cubicBezTo>
                  <a:pt x="241317" y="86494"/>
                  <a:pt x="243723" y="85814"/>
                  <a:pt x="245721" y="84451"/>
                </a:cubicBezTo>
                <a:cubicBezTo>
                  <a:pt x="247764" y="83088"/>
                  <a:pt x="249399" y="81273"/>
                  <a:pt x="250625" y="79001"/>
                </a:cubicBezTo>
                <a:cubicBezTo>
                  <a:pt x="251896" y="76732"/>
                  <a:pt x="252827" y="74189"/>
                  <a:pt x="253417" y="71375"/>
                </a:cubicBezTo>
                <a:cubicBezTo>
                  <a:pt x="254007" y="68560"/>
                  <a:pt x="254302" y="65722"/>
                  <a:pt x="254302" y="62862"/>
                </a:cubicBezTo>
                <a:close/>
                <a:moveTo>
                  <a:pt x="335347" y="59865"/>
                </a:moveTo>
                <a:cubicBezTo>
                  <a:pt x="335347" y="61636"/>
                  <a:pt x="334893" y="62908"/>
                  <a:pt x="333985" y="63679"/>
                </a:cubicBezTo>
                <a:cubicBezTo>
                  <a:pt x="333122" y="64405"/>
                  <a:pt x="332123" y="64768"/>
                  <a:pt x="330988" y="64768"/>
                </a:cubicBezTo>
                <a:lnTo>
                  <a:pt x="290806" y="64768"/>
                </a:lnTo>
                <a:cubicBezTo>
                  <a:pt x="290806" y="68174"/>
                  <a:pt x="291147" y="71237"/>
                  <a:pt x="291828" y="73964"/>
                </a:cubicBezTo>
                <a:cubicBezTo>
                  <a:pt x="292509" y="76687"/>
                  <a:pt x="293644" y="79024"/>
                  <a:pt x="295233" y="80976"/>
                </a:cubicBezTo>
                <a:cubicBezTo>
                  <a:pt x="296822" y="82930"/>
                  <a:pt x="298888" y="84428"/>
                  <a:pt x="301431" y="85471"/>
                </a:cubicBezTo>
                <a:cubicBezTo>
                  <a:pt x="303973" y="86517"/>
                  <a:pt x="307083" y="87039"/>
                  <a:pt x="310761" y="87039"/>
                </a:cubicBezTo>
                <a:cubicBezTo>
                  <a:pt x="313667" y="87039"/>
                  <a:pt x="316255" y="86811"/>
                  <a:pt x="318525" y="86357"/>
                </a:cubicBezTo>
                <a:cubicBezTo>
                  <a:pt x="320795" y="85859"/>
                  <a:pt x="322747" y="85314"/>
                  <a:pt x="324382" y="84722"/>
                </a:cubicBezTo>
                <a:cubicBezTo>
                  <a:pt x="326062" y="84133"/>
                  <a:pt x="327424" y="83610"/>
                  <a:pt x="328468" y="83156"/>
                </a:cubicBezTo>
                <a:cubicBezTo>
                  <a:pt x="329558" y="82656"/>
                  <a:pt x="330375" y="82407"/>
                  <a:pt x="330920" y="82407"/>
                </a:cubicBezTo>
                <a:cubicBezTo>
                  <a:pt x="331238" y="82407"/>
                  <a:pt x="331510" y="82499"/>
                  <a:pt x="331737" y="82679"/>
                </a:cubicBezTo>
                <a:cubicBezTo>
                  <a:pt x="332009" y="82816"/>
                  <a:pt x="332214" y="83042"/>
                  <a:pt x="332350" y="83362"/>
                </a:cubicBezTo>
                <a:cubicBezTo>
                  <a:pt x="332486" y="83679"/>
                  <a:pt x="332577" y="84133"/>
                  <a:pt x="332622" y="84722"/>
                </a:cubicBezTo>
                <a:cubicBezTo>
                  <a:pt x="332713" y="85268"/>
                  <a:pt x="332759" y="85948"/>
                  <a:pt x="332759" y="86765"/>
                </a:cubicBezTo>
                <a:cubicBezTo>
                  <a:pt x="332759" y="87357"/>
                  <a:pt x="332736" y="87880"/>
                  <a:pt x="332690" y="88331"/>
                </a:cubicBezTo>
                <a:cubicBezTo>
                  <a:pt x="332645" y="88740"/>
                  <a:pt x="332577" y="89128"/>
                  <a:pt x="332486" y="89491"/>
                </a:cubicBezTo>
                <a:cubicBezTo>
                  <a:pt x="332441" y="89808"/>
                  <a:pt x="332327" y="90103"/>
                  <a:pt x="332146" y="90374"/>
                </a:cubicBezTo>
                <a:cubicBezTo>
                  <a:pt x="332009" y="90648"/>
                  <a:pt x="331805" y="90920"/>
                  <a:pt x="331533" y="91194"/>
                </a:cubicBezTo>
                <a:cubicBezTo>
                  <a:pt x="331306" y="91420"/>
                  <a:pt x="330579" y="91829"/>
                  <a:pt x="329353" y="92420"/>
                </a:cubicBezTo>
                <a:cubicBezTo>
                  <a:pt x="328128" y="92963"/>
                  <a:pt x="326539" y="93509"/>
                  <a:pt x="324586" y="94055"/>
                </a:cubicBezTo>
                <a:cubicBezTo>
                  <a:pt x="322634" y="94598"/>
                  <a:pt x="320364" y="95075"/>
                  <a:pt x="317776" y="95483"/>
                </a:cubicBezTo>
                <a:cubicBezTo>
                  <a:pt x="315233" y="95938"/>
                  <a:pt x="312509" y="96163"/>
                  <a:pt x="309603" y="96163"/>
                </a:cubicBezTo>
                <a:cubicBezTo>
                  <a:pt x="304563" y="96163"/>
                  <a:pt x="300137" y="95461"/>
                  <a:pt x="296323" y="94055"/>
                </a:cubicBezTo>
                <a:cubicBezTo>
                  <a:pt x="292554" y="92646"/>
                  <a:pt x="289376" y="90557"/>
                  <a:pt x="286788" y="87788"/>
                </a:cubicBezTo>
                <a:cubicBezTo>
                  <a:pt x="284200" y="85019"/>
                  <a:pt x="282248" y="81544"/>
                  <a:pt x="280931" y="77367"/>
                </a:cubicBezTo>
                <a:cubicBezTo>
                  <a:pt x="279614" y="73189"/>
                  <a:pt x="278956" y="68331"/>
                  <a:pt x="278956" y="62794"/>
                </a:cubicBezTo>
                <a:cubicBezTo>
                  <a:pt x="278956" y="57527"/>
                  <a:pt x="279637" y="52804"/>
                  <a:pt x="280999" y="48629"/>
                </a:cubicBezTo>
                <a:cubicBezTo>
                  <a:pt x="282361" y="44406"/>
                  <a:pt x="284314" y="40842"/>
                  <a:pt x="286856" y="37936"/>
                </a:cubicBezTo>
                <a:cubicBezTo>
                  <a:pt x="289444" y="34984"/>
                  <a:pt x="292554" y="32736"/>
                  <a:pt x="296186" y="31192"/>
                </a:cubicBezTo>
                <a:cubicBezTo>
                  <a:pt x="299819" y="29604"/>
                  <a:pt x="303882" y="28809"/>
                  <a:pt x="308377" y="28809"/>
                </a:cubicBezTo>
                <a:cubicBezTo>
                  <a:pt x="313190" y="28809"/>
                  <a:pt x="317276" y="29581"/>
                  <a:pt x="320636" y="31124"/>
                </a:cubicBezTo>
                <a:cubicBezTo>
                  <a:pt x="324041" y="32667"/>
                  <a:pt x="326834" y="34756"/>
                  <a:pt x="329013" y="37390"/>
                </a:cubicBezTo>
                <a:cubicBezTo>
                  <a:pt x="331192" y="39979"/>
                  <a:pt x="332781" y="43043"/>
                  <a:pt x="333780" y="46583"/>
                </a:cubicBezTo>
                <a:cubicBezTo>
                  <a:pt x="334824" y="50081"/>
                  <a:pt x="335347" y="53827"/>
                  <a:pt x="335347" y="57822"/>
                </a:cubicBezTo>
                <a:lnTo>
                  <a:pt x="335347" y="59865"/>
                </a:lnTo>
                <a:close/>
                <a:moveTo>
                  <a:pt x="324041" y="56527"/>
                </a:moveTo>
                <a:cubicBezTo>
                  <a:pt x="324177" y="50626"/>
                  <a:pt x="322861" y="45994"/>
                  <a:pt x="320091" y="42634"/>
                </a:cubicBezTo>
                <a:cubicBezTo>
                  <a:pt x="317367" y="39273"/>
                  <a:pt x="313303" y="37593"/>
                  <a:pt x="307900" y="37593"/>
                </a:cubicBezTo>
                <a:cubicBezTo>
                  <a:pt x="305131" y="37593"/>
                  <a:pt x="302702" y="38116"/>
                  <a:pt x="300613" y="39162"/>
                </a:cubicBezTo>
                <a:cubicBezTo>
                  <a:pt x="298525" y="40205"/>
                  <a:pt x="296777" y="41591"/>
                  <a:pt x="295369" y="43314"/>
                </a:cubicBezTo>
                <a:cubicBezTo>
                  <a:pt x="293962" y="45040"/>
                  <a:pt x="292872" y="47060"/>
                  <a:pt x="292100" y="49378"/>
                </a:cubicBezTo>
                <a:cubicBezTo>
                  <a:pt x="291328" y="51646"/>
                  <a:pt x="290897" y="54030"/>
                  <a:pt x="290806" y="56527"/>
                </a:cubicBezTo>
                <a:lnTo>
                  <a:pt x="324041" y="56527"/>
                </a:lnTo>
                <a:close/>
                <a:moveTo>
                  <a:pt x="420341" y="90034"/>
                </a:moveTo>
                <a:cubicBezTo>
                  <a:pt x="420341" y="90943"/>
                  <a:pt x="420182" y="91714"/>
                  <a:pt x="419864" y="92352"/>
                </a:cubicBezTo>
                <a:cubicBezTo>
                  <a:pt x="419592" y="92986"/>
                  <a:pt x="419206" y="93509"/>
                  <a:pt x="418707" y="93917"/>
                </a:cubicBezTo>
                <a:cubicBezTo>
                  <a:pt x="418253" y="94326"/>
                  <a:pt x="417730" y="94620"/>
                  <a:pt x="417140" y="94803"/>
                </a:cubicBezTo>
                <a:cubicBezTo>
                  <a:pt x="416550" y="94983"/>
                  <a:pt x="415960" y="95075"/>
                  <a:pt x="415369" y="95075"/>
                </a:cubicBezTo>
                <a:lnTo>
                  <a:pt x="411624" y="95075"/>
                </a:lnTo>
                <a:cubicBezTo>
                  <a:pt x="410443" y="95075"/>
                  <a:pt x="409399" y="94960"/>
                  <a:pt x="408491" y="94735"/>
                </a:cubicBezTo>
                <a:cubicBezTo>
                  <a:pt x="407628" y="94463"/>
                  <a:pt x="406788" y="94009"/>
                  <a:pt x="405971" y="93372"/>
                </a:cubicBezTo>
                <a:cubicBezTo>
                  <a:pt x="405199" y="92692"/>
                  <a:pt x="404405" y="91783"/>
                  <a:pt x="403587" y="90648"/>
                </a:cubicBezTo>
                <a:cubicBezTo>
                  <a:pt x="402815" y="89514"/>
                  <a:pt x="401953" y="88060"/>
                  <a:pt x="400999" y="86288"/>
                </a:cubicBezTo>
                <a:lnTo>
                  <a:pt x="373213" y="36165"/>
                </a:lnTo>
                <a:cubicBezTo>
                  <a:pt x="371760" y="33576"/>
                  <a:pt x="370284" y="30875"/>
                  <a:pt x="368786" y="28061"/>
                </a:cubicBezTo>
                <a:cubicBezTo>
                  <a:pt x="367333" y="25200"/>
                  <a:pt x="365971" y="22431"/>
                  <a:pt x="364700" y="19751"/>
                </a:cubicBezTo>
                <a:lnTo>
                  <a:pt x="364564" y="19751"/>
                </a:lnTo>
                <a:cubicBezTo>
                  <a:pt x="364654" y="23020"/>
                  <a:pt x="364722" y="26358"/>
                  <a:pt x="364768" y="29764"/>
                </a:cubicBezTo>
                <a:cubicBezTo>
                  <a:pt x="364813" y="33167"/>
                  <a:pt x="364836" y="36550"/>
                  <a:pt x="364836" y="39911"/>
                </a:cubicBezTo>
                <a:lnTo>
                  <a:pt x="364836" y="93100"/>
                </a:lnTo>
                <a:cubicBezTo>
                  <a:pt x="364836" y="93417"/>
                  <a:pt x="364745" y="93735"/>
                  <a:pt x="364564" y="94055"/>
                </a:cubicBezTo>
                <a:cubicBezTo>
                  <a:pt x="364382" y="94326"/>
                  <a:pt x="364064" y="94552"/>
                  <a:pt x="363610" y="94735"/>
                </a:cubicBezTo>
                <a:cubicBezTo>
                  <a:pt x="363201" y="94872"/>
                  <a:pt x="362634" y="94983"/>
                  <a:pt x="361908" y="95075"/>
                </a:cubicBezTo>
                <a:cubicBezTo>
                  <a:pt x="361226" y="95212"/>
                  <a:pt x="360341" y="95280"/>
                  <a:pt x="359251" y="95280"/>
                </a:cubicBezTo>
                <a:cubicBezTo>
                  <a:pt x="358162" y="95280"/>
                  <a:pt x="357254" y="95212"/>
                  <a:pt x="356527" y="95075"/>
                </a:cubicBezTo>
                <a:cubicBezTo>
                  <a:pt x="355846" y="94983"/>
                  <a:pt x="355301" y="94872"/>
                  <a:pt x="354893" y="94735"/>
                </a:cubicBezTo>
                <a:cubicBezTo>
                  <a:pt x="354484" y="94552"/>
                  <a:pt x="354189" y="94326"/>
                  <a:pt x="354007" y="94055"/>
                </a:cubicBezTo>
                <a:cubicBezTo>
                  <a:pt x="353826" y="93735"/>
                  <a:pt x="353735" y="93417"/>
                  <a:pt x="353735" y="93100"/>
                </a:cubicBezTo>
                <a:lnTo>
                  <a:pt x="353735" y="11784"/>
                </a:lnTo>
                <a:cubicBezTo>
                  <a:pt x="353735" y="9967"/>
                  <a:pt x="354234" y="8673"/>
                  <a:pt x="355233" y="7901"/>
                </a:cubicBezTo>
                <a:cubicBezTo>
                  <a:pt x="356232" y="7129"/>
                  <a:pt x="357322" y="6744"/>
                  <a:pt x="358502" y="6744"/>
                </a:cubicBezTo>
                <a:lnTo>
                  <a:pt x="364087" y="6744"/>
                </a:lnTo>
                <a:cubicBezTo>
                  <a:pt x="365403" y="6744"/>
                  <a:pt x="366493" y="6858"/>
                  <a:pt x="367356" y="7084"/>
                </a:cubicBezTo>
                <a:cubicBezTo>
                  <a:pt x="368264" y="7309"/>
                  <a:pt x="369058" y="7698"/>
                  <a:pt x="369739" y="8241"/>
                </a:cubicBezTo>
                <a:cubicBezTo>
                  <a:pt x="370466" y="8741"/>
                  <a:pt x="371147" y="9467"/>
                  <a:pt x="371782" y="10421"/>
                </a:cubicBezTo>
                <a:cubicBezTo>
                  <a:pt x="372464" y="11330"/>
                  <a:pt x="373190" y="12487"/>
                  <a:pt x="373962" y="13893"/>
                </a:cubicBezTo>
                <a:lnTo>
                  <a:pt x="395347" y="52578"/>
                </a:lnTo>
                <a:cubicBezTo>
                  <a:pt x="396663" y="54938"/>
                  <a:pt x="397935" y="57253"/>
                  <a:pt x="399160" y="59525"/>
                </a:cubicBezTo>
                <a:cubicBezTo>
                  <a:pt x="400386" y="61748"/>
                  <a:pt x="401567" y="63951"/>
                  <a:pt x="402702" y="66131"/>
                </a:cubicBezTo>
                <a:cubicBezTo>
                  <a:pt x="403837" y="68309"/>
                  <a:pt x="404949" y="70466"/>
                  <a:pt x="406039" y="72601"/>
                </a:cubicBezTo>
                <a:cubicBezTo>
                  <a:pt x="407174" y="74689"/>
                  <a:pt x="408286" y="76801"/>
                  <a:pt x="409376" y="78933"/>
                </a:cubicBezTo>
                <a:lnTo>
                  <a:pt x="409444" y="78933"/>
                </a:lnTo>
                <a:cubicBezTo>
                  <a:pt x="409353" y="75347"/>
                  <a:pt x="409285" y="71623"/>
                  <a:pt x="409240" y="67766"/>
                </a:cubicBezTo>
                <a:cubicBezTo>
                  <a:pt x="409240" y="63859"/>
                  <a:pt x="409240" y="60113"/>
                  <a:pt x="409240" y="56527"/>
                </a:cubicBezTo>
                <a:lnTo>
                  <a:pt x="409240" y="8718"/>
                </a:lnTo>
                <a:cubicBezTo>
                  <a:pt x="409240" y="8401"/>
                  <a:pt x="409331" y="8107"/>
                  <a:pt x="409512" y="7832"/>
                </a:cubicBezTo>
                <a:cubicBezTo>
                  <a:pt x="409694" y="7561"/>
                  <a:pt x="409989" y="7332"/>
                  <a:pt x="410398" y="7152"/>
                </a:cubicBezTo>
                <a:cubicBezTo>
                  <a:pt x="410852" y="6924"/>
                  <a:pt x="411419" y="6767"/>
                  <a:pt x="412100" y="6675"/>
                </a:cubicBezTo>
                <a:cubicBezTo>
                  <a:pt x="412827" y="6584"/>
                  <a:pt x="413758" y="6538"/>
                  <a:pt x="414893" y="6538"/>
                </a:cubicBezTo>
                <a:cubicBezTo>
                  <a:pt x="415891" y="6538"/>
                  <a:pt x="416754" y="6584"/>
                  <a:pt x="417481" y="6675"/>
                </a:cubicBezTo>
                <a:cubicBezTo>
                  <a:pt x="418207" y="6767"/>
                  <a:pt x="418775" y="6924"/>
                  <a:pt x="419183" y="7152"/>
                </a:cubicBezTo>
                <a:cubicBezTo>
                  <a:pt x="419592" y="7332"/>
                  <a:pt x="419887" y="7561"/>
                  <a:pt x="420069" y="7832"/>
                </a:cubicBezTo>
                <a:cubicBezTo>
                  <a:pt x="420250" y="8107"/>
                  <a:pt x="420341" y="8401"/>
                  <a:pt x="420341" y="8718"/>
                </a:cubicBezTo>
                <a:lnTo>
                  <a:pt x="420341" y="90034"/>
                </a:lnTo>
                <a:close/>
                <a:moveTo>
                  <a:pt x="494779" y="59865"/>
                </a:moveTo>
                <a:cubicBezTo>
                  <a:pt x="494779" y="61636"/>
                  <a:pt x="494325" y="62908"/>
                  <a:pt x="493417" y="63679"/>
                </a:cubicBezTo>
                <a:cubicBezTo>
                  <a:pt x="492554" y="64405"/>
                  <a:pt x="491556" y="64768"/>
                  <a:pt x="490420" y="64768"/>
                </a:cubicBezTo>
                <a:lnTo>
                  <a:pt x="450239" y="64768"/>
                </a:lnTo>
                <a:cubicBezTo>
                  <a:pt x="450239" y="68174"/>
                  <a:pt x="450579" y="71237"/>
                  <a:pt x="451260" y="73964"/>
                </a:cubicBezTo>
                <a:cubicBezTo>
                  <a:pt x="451942" y="76687"/>
                  <a:pt x="453077" y="79024"/>
                  <a:pt x="454666" y="80976"/>
                </a:cubicBezTo>
                <a:cubicBezTo>
                  <a:pt x="456255" y="82930"/>
                  <a:pt x="458321" y="84428"/>
                  <a:pt x="460863" y="85471"/>
                </a:cubicBezTo>
                <a:cubicBezTo>
                  <a:pt x="463406" y="86517"/>
                  <a:pt x="466516" y="87039"/>
                  <a:pt x="470194" y="87039"/>
                </a:cubicBezTo>
                <a:cubicBezTo>
                  <a:pt x="473099" y="87039"/>
                  <a:pt x="475687" y="86811"/>
                  <a:pt x="477957" y="86357"/>
                </a:cubicBezTo>
                <a:cubicBezTo>
                  <a:pt x="480228" y="85859"/>
                  <a:pt x="482180" y="85314"/>
                  <a:pt x="483814" y="84722"/>
                </a:cubicBezTo>
                <a:cubicBezTo>
                  <a:pt x="485494" y="84133"/>
                  <a:pt x="486857" y="83610"/>
                  <a:pt x="487901" y="83156"/>
                </a:cubicBezTo>
                <a:cubicBezTo>
                  <a:pt x="488990" y="82656"/>
                  <a:pt x="489808" y="82407"/>
                  <a:pt x="490352" y="82407"/>
                </a:cubicBezTo>
                <a:cubicBezTo>
                  <a:pt x="490670" y="82407"/>
                  <a:pt x="490943" y="82499"/>
                  <a:pt x="491170" y="82679"/>
                </a:cubicBezTo>
                <a:cubicBezTo>
                  <a:pt x="491442" y="82816"/>
                  <a:pt x="491647" y="83042"/>
                  <a:pt x="491783" y="83362"/>
                </a:cubicBezTo>
                <a:cubicBezTo>
                  <a:pt x="491919" y="83679"/>
                  <a:pt x="492010" y="84133"/>
                  <a:pt x="492055" y="84722"/>
                </a:cubicBezTo>
                <a:cubicBezTo>
                  <a:pt x="492146" y="85268"/>
                  <a:pt x="492191" y="85948"/>
                  <a:pt x="492191" y="86765"/>
                </a:cubicBezTo>
                <a:cubicBezTo>
                  <a:pt x="492191" y="87357"/>
                  <a:pt x="492169" y="87880"/>
                  <a:pt x="492123" y="88331"/>
                </a:cubicBezTo>
                <a:cubicBezTo>
                  <a:pt x="492078" y="88740"/>
                  <a:pt x="492010" y="89128"/>
                  <a:pt x="491919" y="89491"/>
                </a:cubicBezTo>
                <a:cubicBezTo>
                  <a:pt x="491873" y="89808"/>
                  <a:pt x="491760" y="90103"/>
                  <a:pt x="491578" y="90374"/>
                </a:cubicBezTo>
                <a:cubicBezTo>
                  <a:pt x="491442" y="90648"/>
                  <a:pt x="491238" y="90920"/>
                  <a:pt x="490965" y="91194"/>
                </a:cubicBezTo>
                <a:cubicBezTo>
                  <a:pt x="490738" y="91420"/>
                  <a:pt x="490012" y="91829"/>
                  <a:pt x="488786" y="92420"/>
                </a:cubicBezTo>
                <a:cubicBezTo>
                  <a:pt x="487560" y="92963"/>
                  <a:pt x="485971" y="93509"/>
                  <a:pt x="484019" y="94055"/>
                </a:cubicBezTo>
                <a:cubicBezTo>
                  <a:pt x="482067" y="94598"/>
                  <a:pt x="479796" y="95075"/>
                  <a:pt x="477208" y="95483"/>
                </a:cubicBezTo>
                <a:cubicBezTo>
                  <a:pt x="474666" y="95938"/>
                  <a:pt x="471942" y="96163"/>
                  <a:pt x="469036" y="96163"/>
                </a:cubicBezTo>
                <a:cubicBezTo>
                  <a:pt x="463996" y="96163"/>
                  <a:pt x="459569" y="95461"/>
                  <a:pt x="455755" y="94055"/>
                </a:cubicBezTo>
                <a:cubicBezTo>
                  <a:pt x="451987" y="92646"/>
                  <a:pt x="448809" y="90557"/>
                  <a:pt x="446221" y="87788"/>
                </a:cubicBezTo>
                <a:cubicBezTo>
                  <a:pt x="443633" y="85019"/>
                  <a:pt x="441680" y="81544"/>
                  <a:pt x="440364" y="77367"/>
                </a:cubicBezTo>
                <a:cubicBezTo>
                  <a:pt x="439047" y="73189"/>
                  <a:pt x="438389" y="68331"/>
                  <a:pt x="438389" y="62794"/>
                </a:cubicBezTo>
                <a:cubicBezTo>
                  <a:pt x="438389" y="57527"/>
                  <a:pt x="439070" y="52804"/>
                  <a:pt x="440432" y="48629"/>
                </a:cubicBezTo>
                <a:cubicBezTo>
                  <a:pt x="441794" y="44406"/>
                  <a:pt x="443746" y="40842"/>
                  <a:pt x="446289" y="37936"/>
                </a:cubicBezTo>
                <a:cubicBezTo>
                  <a:pt x="448877" y="34984"/>
                  <a:pt x="451987" y="32736"/>
                  <a:pt x="455619" y="31192"/>
                </a:cubicBezTo>
                <a:cubicBezTo>
                  <a:pt x="459251" y="29604"/>
                  <a:pt x="463315" y="28809"/>
                  <a:pt x="467810" y="28809"/>
                </a:cubicBezTo>
                <a:cubicBezTo>
                  <a:pt x="472622" y="28809"/>
                  <a:pt x="476709" y="29581"/>
                  <a:pt x="480069" y="31124"/>
                </a:cubicBezTo>
                <a:cubicBezTo>
                  <a:pt x="483474" y="32667"/>
                  <a:pt x="486266" y="34756"/>
                  <a:pt x="488446" y="37390"/>
                </a:cubicBezTo>
                <a:cubicBezTo>
                  <a:pt x="490625" y="39979"/>
                  <a:pt x="492214" y="43043"/>
                  <a:pt x="493213" y="46583"/>
                </a:cubicBezTo>
                <a:cubicBezTo>
                  <a:pt x="494257" y="50081"/>
                  <a:pt x="494779" y="53827"/>
                  <a:pt x="494779" y="57822"/>
                </a:cubicBezTo>
                <a:lnTo>
                  <a:pt x="494779" y="59865"/>
                </a:lnTo>
                <a:close/>
                <a:moveTo>
                  <a:pt x="483474" y="56527"/>
                </a:moveTo>
                <a:cubicBezTo>
                  <a:pt x="483610" y="50626"/>
                  <a:pt x="482293" y="45994"/>
                  <a:pt x="479524" y="42634"/>
                </a:cubicBezTo>
                <a:cubicBezTo>
                  <a:pt x="476800" y="39273"/>
                  <a:pt x="472736" y="37593"/>
                  <a:pt x="467333" y="37593"/>
                </a:cubicBezTo>
                <a:cubicBezTo>
                  <a:pt x="464563" y="37593"/>
                  <a:pt x="462135" y="38116"/>
                  <a:pt x="460046" y="39162"/>
                </a:cubicBezTo>
                <a:cubicBezTo>
                  <a:pt x="457958" y="40205"/>
                  <a:pt x="456210" y="41591"/>
                  <a:pt x="454802" y="43314"/>
                </a:cubicBezTo>
                <a:cubicBezTo>
                  <a:pt x="453394" y="45040"/>
                  <a:pt x="452305" y="47060"/>
                  <a:pt x="451533" y="49378"/>
                </a:cubicBezTo>
                <a:cubicBezTo>
                  <a:pt x="450761" y="51646"/>
                  <a:pt x="450330" y="54030"/>
                  <a:pt x="450239" y="56527"/>
                </a:cubicBezTo>
                <a:lnTo>
                  <a:pt x="483474" y="56527"/>
                </a:lnTo>
                <a:close/>
                <a:moveTo>
                  <a:pt x="542997" y="88674"/>
                </a:moveTo>
                <a:cubicBezTo>
                  <a:pt x="542997" y="89988"/>
                  <a:pt x="542906" y="91034"/>
                  <a:pt x="542725" y="91806"/>
                </a:cubicBezTo>
                <a:cubicBezTo>
                  <a:pt x="542543" y="92577"/>
                  <a:pt x="542271" y="93146"/>
                  <a:pt x="541907" y="93509"/>
                </a:cubicBezTo>
                <a:cubicBezTo>
                  <a:pt x="541544" y="93872"/>
                  <a:pt x="541000" y="94212"/>
                  <a:pt x="540273" y="94529"/>
                </a:cubicBezTo>
                <a:cubicBezTo>
                  <a:pt x="539547" y="94849"/>
                  <a:pt x="538707" y="95098"/>
                  <a:pt x="537753" y="95280"/>
                </a:cubicBezTo>
                <a:cubicBezTo>
                  <a:pt x="536845" y="95506"/>
                  <a:pt x="535869" y="95689"/>
                  <a:pt x="534825" y="95823"/>
                </a:cubicBezTo>
                <a:cubicBezTo>
                  <a:pt x="533780" y="95961"/>
                  <a:pt x="532736" y="96029"/>
                  <a:pt x="531692" y="96029"/>
                </a:cubicBezTo>
                <a:cubicBezTo>
                  <a:pt x="528514" y="96029"/>
                  <a:pt x="525789" y="95621"/>
                  <a:pt x="523519" y="94803"/>
                </a:cubicBezTo>
                <a:cubicBezTo>
                  <a:pt x="521249" y="93940"/>
                  <a:pt x="519388" y="92669"/>
                  <a:pt x="517935" y="90989"/>
                </a:cubicBezTo>
                <a:cubicBezTo>
                  <a:pt x="516482" y="89263"/>
                  <a:pt x="515415" y="87105"/>
                  <a:pt x="514734" y="84519"/>
                </a:cubicBezTo>
                <a:cubicBezTo>
                  <a:pt x="514098" y="81885"/>
                  <a:pt x="513781" y="78798"/>
                  <a:pt x="513781" y="75255"/>
                </a:cubicBezTo>
                <a:lnTo>
                  <a:pt x="513781" y="39433"/>
                </a:lnTo>
                <a:lnTo>
                  <a:pt x="505199" y="39433"/>
                </a:lnTo>
                <a:cubicBezTo>
                  <a:pt x="504518" y="39433"/>
                  <a:pt x="503973" y="39071"/>
                  <a:pt x="503565" y="38345"/>
                </a:cubicBezTo>
                <a:cubicBezTo>
                  <a:pt x="503156" y="37616"/>
                  <a:pt x="502952" y="36436"/>
                  <a:pt x="502952" y="34801"/>
                </a:cubicBezTo>
                <a:cubicBezTo>
                  <a:pt x="502952" y="33939"/>
                  <a:pt x="502997" y="33213"/>
                  <a:pt x="503088" y="32624"/>
                </a:cubicBezTo>
                <a:cubicBezTo>
                  <a:pt x="503224" y="32033"/>
                  <a:pt x="503383" y="31555"/>
                  <a:pt x="503565" y="31192"/>
                </a:cubicBezTo>
                <a:cubicBezTo>
                  <a:pt x="503746" y="30784"/>
                  <a:pt x="503973" y="30512"/>
                  <a:pt x="504246" y="30375"/>
                </a:cubicBezTo>
                <a:cubicBezTo>
                  <a:pt x="504564" y="30195"/>
                  <a:pt x="504904" y="30104"/>
                  <a:pt x="505267" y="30104"/>
                </a:cubicBezTo>
                <a:lnTo>
                  <a:pt x="513781" y="30104"/>
                </a:lnTo>
                <a:lnTo>
                  <a:pt x="513781" y="15528"/>
                </a:lnTo>
                <a:cubicBezTo>
                  <a:pt x="513781" y="15210"/>
                  <a:pt x="513849" y="14916"/>
                  <a:pt x="513985" y="14645"/>
                </a:cubicBezTo>
                <a:cubicBezTo>
                  <a:pt x="514166" y="14370"/>
                  <a:pt x="514461" y="14145"/>
                  <a:pt x="514870" y="13962"/>
                </a:cubicBezTo>
                <a:cubicBezTo>
                  <a:pt x="515324" y="13736"/>
                  <a:pt x="515914" y="13576"/>
                  <a:pt x="516641" y="13485"/>
                </a:cubicBezTo>
                <a:cubicBezTo>
                  <a:pt x="517367" y="13396"/>
                  <a:pt x="518275" y="13350"/>
                  <a:pt x="519365" y="13350"/>
                </a:cubicBezTo>
                <a:cubicBezTo>
                  <a:pt x="520500" y="13350"/>
                  <a:pt x="521431" y="13396"/>
                  <a:pt x="522157" y="13485"/>
                </a:cubicBezTo>
                <a:cubicBezTo>
                  <a:pt x="522884" y="13576"/>
                  <a:pt x="523451" y="13736"/>
                  <a:pt x="523860" y="13962"/>
                </a:cubicBezTo>
                <a:cubicBezTo>
                  <a:pt x="524268" y="14145"/>
                  <a:pt x="524564" y="14370"/>
                  <a:pt x="524745" y="14645"/>
                </a:cubicBezTo>
                <a:cubicBezTo>
                  <a:pt x="524927" y="14916"/>
                  <a:pt x="525018" y="15210"/>
                  <a:pt x="525018" y="15528"/>
                </a:cubicBezTo>
                <a:lnTo>
                  <a:pt x="525018" y="30104"/>
                </a:lnTo>
                <a:lnTo>
                  <a:pt x="540750" y="30104"/>
                </a:lnTo>
                <a:cubicBezTo>
                  <a:pt x="541113" y="30104"/>
                  <a:pt x="541431" y="30195"/>
                  <a:pt x="541703" y="30375"/>
                </a:cubicBezTo>
                <a:cubicBezTo>
                  <a:pt x="541976" y="30512"/>
                  <a:pt x="542203" y="30784"/>
                  <a:pt x="542384" y="31192"/>
                </a:cubicBezTo>
                <a:cubicBezTo>
                  <a:pt x="542611" y="31555"/>
                  <a:pt x="542770" y="32033"/>
                  <a:pt x="542861" y="32624"/>
                </a:cubicBezTo>
                <a:cubicBezTo>
                  <a:pt x="542952" y="33213"/>
                  <a:pt x="542997" y="33939"/>
                  <a:pt x="542997" y="34801"/>
                </a:cubicBezTo>
                <a:cubicBezTo>
                  <a:pt x="542997" y="36436"/>
                  <a:pt x="542793" y="37616"/>
                  <a:pt x="542384" y="38345"/>
                </a:cubicBezTo>
                <a:cubicBezTo>
                  <a:pt x="541976" y="39071"/>
                  <a:pt x="541431" y="39433"/>
                  <a:pt x="540750" y="39433"/>
                </a:cubicBezTo>
                <a:lnTo>
                  <a:pt x="525018" y="39433"/>
                </a:lnTo>
                <a:lnTo>
                  <a:pt x="525018" y="73621"/>
                </a:lnTo>
                <a:cubicBezTo>
                  <a:pt x="525018" y="77844"/>
                  <a:pt x="525631" y="81044"/>
                  <a:pt x="526856" y="83225"/>
                </a:cubicBezTo>
                <a:cubicBezTo>
                  <a:pt x="528128" y="85359"/>
                  <a:pt x="530375" y="86425"/>
                  <a:pt x="533599" y="86425"/>
                </a:cubicBezTo>
                <a:cubicBezTo>
                  <a:pt x="534643" y="86425"/>
                  <a:pt x="535574" y="86334"/>
                  <a:pt x="536391" y="86154"/>
                </a:cubicBezTo>
                <a:cubicBezTo>
                  <a:pt x="537208" y="85925"/>
                  <a:pt x="537935" y="85699"/>
                  <a:pt x="538570" y="85471"/>
                </a:cubicBezTo>
                <a:cubicBezTo>
                  <a:pt x="539206" y="85245"/>
                  <a:pt x="539751" y="85042"/>
                  <a:pt x="540205" y="84859"/>
                </a:cubicBezTo>
                <a:cubicBezTo>
                  <a:pt x="540659" y="84633"/>
                  <a:pt x="541068" y="84519"/>
                  <a:pt x="541431" y="84519"/>
                </a:cubicBezTo>
                <a:cubicBezTo>
                  <a:pt x="541658" y="84519"/>
                  <a:pt x="541862" y="84588"/>
                  <a:pt x="542044" y="84722"/>
                </a:cubicBezTo>
                <a:cubicBezTo>
                  <a:pt x="542271" y="84813"/>
                  <a:pt x="542430" y="85019"/>
                  <a:pt x="542520" y="85336"/>
                </a:cubicBezTo>
                <a:cubicBezTo>
                  <a:pt x="542657" y="85654"/>
                  <a:pt x="542770" y="86085"/>
                  <a:pt x="542861" y="86631"/>
                </a:cubicBezTo>
                <a:cubicBezTo>
                  <a:pt x="542952" y="87174"/>
                  <a:pt x="542997" y="87857"/>
                  <a:pt x="542997" y="88674"/>
                </a:cubicBezTo>
                <a:close/>
                <a:moveTo>
                  <a:pt x="686494" y="93100"/>
                </a:moveTo>
                <a:cubicBezTo>
                  <a:pt x="686494" y="93463"/>
                  <a:pt x="686403" y="93780"/>
                  <a:pt x="686221" y="94055"/>
                </a:cubicBezTo>
                <a:cubicBezTo>
                  <a:pt x="686039" y="94326"/>
                  <a:pt x="685721" y="94552"/>
                  <a:pt x="685268" y="94735"/>
                </a:cubicBezTo>
                <a:cubicBezTo>
                  <a:pt x="684814" y="94872"/>
                  <a:pt x="684223" y="94983"/>
                  <a:pt x="683497" y="95075"/>
                </a:cubicBezTo>
                <a:cubicBezTo>
                  <a:pt x="682816" y="95212"/>
                  <a:pt x="681908" y="95280"/>
                  <a:pt x="680773" y="95280"/>
                </a:cubicBezTo>
                <a:cubicBezTo>
                  <a:pt x="679728" y="95280"/>
                  <a:pt x="678820" y="95212"/>
                  <a:pt x="678048" y="95075"/>
                </a:cubicBezTo>
                <a:cubicBezTo>
                  <a:pt x="677322" y="94983"/>
                  <a:pt x="676732" y="94872"/>
                  <a:pt x="676278" y="94735"/>
                </a:cubicBezTo>
                <a:cubicBezTo>
                  <a:pt x="675869" y="94552"/>
                  <a:pt x="675574" y="94326"/>
                  <a:pt x="675392" y="94055"/>
                </a:cubicBezTo>
                <a:cubicBezTo>
                  <a:pt x="675211" y="93780"/>
                  <a:pt x="675120" y="93463"/>
                  <a:pt x="675120" y="93100"/>
                </a:cubicBezTo>
                <a:lnTo>
                  <a:pt x="675120" y="16345"/>
                </a:lnTo>
                <a:lnTo>
                  <a:pt x="674984" y="16345"/>
                </a:lnTo>
                <a:lnTo>
                  <a:pt x="643588" y="93440"/>
                </a:lnTo>
                <a:cubicBezTo>
                  <a:pt x="643451" y="93757"/>
                  <a:pt x="643247" y="94032"/>
                  <a:pt x="642975" y="94257"/>
                </a:cubicBezTo>
                <a:cubicBezTo>
                  <a:pt x="642748" y="94483"/>
                  <a:pt x="642385" y="94689"/>
                  <a:pt x="641885" y="94872"/>
                </a:cubicBezTo>
                <a:cubicBezTo>
                  <a:pt x="641431" y="95006"/>
                  <a:pt x="640864" y="95098"/>
                  <a:pt x="640182" y="95143"/>
                </a:cubicBezTo>
                <a:cubicBezTo>
                  <a:pt x="639547" y="95235"/>
                  <a:pt x="638775" y="95280"/>
                  <a:pt x="637867" y="95280"/>
                </a:cubicBezTo>
                <a:cubicBezTo>
                  <a:pt x="636913" y="95280"/>
                  <a:pt x="636096" y="95235"/>
                  <a:pt x="635415" y="95143"/>
                </a:cubicBezTo>
                <a:cubicBezTo>
                  <a:pt x="634734" y="95052"/>
                  <a:pt x="634166" y="94938"/>
                  <a:pt x="633712" y="94803"/>
                </a:cubicBezTo>
                <a:cubicBezTo>
                  <a:pt x="633258" y="94620"/>
                  <a:pt x="632895" y="94418"/>
                  <a:pt x="632623" y="94189"/>
                </a:cubicBezTo>
                <a:cubicBezTo>
                  <a:pt x="632396" y="93963"/>
                  <a:pt x="632237" y="93712"/>
                  <a:pt x="632146" y="93440"/>
                </a:cubicBezTo>
                <a:lnTo>
                  <a:pt x="602112" y="16345"/>
                </a:lnTo>
                <a:lnTo>
                  <a:pt x="602044" y="16345"/>
                </a:lnTo>
                <a:lnTo>
                  <a:pt x="602044" y="93100"/>
                </a:lnTo>
                <a:cubicBezTo>
                  <a:pt x="602044" y="93463"/>
                  <a:pt x="601953" y="93780"/>
                  <a:pt x="601771" y="94055"/>
                </a:cubicBezTo>
                <a:cubicBezTo>
                  <a:pt x="601590" y="94326"/>
                  <a:pt x="601272" y="94552"/>
                  <a:pt x="600818" y="94735"/>
                </a:cubicBezTo>
                <a:cubicBezTo>
                  <a:pt x="600364" y="94872"/>
                  <a:pt x="599774" y="94983"/>
                  <a:pt x="599047" y="95075"/>
                </a:cubicBezTo>
                <a:cubicBezTo>
                  <a:pt x="598321" y="95212"/>
                  <a:pt x="597390" y="95280"/>
                  <a:pt x="596255" y="95280"/>
                </a:cubicBezTo>
                <a:cubicBezTo>
                  <a:pt x="595165" y="95280"/>
                  <a:pt x="594257" y="95212"/>
                  <a:pt x="593531" y="95075"/>
                </a:cubicBezTo>
                <a:cubicBezTo>
                  <a:pt x="592804" y="94983"/>
                  <a:pt x="592214" y="94872"/>
                  <a:pt x="591760" y="94735"/>
                </a:cubicBezTo>
                <a:cubicBezTo>
                  <a:pt x="591351" y="94552"/>
                  <a:pt x="591056" y="94326"/>
                  <a:pt x="590875" y="94055"/>
                </a:cubicBezTo>
                <a:cubicBezTo>
                  <a:pt x="590738" y="93780"/>
                  <a:pt x="590670" y="93463"/>
                  <a:pt x="590670" y="93100"/>
                </a:cubicBezTo>
                <a:lnTo>
                  <a:pt x="590670" y="12056"/>
                </a:lnTo>
                <a:cubicBezTo>
                  <a:pt x="590670" y="10150"/>
                  <a:pt x="591170" y="8787"/>
                  <a:pt x="592169" y="7970"/>
                </a:cubicBezTo>
                <a:cubicBezTo>
                  <a:pt x="593168" y="7152"/>
                  <a:pt x="594280" y="6744"/>
                  <a:pt x="595506" y="6744"/>
                </a:cubicBezTo>
                <a:lnTo>
                  <a:pt x="602589" y="6744"/>
                </a:lnTo>
                <a:cubicBezTo>
                  <a:pt x="604041" y="6744"/>
                  <a:pt x="605313" y="6881"/>
                  <a:pt x="606403" y="7152"/>
                </a:cubicBezTo>
                <a:cubicBezTo>
                  <a:pt x="607492" y="7424"/>
                  <a:pt x="608446" y="7855"/>
                  <a:pt x="609263" y="8447"/>
                </a:cubicBezTo>
                <a:cubicBezTo>
                  <a:pt x="610080" y="9035"/>
                  <a:pt x="610761" y="9784"/>
                  <a:pt x="611306" y="10693"/>
                </a:cubicBezTo>
                <a:cubicBezTo>
                  <a:pt x="611851" y="11601"/>
                  <a:pt x="612328" y="12667"/>
                  <a:pt x="612736" y="13893"/>
                </a:cubicBezTo>
                <a:lnTo>
                  <a:pt x="638275" y="77707"/>
                </a:lnTo>
                <a:lnTo>
                  <a:pt x="638616" y="77707"/>
                </a:lnTo>
                <a:lnTo>
                  <a:pt x="665177" y="14099"/>
                </a:lnTo>
                <a:cubicBezTo>
                  <a:pt x="665676" y="12736"/>
                  <a:pt x="666221" y="11579"/>
                  <a:pt x="666811" y="10624"/>
                </a:cubicBezTo>
                <a:cubicBezTo>
                  <a:pt x="667401" y="9673"/>
                  <a:pt x="668037" y="8924"/>
                  <a:pt x="668718" y="8378"/>
                </a:cubicBezTo>
                <a:cubicBezTo>
                  <a:pt x="669445" y="7787"/>
                  <a:pt x="670239" y="7378"/>
                  <a:pt x="671102" y="7152"/>
                </a:cubicBezTo>
                <a:cubicBezTo>
                  <a:pt x="671965" y="6881"/>
                  <a:pt x="672963" y="6744"/>
                  <a:pt x="674098" y="6744"/>
                </a:cubicBezTo>
                <a:lnTo>
                  <a:pt x="681522" y="6744"/>
                </a:lnTo>
                <a:cubicBezTo>
                  <a:pt x="682203" y="6744"/>
                  <a:pt x="682838" y="6858"/>
                  <a:pt x="683429" y="7084"/>
                </a:cubicBezTo>
                <a:cubicBezTo>
                  <a:pt x="684064" y="7267"/>
                  <a:pt x="684586" y="7584"/>
                  <a:pt x="684995" y="8038"/>
                </a:cubicBezTo>
                <a:cubicBezTo>
                  <a:pt x="685449" y="8447"/>
                  <a:pt x="685812" y="8990"/>
                  <a:pt x="686085" y="9673"/>
                </a:cubicBezTo>
                <a:cubicBezTo>
                  <a:pt x="686357" y="10307"/>
                  <a:pt x="686494" y="11101"/>
                  <a:pt x="686494" y="12056"/>
                </a:cubicBezTo>
                <a:lnTo>
                  <a:pt x="686494" y="93100"/>
                </a:lnTo>
                <a:close/>
                <a:moveTo>
                  <a:pt x="760931" y="59865"/>
                </a:moveTo>
                <a:cubicBezTo>
                  <a:pt x="760931" y="61636"/>
                  <a:pt x="760476" y="62908"/>
                  <a:pt x="759571" y="63679"/>
                </a:cubicBezTo>
                <a:cubicBezTo>
                  <a:pt x="758708" y="64405"/>
                  <a:pt x="757708" y="64768"/>
                  <a:pt x="756573" y="64768"/>
                </a:cubicBezTo>
                <a:lnTo>
                  <a:pt x="716391" y="64768"/>
                </a:lnTo>
                <a:cubicBezTo>
                  <a:pt x="716391" y="68174"/>
                  <a:pt x="716731" y="71237"/>
                  <a:pt x="717414" y="73964"/>
                </a:cubicBezTo>
                <a:cubicBezTo>
                  <a:pt x="718094" y="76687"/>
                  <a:pt x="719228" y="79024"/>
                  <a:pt x="720817" y="80976"/>
                </a:cubicBezTo>
                <a:cubicBezTo>
                  <a:pt x="722406" y="82930"/>
                  <a:pt x="724472" y="84428"/>
                  <a:pt x="727015" y="85471"/>
                </a:cubicBezTo>
                <a:cubicBezTo>
                  <a:pt x="729558" y="86517"/>
                  <a:pt x="732667" y="87039"/>
                  <a:pt x="736345" y="87039"/>
                </a:cubicBezTo>
                <a:cubicBezTo>
                  <a:pt x="739251" y="87039"/>
                  <a:pt x="741840" y="86811"/>
                  <a:pt x="744109" y="86357"/>
                </a:cubicBezTo>
                <a:cubicBezTo>
                  <a:pt x="746380" y="85859"/>
                  <a:pt x="748332" y="85314"/>
                  <a:pt x="749967" y="84722"/>
                </a:cubicBezTo>
                <a:cubicBezTo>
                  <a:pt x="751647" y="84133"/>
                  <a:pt x="753010" y="83610"/>
                  <a:pt x="754053" y="83156"/>
                </a:cubicBezTo>
                <a:cubicBezTo>
                  <a:pt x="755142" y="82656"/>
                  <a:pt x="755959" y="82407"/>
                  <a:pt x="756505" y="82407"/>
                </a:cubicBezTo>
                <a:cubicBezTo>
                  <a:pt x="756822" y="82407"/>
                  <a:pt x="757096" y="82499"/>
                  <a:pt x="757322" y="82679"/>
                </a:cubicBezTo>
                <a:cubicBezTo>
                  <a:pt x="757593" y="82816"/>
                  <a:pt x="757799" y="83042"/>
                  <a:pt x="757936" y="83362"/>
                </a:cubicBezTo>
                <a:cubicBezTo>
                  <a:pt x="758070" y="83679"/>
                  <a:pt x="758162" y="84133"/>
                  <a:pt x="758208" y="84722"/>
                </a:cubicBezTo>
                <a:cubicBezTo>
                  <a:pt x="758299" y="85268"/>
                  <a:pt x="758345" y="85948"/>
                  <a:pt x="758345" y="86765"/>
                </a:cubicBezTo>
                <a:cubicBezTo>
                  <a:pt x="758345" y="87357"/>
                  <a:pt x="758322" y="87880"/>
                  <a:pt x="758276" y="88331"/>
                </a:cubicBezTo>
                <a:cubicBezTo>
                  <a:pt x="758230" y="88740"/>
                  <a:pt x="758162" y="89128"/>
                  <a:pt x="758070" y="89491"/>
                </a:cubicBezTo>
                <a:cubicBezTo>
                  <a:pt x="758025" y="89808"/>
                  <a:pt x="757913" y="90103"/>
                  <a:pt x="757730" y="90374"/>
                </a:cubicBezTo>
                <a:cubicBezTo>
                  <a:pt x="757593" y="90648"/>
                  <a:pt x="757390" y="90920"/>
                  <a:pt x="757119" y="91194"/>
                </a:cubicBezTo>
                <a:cubicBezTo>
                  <a:pt x="756890" y="91420"/>
                  <a:pt x="756165" y="91829"/>
                  <a:pt x="754939" y="92420"/>
                </a:cubicBezTo>
                <a:cubicBezTo>
                  <a:pt x="753713" y="92963"/>
                  <a:pt x="752124" y="93509"/>
                  <a:pt x="750172" y="94055"/>
                </a:cubicBezTo>
                <a:cubicBezTo>
                  <a:pt x="748218" y="94598"/>
                  <a:pt x="745949" y="95075"/>
                  <a:pt x="743360" y="95483"/>
                </a:cubicBezTo>
                <a:cubicBezTo>
                  <a:pt x="740817" y="95938"/>
                  <a:pt x="738094" y="96163"/>
                  <a:pt x="735188" y="96163"/>
                </a:cubicBezTo>
                <a:cubicBezTo>
                  <a:pt x="730150" y="96163"/>
                  <a:pt x="725721" y="95461"/>
                  <a:pt x="721909" y="94055"/>
                </a:cubicBezTo>
                <a:cubicBezTo>
                  <a:pt x="718140" y="92646"/>
                  <a:pt x="714962" y="90557"/>
                  <a:pt x="712373" y="87788"/>
                </a:cubicBezTo>
                <a:cubicBezTo>
                  <a:pt x="709784" y="85019"/>
                  <a:pt x="707833" y="81544"/>
                  <a:pt x="706515" y="77367"/>
                </a:cubicBezTo>
                <a:cubicBezTo>
                  <a:pt x="705198" y="73189"/>
                  <a:pt x="704541" y="68331"/>
                  <a:pt x="704541" y="62794"/>
                </a:cubicBezTo>
                <a:cubicBezTo>
                  <a:pt x="704541" y="57527"/>
                  <a:pt x="705221" y="52804"/>
                  <a:pt x="706584" y="48629"/>
                </a:cubicBezTo>
                <a:cubicBezTo>
                  <a:pt x="707947" y="44406"/>
                  <a:pt x="709899" y="40842"/>
                  <a:pt x="712442" y="37936"/>
                </a:cubicBezTo>
                <a:cubicBezTo>
                  <a:pt x="715028" y="34984"/>
                  <a:pt x="718140" y="32736"/>
                  <a:pt x="721772" y="31192"/>
                </a:cubicBezTo>
                <a:cubicBezTo>
                  <a:pt x="725404" y="29604"/>
                  <a:pt x="729467" y="28809"/>
                  <a:pt x="733962" y="28809"/>
                </a:cubicBezTo>
                <a:cubicBezTo>
                  <a:pt x="738774" y="28809"/>
                  <a:pt x="742860" y="29581"/>
                  <a:pt x="746220" y="31124"/>
                </a:cubicBezTo>
                <a:cubicBezTo>
                  <a:pt x="749627" y="32667"/>
                  <a:pt x="752418" y="34756"/>
                  <a:pt x="754599" y="37390"/>
                </a:cubicBezTo>
                <a:cubicBezTo>
                  <a:pt x="756776" y="39979"/>
                  <a:pt x="758368" y="43043"/>
                  <a:pt x="759365" y="46583"/>
                </a:cubicBezTo>
                <a:cubicBezTo>
                  <a:pt x="760411" y="50081"/>
                  <a:pt x="760931" y="53827"/>
                  <a:pt x="760931" y="57822"/>
                </a:cubicBezTo>
                <a:lnTo>
                  <a:pt x="760931" y="59865"/>
                </a:lnTo>
                <a:close/>
                <a:moveTo>
                  <a:pt x="749627" y="56527"/>
                </a:moveTo>
                <a:cubicBezTo>
                  <a:pt x="749764" y="50626"/>
                  <a:pt x="748446" y="45994"/>
                  <a:pt x="745677" y="42634"/>
                </a:cubicBezTo>
                <a:cubicBezTo>
                  <a:pt x="742951" y="39273"/>
                  <a:pt x="738888" y="37593"/>
                  <a:pt x="733485" y="37593"/>
                </a:cubicBezTo>
                <a:cubicBezTo>
                  <a:pt x="730716" y="37593"/>
                  <a:pt x="728287" y="38116"/>
                  <a:pt x="726198" y="39162"/>
                </a:cubicBezTo>
                <a:cubicBezTo>
                  <a:pt x="724109" y="40205"/>
                  <a:pt x="722363" y="41591"/>
                  <a:pt x="720954" y="43314"/>
                </a:cubicBezTo>
                <a:cubicBezTo>
                  <a:pt x="719546" y="45040"/>
                  <a:pt x="718457" y="47060"/>
                  <a:pt x="717685" y="49378"/>
                </a:cubicBezTo>
                <a:cubicBezTo>
                  <a:pt x="716914" y="51646"/>
                  <a:pt x="716482" y="54030"/>
                  <a:pt x="716391" y="56527"/>
                </a:cubicBezTo>
                <a:lnTo>
                  <a:pt x="749627" y="56527"/>
                </a:lnTo>
                <a:close/>
                <a:moveTo>
                  <a:pt x="816503" y="76481"/>
                </a:moveTo>
                <a:cubicBezTo>
                  <a:pt x="816503" y="79616"/>
                  <a:pt x="815915" y="82407"/>
                  <a:pt x="814735" y="84859"/>
                </a:cubicBezTo>
                <a:cubicBezTo>
                  <a:pt x="813600" y="87311"/>
                  <a:pt x="811966" y="89377"/>
                  <a:pt x="809831" y="91057"/>
                </a:cubicBezTo>
                <a:cubicBezTo>
                  <a:pt x="807697" y="92737"/>
                  <a:pt x="805153" y="94009"/>
                  <a:pt x="802202" y="94872"/>
                </a:cubicBezTo>
                <a:cubicBezTo>
                  <a:pt x="799253" y="95732"/>
                  <a:pt x="796007" y="96163"/>
                  <a:pt x="792463" y="96163"/>
                </a:cubicBezTo>
                <a:cubicBezTo>
                  <a:pt x="790286" y="96163"/>
                  <a:pt x="788197" y="95983"/>
                  <a:pt x="786200" y="95621"/>
                </a:cubicBezTo>
                <a:cubicBezTo>
                  <a:pt x="784245" y="95300"/>
                  <a:pt x="782476" y="94892"/>
                  <a:pt x="780888" y="94395"/>
                </a:cubicBezTo>
                <a:cubicBezTo>
                  <a:pt x="779342" y="93849"/>
                  <a:pt x="778027" y="93303"/>
                  <a:pt x="776936" y="92760"/>
                </a:cubicBezTo>
                <a:cubicBezTo>
                  <a:pt x="775847" y="92169"/>
                  <a:pt x="775053" y="91646"/>
                  <a:pt x="774553" y="91194"/>
                </a:cubicBezTo>
                <a:cubicBezTo>
                  <a:pt x="774052" y="90740"/>
                  <a:pt x="773690" y="90103"/>
                  <a:pt x="773464" y="89285"/>
                </a:cubicBezTo>
                <a:cubicBezTo>
                  <a:pt x="773235" y="88468"/>
                  <a:pt x="773124" y="87357"/>
                  <a:pt x="773124" y="85948"/>
                </a:cubicBezTo>
                <a:cubicBezTo>
                  <a:pt x="773124" y="85085"/>
                  <a:pt x="773167" y="84359"/>
                  <a:pt x="773258" y="83770"/>
                </a:cubicBezTo>
                <a:cubicBezTo>
                  <a:pt x="773350" y="83179"/>
                  <a:pt x="773464" y="82702"/>
                  <a:pt x="773598" y="82339"/>
                </a:cubicBezTo>
                <a:cubicBezTo>
                  <a:pt x="773735" y="81976"/>
                  <a:pt x="773918" y="81727"/>
                  <a:pt x="774144" y="81590"/>
                </a:cubicBezTo>
                <a:cubicBezTo>
                  <a:pt x="774415" y="81407"/>
                  <a:pt x="774713" y="81319"/>
                  <a:pt x="775030" y="81319"/>
                </a:cubicBezTo>
                <a:cubicBezTo>
                  <a:pt x="775530" y="81319"/>
                  <a:pt x="776256" y="81636"/>
                  <a:pt x="777210" y="82270"/>
                </a:cubicBezTo>
                <a:cubicBezTo>
                  <a:pt x="778207" y="82862"/>
                  <a:pt x="779410" y="83519"/>
                  <a:pt x="780819" y="84245"/>
                </a:cubicBezTo>
                <a:cubicBezTo>
                  <a:pt x="782271" y="84973"/>
                  <a:pt x="783974" y="85654"/>
                  <a:pt x="785925" y="86288"/>
                </a:cubicBezTo>
                <a:cubicBezTo>
                  <a:pt x="787877" y="86879"/>
                  <a:pt x="790126" y="87174"/>
                  <a:pt x="792669" y="87174"/>
                </a:cubicBezTo>
                <a:cubicBezTo>
                  <a:pt x="794575" y="87174"/>
                  <a:pt x="796301" y="86971"/>
                  <a:pt x="797844" y="86562"/>
                </a:cubicBezTo>
                <a:cubicBezTo>
                  <a:pt x="799387" y="86154"/>
                  <a:pt x="800727" y="85562"/>
                  <a:pt x="801862" y="84791"/>
                </a:cubicBezTo>
                <a:cubicBezTo>
                  <a:pt x="802999" y="83973"/>
                  <a:pt x="803859" y="82953"/>
                  <a:pt x="804451" y="81727"/>
                </a:cubicBezTo>
                <a:cubicBezTo>
                  <a:pt x="805085" y="80501"/>
                  <a:pt x="805405" y="79047"/>
                  <a:pt x="805405" y="77367"/>
                </a:cubicBezTo>
                <a:cubicBezTo>
                  <a:pt x="805405" y="75641"/>
                  <a:pt x="804951" y="74189"/>
                  <a:pt x="804042" y="73009"/>
                </a:cubicBezTo>
                <a:cubicBezTo>
                  <a:pt x="803179" y="71829"/>
                  <a:pt x="802022" y="70783"/>
                  <a:pt x="800567" y="69877"/>
                </a:cubicBezTo>
                <a:cubicBezTo>
                  <a:pt x="799116" y="68969"/>
                  <a:pt x="797481" y="68174"/>
                  <a:pt x="795664" y="67491"/>
                </a:cubicBezTo>
                <a:cubicBezTo>
                  <a:pt x="793849" y="66765"/>
                  <a:pt x="791963" y="66017"/>
                  <a:pt x="790012" y="65245"/>
                </a:cubicBezTo>
                <a:cubicBezTo>
                  <a:pt x="788106" y="64474"/>
                  <a:pt x="786220" y="63611"/>
                  <a:pt x="784359" y="62656"/>
                </a:cubicBezTo>
                <a:cubicBezTo>
                  <a:pt x="782542" y="61659"/>
                  <a:pt x="780908" y="60456"/>
                  <a:pt x="779456" y="59047"/>
                </a:cubicBezTo>
                <a:cubicBezTo>
                  <a:pt x="778004" y="57639"/>
                  <a:pt x="776821" y="55961"/>
                  <a:pt x="775916" y="54007"/>
                </a:cubicBezTo>
                <a:cubicBezTo>
                  <a:pt x="775053" y="52055"/>
                  <a:pt x="774621" y="49718"/>
                  <a:pt x="774621" y="46992"/>
                </a:cubicBezTo>
                <a:cubicBezTo>
                  <a:pt x="774621" y="44586"/>
                  <a:pt x="775075" y="42294"/>
                  <a:pt x="775984" y="40114"/>
                </a:cubicBezTo>
                <a:cubicBezTo>
                  <a:pt x="776936" y="37890"/>
                  <a:pt x="778344" y="35959"/>
                  <a:pt x="780205" y="34324"/>
                </a:cubicBezTo>
                <a:cubicBezTo>
                  <a:pt x="782068" y="32647"/>
                  <a:pt x="784382" y="31307"/>
                  <a:pt x="787151" y="30307"/>
                </a:cubicBezTo>
                <a:cubicBezTo>
                  <a:pt x="789966" y="29309"/>
                  <a:pt x="793235" y="28809"/>
                  <a:pt x="796958" y="28809"/>
                </a:cubicBezTo>
                <a:cubicBezTo>
                  <a:pt x="798593" y="28809"/>
                  <a:pt x="800227" y="28946"/>
                  <a:pt x="801862" y="29218"/>
                </a:cubicBezTo>
                <a:cubicBezTo>
                  <a:pt x="803496" y="29489"/>
                  <a:pt x="804973" y="29829"/>
                  <a:pt x="806288" y="30238"/>
                </a:cubicBezTo>
                <a:cubicBezTo>
                  <a:pt x="807605" y="30647"/>
                  <a:pt x="808720" y="31101"/>
                  <a:pt x="809625" y="31601"/>
                </a:cubicBezTo>
                <a:cubicBezTo>
                  <a:pt x="810580" y="32055"/>
                  <a:pt x="811283" y="32464"/>
                  <a:pt x="811737" y="32827"/>
                </a:cubicBezTo>
                <a:cubicBezTo>
                  <a:pt x="812237" y="33190"/>
                  <a:pt x="812554" y="33507"/>
                  <a:pt x="812692" y="33781"/>
                </a:cubicBezTo>
                <a:cubicBezTo>
                  <a:pt x="812872" y="34053"/>
                  <a:pt x="812986" y="34370"/>
                  <a:pt x="813032" y="34733"/>
                </a:cubicBezTo>
                <a:cubicBezTo>
                  <a:pt x="813123" y="35053"/>
                  <a:pt x="813192" y="35462"/>
                  <a:pt x="813234" y="35959"/>
                </a:cubicBezTo>
                <a:cubicBezTo>
                  <a:pt x="813326" y="36459"/>
                  <a:pt x="813372" y="37073"/>
                  <a:pt x="813372" y="37799"/>
                </a:cubicBezTo>
                <a:cubicBezTo>
                  <a:pt x="813372" y="38571"/>
                  <a:pt x="813326" y="39251"/>
                  <a:pt x="813234" y="39842"/>
                </a:cubicBezTo>
                <a:cubicBezTo>
                  <a:pt x="813192" y="40388"/>
                  <a:pt x="813077" y="40842"/>
                  <a:pt x="812894" y="41205"/>
                </a:cubicBezTo>
                <a:cubicBezTo>
                  <a:pt x="812760" y="41568"/>
                  <a:pt x="812577" y="41840"/>
                  <a:pt x="812352" y="42022"/>
                </a:cubicBezTo>
                <a:cubicBezTo>
                  <a:pt x="812123" y="42157"/>
                  <a:pt x="811874" y="42225"/>
                  <a:pt x="811600" y="42225"/>
                </a:cubicBezTo>
                <a:cubicBezTo>
                  <a:pt x="811191" y="42225"/>
                  <a:pt x="810603" y="41977"/>
                  <a:pt x="809831" y="41477"/>
                </a:cubicBezTo>
                <a:cubicBezTo>
                  <a:pt x="809060" y="40977"/>
                  <a:pt x="808060" y="40454"/>
                  <a:pt x="806834" y="39911"/>
                </a:cubicBezTo>
                <a:cubicBezTo>
                  <a:pt x="805608" y="39319"/>
                  <a:pt x="804156" y="38776"/>
                  <a:pt x="802476" y="38276"/>
                </a:cubicBezTo>
                <a:cubicBezTo>
                  <a:pt x="800842" y="37776"/>
                  <a:pt x="798956" y="37528"/>
                  <a:pt x="796824" y="37528"/>
                </a:cubicBezTo>
                <a:cubicBezTo>
                  <a:pt x="794915" y="37528"/>
                  <a:pt x="793235" y="37753"/>
                  <a:pt x="791783" y="38208"/>
                </a:cubicBezTo>
                <a:cubicBezTo>
                  <a:pt x="790329" y="38616"/>
                  <a:pt x="789126" y="39228"/>
                  <a:pt x="788174" y="40045"/>
                </a:cubicBezTo>
                <a:cubicBezTo>
                  <a:pt x="787266" y="40819"/>
                  <a:pt x="786563" y="41748"/>
                  <a:pt x="786063" y="42840"/>
                </a:cubicBezTo>
                <a:cubicBezTo>
                  <a:pt x="785608" y="43928"/>
                  <a:pt x="785382" y="45108"/>
                  <a:pt x="785382" y="46380"/>
                </a:cubicBezTo>
                <a:cubicBezTo>
                  <a:pt x="785382" y="48152"/>
                  <a:pt x="785834" y="49649"/>
                  <a:pt x="786743" y="50875"/>
                </a:cubicBezTo>
                <a:cubicBezTo>
                  <a:pt x="787651" y="52055"/>
                  <a:pt x="788831" y="53101"/>
                  <a:pt x="790286" y="54007"/>
                </a:cubicBezTo>
                <a:cubicBezTo>
                  <a:pt x="791738" y="54915"/>
                  <a:pt x="793395" y="55733"/>
                  <a:pt x="795255" y="56458"/>
                </a:cubicBezTo>
                <a:cubicBezTo>
                  <a:pt x="797118" y="57187"/>
                  <a:pt x="799001" y="57936"/>
                  <a:pt x="800910" y="58707"/>
                </a:cubicBezTo>
                <a:cubicBezTo>
                  <a:pt x="802862" y="59479"/>
                  <a:pt x="804768" y="60342"/>
                  <a:pt x="806631" y="61296"/>
                </a:cubicBezTo>
                <a:cubicBezTo>
                  <a:pt x="808537" y="62248"/>
                  <a:pt x="810217" y="63405"/>
                  <a:pt x="811669" y="64768"/>
                </a:cubicBezTo>
                <a:cubicBezTo>
                  <a:pt x="813123" y="66131"/>
                  <a:pt x="814280" y="67766"/>
                  <a:pt x="815143" y="69672"/>
                </a:cubicBezTo>
                <a:cubicBezTo>
                  <a:pt x="816052" y="71578"/>
                  <a:pt x="816503" y="73849"/>
                  <a:pt x="816503" y="76481"/>
                </a:cubicBezTo>
                <a:close/>
                <a:moveTo>
                  <a:pt x="885358" y="93169"/>
                </a:moveTo>
                <a:cubicBezTo>
                  <a:pt x="885358" y="93532"/>
                  <a:pt x="885266" y="93849"/>
                  <a:pt x="885086" y="94120"/>
                </a:cubicBezTo>
                <a:cubicBezTo>
                  <a:pt x="884903" y="94349"/>
                  <a:pt x="884609" y="94552"/>
                  <a:pt x="884201" y="94735"/>
                </a:cubicBezTo>
                <a:cubicBezTo>
                  <a:pt x="883792" y="94915"/>
                  <a:pt x="883223" y="95052"/>
                  <a:pt x="882497" y="95143"/>
                </a:cubicBezTo>
                <a:cubicBezTo>
                  <a:pt x="881772" y="95235"/>
                  <a:pt x="880863" y="95280"/>
                  <a:pt x="879774" y="95280"/>
                </a:cubicBezTo>
                <a:cubicBezTo>
                  <a:pt x="878640" y="95280"/>
                  <a:pt x="877708" y="95235"/>
                  <a:pt x="876982" y="95143"/>
                </a:cubicBezTo>
                <a:cubicBezTo>
                  <a:pt x="876257" y="95052"/>
                  <a:pt x="875688" y="94915"/>
                  <a:pt x="875279" y="94735"/>
                </a:cubicBezTo>
                <a:cubicBezTo>
                  <a:pt x="874871" y="94552"/>
                  <a:pt x="874576" y="94349"/>
                  <a:pt x="874394" y="94120"/>
                </a:cubicBezTo>
                <a:cubicBezTo>
                  <a:pt x="874211" y="93849"/>
                  <a:pt x="874122" y="93532"/>
                  <a:pt x="874122" y="93169"/>
                </a:cubicBezTo>
                <a:lnTo>
                  <a:pt x="874122" y="57276"/>
                </a:lnTo>
                <a:cubicBezTo>
                  <a:pt x="874122" y="53781"/>
                  <a:pt x="873848" y="50966"/>
                  <a:pt x="873305" y="48832"/>
                </a:cubicBezTo>
                <a:cubicBezTo>
                  <a:pt x="872759" y="46697"/>
                  <a:pt x="871965" y="44860"/>
                  <a:pt x="870922" y="43314"/>
                </a:cubicBezTo>
                <a:cubicBezTo>
                  <a:pt x="869876" y="41771"/>
                  <a:pt x="868513" y="40591"/>
                  <a:pt x="866835" y="39774"/>
                </a:cubicBezTo>
                <a:cubicBezTo>
                  <a:pt x="865201" y="38956"/>
                  <a:pt x="863292" y="38548"/>
                  <a:pt x="861115" y="38548"/>
                </a:cubicBezTo>
                <a:cubicBezTo>
                  <a:pt x="858297" y="38548"/>
                  <a:pt x="855483" y="39548"/>
                  <a:pt x="852668" y="41545"/>
                </a:cubicBezTo>
                <a:cubicBezTo>
                  <a:pt x="849853" y="43543"/>
                  <a:pt x="846902" y="46472"/>
                  <a:pt x="843815" y="50329"/>
                </a:cubicBezTo>
                <a:lnTo>
                  <a:pt x="843815" y="93169"/>
                </a:lnTo>
                <a:cubicBezTo>
                  <a:pt x="843815" y="93532"/>
                  <a:pt x="843724" y="93849"/>
                  <a:pt x="843541" y="94120"/>
                </a:cubicBezTo>
                <a:cubicBezTo>
                  <a:pt x="843361" y="94349"/>
                  <a:pt x="843067" y="94552"/>
                  <a:pt x="842658" y="94735"/>
                </a:cubicBezTo>
                <a:cubicBezTo>
                  <a:pt x="842250" y="94915"/>
                  <a:pt x="841681" y="95052"/>
                  <a:pt x="840955" y="95143"/>
                </a:cubicBezTo>
                <a:cubicBezTo>
                  <a:pt x="840229" y="95235"/>
                  <a:pt x="839298" y="95280"/>
                  <a:pt x="838163" y="95280"/>
                </a:cubicBezTo>
                <a:cubicBezTo>
                  <a:pt x="837072" y="95280"/>
                  <a:pt x="836163" y="95235"/>
                  <a:pt x="835437" y="95143"/>
                </a:cubicBezTo>
                <a:cubicBezTo>
                  <a:pt x="834711" y="95052"/>
                  <a:pt x="834120" y="94915"/>
                  <a:pt x="833668" y="94735"/>
                </a:cubicBezTo>
                <a:cubicBezTo>
                  <a:pt x="833260" y="94552"/>
                  <a:pt x="832963" y="94349"/>
                  <a:pt x="832783" y="94120"/>
                </a:cubicBezTo>
                <a:cubicBezTo>
                  <a:pt x="832645" y="93849"/>
                  <a:pt x="832577" y="93532"/>
                  <a:pt x="832577" y="93169"/>
                </a:cubicBezTo>
                <a:lnTo>
                  <a:pt x="832577" y="2180"/>
                </a:lnTo>
                <a:cubicBezTo>
                  <a:pt x="832577" y="1817"/>
                  <a:pt x="832645" y="1500"/>
                  <a:pt x="832783" y="1226"/>
                </a:cubicBezTo>
                <a:cubicBezTo>
                  <a:pt x="832963" y="954"/>
                  <a:pt x="833260" y="729"/>
                  <a:pt x="833668" y="546"/>
                </a:cubicBezTo>
                <a:cubicBezTo>
                  <a:pt x="834120" y="363"/>
                  <a:pt x="834711" y="229"/>
                  <a:pt x="835437" y="137"/>
                </a:cubicBezTo>
                <a:cubicBezTo>
                  <a:pt x="836163" y="46"/>
                  <a:pt x="837072" y="0"/>
                  <a:pt x="838163" y="0"/>
                </a:cubicBezTo>
                <a:cubicBezTo>
                  <a:pt x="839298" y="0"/>
                  <a:pt x="840229" y="46"/>
                  <a:pt x="840955" y="137"/>
                </a:cubicBezTo>
                <a:cubicBezTo>
                  <a:pt x="841681" y="229"/>
                  <a:pt x="842250" y="363"/>
                  <a:pt x="842658" y="546"/>
                </a:cubicBezTo>
                <a:cubicBezTo>
                  <a:pt x="843067" y="729"/>
                  <a:pt x="843361" y="954"/>
                  <a:pt x="843541" y="1226"/>
                </a:cubicBezTo>
                <a:cubicBezTo>
                  <a:pt x="843724" y="1500"/>
                  <a:pt x="843815" y="1817"/>
                  <a:pt x="843815" y="2180"/>
                </a:cubicBezTo>
                <a:lnTo>
                  <a:pt x="843815" y="38888"/>
                </a:lnTo>
                <a:cubicBezTo>
                  <a:pt x="847039" y="35484"/>
                  <a:pt x="850285" y="32964"/>
                  <a:pt x="853554" y="31330"/>
                </a:cubicBezTo>
                <a:cubicBezTo>
                  <a:pt x="856823" y="29649"/>
                  <a:pt x="860115" y="28809"/>
                  <a:pt x="863429" y="28809"/>
                </a:cubicBezTo>
                <a:cubicBezTo>
                  <a:pt x="867516" y="28809"/>
                  <a:pt x="870942" y="29512"/>
                  <a:pt x="873713" y="30921"/>
                </a:cubicBezTo>
                <a:cubicBezTo>
                  <a:pt x="876528" y="32281"/>
                  <a:pt x="878797" y="34121"/>
                  <a:pt x="880523" y="36436"/>
                </a:cubicBezTo>
                <a:cubicBezTo>
                  <a:pt x="882249" y="38753"/>
                  <a:pt x="883475" y="41477"/>
                  <a:pt x="884201" y="44608"/>
                </a:cubicBezTo>
                <a:cubicBezTo>
                  <a:pt x="884972" y="47697"/>
                  <a:pt x="885358" y="51444"/>
                  <a:pt x="885358" y="55847"/>
                </a:cubicBezTo>
                <a:lnTo>
                  <a:pt x="885358" y="931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FFBFA-8BFA-4AB7-90B4-78EFD195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236" y="226028"/>
            <a:ext cx="1153166" cy="1153164"/>
          </a:xfrm>
          <a:custGeom xmlns:a="http://schemas.openxmlformats.org/drawingml/2006/main">
            <a:pathLst>
              <a:path w="1153166" h="1153164">
                <a:moveTo>
                  <a:pt x="0" y="1153164"/>
                </a:moveTo>
                <a:lnTo>
                  <a:pt x="1153166" y="1153164"/>
                </a:lnTo>
                <a:lnTo>
                  <a:pt x="1153166" y="0"/>
                </a:lnTo>
                <a:lnTo>
                  <a:pt x="0" y="0"/>
                </a:lnTo>
                <a:lnTo>
                  <a:pt x="0" y="11531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2252fd68e4f52"/>
          <a:stretch xmlns:a="http://schemas.openxmlformats.org/drawingml/2006/main"/>
        </p:blipFill>
        <p:spPr>
          <a:xfrm xmlns:a="http://schemas.openxmlformats.org/drawingml/2006/main">
            <a:off x="4357237" y="226028"/>
            <a:ext cx="1153164" cy="1153164"/>
          </a:xfrm>
          <a:prstGeom xmlns:a="http://schemas.openxmlformats.org/drawingml/2006/main" prst="rect">
            <a:avLst/>
          </a:prstGeom>
        </p:spPr>
      </p:pic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72A3F-C6E3-4505-BB6B-19A239E9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057" y="223851"/>
            <a:ext cx="1157523" cy="1157523"/>
          </a:xfrm>
          <a:custGeom xmlns:a="http://schemas.openxmlformats.org/drawingml/2006/main">
            <a:pathLst>
              <a:path w="1157523" h="1157523" fill="none">
                <a:moveTo>
                  <a:pt x="0" y="0"/>
                </a:moveTo>
                <a:lnTo>
                  <a:pt x="1157523" y="0"/>
                </a:lnTo>
                <a:lnTo>
                  <a:pt x="1157523" y="1157523"/>
                </a:lnTo>
                <a:lnTo>
                  <a:pt x="0" y="115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59" cap="flat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B9BD4-6736-46D1-A09D-5379F78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371" y="226028"/>
            <a:ext cx="1153164" cy="1153164"/>
          </a:xfrm>
          <a:custGeom xmlns:a="http://schemas.openxmlformats.org/drawingml/2006/main">
            <a:pathLst>
              <a:path w="1153164" h="1153164">
                <a:moveTo>
                  <a:pt x="0" y="1153164"/>
                </a:moveTo>
                <a:lnTo>
                  <a:pt x="1153164" y="1153164"/>
                </a:lnTo>
                <a:lnTo>
                  <a:pt x="1153164" y="0"/>
                </a:lnTo>
                <a:lnTo>
                  <a:pt x="0" y="0"/>
                </a:lnTo>
                <a:lnTo>
                  <a:pt x="0" y="11531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182cdf46c418e"/>
          <a:stretch xmlns:a="http://schemas.openxmlformats.org/drawingml/2006/main"/>
        </p:blipFill>
        <p:spPr>
          <a:xfrm xmlns:a="http://schemas.openxmlformats.org/drawingml/2006/main">
            <a:off x="6695371" y="226028"/>
            <a:ext cx="1153164" cy="1153164"/>
          </a:xfrm>
          <a:prstGeom xmlns:a="http://schemas.openxmlformats.org/drawingml/2006/main" prst="rect">
            <a:avLst/>
          </a:prstGeom>
        </p:spPr>
      </p:pic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B1CF9-FC8E-4546-B7A6-6E27C5EF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190" y="223851"/>
            <a:ext cx="1157523" cy="1157523"/>
          </a:xfrm>
          <a:custGeom xmlns:a="http://schemas.openxmlformats.org/drawingml/2006/main">
            <a:pathLst>
              <a:path w="1157523" h="1157523" fill="none">
                <a:moveTo>
                  <a:pt x="0" y="0"/>
                </a:moveTo>
                <a:lnTo>
                  <a:pt x="1157523" y="0"/>
                </a:lnTo>
                <a:lnTo>
                  <a:pt x="1157523" y="1157523"/>
                </a:lnTo>
                <a:lnTo>
                  <a:pt x="0" y="115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59" cap="flat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EB107-3321-4568-B110-8FAC947D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842" y="227670"/>
            <a:ext cx="1153164" cy="1153166"/>
          </a:xfrm>
          <a:custGeom xmlns:a="http://schemas.openxmlformats.org/drawingml/2006/main">
            <a:pathLst>
              <a:path w="1153164" h="1153166">
                <a:moveTo>
                  <a:pt x="0" y="1153166"/>
                </a:moveTo>
                <a:lnTo>
                  <a:pt x="1153164" y="1153166"/>
                </a:lnTo>
                <a:lnTo>
                  <a:pt x="1153164" y="0"/>
                </a:lnTo>
                <a:lnTo>
                  <a:pt x="0" y="0"/>
                </a:lnTo>
                <a:lnTo>
                  <a:pt x="0" y="11531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6f9fac2354817"/>
          <a:stretch xmlns:a="http://schemas.openxmlformats.org/drawingml/2006/main"/>
        </p:blipFill>
        <p:spPr>
          <a:xfrm xmlns:a="http://schemas.openxmlformats.org/drawingml/2006/main">
            <a:off x="2305842" y="227670"/>
            <a:ext cx="1153164" cy="1153164"/>
          </a:xfrm>
          <a:prstGeom xmlns:a="http://schemas.openxmlformats.org/drawingml/2006/main" prst="rect">
            <a:avLst/>
          </a:prstGeom>
        </p:spPr>
      </p:pic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4DFF2-FCF8-49C2-B167-F46E844A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662" y="225495"/>
            <a:ext cx="1157523" cy="1157523"/>
          </a:xfrm>
          <a:custGeom xmlns:a="http://schemas.openxmlformats.org/drawingml/2006/main">
            <a:pathLst>
              <a:path w="1157523" h="1157523" fill="none">
                <a:moveTo>
                  <a:pt x="0" y="0"/>
                </a:moveTo>
                <a:lnTo>
                  <a:pt x="1157523" y="0"/>
                </a:lnTo>
                <a:lnTo>
                  <a:pt x="1157523" y="1157523"/>
                </a:lnTo>
                <a:lnTo>
                  <a:pt x="0" y="115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59" cap="flat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14BCF-F4C8-4572-8E4E-87D4D970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40" y="777633"/>
            <a:ext cx="952575" cy="10"/>
          </a:xfrm>
          <a:custGeom xmlns:a="http://schemas.openxmlformats.org/drawingml/2006/main">
            <a:pathLst>
              <a:path w="952575" h="1" fill="none">
                <a:moveTo>
                  <a:pt x="0" y="0"/>
                </a:moveTo>
                <a:lnTo>
                  <a:pt x="952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rnd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A7AAD-F5D3-4848-8BBB-BDE5C253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843" y="764562"/>
            <a:ext cx="35913" cy="26143"/>
          </a:xfrm>
          <a:custGeom xmlns:a="http://schemas.openxmlformats.org/drawingml/2006/main">
            <a:pathLst>
              <a:path w="35913" h="26143">
                <a:moveTo>
                  <a:pt x="13071" y="13071"/>
                </a:moveTo>
                <a:lnTo>
                  <a:pt x="0" y="0"/>
                </a:lnTo>
                <a:lnTo>
                  <a:pt x="35913" y="13071"/>
                </a:lnTo>
                <a:lnTo>
                  <a:pt x="0" y="26143"/>
                </a:lnTo>
                <a:lnTo>
                  <a:pt x="13071" y="130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80947-E8EF-4E20-97E3-8CBB2977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843" y="764562"/>
            <a:ext cx="35913" cy="26143"/>
          </a:xfrm>
          <a:custGeom xmlns:a="http://schemas.openxmlformats.org/drawingml/2006/main">
            <a:pathLst>
              <a:path w="35913" h="26143" fill="none">
                <a:moveTo>
                  <a:pt x="13071" y="13071"/>
                </a:moveTo>
                <a:lnTo>
                  <a:pt x="0" y="26143"/>
                </a:lnTo>
                <a:lnTo>
                  <a:pt x="35913" y="13071"/>
                </a:lnTo>
                <a:lnTo>
                  <a:pt x="0" y="0"/>
                </a:lnTo>
                <a:lnTo>
                  <a:pt x="13071" y="130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4B6FE-16BC-4574-BB3F-A7E66258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16" y="515228"/>
            <a:ext cx="1121178" cy="211277"/>
          </a:xfrm>
          <a:custGeom xmlns:a="http://schemas.openxmlformats.org/drawingml/2006/main">
            <a:pathLst>
              <a:path w="1121178" h="211277">
                <a:moveTo>
                  <a:pt x="0" y="211277"/>
                </a:moveTo>
                <a:lnTo>
                  <a:pt x="0" y="0"/>
                </a:lnTo>
                <a:lnTo>
                  <a:pt x="1121178" y="0"/>
                </a:lnTo>
                <a:lnTo>
                  <a:pt x="1121178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64D5B-E8D0-47E4-A958-459F106F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933" y="569583"/>
            <a:ext cx="995416" cy="121021"/>
          </a:xfrm>
          <a:custGeom xmlns:a="http://schemas.openxmlformats.org/drawingml/2006/main">
            <a:pathLst>
              <a:path w="995416" h="121021">
                <a:moveTo>
                  <a:pt x="29146" y="3812"/>
                </a:moveTo>
                <a:cubicBezTo>
                  <a:pt x="25335" y="12667"/>
                  <a:pt x="22451" y="21814"/>
                  <a:pt x="20500" y="31258"/>
                </a:cubicBezTo>
                <a:cubicBezTo>
                  <a:pt x="18545" y="40657"/>
                  <a:pt x="17571" y="50306"/>
                  <a:pt x="17571" y="60205"/>
                </a:cubicBezTo>
                <a:cubicBezTo>
                  <a:pt x="17571" y="70146"/>
                  <a:pt x="18545" y="79819"/>
                  <a:pt x="20500" y="89217"/>
                </a:cubicBezTo>
                <a:cubicBezTo>
                  <a:pt x="22497" y="98569"/>
                  <a:pt x="25357" y="107742"/>
                  <a:pt x="29081" y="116732"/>
                </a:cubicBezTo>
                <a:cubicBezTo>
                  <a:pt x="29352" y="117458"/>
                  <a:pt x="29489" y="118069"/>
                  <a:pt x="29489" y="118569"/>
                </a:cubicBezTo>
                <a:cubicBezTo>
                  <a:pt x="29489" y="119115"/>
                  <a:pt x="29238" y="119569"/>
                  <a:pt x="28738" y="119932"/>
                </a:cubicBezTo>
                <a:cubicBezTo>
                  <a:pt x="28241" y="120295"/>
                  <a:pt x="27469" y="120566"/>
                  <a:pt x="26423" y="120749"/>
                </a:cubicBezTo>
                <a:cubicBezTo>
                  <a:pt x="25426" y="120929"/>
                  <a:pt x="24017" y="121021"/>
                  <a:pt x="22200" y="121021"/>
                </a:cubicBezTo>
                <a:cubicBezTo>
                  <a:pt x="20931" y="121021"/>
                  <a:pt x="19840" y="120975"/>
                  <a:pt x="18931" y="120884"/>
                </a:cubicBezTo>
                <a:cubicBezTo>
                  <a:pt x="18025" y="120795"/>
                  <a:pt x="17254" y="120658"/>
                  <a:pt x="16616" y="120475"/>
                </a:cubicBezTo>
                <a:cubicBezTo>
                  <a:pt x="16028" y="120341"/>
                  <a:pt x="15551" y="120135"/>
                  <a:pt x="15188" y="119864"/>
                </a:cubicBezTo>
                <a:cubicBezTo>
                  <a:pt x="14868" y="119635"/>
                  <a:pt x="14642" y="119363"/>
                  <a:pt x="14505" y="119046"/>
                </a:cubicBezTo>
                <a:cubicBezTo>
                  <a:pt x="12053" y="114323"/>
                  <a:pt x="9918" y="109557"/>
                  <a:pt x="8104" y="104745"/>
                </a:cubicBezTo>
                <a:cubicBezTo>
                  <a:pt x="6286" y="99978"/>
                  <a:pt x="4766" y="95163"/>
                  <a:pt x="3540" y="90306"/>
                </a:cubicBezTo>
                <a:cubicBezTo>
                  <a:pt x="2360" y="85402"/>
                  <a:pt x="1474" y="80476"/>
                  <a:pt x="886" y="75527"/>
                </a:cubicBezTo>
                <a:cubicBezTo>
                  <a:pt x="294" y="70532"/>
                  <a:pt x="0" y="65471"/>
                  <a:pt x="0" y="60339"/>
                </a:cubicBezTo>
                <a:cubicBezTo>
                  <a:pt x="0" y="55255"/>
                  <a:pt x="294" y="50238"/>
                  <a:pt x="886" y="45289"/>
                </a:cubicBezTo>
                <a:cubicBezTo>
                  <a:pt x="1520" y="40294"/>
                  <a:pt x="2452" y="35367"/>
                  <a:pt x="3678" y="30510"/>
                </a:cubicBezTo>
                <a:cubicBezTo>
                  <a:pt x="4903" y="25606"/>
                  <a:pt x="6401" y="20748"/>
                  <a:pt x="8172" y="15936"/>
                </a:cubicBezTo>
                <a:cubicBezTo>
                  <a:pt x="9987" y="11124"/>
                  <a:pt x="12099" y="6332"/>
                  <a:pt x="14505" y="1566"/>
                </a:cubicBezTo>
                <a:cubicBezTo>
                  <a:pt x="14596" y="1340"/>
                  <a:pt x="14779" y="1134"/>
                  <a:pt x="15050" y="952"/>
                </a:cubicBezTo>
                <a:cubicBezTo>
                  <a:pt x="15322" y="772"/>
                  <a:pt x="15731" y="612"/>
                  <a:pt x="16276" y="477"/>
                </a:cubicBezTo>
                <a:cubicBezTo>
                  <a:pt x="16822" y="294"/>
                  <a:pt x="17548" y="180"/>
                  <a:pt x="18457" y="134"/>
                </a:cubicBezTo>
                <a:cubicBezTo>
                  <a:pt x="19408" y="46"/>
                  <a:pt x="20611" y="0"/>
                  <a:pt x="22066" y="0"/>
                </a:cubicBezTo>
                <a:cubicBezTo>
                  <a:pt x="23700" y="0"/>
                  <a:pt x="25040" y="91"/>
                  <a:pt x="26083" y="271"/>
                </a:cubicBezTo>
                <a:cubicBezTo>
                  <a:pt x="27126" y="409"/>
                  <a:pt x="27921" y="634"/>
                  <a:pt x="28466" y="952"/>
                </a:cubicBezTo>
                <a:cubicBezTo>
                  <a:pt x="29012" y="1272"/>
                  <a:pt x="29307" y="1680"/>
                  <a:pt x="29352" y="2177"/>
                </a:cubicBezTo>
                <a:cubicBezTo>
                  <a:pt x="29444" y="2677"/>
                  <a:pt x="29375" y="3223"/>
                  <a:pt x="29146" y="3812"/>
                </a:cubicBezTo>
                <a:close/>
                <a:moveTo>
                  <a:pt x="96503" y="94869"/>
                </a:moveTo>
                <a:cubicBezTo>
                  <a:pt x="96503" y="95503"/>
                  <a:pt x="96275" y="96003"/>
                  <a:pt x="95823" y="96366"/>
                </a:cubicBezTo>
                <a:cubicBezTo>
                  <a:pt x="95369" y="96729"/>
                  <a:pt x="94640" y="96981"/>
                  <a:pt x="93643" y="97115"/>
                </a:cubicBezTo>
                <a:cubicBezTo>
                  <a:pt x="92689" y="97298"/>
                  <a:pt x="91260" y="97389"/>
                  <a:pt x="89351" y="97389"/>
                </a:cubicBezTo>
                <a:cubicBezTo>
                  <a:pt x="87308" y="97389"/>
                  <a:pt x="85811" y="97298"/>
                  <a:pt x="84856" y="97115"/>
                </a:cubicBezTo>
                <a:cubicBezTo>
                  <a:pt x="83950" y="96981"/>
                  <a:pt x="83290" y="96729"/>
                  <a:pt x="82882" y="96366"/>
                </a:cubicBezTo>
                <a:cubicBezTo>
                  <a:pt x="82519" y="96003"/>
                  <a:pt x="82339" y="95503"/>
                  <a:pt x="82339" y="94869"/>
                </a:cubicBezTo>
                <a:lnTo>
                  <a:pt x="82339" y="90034"/>
                </a:lnTo>
                <a:cubicBezTo>
                  <a:pt x="79841" y="92712"/>
                  <a:pt x="76981" y="94800"/>
                  <a:pt x="73755" y="96298"/>
                </a:cubicBezTo>
                <a:cubicBezTo>
                  <a:pt x="70577" y="97798"/>
                  <a:pt x="67037" y="98547"/>
                  <a:pt x="63131" y="98547"/>
                </a:cubicBezTo>
                <a:cubicBezTo>
                  <a:pt x="59907" y="98547"/>
                  <a:pt x="56936" y="98115"/>
                  <a:pt x="54210" y="97252"/>
                </a:cubicBezTo>
                <a:cubicBezTo>
                  <a:pt x="51532" y="96435"/>
                  <a:pt x="49192" y="95209"/>
                  <a:pt x="47194" y="93575"/>
                </a:cubicBezTo>
                <a:cubicBezTo>
                  <a:pt x="45243" y="91894"/>
                  <a:pt x="43723" y="89828"/>
                  <a:pt x="42634" y="87377"/>
                </a:cubicBezTo>
                <a:cubicBezTo>
                  <a:pt x="41542" y="84925"/>
                  <a:pt x="40999" y="82065"/>
                  <a:pt x="40999" y="78796"/>
                </a:cubicBezTo>
                <a:cubicBezTo>
                  <a:pt x="40999" y="75255"/>
                  <a:pt x="41679" y="72189"/>
                  <a:pt x="43043" y="69603"/>
                </a:cubicBezTo>
                <a:cubicBezTo>
                  <a:pt x="44448" y="66968"/>
                  <a:pt x="46514" y="64811"/>
                  <a:pt x="49238" y="63134"/>
                </a:cubicBezTo>
                <a:cubicBezTo>
                  <a:pt x="52009" y="61408"/>
                  <a:pt x="55435" y="60136"/>
                  <a:pt x="59522" y="59319"/>
                </a:cubicBezTo>
                <a:cubicBezTo>
                  <a:pt x="63608" y="58502"/>
                  <a:pt x="68354" y="58093"/>
                  <a:pt x="73755" y="58093"/>
                </a:cubicBezTo>
                <a:lnTo>
                  <a:pt x="79681" y="58093"/>
                </a:lnTo>
                <a:lnTo>
                  <a:pt x="79681" y="54415"/>
                </a:lnTo>
                <a:cubicBezTo>
                  <a:pt x="79681" y="52507"/>
                  <a:pt x="79479" y="50852"/>
                  <a:pt x="79070" y="49443"/>
                </a:cubicBezTo>
                <a:cubicBezTo>
                  <a:pt x="78704" y="47992"/>
                  <a:pt x="78070" y="46786"/>
                  <a:pt x="77161" y="45834"/>
                </a:cubicBezTo>
                <a:cubicBezTo>
                  <a:pt x="76298" y="44880"/>
                  <a:pt x="75118" y="44177"/>
                  <a:pt x="73621" y="43723"/>
                </a:cubicBezTo>
                <a:cubicBezTo>
                  <a:pt x="72166" y="43268"/>
                  <a:pt x="70352" y="43043"/>
                  <a:pt x="68171" y="43043"/>
                </a:cubicBezTo>
                <a:cubicBezTo>
                  <a:pt x="65311" y="43043"/>
                  <a:pt x="62745" y="43360"/>
                  <a:pt x="60476" y="43994"/>
                </a:cubicBezTo>
                <a:cubicBezTo>
                  <a:pt x="58250" y="44631"/>
                  <a:pt x="56276" y="45334"/>
                  <a:pt x="54550" y="46106"/>
                </a:cubicBezTo>
                <a:cubicBezTo>
                  <a:pt x="52827" y="46877"/>
                  <a:pt x="51372" y="47583"/>
                  <a:pt x="50192" y="48217"/>
                </a:cubicBezTo>
                <a:cubicBezTo>
                  <a:pt x="49058" y="48852"/>
                  <a:pt x="48126" y="49172"/>
                  <a:pt x="47400" y="49172"/>
                </a:cubicBezTo>
                <a:cubicBezTo>
                  <a:pt x="46900" y="49172"/>
                  <a:pt x="46446" y="49012"/>
                  <a:pt x="46037" y="48695"/>
                </a:cubicBezTo>
                <a:cubicBezTo>
                  <a:pt x="45674" y="48377"/>
                  <a:pt x="45357" y="47923"/>
                  <a:pt x="45086" y="47332"/>
                </a:cubicBezTo>
                <a:cubicBezTo>
                  <a:pt x="44857" y="46743"/>
                  <a:pt x="44677" y="46014"/>
                  <a:pt x="44540" y="45151"/>
                </a:cubicBezTo>
                <a:cubicBezTo>
                  <a:pt x="44403" y="44291"/>
                  <a:pt x="44334" y="43337"/>
                  <a:pt x="44334" y="42291"/>
                </a:cubicBezTo>
                <a:cubicBezTo>
                  <a:pt x="44334" y="40885"/>
                  <a:pt x="44448" y="39774"/>
                  <a:pt x="44677" y="38956"/>
                </a:cubicBezTo>
                <a:cubicBezTo>
                  <a:pt x="44903" y="38139"/>
                  <a:pt x="45334" y="37410"/>
                  <a:pt x="45969" y="36776"/>
                </a:cubicBezTo>
                <a:cubicBezTo>
                  <a:pt x="46606" y="36096"/>
                  <a:pt x="47717" y="35367"/>
                  <a:pt x="49306" y="34596"/>
                </a:cubicBezTo>
                <a:cubicBezTo>
                  <a:pt x="50895" y="33779"/>
                  <a:pt x="52758" y="33030"/>
                  <a:pt x="54893" y="32350"/>
                </a:cubicBezTo>
                <a:cubicBezTo>
                  <a:pt x="57024" y="31667"/>
                  <a:pt x="59342" y="31124"/>
                  <a:pt x="61839" y="30715"/>
                </a:cubicBezTo>
                <a:cubicBezTo>
                  <a:pt x="64379" y="30261"/>
                  <a:pt x="66991" y="30032"/>
                  <a:pt x="69669" y="30032"/>
                </a:cubicBezTo>
                <a:cubicBezTo>
                  <a:pt x="74438" y="30032"/>
                  <a:pt x="78501" y="30510"/>
                  <a:pt x="81862" y="31464"/>
                </a:cubicBezTo>
                <a:cubicBezTo>
                  <a:pt x="85265" y="32373"/>
                  <a:pt x="88060" y="33801"/>
                  <a:pt x="90237" y="35753"/>
                </a:cubicBezTo>
                <a:cubicBezTo>
                  <a:pt x="92417" y="37662"/>
                  <a:pt x="94006" y="40136"/>
                  <a:pt x="95006" y="43177"/>
                </a:cubicBezTo>
                <a:cubicBezTo>
                  <a:pt x="96003" y="46220"/>
                  <a:pt x="96503" y="49829"/>
                  <a:pt x="96503" y="54007"/>
                </a:cubicBezTo>
                <a:lnTo>
                  <a:pt x="96503" y="94869"/>
                </a:lnTo>
                <a:close/>
                <a:moveTo>
                  <a:pt x="79681" y="68854"/>
                </a:moveTo>
                <a:lnTo>
                  <a:pt x="73143" y="68854"/>
                </a:lnTo>
                <a:cubicBezTo>
                  <a:pt x="70375" y="68854"/>
                  <a:pt x="68014" y="69057"/>
                  <a:pt x="66060" y="69466"/>
                </a:cubicBezTo>
                <a:cubicBezTo>
                  <a:pt x="64108" y="69874"/>
                  <a:pt x="62519" y="70489"/>
                  <a:pt x="61293" y="71306"/>
                </a:cubicBezTo>
                <a:cubicBezTo>
                  <a:pt x="60068" y="72123"/>
                  <a:pt x="59159" y="73121"/>
                  <a:pt x="58570" y="74301"/>
                </a:cubicBezTo>
                <a:cubicBezTo>
                  <a:pt x="58024" y="75435"/>
                  <a:pt x="57753" y="76752"/>
                  <a:pt x="57753" y="78253"/>
                </a:cubicBezTo>
                <a:cubicBezTo>
                  <a:pt x="57753" y="80793"/>
                  <a:pt x="58547" y="82793"/>
                  <a:pt x="60136" y="84245"/>
                </a:cubicBezTo>
                <a:cubicBezTo>
                  <a:pt x="61771" y="85696"/>
                  <a:pt x="64017" y="86425"/>
                  <a:pt x="66877" y="86425"/>
                </a:cubicBezTo>
                <a:cubicBezTo>
                  <a:pt x="69283" y="86425"/>
                  <a:pt x="71486" y="85811"/>
                  <a:pt x="73483" y="84585"/>
                </a:cubicBezTo>
                <a:cubicBezTo>
                  <a:pt x="75527" y="83359"/>
                  <a:pt x="77593" y="81564"/>
                  <a:pt x="79681" y="79204"/>
                </a:cubicBezTo>
                <a:lnTo>
                  <a:pt x="79681" y="68854"/>
                </a:lnTo>
                <a:close/>
                <a:moveTo>
                  <a:pt x="141112" y="60339"/>
                </a:moveTo>
                <a:cubicBezTo>
                  <a:pt x="141112" y="65471"/>
                  <a:pt x="140818" y="70532"/>
                  <a:pt x="140226" y="75527"/>
                </a:cubicBezTo>
                <a:cubicBezTo>
                  <a:pt x="139637" y="80476"/>
                  <a:pt x="138729" y="85402"/>
                  <a:pt x="137503" y="90306"/>
                </a:cubicBezTo>
                <a:cubicBezTo>
                  <a:pt x="136323" y="95163"/>
                  <a:pt x="134823" y="99978"/>
                  <a:pt x="133008" y="104745"/>
                </a:cubicBezTo>
                <a:cubicBezTo>
                  <a:pt x="131236" y="109557"/>
                  <a:pt x="129125" y="114323"/>
                  <a:pt x="126673" y="119046"/>
                </a:cubicBezTo>
                <a:cubicBezTo>
                  <a:pt x="126539" y="119363"/>
                  <a:pt x="126287" y="119635"/>
                  <a:pt x="125924" y="119864"/>
                </a:cubicBezTo>
                <a:cubicBezTo>
                  <a:pt x="125607" y="120135"/>
                  <a:pt x="125130" y="120341"/>
                  <a:pt x="124496" y="120475"/>
                </a:cubicBezTo>
                <a:cubicBezTo>
                  <a:pt x="123904" y="120658"/>
                  <a:pt x="123155" y="120795"/>
                  <a:pt x="122247" y="120884"/>
                </a:cubicBezTo>
                <a:cubicBezTo>
                  <a:pt x="121338" y="120975"/>
                  <a:pt x="120249" y="121021"/>
                  <a:pt x="118978" y="121021"/>
                </a:cubicBezTo>
                <a:cubicBezTo>
                  <a:pt x="117117" y="121021"/>
                  <a:pt x="115663" y="120929"/>
                  <a:pt x="114620" y="120749"/>
                </a:cubicBezTo>
                <a:cubicBezTo>
                  <a:pt x="113620" y="120566"/>
                  <a:pt x="112871" y="120295"/>
                  <a:pt x="112371" y="119932"/>
                </a:cubicBezTo>
                <a:cubicBezTo>
                  <a:pt x="111871" y="119569"/>
                  <a:pt x="111623" y="119115"/>
                  <a:pt x="111623" y="118569"/>
                </a:cubicBezTo>
                <a:cubicBezTo>
                  <a:pt x="111623" y="118069"/>
                  <a:pt x="111760" y="117458"/>
                  <a:pt x="112031" y="116732"/>
                </a:cubicBezTo>
                <a:cubicBezTo>
                  <a:pt x="115800" y="107831"/>
                  <a:pt x="118661" y="98684"/>
                  <a:pt x="120612" y="89285"/>
                </a:cubicBezTo>
                <a:cubicBezTo>
                  <a:pt x="122610" y="79841"/>
                  <a:pt x="123610" y="70146"/>
                  <a:pt x="123610" y="60205"/>
                </a:cubicBezTo>
                <a:cubicBezTo>
                  <a:pt x="123610" y="50306"/>
                  <a:pt x="122632" y="40657"/>
                  <a:pt x="120681" y="31258"/>
                </a:cubicBezTo>
                <a:cubicBezTo>
                  <a:pt x="118729" y="21814"/>
                  <a:pt x="115823" y="12667"/>
                  <a:pt x="111963" y="3812"/>
                </a:cubicBezTo>
                <a:cubicBezTo>
                  <a:pt x="111737" y="3223"/>
                  <a:pt x="111645" y="2677"/>
                  <a:pt x="111691" y="2177"/>
                </a:cubicBezTo>
                <a:cubicBezTo>
                  <a:pt x="111783" y="1680"/>
                  <a:pt x="112100" y="1272"/>
                  <a:pt x="112643" y="952"/>
                </a:cubicBezTo>
                <a:cubicBezTo>
                  <a:pt x="113234" y="634"/>
                  <a:pt x="114029" y="409"/>
                  <a:pt x="115029" y="271"/>
                </a:cubicBezTo>
                <a:cubicBezTo>
                  <a:pt x="116072" y="91"/>
                  <a:pt x="117435" y="0"/>
                  <a:pt x="119115" y="0"/>
                </a:cubicBezTo>
                <a:cubicBezTo>
                  <a:pt x="120521" y="0"/>
                  <a:pt x="121678" y="46"/>
                  <a:pt x="122587" y="134"/>
                </a:cubicBezTo>
                <a:cubicBezTo>
                  <a:pt x="123495" y="180"/>
                  <a:pt x="124244" y="294"/>
                  <a:pt x="124836" y="477"/>
                </a:cubicBezTo>
                <a:cubicBezTo>
                  <a:pt x="125424" y="612"/>
                  <a:pt x="125833" y="772"/>
                  <a:pt x="126061" y="952"/>
                </a:cubicBezTo>
                <a:cubicBezTo>
                  <a:pt x="126333" y="1134"/>
                  <a:pt x="126539" y="1340"/>
                  <a:pt x="126673" y="1566"/>
                </a:cubicBezTo>
                <a:cubicBezTo>
                  <a:pt x="131396" y="11101"/>
                  <a:pt x="134983" y="20748"/>
                  <a:pt x="137434" y="30510"/>
                </a:cubicBezTo>
                <a:cubicBezTo>
                  <a:pt x="139886" y="40228"/>
                  <a:pt x="141112" y="50169"/>
                  <a:pt x="141112" y="60339"/>
                </a:cubicBezTo>
                <a:close/>
                <a:moveTo>
                  <a:pt x="292302" y="94529"/>
                </a:moveTo>
                <a:cubicBezTo>
                  <a:pt x="292302" y="94983"/>
                  <a:pt x="292168" y="95392"/>
                  <a:pt x="291894" y="95755"/>
                </a:cubicBezTo>
                <a:cubicBezTo>
                  <a:pt x="291668" y="96118"/>
                  <a:pt x="291214" y="96412"/>
                  <a:pt x="290533" y="96641"/>
                </a:cubicBezTo>
                <a:cubicBezTo>
                  <a:pt x="289896" y="96866"/>
                  <a:pt x="289033" y="97049"/>
                  <a:pt x="287945" y="97184"/>
                </a:cubicBezTo>
                <a:cubicBezTo>
                  <a:pt x="286856" y="97321"/>
                  <a:pt x="285470" y="97389"/>
                  <a:pt x="283790" y="97389"/>
                </a:cubicBezTo>
                <a:cubicBezTo>
                  <a:pt x="282155" y="97389"/>
                  <a:pt x="280795" y="97321"/>
                  <a:pt x="279704" y="97184"/>
                </a:cubicBezTo>
                <a:cubicBezTo>
                  <a:pt x="278615" y="97049"/>
                  <a:pt x="277752" y="96866"/>
                  <a:pt x="277117" y="96641"/>
                </a:cubicBezTo>
                <a:cubicBezTo>
                  <a:pt x="276480" y="96412"/>
                  <a:pt x="276026" y="96118"/>
                  <a:pt x="275754" y="95755"/>
                </a:cubicBezTo>
                <a:cubicBezTo>
                  <a:pt x="275483" y="95392"/>
                  <a:pt x="275346" y="94983"/>
                  <a:pt x="275346" y="94529"/>
                </a:cubicBezTo>
                <a:lnTo>
                  <a:pt x="275346" y="22814"/>
                </a:lnTo>
                <a:lnTo>
                  <a:pt x="275209" y="22814"/>
                </a:lnTo>
                <a:lnTo>
                  <a:pt x="249671" y="94460"/>
                </a:lnTo>
                <a:cubicBezTo>
                  <a:pt x="249488" y="95052"/>
                  <a:pt x="249194" y="95549"/>
                  <a:pt x="248785" y="95958"/>
                </a:cubicBezTo>
                <a:cubicBezTo>
                  <a:pt x="248377" y="96321"/>
                  <a:pt x="247808" y="96618"/>
                  <a:pt x="247082" y="96844"/>
                </a:cubicBezTo>
                <a:cubicBezTo>
                  <a:pt x="246402" y="97072"/>
                  <a:pt x="245516" y="97206"/>
                  <a:pt x="244425" y="97252"/>
                </a:cubicBezTo>
                <a:cubicBezTo>
                  <a:pt x="243336" y="97344"/>
                  <a:pt x="242019" y="97389"/>
                  <a:pt x="240476" y="97389"/>
                </a:cubicBezTo>
                <a:cubicBezTo>
                  <a:pt x="238933" y="97389"/>
                  <a:pt x="237615" y="97321"/>
                  <a:pt x="236527" y="97184"/>
                </a:cubicBezTo>
                <a:cubicBezTo>
                  <a:pt x="235435" y="97095"/>
                  <a:pt x="234529" y="96935"/>
                  <a:pt x="233801" y="96706"/>
                </a:cubicBezTo>
                <a:cubicBezTo>
                  <a:pt x="233121" y="96435"/>
                  <a:pt x="232575" y="96118"/>
                  <a:pt x="232166" y="95755"/>
                </a:cubicBezTo>
                <a:cubicBezTo>
                  <a:pt x="231758" y="95392"/>
                  <a:pt x="231486" y="94960"/>
                  <a:pt x="231349" y="94460"/>
                </a:cubicBezTo>
                <a:lnTo>
                  <a:pt x="206697" y="22814"/>
                </a:lnTo>
                <a:lnTo>
                  <a:pt x="206560" y="22814"/>
                </a:lnTo>
                <a:lnTo>
                  <a:pt x="206560" y="94529"/>
                </a:lnTo>
                <a:cubicBezTo>
                  <a:pt x="206560" y="94983"/>
                  <a:pt x="206423" y="95392"/>
                  <a:pt x="206151" y="95755"/>
                </a:cubicBezTo>
                <a:cubicBezTo>
                  <a:pt x="205926" y="96118"/>
                  <a:pt x="205471" y="96412"/>
                  <a:pt x="204788" y="96641"/>
                </a:cubicBezTo>
                <a:cubicBezTo>
                  <a:pt x="204108" y="96866"/>
                  <a:pt x="203223" y="97049"/>
                  <a:pt x="202134" y="97184"/>
                </a:cubicBezTo>
                <a:cubicBezTo>
                  <a:pt x="201088" y="97321"/>
                  <a:pt x="199728" y="97389"/>
                  <a:pt x="198048" y="97389"/>
                </a:cubicBezTo>
                <a:cubicBezTo>
                  <a:pt x="196413" y="97389"/>
                  <a:pt x="195050" y="97321"/>
                  <a:pt x="193961" y="97184"/>
                </a:cubicBezTo>
                <a:cubicBezTo>
                  <a:pt x="192870" y="97049"/>
                  <a:pt x="191987" y="96866"/>
                  <a:pt x="191304" y="96641"/>
                </a:cubicBezTo>
                <a:cubicBezTo>
                  <a:pt x="190670" y="96412"/>
                  <a:pt x="190215" y="96118"/>
                  <a:pt x="189944" y="95755"/>
                </a:cubicBezTo>
                <a:cubicBezTo>
                  <a:pt x="189715" y="95392"/>
                  <a:pt x="189601" y="94983"/>
                  <a:pt x="189601" y="94529"/>
                </a:cubicBezTo>
                <a:lnTo>
                  <a:pt x="189601" y="16005"/>
                </a:lnTo>
                <a:cubicBezTo>
                  <a:pt x="189601" y="13687"/>
                  <a:pt x="190215" y="11919"/>
                  <a:pt x="191441" y="10693"/>
                </a:cubicBezTo>
                <a:cubicBezTo>
                  <a:pt x="192667" y="9467"/>
                  <a:pt x="194301" y="8853"/>
                  <a:pt x="196345" y="8853"/>
                </a:cubicBezTo>
                <a:lnTo>
                  <a:pt x="208057" y="8853"/>
                </a:lnTo>
                <a:cubicBezTo>
                  <a:pt x="210146" y="8853"/>
                  <a:pt x="211941" y="9035"/>
                  <a:pt x="213438" y="9398"/>
                </a:cubicBezTo>
                <a:cubicBezTo>
                  <a:pt x="214938" y="9716"/>
                  <a:pt x="216230" y="10284"/>
                  <a:pt x="217321" y="11101"/>
                </a:cubicBezTo>
                <a:cubicBezTo>
                  <a:pt x="218410" y="11873"/>
                  <a:pt x="219319" y="12916"/>
                  <a:pt x="220045" y="14233"/>
                </a:cubicBezTo>
                <a:cubicBezTo>
                  <a:pt x="220770" y="15505"/>
                  <a:pt x="221408" y="17094"/>
                  <a:pt x="221951" y="19000"/>
                </a:cubicBezTo>
                <a:lnTo>
                  <a:pt x="241022" y="71509"/>
                </a:lnTo>
                <a:lnTo>
                  <a:pt x="241293" y="71509"/>
                </a:lnTo>
                <a:lnTo>
                  <a:pt x="261044" y="19137"/>
                </a:lnTo>
                <a:cubicBezTo>
                  <a:pt x="261633" y="17231"/>
                  <a:pt x="262270" y="15619"/>
                  <a:pt x="262950" y="14302"/>
                </a:cubicBezTo>
                <a:cubicBezTo>
                  <a:pt x="263676" y="12984"/>
                  <a:pt x="264493" y="11919"/>
                  <a:pt x="265402" y="11101"/>
                </a:cubicBezTo>
                <a:cubicBezTo>
                  <a:pt x="266356" y="10284"/>
                  <a:pt x="267468" y="9716"/>
                  <a:pt x="268739" y="9398"/>
                </a:cubicBezTo>
                <a:cubicBezTo>
                  <a:pt x="270011" y="9035"/>
                  <a:pt x="271485" y="8853"/>
                  <a:pt x="273166" y="8853"/>
                </a:cubicBezTo>
                <a:lnTo>
                  <a:pt x="285221" y="8853"/>
                </a:lnTo>
                <a:cubicBezTo>
                  <a:pt x="286447" y="8853"/>
                  <a:pt x="287490" y="9013"/>
                  <a:pt x="288353" y="9330"/>
                </a:cubicBezTo>
                <a:cubicBezTo>
                  <a:pt x="289262" y="9647"/>
                  <a:pt x="289988" y="10124"/>
                  <a:pt x="290533" y="10761"/>
                </a:cubicBezTo>
                <a:cubicBezTo>
                  <a:pt x="291122" y="11350"/>
                  <a:pt x="291554" y="12099"/>
                  <a:pt x="291828" y="13007"/>
                </a:cubicBezTo>
                <a:cubicBezTo>
                  <a:pt x="292145" y="13870"/>
                  <a:pt x="292302" y="14868"/>
                  <a:pt x="292302" y="16005"/>
                </a:cubicBezTo>
                <a:lnTo>
                  <a:pt x="292302" y="94529"/>
                </a:lnTo>
                <a:close/>
                <a:moveTo>
                  <a:pt x="366606" y="62519"/>
                </a:moveTo>
                <a:cubicBezTo>
                  <a:pt x="366606" y="64608"/>
                  <a:pt x="366129" y="66151"/>
                  <a:pt x="365174" y="67151"/>
                </a:cubicBezTo>
                <a:cubicBezTo>
                  <a:pt x="364268" y="68149"/>
                  <a:pt x="362997" y="68649"/>
                  <a:pt x="361362" y="68649"/>
                </a:cubicBezTo>
                <a:lnTo>
                  <a:pt x="324381" y="68649"/>
                </a:lnTo>
                <a:cubicBezTo>
                  <a:pt x="324381" y="71237"/>
                  <a:pt x="324675" y="73598"/>
                  <a:pt x="325266" y="75732"/>
                </a:cubicBezTo>
                <a:cubicBezTo>
                  <a:pt x="325901" y="77821"/>
                  <a:pt x="326878" y="79613"/>
                  <a:pt x="328195" y="81113"/>
                </a:cubicBezTo>
                <a:cubicBezTo>
                  <a:pt x="329555" y="82565"/>
                  <a:pt x="331281" y="83676"/>
                  <a:pt x="333370" y="84448"/>
                </a:cubicBezTo>
                <a:cubicBezTo>
                  <a:pt x="335505" y="85222"/>
                  <a:pt x="338048" y="85608"/>
                  <a:pt x="341000" y="85608"/>
                </a:cubicBezTo>
                <a:cubicBezTo>
                  <a:pt x="343994" y="85608"/>
                  <a:pt x="346629" y="85402"/>
                  <a:pt x="348898" y="84993"/>
                </a:cubicBezTo>
                <a:cubicBezTo>
                  <a:pt x="351170" y="84539"/>
                  <a:pt x="353121" y="84062"/>
                  <a:pt x="354756" y="83565"/>
                </a:cubicBezTo>
                <a:cubicBezTo>
                  <a:pt x="356436" y="83019"/>
                  <a:pt x="357819" y="82542"/>
                  <a:pt x="358911" y="82133"/>
                </a:cubicBezTo>
                <a:cubicBezTo>
                  <a:pt x="359999" y="81679"/>
                  <a:pt x="360885" y="81453"/>
                  <a:pt x="361565" y="81453"/>
                </a:cubicBezTo>
                <a:cubicBezTo>
                  <a:pt x="361974" y="81453"/>
                  <a:pt x="362314" y="81544"/>
                  <a:pt x="362588" y="81725"/>
                </a:cubicBezTo>
                <a:cubicBezTo>
                  <a:pt x="362860" y="81862"/>
                  <a:pt x="363088" y="82133"/>
                  <a:pt x="363268" y="82542"/>
                </a:cubicBezTo>
                <a:cubicBezTo>
                  <a:pt x="363451" y="82950"/>
                  <a:pt x="363563" y="83542"/>
                  <a:pt x="363608" y="84313"/>
                </a:cubicBezTo>
                <a:cubicBezTo>
                  <a:pt x="363700" y="85039"/>
                  <a:pt x="363745" y="85971"/>
                  <a:pt x="363745" y="87105"/>
                </a:cubicBezTo>
                <a:cubicBezTo>
                  <a:pt x="363745" y="88105"/>
                  <a:pt x="363723" y="88965"/>
                  <a:pt x="363677" y="89694"/>
                </a:cubicBezTo>
                <a:cubicBezTo>
                  <a:pt x="363631" y="90374"/>
                  <a:pt x="363563" y="90966"/>
                  <a:pt x="363474" y="91463"/>
                </a:cubicBezTo>
                <a:cubicBezTo>
                  <a:pt x="363383" y="91963"/>
                  <a:pt x="363245" y="92394"/>
                  <a:pt x="363065" y="92757"/>
                </a:cubicBezTo>
                <a:cubicBezTo>
                  <a:pt x="362882" y="93074"/>
                  <a:pt x="362634" y="93395"/>
                  <a:pt x="362314" y="93712"/>
                </a:cubicBezTo>
                <a:cubicBezTo>
                  <a:pt x="362042" y="94029"/>
                  <a:pt x="361248" y="94460"/>
                  <a:pt x="359931" y="95006"/>
                </a:cubicBezTo>
                <a:cubicBezTo>
                  <a:pt x="358613" y="95549"/>
                  <a:pt x="356936" y="96095"/>
                  <a:pt x="354893" y="96641"/>
                </a:cubicBezTo>
                <a:cubicBezTo>
                  <a:pt x="352850" y="97138"/>
                  <a:pt x="350510" y="97569"/>
                  <a:pt x="347878" y="97935"/>
                </a:cubicBezTo>
                <a:cubicBezTo>
                  <a:pt x="345243" y="98344"/>
                  <a:pt x="342429" y="98547"/>
                  <a:pt x="339431" y="98547"/>
                </a:cubicBezTo>
                <a:cubicBezTo>
                  <a:pt x="334030" y="98547"/>
                  <a:pt x="329284" y="97867"/>
                  <a:pt x="325198" y="96503"/>
                </a:cubicBezTo>
                <a:cubicBezTo>
                  <a:pt x="321157" y="95140"/>
                  <a:pt x="317774" y="93074"/>
                  <a:pt x="315051" y="90306"/>
                </a:cubicBezTo>
                <a:cubicBezTo>
                  <a:pt x="312328" y="87537"/>
                  <a:pt x="310284" y="84039"/>
                  <a:pt x="308921" y="79819"/>
                </a:cubicBezTo>
                <a:cubicBezTo>
                  <a:pt x="307604" y="75595"/>
                  <a:pt x="306947" y="70646"/>
                  <a:pt x="306947" y="64971"/>
                </a:cubicBezTo>
                <a:cubicBezTo>
                  <a:pt x="306947" y="59567"/>
                  <a:pt x="307650" y="54710"/>
                  <a:pt x="309059" y="50398"/>
                </a:cubicBezTo>
                <a:cubicBezTo>
                  <a:pt x="310465" y="46037"/>
                  <a:pt x="312508" y="42360"/>
                  <a:pt x="315188" y="39365"/>
                </a:cubicBezTo>
                <a:cubicBezTo>
                  <a:pt x="317865" y="36322"/>
                  <a:pt x="321112" y="34007"/>
                  <a:pt x="324926" y="32418"/>
                </a:cubicBezTo>
                <a:cubicBezTo>
                  <a:pt x="328784" y="30827"/>
                  <a:pt x="333122" y="30032"/>
                  <a:pt x="337934" y="30032"/>
                </a:cubicBezTo>
                <a:cubicBezTo>
                  <a:pt x="343020" y="30032"/>
                  <a:pt x="347355" y="30784"/>
                  <a:pt x="350941" y="32281"/>
                </a:cubicBezTo>
                <a:cubicBezTo>
                  <a:pt x="354573" y="33779"/>
                  <a:pt x="357548" y="35867"/>
                  <a:pt x="359862" y="38548"/>
                </a:cubicBezTo>
                <a:cubicBezTo>
                  <a:pt x="362180" y="41179"/>
                  <a:pt x="363883" y="44314"/>
                  <a:pt x="364971" y="47946"/>
                </a:cubicBezTo>
                <a:cubicBezTo>
                  <a:pt x="366060" y="51578"/>
                  <a:pt x="366606" y="55527"/>
                  <a:pt x="366606" y="59796"/>
                </a:cubicBezTo>
                <a:lnTo>
                  <a:pt x="366606" y="62519"/>
                </a:lnTo>
                <a:close/>
                <a:moveTo>
                  <a:pt x="349989" y="57616"/>
                </a:moveTo>
                <a:cubicBezTo>
                  <a:pt x="350124" y="52804"/>
                  <a:pt x="349149" y="49035"/>
                  <a:pt x="347061" y="46312"/>
                </a:cubicBezTo>
                <a:cubicBezTo>
                  <a:pt x="345017" y="43540"/>
                  <a:pt x="341837" y="42157"/>
                  <a:pt x="337525" y="42157"/>
                </a:cubicBezTo>
                <a:cubicBezTo>
                  <a:pt x="335345" y="42157"/>
                  <a:pt x="333439" y="42565"/>
                  <a:pt x="331804" y="43383"/>
                </a:cubicBezTo>
                <a:cubicBezTo>
                  <a:pt x="330216" y="44200"/>
                  <a:pt x="328875" y="45311"/>
                  <a:pt x="327787" y="46720"/>
                </a:cubicBezTo>
                <a:cubicBezTo>
                  <a:pt x="326741" y="48080"/>
                  <a:pt x="325924" y="49715"/>
                  <a:pt x="325335" y="51624"/>
                </a:cubicBezTo>
                <a:cubicBezTo>
                  <a:pt x="324789" y="53484"/>
                  <a:pt x="324472" y="55481"/>
                  <a:pt x="324381" y="57616"/>
                </a:cubicBezTo>
                <a:lnTo>
                  <a:pt x="349989" y="57616"/>
                </a:lnTo>
                <a:close/>
                <a:moveTo>
                  <a:pt x="423473" y="77501"/>
                </a:moveTo>
                <a:cubicBezTo>
                  <a:pt x="423473" y="80953"/>
                  <a:pt x="422816" y="83996"/>
                  <a:pt x="421498" y="86628"/>
                </a:cubicBezTo>
                <a:cubicBezTo>
                  <a:pt x="420227" y="89263"/>
                  <a:pt x="418409" y="91463"/>
                  <a:pt x="416049" y="93235"/>
                </a:cubicBezTo>
                <a:cubicBezTo>
                  <a:pt x="413689" y="95006"/>
                  <a:pt x="410897" y="96321"/>
                  <a:pt x="407674" y="97184"/>
                </a:cubicBezTo>
                <a:cubicBezTo>
                  <a:pt x="404448" y="98092"/>
                  <a:pt x="400953" y="98547"/>
                  <a:pt x="397184" y="98547"/>
                </a:cubicBezTo>
                <a:cubicBezTo>
                  <a:pt x="394915" y="98547"/>
                  <a:pt x="392735" y="98364"/>
                  <a:pt x="390646" y="98001"/>
                </a:cubicBezTo>
                <a:cubicBezTo>
                  <a:pt x="388603" y="97684"/>
                  <a:pt x="386765" y="97275"/>
                  <a:pt x="385131" y="96775"/>
                </a:cubicBezTo>
                <a:cubicBezTo>
                  <a:pt x="383497" y="96232"/>
                  <a:pt x="382133" y="95686"/>
                  <a:pt x="381045" y="95140"/>
                </a:cubicBezTo>
                <a:cubicBezTo>
                  <a:pt x="379953" y="94598"/>
                  <a:pt x="379159" y="94097"/>
                  <a:pt x="378659" y="93643"/>
                </a:cubicBezTo>
                <a:cubicBezTo>
                  <a:pt x="378162" y="93143"/>
                  <a:pt x="377776" y="92394"/>
                  <a:pt x="377501" y="91394"/>
                </a:cubicBezTo>
                <a:cubicBezTo>
                  <a:pt x="377230" y="90351"/>
                  <a:pt x="377093" y="88831"/>
                  <a:pt x="377093" y="86834"/>
                </a:cubicBezTo>
                <a:cubicBezTo>
                  <a:pt x="377093" y="85516"/>
                  <a:pt x="377139" y="84471"/>
                  <a:pt x="377230" y="83699"/>
                </a:cubicBezTo>
                <a:cubicBezTo>
                  <a:pt x="377321" y="82882"/>
                  <a:pt x="377456" y="82247"/>
                  <a:pt x="377639" y="81793"/>
                </a:cubicBezTo>
                <a:cubicBezTo>
                  <a:pt x="377822" y="81293"/>
                  <a:pt x="378047" y="80976"/>
                  <a:pt x="378319" y="80839"/>
                </a:cubicBezTo>
                <a:cubicBezTo>
                  <a:pt x="378593" y="80659"/>
                  <a:pt x="378933" y="80567"/>
                  <a:pt x="379342" y="80567"/>
                </a:cubicBezTo>
                <a:cubicBezTo>
                  <a:pt x="379842" y="80567"/>
                  <a:pt x="380568" y="80862"/>
                  <a:pt x="381519" y="81453"/>
                </a:cubicBezTo>
                <a:cubicBezTo>
                  <a:pt x="382519" y="81996"/>
                  <a:pt x="383745" y="82610"/>
                  <a:pt x="385200" y="83290"/>
                </a:cubicBezTo>
                <a:cubicBezTo>
                  <a:pt x="386651" y="83973"/>
                  <a:pt x="388331" y="84608"/>
                  <a:pt x="390237" y="85199"/>
                </a:cubicBezTo>
                <a:cubicBezTo>
                  <a:pt x="392189" y="85788"/>
                  <a:pt x="394392" y="86082"/>
                  <a:pt x="396844" y="86082"/>
                </a:cubicBezTo>
                <a:cubicBezTo>
                  <a:pt x="398387" y="86082"/>
                  <a:pt x="399750" y="85925"/>
                  <a:pt x="400930" y="85608"/>
                </a:cubicBezTo>
                <a:cubicBezTo>
                  <a:pt x="402156" y="85288"/>
                  <a:pt x="403202" y="84836"/>
                  <a:pt x="404062" y="84245"/>
                </a:cubicBezTo>
                <a:cubicBezTo>
                  <a:pt x="404971" y="83653"/>
                  <a:pt x="405654" y="82905"/>
                  <a:pt x="406105" y="81996"/>
                </a:cubicBezTo>
                <a:cubicBezTo>
                  <a:pt x="406559" y="81090"/>
                  <a:pt x="406788" y="80044"/>
                  <a:pt x="406788" y="78864"/>
                </a:cubicBezTo>
                <a:cubicBezTo>
                  <a:pt x="406788" y="77501"/>
                  <a:pt x="406357" y="76344"/>
                  <a:pt x="405494" y="75392"/>
                </a:cubicBezTo>
                <a:cubicBezTo>
                  <a:pt x="404676" y="74392"/>
                  <a:pt x="403565" y="73529"/>
                  <a:pt x="402156" y="72803"/>
                </a:cubicBezTo>
                <a:cubicBezTo>
                  <a:pt x="400793" y="72078"/>
                  <a:pt x="399227" y="71395"/>
                  <a:pt x="397458" y="70760"/>
                </a:cubicBezTo>
                <a:cubicBezTo>
                  <a:pt x="395732" y="70123"/>
                  <a:pt x="393938" y="69420"/>
                  <a:pt x="392078" y="68649"/>
                </a:cubicBezTo>
                <a:cubicBezTo>
                  <a:pt x="390260" y="67877"/>
                  <a:pt x="388469" y="66991"/>
                  <a:pt x="386697" y="65994"/>
                </a:cubicBezTo>
                <a:cubicBezTo>
                  <a:pt x="384971" y="64994"/>
                  <a:pt x="383405" y="63768"/>
                  <a:pt x="381996" y="62316"/>
                </a:cubicBezTo>
                <a:cubicBezTo>
                  <a:pt x="380636" y="60862"/>
                  <a:pt x="379522" y="59113"/>
                  <a:pt x="378659" y="57070"/>
                </a:cubicBezTo>
                <a:cubicBezTo>
                  <a:pt x="377842" y="55027"/>
                  <a:pt x="377433" y="52575"/>
                  <a:pt x="377433" y="49715"/>
                </a:cubicBezTo>
                <a:cubicBezTo>
                  <a:pt x="377433" y="46809"/>
                  <a:pt x="378002" y="44154"/>
                  <a:pt x="379136" y="41748"/>
                </a:cubicBezTo>
                <a:cubicBezTo>
                  <a:pt x="380273" y="39296"/>
                  <a:pt x="381908" y="37208"/>
                  <a:pt x="384039" y="35482"/>
                </a:cubicBezTo>
                <a:cubicBezTo>
                  <a:pt x="386174" y="33756"/>
                  <a:pt x="388763" y="32418"/>
                  <a:pt x="391803" y="31464"/>
                </a:cubicBezTo>
                <a:cubicBezTo>
                  <a:pt x="394892" y="30510"/>
                  <a:pt x="398341" y="30032"/>
                  <a:pt x="402156" y="30032"/>
                </a:cubicBezTo>
                <a:cubicBezTo>
                  <a:pt x="404062" y="30032"/>
                  <a:pt x="405902" y="30169"/>
                  <a:pt x="407674" y="30441"/>
                </a:cubicBezTo>
                <a:cubicBezTo>
                  <a:pt x="409488" y="30715"/>
                  <a:pt x="411123" y="31055"/>
                  <a:pt x="412577" y="31464"/>
                </a:cubicBezTo>
                <a:cubicBezTo>
                  <a:pt x="414029" y="31873"/>
                  <a:pt x="415255" y="32327"/>
                  <a:pt x="416255" y="32827"/>
                </a:cubicBezTo>
                <a:cubicBezTo>
                  <a:pt x="417252" y="33278"/>
                  <a:pt x="417955" y="33687"/>
                  <a:pt x="418364" y="34053"/>
                </a:cubicBezTo>
                <a:cubicBezTo>
                  <a:pt x="418818" y="34370"/>
                  <a:pt x="419138" y="34710"/>
                  <a:pt x="419318" y="35073"/>
                </a:cubicBezTo>
                <a:cubicBezTo>
                  <a:pt x="419501" y="35390"/>
                  <a:pt x="419635" y="35799"/>
                  <a:pt x="419727" y="36299"/>
                </a:cubicBezTo>
                <a:cubicBezTo>
                  <a:pt x="419818" y="36753"/>
                  <a:pt x="419887" y="37345"/>
                  <a:pt x="419932" y="38070"/>
                </a:cubicBezTo>
                <a:cubicBezTo>
                  <a:pt x="420021" y="38751"/>
                  <a:pt x="420067" y="39614"/>
                  <a:pt x="420067" y="40657"/>
                </a:cubicBezTo>
                <a:cubicBezTo>
                  <a:pt x="420067" y="41882"/>
                  <a:pt x="420021" y="42883"/>
                  <a:pt x="419932" y="43654"/>
                </a:cubicBezTo>
                <a:cubicBezTo>
                  <a:pt x="419887" y="44426"/>
                  <a:pt x="419772" y="45040"/>
                  <a:pt x="419590" y="45494"/>
                </a:cubicBezTo>
                <a:cubicBezTo>
                  <a:pt x="419455" y="45949"/>
                  <a:pt x="419250" y="46266"/>
                  <a:pt x="418978" y="46446"/>
                </a:cubicBezTo>
                <a:cubicBezTo>
                  <a:pt x="418707" y="46583"/>
                  <a:pt x="418387" y="46652"/>
                  <a:pt x="418024" y="46652"/>
                </a:cubicBezTo>
                <a:cubicBezTo>
                  <a:pt x="417615" y="46652"/>
                  <a:pt x="416981" y="46423"/>
                  <a:pt x="416118" y="45969"/>
                </a:cubicBezTo>
                <a:cubicBezTo>
                  <a:pt x="415255" y="45471"/>
                  <a:pt x="414166" y="44948"/>
                  <a:pt x="412849" y="44403"/>
                </a:cubicBezTo>
                <a:cubicBezTo>
                  <a:pt x="411577" y="43860"/>
                  <a:pt x="410080" y="43360"/>
                  <a:pt x="408354" y="42905"/>
                </a:cubicBezTo>
                <a:cubicBezTo>
                  <a:pt x="406674" y="42405"/>
                  <a:pt x="404745" y="42157"/>
                  <a:pt x="402565" y="42157"/>
                </a:cubicBezTo>
                <a:cubicBezTo>
                  <a:pt x="401022" y="42157"/>
                  <a:pt x="399681" y="42314"/>
                  <a:pt x="398547" y="42634"/>
                </a:cubicBezTo>
                <a:cubicBezTo>
                  <a:pt x="397413" y="42951"/>
                  <a:pt x="396481" y="43405"/>
                  <a:pt x="395755" y="43994"/>
                </a:cubicBezTo>
                <a:cubicBezTo>
                  <a:pt x="395027" y="44586"/>
                  <a:pt x="394484" y="45289"/>
                  <a:pt x="394121" y="46106"/>
                </a:cubicBezTo>
                <a:cubicBezTo>
                  <a:pt x="393758" y="46877"/>
                  <a:pt x="393575" y="47717"/>
                  <a:pt x="393575" y="48626"/>
                </a:cubicBezTo>
                <a:cubicBezTo>
                  <a:pt x="393575" y="50035"/>
                  <a:pt x="394006" y="51215"/>
                  <a:pt x="394869" y="52167"/>
                </a:cubicBezTo>
                <a:cubicBezTo>
                  <a:pt x="395732" y="53121"/>
                  <a:pt x="396867" y="53961"/>
                  <a:pt x="398275" y="54687"/>
                </a:cubicBezTo>
                <a:cubicBezTo>
                  <a:pt x="399681" y="55413"/>
                  <a:pt x="401270" y="56096"/>
                  <a:pt x="403042" y="56730"/>
                </a:cubicBezTo>
                <a:cubicBezTo>
                  <a:pt x="404856" y="57367"/>
                  <a:pt x="406674" y="58070"/>
                  <a:pt x="408491" y="58842"/>
                </a:cubicBezTo>
                <a:cubicBezTo>
                  <a:pt x="410351" y="59567"/>
                  <a:pt x="412169" y="60430"/>
                  <a:pt x="413937" y="61431"/>
                </a:cubicBezTo>
                <a:cubicBezTo>
                  <a:pt x="415755" y="62428"/>
                  <a:pt x="417366" y="63654"/>
                  <a:pt x="418772" y="65108"/>
                </a:cubicBezTo>
                <a:cubicBezTo>
                  <a:pt x="420181" y="66560"/>
                  <a:pt x="421316" y="68309"/>
                  <a:pt x="422178" y="70352"/>
                </a:cubicBezTo>
                <a:cubicBezTo>
                  <a:pt x="423041" y="72349"/>
                  <a:pt x="423473" y="74732"/>
                  <a:pt x="423473" y="77501"/>
                </a:cubicBezTo>
                <a:close/>
                <a:moveTo>
                  <a:pt x="494370" y="94663"/>
                </a:moveTo>
                <a:cubicBezTo>
                  <a:pt x="494370" y="95118"/>
                  <a:pt x="494233" y="95526"/>
                  <a:pt x="493962" y="95889"/>
                </a:cubicBezTo>
                <a:cubicBezTo>
                  <a:pt x="493687" y="96209"/>
                  <a:pt x="493236" y="96481"/>
                  <a:pt x="492599" y="96706"/>
                </a:cubicBezTo>
                <a:cubicBezTo>
                  <a:pt x="491964" y="96935"/>
                  <a:pt x="491079" y="97095"/>
                  <a:pt x="489944" y="97184"/>
                </a:cubicBezTo>
                <a:cubicBezTo>
                  <a:pt x="488853" y="97321"/>
                  <a:pt x="487492" y="97389"/>
                  <a:pt x="485858" y="97389"/>
                </a:cubicBezTo>
                <a:cubicBezTo>
                  <a:pt x="484178" y="97389"/>
                  <a:pt x="482769" y="97321"/>
                  <a:pt x="481634" y="97184"/>
                </a:cubicBezTo>
                <a:cubicBezTo>
                  <a:pt x="480546" y="97095"/>
                  <a:pt x="479683" y="96935"/>
                  <a:pt x="479046" y="96706"/>
                </a:cubicBezTo>
                <a:cubicBezTo>
                  <a:pt x="478411" y="96481"/>
                  <a:pt x="477957" y="96209"/>
                  <a:pt x="477685" y="95889"/>
                </a:cubicBezTo>
                <a:cubicBezTo>
                  <a:pt x="477411" y="95526"/>
                  <a:pt x="477277" y="95118"/>
                  <a:pt x="477277" y="94663"/>
                </a:cubicBezTo>
                <a:lnTo>
                  <a:pt x="477277" y="59999"/>
                </a:lnTo>
                <a:cubicBezTo>
                  <a:pt x="477277" y="57047"/>
                  <a:pt x="477048" y="54733"/>
                  <a:pt x="476594" y="53052"/>
                </a:cubicBezTo>
                <a:cubicBezTo>
                  <a:pt x="476185" y="51372"/>
                  <a:pt x="475574" y="49943"/>
                  <a:pt x="474756" y="48763"/>
                </a:cubicBezTo>
                <a:cubicBezTo>
                  <a:pt x="473939" y="47537"/>
                  <a:pt x="472871" y="46606"/>
                  <a:pt x="471556" y="45969"/>
                </a:cubicBezTo>
                <a:cubicBezTo>
                  <a:pt x="470284" y="45289"/>
                  <a:pt x="468784" y="44948"/>
                  <a:pt x="467058" y="44948"/>
                </a:cubicBezTo>
                <a:cubicBezTo>
                  <a:pt x="464881" y="44948"/>
                  <a:pt x="462678" y="45743"/>
                  <a:pt x="460455" y="47332"/>
                </a:cubicBezTo>
                <a:cubicBezTo>
                  <a:pt x="458229" y="48920"/>
                  <a:pt x="455914" y="51238"/>
                  <a:pt x="453508" y="54278"/>
                </a:cubicBezTo>
                <a:lnTo>
                  <a:pt x="453508" y="94663"/>
                </a:lnTo>
                <a:cubicBezTo>
                  <a:pt x="453508" y="95118"/>
                  <a:pt x="453371" y="95526"/>
                  <a:pt x="453099" y="95889"/>
                </a:cubicBezTo>
                <a:cubicBezTo>
                  <a:pt x="452825" y="96209"/>
                  <a:pt x="452348" y="96481"/>
                  <a:pt x="451668" y="96706"/>
                </a:cubicBezTo>
                <a:cubicBezTo>
                  <a:pt x="451034" y="96935"/>
                  <a:pt x="450171" y="97095"/>
                  <a:pt x="449079" y="97184"/>
                </a:cubicBezTo>
                <a:cubicBezTo>
                  <a:pt x="447990" y="97321"/>
                  <a:pt x="446604" y="97389"/>
                  <a:pt x="444927" y="97389"/>
                </a:cubicBezTo>
                <a:cubicBezTo>
                  <a:pt x="443247" y="97389"/>
                  <a:pt x="441861" y="97321"/>
                  <a:pt x="440772" y="97184"/>
                </a:cubicBezTo>
                <a:cubicBezTo>
                  <a:pt x="439681" y="97095"/>
                  <a:pt x="438798" y="96935"/>
                  <a:pt x="438115" y="96706"/>
                </a:cubicBezTo>
                <a:cubicBezTo>
                  <a:pt x="437480" y="96481"/>
                  <a:pt x="437026" y="96209"/>
                  <a:pt x="436755" y="95889"/>
                </a:cubicBezTo>
                <a:cubicBezTo>
                  <a:pt x="436480" y="95526"/>
                  <a:pt x="436346" y="95118"/>
                  <a:pt x="436346" y="94663"/>
                </a:cubicBezTo>
                <a:lnTo>
                  <a:pt x="436346" y="5106"/>
                </a:lnTo>
                <a:cubicBezTo>
                  <a:pt x="436346" y="4652"/>
                  <a:pt x="436480" y="4243"/>
                  <a:pt x="436755" y="3880"/>
                </a:cubicBezTo>
                <a:cubicBezTo>
                  <a:pt x="437026" y="3518"/>
                  <a:pt x="437480" y="3223"/>
                  <a:pt x="438115" y="2995"/>
                </a:cubicBezTo>
                <a:cubicBezTo>
                  <a:pt x="438798" y="2723"/>
                  <a:pt x="439681" y="2520"/>
                  <a:pt x="440772" y="2383"/>
                </a:cubicBezTo>
                <a:cubicBezTo>
                  <a:pt x="441861" y="2246"/>
                  <a:pt x="443247" y="2177"/>
                  <a:pt x="444927" y="2177"/>
                </a:cubicBezTo>
                <a:cubicBezTo>
                  <a:pt x="446604" y="2177"/>
                  <a:pt x="447990" y="2246"/>
                  <a:pt x="449079" y="2383"/>
                </a:cubicBezTo>
                <a:cubicBezTo>
                  <a:pt x="450171" y="2520"/>
                  <a:pt x="451034" y="2723"/>
                  <a:pt x="451668" y="2995"/>
                </a:cubicBezTo>
                <a:cubicBezTo>
                  <a:pt x="452348" y="3223"/>
                  <a:pt x="452825" y="3518"/>
                  <a:pt x="453099" y="3880"/>
                </a:cubicBezTo>
                <a:cubicBezTo>
                  <a:pt x="453371" y="4243"/>
                  <a:pt x="453508" y="4652"/>
                  <a:pt x="453508" y="5106"/>
                </a:cubicBezTo>
                <a:lnTo>
                  <a:pt x="453508" y="38682"/>
                </a:lnTo>
                <a:cubicBezTo>
                  <a:pt x="456457" y="35776"/>
                  <a:pt x="459455" y="33621"/>
                  <a:pt x="462498" y="32213"/>
                </a:cubicBezTo>
                <a:cubicBezTo>
                  <a:pt x="465584" y="30761"/>
                  <a:pt x="468784" y="30032"/>
                  <a:pt x="472099" y="30032"/>
                </a:cubicBezTo>
                <a:cubicBezTo>
                  <a:pt x="476231" y="30032"/>
                  <a:pt x="479706" y="30715"/>
                  <a:pt x="482520" y="32075"/>
                </a:cubicBezTo>
                <a:cubicBezTo>
                  <a:pt x="485381" y="33438"/>
                  <a:pt x="487672" y="35302"/>
                  <a:pt x="489398" y="37662"/>
                </a:cubicBezTo>
                <a:cubicBezTo>
                  <a:pt x="491170" y="40022"/>
                  <a:pt x="492439" y="42791"/>
                  <a:pt x="493213" y="45969"/>
                </a:cubicBezTo>
                <a:cubicBezTo>
                  <a:pt x="493985" y="49103"/>
                  <a:pt x="494370" y="52915"/>
                  <a:pt x="494370" y="57413"/>
                </a:cubicBezTo>
                <a:lnTo>
                  <a:pt x="494370" y="94663"/>
                </a:lnTo>
                <a:close/>
                <a:moveTo>
                  <a:pt x="541293" y="62725"/>
                </a:moveTo>
                <a:cubicBezTo>
                  <a:pt x="541293" y="65357"/>
                  <a:pt x="541045" y="67197"/>
                  <a:pt x="540545" y="68240"/>
                </a:cubicBezTo>
                <a:cubicBezTo>
                  <a:pt x="540045" y="69286"/>
                  <a:pt x="539250" y="69806"/>
                  <a:pt x="538162" y="69806"/>
                </a:cubicBezTo>
                <a:lnTo>
                  <a:pt x="509829" y="69806"/>
                </a:lnTo>
                <a:cubicBezTo>
                  <a:pt x="508695" y="69806"/>
                  <a:pt x="507878" y="69286"/>
                  <a:pt x="507378" y="68240"/>
                </a:cubicBezTo>
                <a:cubicBezTo>
                  <a:pt x="506878" y="67151"/>
                  <a:pt x="506629" y="65311"/>
                  <a:pt x="506629" y="62725"/>
                </a:cubicBezTo>
                <a:cubicBezTo>
                  <a:pt x="506629" y="60182"/>
                  <a:pt x="506878" y="58387"/>
                  <a:pt x="507378" y="57344"/>
                </a:cubicBezTo>
                <a:cubicBezTo>
                  <a:pt x="507878" y="56298"/>
                  <a:pt x="508695" y="55778"/>
                  <a:pt x="509829" y="55778"/>
                </a:cubicBezTo>
                <a:lnTo>
                  <a:pt x="538162" y="55778"/>
                </a:lnTo>
                <a:cubicBezTo>
                  <a:pt x="538704" y="55778"/>
                  <a:pt x="539159" y="55890"/>
                  <a:pt x="539522" y="56118"/>
                </a:cubicBezTo>
                <a:cubicBezTo>
                  <a:pt x="539930" y="56344"/>
                  <a:pt x="540273" y="56730"/>
                  <a:pt x="540545" y="57276"/>
                </a:cubicBezTo>
                <a:cubicBezTo>
                  <a:pt x="540816" y="57822"/>
                  <a:pt x="540999" y="58547"/>
                  <a:pt x="541090" y="59456"/>
                </a:cubicBezTo>
                <a:cubicBezTo>
                  <a:pt x="541225" y="60362"/>
                  <a:pt x="541293" y="61453"/>
                  <a:pt x="541293" y="62725"/>
                </a:cubicBezTo>
                <a:close/>
                <a:moveTo>
                  <a:pt x="589851" y="88671"/>
                </a:moveTo>
                <a:cubicBezTo>
                  <a:pt x="589851" y="90668"/>
                  <a:pt x="589717" y="92212"/>
                  <a:pt x="589442" y="93303"/>
                </a:cubicBezTo>
                <a:cubicBezTo>
                  <a:pt x="589217" y="94346"/>
                  <a:pt x="588899" y="95095"/>
                  <a:pt x="588491" y="95549"/>
                </a:cubicBezTo>
                <a:cubicBezTo>
                  <a:pt x="588082" y="95958"/>
                  <a:pt x="587468" y="96343"/>
                  <a:pt x="586650" y="96706"/>
                </a:cubicBezTo>
                <a:cubicBezTo>
                  <a:pt x="585879" y="97026"/>
                  <a:pt x="584947" y="97298"/>
                  <a:pt x="583859" y="97526"/>
                </a:cubicBezTo>
                <a:cubicBezTo>
                  <a:pt x="582816" y="97798"/>
                  <a:pt x="581656" y="98001"/>
                  <a:pt x="580387" y="98138"/>
                </a:cubicBezTo>
                <a:cubicBezTo>
                  <a:pt x="579161" y="98275"/>
                  <a:pt x="577912" y="98344"/>
                  <a:pt x="576641" y="98344"/>
                </a:cubicBezTo>
                <a:cubicBezTo>
                  <a:pt x="573235" y="98344"/>
                  <a:pt x="570283" y="97912"/>
                  <a:pt x="567785" y="97049"/>
                </a:cubicBezTo>
                <a:cubicBezTo>
                  <a:pt x="565288" y="96186"/>
                  <a:pt x="563225" y="94869"/>
                  <a:pt x="561590" y="93097"/>
                </a:cubicBezTo>
                <a:cubicBezTo>
                  <a:pt x="559956" y="91283"/>
                  <a:pt x="558750" y="89011"/>
                  <a:pt x="557978" y="86288"/>
                </a:cubicBezTo>
                <a:cubicBezTo>
                  <a:pt x="557207" y="83565"/>
                  <a:pt x="556821" y="80339"/>
                  <a:pt x="556821" y="76618"/>
                </a:cubicBezTo>
                <a:lnTo>
                  <a:pt x="556821" y="45494"/>
                </a:lnTo>
                <a:lnTo>
                  <a:pt x="549534" y="45494"/>
                </a:lnTo>
                <a:cubicBezTo>
                  <a:pt x="548671" y="45494"/>
                  <a:pt x="548014" y="44971"/>
                  <a:pt x="547560" y="43925"/>
                </a:cubicBezTo>
                <a:cubicBezTo>
                  <a:pt x="547106" y="42837"/>
                  <a:pt x="546877" y="41045"/>
                  <a:pt x="546877" y="38548"/>
                </a:cubicBezTo>
                <a:cubicBezTo>
                  <a:pt x="546877" y="37230"/>
                  <a:pt x="546923" y="36119"/>
                  <a:pt x="547014" y="35210"/>
                </a:cubicBezTo>
                <a:cubicBezTo>
                  <a:pt x="547151" y="34301"/>
                  <a:pt x="547331" y="33598"/>
                  <a:pt x="547560" y="33098"/>
                </a:cubicBezTo>
                <a:cubicBezTo>
                  <a:pt x="547786" y="32553"/>
                  <a:pt x="548060" y="32167"/>
                  <a:pt x="548377" y="31941"/>
                </a:cubicBezTo>
                <a:cubicBezTo>
                  <a:pt x="548740" y="31713"/>
                  <a:pt x="549149" y="31601"/>
                  <a:pt x="549603" y="31601"/>
                </a:cubicBezTo>
                <a:lnTo>
                  <a:pt x="556821" y="31601"/>
                </a:lnTo>
                <a:lnTo>
                  <a:pt x="556821" y="18048"/>
                </a:lnTo>
                <a:cubicBezTo>
                  <a:pt x="556821" y="17594"/>
                  <a:pt x="556935" y="17185"/>
                  <a:pt x="557161" y="16822"/>
                </a:cubicBezTo>
                <a:cubicBezTo>
                  <a:pt x="557435" y="16459"/>
                  <a:pt x="557890" y="16162"/>
                  <a:pt x="558524" y="15936"/>
                </a:cubicBezTo>
                <a:cubicBezTo>
                  <a:pt x="559204" y="15665"/>
                  <a:pt x="560090" y="15482"/>
                  <a:pt x="561182" y="15390"/>
                </a:cubicBezTo>
                <a:cubicBezTo>
                  <a:pt x="562316" y="15256"/>
                  <a:pt x="563699" y="15188"/>
                  <a:pt x="565334" y="15188"/>
                </a:cubicBezTo>
                <a:cubicBezTo>
                  <a:pt x="567014" y="15188"/>
                  <a:pt x="568400" y="15256"/>
                  <a:pt x="569488" y="15390"/>
                </a:cubicBezTo>
                <a:cubicBezTo>
                  <a:pt x="570623" y="15482"/>
                  <a:pt x="571509" y="15665"/>
                  <a:pt x="572146" y="15936"/>
                </a:cubicBezTo>
                <a:cubicBezTo>
                  <a:pt x="572780" y="16162"/>
                  <a:pt x="573235" y="16459"/>
                  <a:pt x="573506" y="16822"/>
                </a:cubicBezTo>
                <a:cubicBezTo>
                  <a:pt x="573780" y="17185"/>
                  <a:pt x="573915" y="17594"/>
                  <a:pt x="573915" y="18048"/>
                </a:cubicBezTo>
                <a:lnTo>
                  <a:pt x="573915" y="31601"/>
                </a:lnTo>
                <a:lnTo>
                  <a:pt x="587128" y="31601"/>
                </a:lnTo>
                <a:cubicBezTo>
                  <a:pt x="587582" y="31601"/>
                  <a:pt x="587968" y="31713"/>
                  <a:pt x="588285" y="31941"/>
                </a:cubicBezTo>
                <a:cubicBezTo>
                  <a:pt x="588648" y="32167"/>
                  <a:pt x="588945" y="32553"/>
                  <a:pt x="589171" y="33098"/>
                </a:cubicBezTo>
                <a:cubicBezTo>
                  <a:pt x="589399" y="33598"/>
                  <a:pt x="589557" y="34301"/>
                  <a:pt x="589648" y="35210"/>
                </a:cubicBezTo>
                <a:cubicBezTo>
                  <a:pt x="589785" y="36119"/>
                  <a:pt x="589851" y="37230"/>
                  <a:pt x="589851" y="38548"/>
                </a:cubicBezTo>
                <a:cubicBezTo>
                  <a:pt x="589851" y="41045"/>
                  <a:pt x="589625" y="42837"/>
                  <a:pt x="589171" y="43925"/>
                </a:cubicBezTo>
                <a:cubicBezTo>
                  <a:pt x="588716" y="44971"/>
                  <a:pt x="588059" y="45494"/>
                  <a:pt x="587196" y="45494"/>
                </a:cubicBezTo>
                <a:lnTo>
                  <a:pt x="573915" y="45494"/>
                </a:lnTo>
                <a:lnTo>
                  <a:pt x="573915" y="74029"/>
                </a:lnTo>
                <a:cubicBezTo>
                  <a:pt x="573915" y="77344"/>
                  <a:pt x="574438" y="79841"/>
                  <a:pt x="575483" y="81522"/>
                </a:cubicBezTo>
                <a:cubicBezTo>
                  <a:pt x="576526" y="83156"/>
                  <a:pt x="578387" y="83973"/>
                  <a:pt x="581067" y="83973"/>
                </a:cubicBezTo>
                <a:cubicBezTo>
                  <a:pt x="581976" y="83973"/>
                  <a:pt x="582793" y="83905"/>
                  <a:pt x="583519" y="83768"/>
                </a:cubicBezTo>
                <a:cubicBezTo>
                  <a:pt x="584244" y="83588"/>
                  <a:pt x="584882" y="83405"/>
                  <a:pt x="585425" y="83222"/>
                </a:cubicBezTo>
                <a:cubicBezTo>
                  <a:pt x="586016" y="82996"/>
                  <a:pt x="586493" y="82813"/>
                  <a:pt x="586856" y="82679"/>
                </a:cubicBezTo>
                <a:cubicBezTo>
                  <a:pt x="587265" y="82496"/>
                  <a:pt x="587628" y="82405"/>
                  <a:pt x="587945" y="82405"/>
                </a:cubicBezTo>
                <a:cubicBezTo>
                  <a:pt x="588216" y="82405"/>
                  <a:pt x="588468" y="82496"/>
                  <a:pt x="588694" y="82679"/>
                </a:cubicBezTo>
                <a:cubicBezTo>
                  <a:pt x="588968" y="82813"/>
                  <a:pt x="589171" y="83133"/>
                  <a:pt x="589308" y="83630"/>
                </a:cubicBezTo>
                <a:cubicBezTo>
                  <a:pt x="589442" y="84085"/>
                  <a:pt x="589557" y="84722"/>
                  <a:pt x="589648" y="85539"/>
                </a:cubicBezTo>
                <a:cubicBezTo>
                  <a:pt x="589785" y="86357"/>
                  <a:pt x="589851" y="87399"/>
                  <a:pt x="589851" y="88671"/>
                </a:cubicBezTo>
                <a:close/>
                <a:moveTo>
                  <a:pt x="662314" y="63677"/>
                </a:moveTo>
                <a:cubicBezTo>
                  <a:pt x="662314" y="68854"/>
                  <a:pt x="661634" y="73575"/>
                  <a:pt x="660271" y="77844"/>
                </a:cubicBezTo>
                <a:cubicBezTo>
                  <a:pt x="658911" y="82110"/>
                  <a:pt x="656845" y="85788"/>
                  <a:pt x="654076" y="88877"/>
                </a:cubicBezTo>
                <a:cubicBezTo>
                  <a:pt x="651304" y="91963"/>
                  <a:pt x="647832" y="94346"/>
                  <a:pt x="643655" y="96026"/>
                </a:cubicBezTo>
                <a:cubicBezTo>
                  <a:pt x="639477" y="97706"/>
                  <a:pt x="634596" y="98547"/>
                  <a:pt x="629013" y="98547"/>
                </a:cubicBezTo>
                <a:cubicBezTo>
                  <a:pt x="623609" y="98547"/>
                  <a:pt x="618909" y="97798"/>
                  <a:pt x="614914" y="96298"/>
                </a:cubicBezTo>
                <a:cubicBezTo>
                  <a:pt x="610919" y="94800"/>
                  <a:pt x="607605" y="92620"/>
                  <a:pt x="604973" y="89760"/>
                </a:cubicBezTo>
                <a:cubicBezTo>
                  <a:pt x="602338" y="86899"/>
                  <a:pt x="600386" y="83382"/>
                  <a:pt x="599115" y="79204"/>
                </a:cubicBezTo>
                <a:cubicBezTo>
                  <a:pt x="597843" y="75027"/>
                  <a:pt x="597206" y="70260"/>
                  <a:pt x="597206" y="64902"/>
                </a:cubicBezTo>
                <a:cubicBezTo>
                  <a:pt x="597206" y="59727"/>
                  <a:pt x="597889" y="55004"/>
                  <a:pt x="599249" y="50738"/>
                </a:cubicBezTo>
                <a:cubicBezTo>
                  <a:pt x="600658" y="46423"/>
                  <a:pt x="602747" y="42745"/>
                  <a:pt x="605516" y="39705"/>
                </a:cubicBezTo>
                <a:cubicBezTo>
                  <a:pt x="608285" y="36616"/>
                  <a:pt x="611736" y="34233"/>
                  <a:pt x="615868" y="32553"/>
                </a:cubicBezTo>
                <a:cubicBezTo>
                  <a:pt x="620046" y="30872"/>
                  <a:pt x="624927" y="30032"/>
                  <a:pt x="630510" y="30032"/>
                </a:cubicBezTo>
                <a:cubicBezTo>
                  <a:pt x="635959" y="30032"/>
                  <a:pt x="640680" y="30784"/>
                  <a:pt x="644675" y="32281"/>
                </a:cubicBezTo>
                <a:cubicBezTo>
                  <a:pt x="648673" y="33733"/>
                  <a:pt x="651964" y="35890"/>
                  <a:pt x="654550" y="38751"/>
                </a:cubicBezTo>
                <a:cubicBezTo>
                  <a:pt x="657185" y="41611"/>
                  <a:pt x="659137" y="45131"/>
                  <a:pt x="660408" y="49306"/>
                </a:cubicBezTo>
                <a:cubicBezTo>
                  <a:pt x="661680" y="53484"/>
                  <a:pt x="662314" y="58273"/>
                  <a:pt x="662314" y="63677"/>
                </a:cubicBezTo>
                <a:close/>
                <a:moveTo>
                  <a:pt x="644675" y="64359"/>
                </a:moveTo>
                <a:cubicBezTo>
                  <a:pt x="644675" y="61362"/>
                  <a:pt x="644426" y="58616"/>
                  <a:pt x="643926" y="56118"/>
                </a:cubicBezTo>
                <a:cubicBezTo>
                  <a:pt x="643472" y="53575"/>
                  <a:pt x="642677" y="51372"/>
                  <a:pt x="641543" y="49512"/>
                </a:cubicBezTo>
                <a:cubicBezTo>
                  <a:pt x="640409" y="47649"/>
                  <a:pt x="638888" y="46197"/>
                  <a:pt x="636980" y="45151"/>
                </a:cubicBezTo>
                <a:cubicBezTo>
                  <a:pt x="635119" y="44108"/>
                  <a:pt x="632759" y="43585"/>
                  <a:pt x="629899" y="43585"/>
                </a:cubicBezTo>
                <a:cubicBezTo>
                  <a:pt x="627356" y="43585"/>
                  <a:pt x="625130" y="44063"/>
                  <a:pt x="623224" y="45017"/>
                </a:cubicBezTo>
                <a:cubicBezTo>
                  <a:pt x="621318" y="45926"/>
                  <a:pt x="619749" y="47286"/>
                  <a:pt x="618523" y="49103"/>
                </a:cubicBezTo>
                <a:cubicBezTo>
                  <a:pt x="617297" y="50872"/>
                  <a:pt x="616368" y="53029"/>
                  <a:pt x="615731" y="55573"/>
                </a:cubicBezTo>
                <a:cubicBezTo>
                  <a:pt x="615143" y="58070"/>
                  <a:pt x="614845" y="60930"/>
                  <a:pt x="614845" y="64154"/>
                </a:cubicBezTo>
                <a:cubicBezTo>
                  <a:pt x="614845" y="67151"/>
                  <a:pt x="615097" y="69920"/>
                  <a:pt x="615597" y="72463"/>
                </a:cubicBezTo>
                <a:cubicBezTo>
                  <a:pt x="616094" y="74961"/>
                  <a:pt x="616889" y="77138"/>
                  <a:pt x="617980" y="79001"/>
                </a:cubicBezTo>
                <a:cubicBezTo>
                  <a:pt x="619115" y="80862"/>
                  <a:pt x="620635" y="82316"/>
                  <a:pt x="622544" y="83359"/>
                </a:cubicBezTo>
                <a:cubicBezTo>
                  <a:pt x="624449" y="84359"/>
                  <a:pt x="626810" y="84856"/>
                  <a:pt x="629624" y="84856"/>
                </a:cubicBezTo>
                <a:cubicBezTo>
                  <a:pt x="632213" y="84856"/>
                  <a:pt x="634459" y="84405"/>
                  <a:pt x="636368" y="83496"/>
                </a:cubicBezTo>
                <a:cubicBezTo>
                  <a:pt x="638274" y="82542"/>
                  <a:pt x="639840" y="81179"/>
                  <a:pt x="641066" y="79410"/>
                </a:cubicBezTo>
                <a:cubicBezTo>
                  <a:pt x="642292" y="77638"/>
                  <a:pt x="643200" y="75504"/>
                  <a:pt x="643792" y="73006"/>
                </a:cubicBezTo>
                <a:cubicBezTo>
                  <a:pt x="644381" y="70466"/>
                  <a:pt x="644675" y="67583"/>
                  <a:pt x="644675" y="64359"/>
                </a:cubicBezTo>
                <a:close/>
                <a:moveTo>
                  <a:pt x="705971" y="62725"/>
                </a:moveTo>
                <a:cubicBezTo>
                  <a:pt x="705971" y="65357"/>
                  <a:pt x="705720" y="67197"/>
                  <a:pt x="705222" y="68240"/>
                </a:cubicBezTo>
                <a:cubicBezTo>
                  <a:pt x="704722" y="69286"/>
                  <a:pt x="703928" y="69806"/>
                  <a:pt x="702836" y="69806"/>
                </a:cubicBezTo>
                <a:lnTo>
                  <a:pt x="674507" y="69806"/>
                </a:lnTo>
                <a:cubicBezTo>
                  <a:pt x="673370" y="69806"/>
                  <a:pt x="672553" y="69286"/>
                  <a:pt x="672055" y="68240"/>
                </a:cubicBezTo>
                <a:cubicBezTo>
                  <a:pt x="671555" y="67151"/>
                  <a:pt x="671304" y="65311"/>
                  <a:pt x="671304" y="62725"/>
                </a:cubicBezTo>
                <a:cubicBezTo>
                  <a:pt x="671304" y="60182"/>
                  <a:pt x="671555" y="58387"/>
                  <a:pt x="672055" y="57344"/>
                </a:cubicBezTo>
                <a:cubicBezTo>
                  <a:pt x="672553" y="56298"/>
                  <a:pt x="673370" y="55778"/>
                  <a:pt x="674507" y="55778"/>
                </a:cubicBezTo>
                <a:lnTo>
                  <a:pt x="702836" y="55778"/>
                </a:lnTo>
                <a:cubicBezTo>
                  <a:pt x="703382" y="55778"/>
                  <a:pt x="703837" y="55890"/>
                  <a:pt x="704199" y="56118"/>
                </a:cubicBezTo>
                <a:cubicBezTo>
                  <a:pt x="704608" y="56344"/>
                  <a:pt x="704948" y="56730"/>
                  <a:pt x="705222" y="57276"/>
                </a:cubicBezTo>
                <a:cubicBezTo>
                  <a:pt x="705494" y="57822"/>
                  <a:pt x="705674" y="58547"/>
                  <a:pt x="705765" y="59456"/>
                </a:cubicBezTo>
                <a:cubicBezTo>
                  <a:pt x="705903" y="60362"/>
                  <a:pt x="705971" y="61453"/>
                  <a:pt x="705971" y="62725"/>
                </a:cubicBezTo>
                <a:close/>
                <a:moveTo>
                  <a:pt x="783406" y="70555"/>
                </a:moveTo>
                <a:cubicBezTo>
                  <a:pt x="783406" y="73689"/>
                  <a:pt x="782975" y="76527"/>
                  <a:pt x="782112" y="79070"/>
                </a:cubicBezTo>
                <a:cubicBezTo>
                  <a:pt x="781249" y="81610"/>
                  <a:pt x="780046" y="83859"/>
                  <a:pt x="778503" y="85811"/>
                </a:cubicBezTo>
                <a:cubicBezTo>
                  <a:pt x="777003" y="87762"/>
                  <a:pt x="775188" y="89443"/>
                  <a:pt x="773054" y="90851"/>
                </a:cubicBezTo>
                <a:cubicBezTo>
                  <a:pt x="770965" y="92257"/>
                  <a:pt x="768650" y="93417"/>
                  <a:pt x="766107" y="94323"/>
                </a:cubicBezTo>
                <a:cubicBezTo>
                  <a:pt x="763564" y="95232"/>
                  <a:pt x="760841" y="95912"/>
                  <a:pt x="757935" y="96366"/>
                </a:cubicBezTo>
                <a:cubicBezTo>
                  <a:pt x="755074" y="96775"/>
                  <a:pt x="751874" y="96981"/>
                  <a:pt x="748331" y="96981"/>
                </a:cubicBezTo>
                <a:lnTo>
                  <a:pt x="724902" y="96981"/>
                </a:lnTo>
                <a:cubicBezTo>
                  <a:pt x="723405" y="96981"/>
                  <a:pt x="722133" y="96549"/>
                  <a:pt x="721090" y="95686"/>
                </a:cubicBezTo>
                <a:cubicBezTo>
                  <a:pt x="720090" y="94778"/>
                  <a:pt x="719590" y="93326"/>
                  <a:pt x="719590" y="91329"/>
                </a:cubicBezTo>
                <a:lnTo>
                  <a:pt x="719590" y="14505"/>
                </a:lnTo>
                <a:cubicBezTo>
                  <a:pt x="719590" y="12507"/>
                  <a:pt x="720090" y="11079"/>
                  <a:pt x="721090" y="10216"/>
                </a:cubicBezTo>
                <a:cubicBezTo>
                  <a:pt x="722133" y="9307"/>
                  <a:pt x="723405" y="8853"/>
                  <a:pt x="724902" y="8853"/>
                </a:cubicBezTo>
                <a:lnTo>
                  <a:pt x="747036" y="8853"/>
                </a:lnTo>
                <a:cubicBezTo>
                  <a:pt x="752440" y="8853"/>
                  <a:pt x="757003" y="9307"/>
                  <a:pt x="760727" y="10216"/>
                </a:cubicBezTo>
                <a:cubicBezTo>
                  <a:pt x="764496" y="11124"/>
                  <a:pt x="767650" y="12507"/>
                  <a:pt x="770193" y="14370"/>
                </a:cubicBezTo>
                <a:cubicBezTo>
                  <a:pt x="772779" y="16185"/>
                  <a:pt x="774757" y="18502"/>
                  <a:pt x="776117" y="21317"/>
                </a:cubicBezTo>
                <a:cubicBezTo>
                  <a:pt x="777480" y="24132"/>
                  <a:pt x="778160" y="27446"/>
                  <a:pt x="778160" y="31258"/>
                </a:cubicBezTo>
                <a:cubicBezTo>
                  <a:pt x="778160" y="33393"/>
                  <a:pt x="777889" y="35413"/>
                  <a:pt x="777343" y="37322"/>
                </a:cubicBezTo>
                <a:cubicBezTo>
                  <a:pt x="776800" y="39182"/>
                  <a:pt x="776006" y="40885"/>
                  <a:pt x="774960" y="42428"/>
                </a:cubicBezTo>
                <a:cubicBezTo>
                  <a:pt x="773917" y="43971"/>
                  <a:pt x="772622" y="45334"/>
                  <a:pt x="771079" y="46514"/>
                </a:cubicBezTo>
                <a:cubicBezTo>
                  <a:pt x="769579" y="47695"/>
                  <a:pt x="767856" y="48649"/>
                  <a:pt x="765901" y="49375"/>
                </a:cubicBezTo>
                <a:cubicBezTo>
                  <a:pt x="768399" y="49829"/>
                  <a:pt x="770693" y="50623"/>
                  <a:pt x="772779" y="51758"/>
                </a:cubicBezTo>
                <a:cubicBezTo>
                  <a:pt x="774914" y="52895"/>
                  <a:pt x="776754" y="54370"/>
                  <a:pt x="778297" y="56187"/>
                </a:cubicBezTo>
                <a:cubicBezTo>
                  <a:pt x="779886" y="57956"/>
                  <a:pt x="781135" y="60045"/>
                  <a:pt x="782043" y="62451"/>
                </a:cubicBezTo>
                <a:cubicBezTo>
                  <a:pt x="782952" y="64857"/>
                  <a:pt x="783406" y="67560"/>
                  <a:pt x="783406" y="70555"/>
                </a:cubicBezTo>
                <a:close/>
                <a:moveTo>
                  <a:pt x="760249" y="33438"/>
                </a:moveTo>
                <a:cubicBezTo>
                  <a:pt x="760249" y="31667"/>
                  <a:pt x="759978" y="30078"/>
                  <a:pt x="759432" y="28672"/>
                </a:cubicBezTo>
                <a:cubicBezTo>
                  <a:pt x="758886" y="27263"/>
                  <a:pt x="758069" y="26106"/>
                  <a:pt x="756980" y="25197"/>
                </a:cubicBezTo>
                <a:cubicBezTo>
                  <a:pt x="755892" y="24246"/>
                  <a:pt x="754506" y="23517"/>
                  <a:pt x="752826" y="23020"/>
                </a:cubicBezTo>
                <a:cubicBezTo>
                  <a:pt x="751191" y="22520"/>
                  <a:pt x="748991" y="22268"/>
                  <a:pt x="746219" y="22268"/>
                </a:cubicBezTo>
                <a:lnTo>
                  <a:pt x="737164" y="22268"/>
                </a:lnTo>
                <a:lnTo>
                  <a:pt x="737164" y="45151"/>
                </a:lnTo>
                <a:lnTo>
                  <a:pt x="747173" y="45151"/>
                </a:lnTo>
                <a:cubicBezTo>
                  <a:pt x="749762" y="45151"/>
                  <a:pt x="751828" y="44857"/>
                  <a:pt x="753371" y="44268"/>
                </a:cubicBezTo>
                <a:cubicBezTo>
                  <a:pt x="754914" y="43631"/>
                  <a:pt x="756186" y="42791"/>
                  <a:pt x="757186" y="41748"/>
                </a:cubicBezTo>
                <a:cubicBezTo>
                  <a:pt x="758229" y="40657"/>
                  <a:pt x="759001" y="39411"/>
                  <a:pt x="759501" y="38002"/>
                </a:cubicBezTo>
                <a:cubicBezTo>
                  <a:pt x="760001" y="36547"/>
                  <a:pt x="760249" y="35027"/>
                  <a:pt x="760249" y="33438"/>
                </a:cubicBezTo>
                <a:close/>
                <a:moveTo>
                  <a:pt x="764813" y="71169"/>
                </a:moveTo>
                <a:cubicBezTo>
                  <a:pt x="764813" y="69126"/>
                  <a:pt x="764473" y="67308"/>
                  <a:pt x="763790" y="65720"/>
                </a:cubicBezTo>
                <a:cubicBezTo>
                  <a:pt x="763110" y="64085"/>
                  <a:pt x="762112" y="62725"/>
                  <a:pt x="760795" y="61633"/>
                </a:cubicBezTo>
                <a:cubicBezTo>
                  <a:pt x="759478" y="60545"/>
                  <a:pt x="757798" y="59705"/>
                  <a:pt x="755754" y="59113"/>
                </a:cubicBezTo>
                <a:cubicBezTo>
                  <a:pt x="753711" y="58524"/>
                  <a:pt x="751057" y="58230"/>
                  <a:pt x="747788" y="58230"/>
                </a:cubicBezTo>
                <a:lnTo>
                  <a:pt x="737164" y="58230"/>
                </a:lnTo>
                <a:lnTo>
                  <a:pt x="737164" y="83290"/>
                </a:lnTo>
                <a:lnTo>
                  <a:pt x="750102" y="83290"/>
                </a:lnTo>
                <a:cubicBezTo>
                  <a:pt x="752600" y="83290"/>
                  <a:pt x="754689" y="83042"/>
                  <a:pt x="756369" y="82542"/>
                </a:cubicBezTo>
                <a:cubicBezTo>
                  <a:pt x="758092" y="81996"/>
                  <a:pt x="759569" y="81224"/>
                  <a:pt x="760795" y="80227"/>
                </a:cubicBezTo>
                <a:cubicBezTo>
                  <a:pt x="762067" y="79181"/>
                  <a:pt x="763041" y="77910"/>
                  <a:pt x="763724" y="76412"/>
                </a:cubicBezTo>
                <a:cubicBezTo>
                  <a:pt x="764450" y="74869"/>
                  <a:pt x="764813" y="73121"/>
                  <a:pt x="764813" y="71169"/>
                </a:cubicBezTo>
                <a:close/>
                <a:moveTo>
                  <a:pt x="835779" y="39568"/>
                </a:moveTo>
                <a:cubicBezTo>
                  <a:pt x="835779" y="41202"/>
                  <a:pt x="835733" y="42542"/>
                  <a:pt x="835642" y="43585"/>
                </a:cubicBezTo>
                <a:cubicBezTo>
                  <a:pt x="835550" y="44631"/>
                  <a:pt x="835413" y="45449"/>
                  <a:pt x="835233" y="46037"/>
                </a:cubicBezTo>
                <a:cubicBezTo>
                  <a:pt x="835050" y="46629"/>
                  <a:pt x="834801" y="47037"/>
                  <a:pt x="834484" y="47263"/>
                </a:cubicBezTo>
                <a:cubicBezTo>
                  <a:pt x="834210" y="47492"/>
                  <a:pt x="833847" y="47603"/>
                  <a:pt x="833393" y="47603"/>
                </a:cubicBezTo>
                <a:cubicBezTo>
                  <a:pt x="833030" y="47603"/>
                  <a:pt x="832621" y="47537"/>
                  <a:pt x="832167" y="47400"/>
                </a:cubicBezTo>
                <a:cubicBezTo>
                  <a:pt x="831713" y="47217"/>
                  <a:pt x="831192" y="47037"/>
                  <a:pt x="830601" y="46854"/>
                </a:cubicBezTo>
                <a:cubicBezTo>
                  <a:pt x="830058" y="46674"/>
                  <a:pt x="829444" y="46514"/>
                  <a:pt x="828764" y="46377"/>
                </a:cubicBezTo>
                <a:cubicBezTo>
                  <a:pt x="828081" y="46197"/>
                  <a:pt x="827332" y="46106"/>
                  <a:pt x="826515" y="46106"/>
                </a:cubicBezTo>
                <a:cubicBezTo>
                  <a:pt x="825563" y="46106"/>
                  <a:pt x="824609" y="46312"/>
                  <a:pt x="823654" y="46720"/>
                </a:cubicBezTo>
                <a:cubicBezTo>
                  <a:pt x="822703" y="47083"/>
                  <a:pt x="821703" y="47672"/>
                  <a:pt x="820660" y="48489"/>
                </a:cubicBezTo>
                <a:cubicBezTo>
                  <a:pt x="819660" y="49306"/>
                  <a:pt x="818594" y="50398"/>
                  <a:pt x="817456" y="51758"/>
                </a:cubicBezTo>
                <a:cubicBezTo>
                  <a:pt x="816368" y="53121"/>
                  <a:pt x="815188" y="54801"/>
                  <a:pt x="813916" y="56799"/>
                </a:cubicBezTo>
                <a:lnTo>
                  <a:pt x="813916" y="94663"/>
                </a:lnTo>
                <a:cubicBezTo>
                  <a:pt x="813916" y="95118"/>
                  <a:pt x="813779" y="95526"/>
                  <a:pt x="813507" y="95889"/>
                </a:cubicBezTo>
                <a:cubicBezTo>
                  <a:pt x="813236" y="96209"/>
                  <a:pt x="812759" y="96481"/>
                  <a:pt x="812076" y="96706"/>
                </a:cubicBezTo>
                <a:cubicBezTo>
                  <a:pt x="811441" y="96935"/>
                  <a:pt x="810578" y="97095"/>
                  <a:pt x="809490" y="97184"/>
                </a:cubicBezTo>
                <a:cubicBezTo>
                  <a:pt x="808398" y="97321"/>
                  <a:pt x="807015" y="97389"/>
                  <a:pt x="805335" y="97389"/>
                </a:cubicBezTo>
                <a:cubicBezTo>
                  <a:pt x="803655" y="97389"/>
                  <a:pt x="802269" y="97321"/>
                  <a:pt x="801180" y="97184"/>
                </a:cubicBezTo>
                <a:cubicBezTo>
                  <a:pt x="800091" y="97095"/>
                  <a:pt x="799206" y="96935"/>
                  <a:pt x="798526" y="96706"/>
                </a:cubicBezTo>
                <a:cubicBezTo>
                  <a:pt x="797888" y="96481"/>
                  <a:pt x="797434" y="96209"/>
                  <a:pt x="797162" y="95889"/>
                </a:cubicBezTo>
                <a:cubicBezTo>
                  <a:pt x="796891" y="95526"/>
                  <a:pt x="796754" y="95118"/>
                  <a:pt x="796754" y="94663"/>
                </a:cubicBezTo>
                <a:lnTo>
                  <a:pt x="796754" y="33916"/>
                </a:lnTo>
                <a:cubicBezTo>
                  <a:pt x="796754" y="33461"/>
                  <a:pt x="796868" y="33076"/>
                  <a:pt x="797094" y="32758"/>
                </a:cubicBezTo>
                <a:cubicBezTo>
                  <a:pt x="797323" y="32395"/>
                  <a:pt x="797731" y="32098"/>
                  <a:pt x="798320" y="31873"/>
                </a:cubicBezTo>
                <a:cubicBezTo>
                  <a:pt x="798911" y="31644"/>
                  <a:pt x="799660" y="31487"/>
                  <a:pt x="800569" y="31395"/>
                </a:cubicBezTo>
                <a:cubicBezTo>
                  <a:pt x="801520" y="31258"/>
                  <a:pt x="802700" y="31192"/>
                  <a:pt x="804109" y="31192"/>
                </a:cubicBezTo>
                <a:cubicBezTo>
                  <a:pt x="805561" y="31192"/>
                  <a:pt x="806764" y="31258"/>
                  <a:pt x="807718" y="31395"/>
                </a:cubicBezTo>
                <a:cubicBezTo>
                  <a:pt x="808673" y="31487"/>
                  <a:pt x="809398" y="31644"/>
                  <a:pt x="809898" y="31873"/>
                </a:cubicBezTo>
                <a:cubicBezTo>
                  <a:pt x="810441" y="32098"/>
                  <a:pt x="810830" y="32395"/>
                  <a:pt x="811056" y="32758"/>
                </a:cubicBezTo>
                <a:cubicBezTo>
                  <a:pt x="811281" y="33076"/>
                  <a:pt x="811396" y="33461"/>
                  <a:pt x="811396" y="33916"/>
                </a:cubicBezTo>
                <a:lnTo>
                  <a:pt x="811396" y="41474"/>
                </a:lnTo>
                <a:cubicBezTo>
                  <a:pt x="812984" y="39205"/>
                  <a:pt x="814485" y="37345"/>
                  <a:pt x="815891" y="35890"/>
                </a:cubicBezTo>
                <a:cubicBezTo>
                  <a:pt x="817299" y="34393"/>
                  <a:pt x="818637" y="33213"/>
                  <a:pt x="819908" y="32350"/>
                </a:cubicBezTo>
                <a:cubicBezTo>
                  <a:pt x="821180" y="31487"/>
                  <a:pt x="822451" y="30895"/>
                  <a:pt x="823723" y="30578"/>
                </a:cubicBezTo>
                <a:cubicBezTo>
                  <a:pt x="824995" y="30215"/>
                  <a:pt x="826266" y="30032"/>
                  <a:pt x="827538" y="30032"/>
                </a:cubicBezTo>
                <a:cubicBezTo>
                  <a:pt x="828126" y="30032"/>
                  <a:pt x="828764" y="30078"/>
                  <a:pt x="829444" y="30169"/>
                </a:cubicBezTo>
                <a:cubicBezTo>
                  <a:pt x="830124" y="30215"/>
                  <a:pt x="830830" y="30330"/>
                  <a:pt x="831555" y="30510"/>
                </a:cubicBezTo>
                <a:cubicBezTo>
                  <a:pt x="832281" y="30647"/>
                  <a:pt x="832918" y="30827"/>
                  <a:pt x="833461" y="31055"/>
                </a:cubicBezTo>
                <a:cubicBezTo>
                  <a:pt x="834007" y="31235"/>
                  <a:pt x="834393" y="31441"/>
                  <a:pt x="834619" y="31667"/>
                </a:cubicBezTo>
                <a:cubicBezTo>
                  <a:pt x="834893" y="31895"/>
                  <a:pt x="835073" y="32144"/>
                  <a:pt x="835164" y="32418"/>
                </a:cubicBezTo>
                <a:cubicBezTo>
                  <a:pt x="835302" y="32690"/>
                  <a:pt x="835413" y="33076"/>
                  <a:pt x="835504" y="33576"/>
                </a:cubicBezTo>
                <a:cubicBezTo>
                  <a:pt x="835596" y="34030"/>
                  <a:pt x="835664" y="34733"/>
                  <a:pt x="835710" y="35687"/>
                </a:cubicBezTo>
                <a:cubicBezTo>
                  <a:pt x="835756" y="36639"/>
                  <a:pt x="835779" y="37933"/>
                  <a:pt x="835779" y="39568"/>
                </a:cubicBezTo>
                <a:close/>
                <a:moveTo>
                  <a:pt x="863496" y="94663"/>
                </a:moveTo>
                <a:cubicBezTo>
                  <a:pt x="863496" y="95118"/>
                  <a:pt x="863359" y="95526"/>
                  <a:pt x="863088" y="95889"/>
                </a:cubicBezTo>
                <a:cubicBezTo>
                  <a:pt x="862816" y="96209"/>
                  <a:pt x="862339" y="96481"/>
                  <a:pt x="861656" y="96706"/>
                </a:cubicBezTo>
                <a:cubicBezTo>
                  <a:pt x="861022" y="96935"/>
                  <a:pt x="860159" y="97095"/>
                  <a:pt x="859070" y="97184"/>
                </a:cubicBezTo>
                <a:cubicBezTo>
                  <a:pt x="857979" y="97321"/>
                  <a:pt x="856596" y="97389"/>
                  <a:pt x="854915" y="97389"/>
                </a:cubicBezTo>
                <a:cubicBezTo>
                  <a:pt x="853235" y="97389"/>
                  <a:pt x="851849" y="97321"/>
                  <a:pt x="850761" y="97184"/>
                </a:cubicBezTo>
                <a:cubicBezTo>
                  <a:pt x="849672" y="97095"/>
                  <a:pt x="848786" y="96935"/>
                  <a:pt x="848103" y="96706"/>
                </a:cubicBezTo>
                <a:cubicBezTo>
                  <a:pt x="847469" y="96481"/>
                  <a:pt x="847014" y="96209"/>
                  <a:pt x="846743" y="95889"/>
                </a:cubicBezTo>
                <a:cubicBezTo>
                  <a:pt x="846469" y="95526"/>
                  <a:pt x="846334" y="95118"/>
                  <a:pt x="846334" y="94663"/>
                </a:cubicBezTo>
                <a:lnTo>
                  <a:pt x="846334" y="34053"/>
                </a:lnTo>
                <a:cubicBezTo>
                  <a:pt x="846334" y="33598"/>
                  <a:pt x="846469" y="33213"/>
                  <a:pt x="846743" y="32893"/>
                </a:cubicBezTo>
                <a:cubicBezTo>
                  <a:pt x="847014" y="32530"/>
                  <a:pt x="847469" y="32235"/>
                  <a:pt x="848103" y="32010"/>
                </a:cubicBezTo>
                <a:cubicBezTo>
                  <a:pt x="848786" y="31735"/>
                  <a:pt x="849672" y="31533"/>
                  <a:pt x="850761" y="31395"/>
                </a:cubicBezTo>
                <a:cubicBezTo>
                  <a:pt x="851849" y="31258"/>
                  <a:pt x="853235" y="31192"/>
                  <a:pt x="854915" y="31192"/>
                </a:cubicBezTo>
                <a:cubicBezTo>
                  <a:pt x="856596" y="31192"/>
                  <a:pt x="857979" y="31258"/>
                  <a:pt x="859070" y="31395"/>
                </a:cubicBezTo>
                <a:cubicBezTo>
                  <a:pt x="860159" y="31533"/>
                  <a:pt x="861022" y="31735"/>
                  <a:pt x="861656" y="32010"/>
                </a:cubicBezTo>
                <a:cubicBezTo>
                  <a:pt x="862339" y="32235"/>
                  <a:pt x="862816" y="32530"/>
                  <a:pt x="863088" y="32893"/>
                </a:cubicBezTo>
                <a:cubicBezTo>
                  <a:pt x="863359" y="33213"/>
                  <a:pt x="863496" y="33598"/>
                  <a:pt x="863496" y="34053"/>
                </a:cubicBezTo>
                <a:lnTo>
                  <a:pt x="863496" y="94663"/>
                </a:lnTo>
                <a:close/>
                <a:moveTo>
                  <a:pt x="864791" y="13347"/>
                </a:moveTo>
                <a:cubicBezTo>
                  <a:pt x="864791" y="16799"/>
                  <a:pt x="864085" y="19182"/>
                  <a:pt x="862679" y="20500"/>
                </a:cubicBezTo>
                <a:cubicBezTo>
                  <a:pt x="861271" y="21814"/>
                  <a:pt x="858662" y="22474"/>
                  <a:pt x="854847" y="22474"/>
                </a:cubicBezTo>
                <a:cubicBezTo>
                  <a:pt x="850986" y="22474"/>
                  <a:pt x="848377" y="21837"/>
                  <a:pt x="847014" y="20568"/>
                </a:cubicBezTo>
                <a:cubicBezTo>
                  <a:pt x="845697" y="19297"/>
                  <a:pt x="845040" y="17002"/>
                  <a:pt x="845040" y="13687"/>
                </a:cubicBezTo>
                <a:cubicBezTo>
                  <a:pt x="845040" y="10238"/>
                  <a:pt x="845720" y="7855"/>
                  <a:pt x="847083" y="6538"/>
                </a:cubicBezTo>
                <a:cubicBezTo>
                  <a:pt x="848492" y="5175"/>
                  <a:pt x="851124" y="4495"/>
                  <a:pt x="854984" y="4495"/>
                </a:cubicBezTo>
                <a:cubicBezTo>
                  <a:pt x="858796" y="4495"/>
                  <a:pt x="861385" y="5152"/>
                  <a:pt x="862748" y="6469"/>
                </a:cubicBezTo>
                <a:cubicBezTo>
                  <a:pt x="864108" y="7741"/>
                  <a:pt x="864791" y="10033"/>
                  <a:pt x="864791" y="13347"/>
                </a:cubicBezTo>
                <a:close/>
                <a:moveTo>
                  <a:pt x="926562" y="84993"/>
                </a:moveTo>
                <a:cubicBezTo>
                  <a:pt x="926562" y="86174"/>
                  <a:pt x="926516" y="87174"/>
                  <a:pt x="926424" y="87991"/>
                </a:cubicBezTo>
                <a:cubicBezTo>
                  <a:pt x="926379" y="88763"/>
                  <a:pt x="926287" y="89420"/>
                  <a:pt x="926153" y="89966"/>
                </a:cubicBezTo>
                <a:cubicBezTo>
                  <a:pt x="926061" y="90511"/>
                  <a:pt x="925924" y="90966"/>
                  <a:pt x="925744" y="91329"/>
                </a:cubicBezTo>
                <a:cubicBezTo>
                  <a:pt x="925607" y="91646"/>
                  <a:pt x="925267" y="92077"/>
                  <a:pt x="924721" y="92620"/>
                </a:cubicBezTo>
                <a:cubicBezTo>
                  <a:pt x="924178" y="93120"/>
                  <a:pt x="923247" y="93757"/>
                  <a:pt x="921930" y="94529"/>
                </a:cubicBezTo>
                <a:cubicBezTo>
                  <a:pt x="920612" y="95255"/>
                  <a:pt x="919115" y="95912"/>
                  <a:pt x="917435" y="96503"/>
                </a:cubicBezTo>
                <a:cubicBezTo>
                  <a:pt x="915754" y="97095"/>
                  <a:pt x="913917" y="97569"/>
                  <a:pt x="911920" y="97935"/>
                </a:cubicBezTo>
                <a:cubicBezTo>
                  <a:pt x="909965" y="98298"/>
                  <a:pt x="907945" y="98478"/>
                  <a:pt x="905856" y="98478"/>
                </a:cubicBezTo>
                <a:cubicBezTo>
                  <a:pt x="901181" y="98478"/>
                  <a:pt x="897026" y="97752"/>
                  <a:pt x="893395" y="96298"/>
                </a:cubicBezTo>
                <a:cubicBezTo>
                  <a:pt x="889808" y="94846"/>
                  <a:pt x="886788" y="92712"/>
                  <a:pt x="884336" y="89897"/>
                </a:cubicBezTo>
                <a:cubicBezTo>
                  <a:pt x="881885" y="87037"/>
                  <a:pt x="880021" y="83565"/>
                  <a:pt x="878753" y="79479"/>
                </a:cubicBezTo>
                <a:cubicBezTo>
                  <a:pt x="877527" y="75392"/>
                  <a:pt x="876912" y="70715"/>
                  <a:pt x="876912" y="65448"/>
                </a:cubicBezTo>
                <a:cubicBezTo>
                  <a:pt x="876912" y="59365"/>
                  <a:pt x="877661" y="54121"/>
                  <a:pt x="879161" y="49715"/>
                </a:cubicBezTo>
                <a:cubicBezTo>
                  <a:pt x="880704" y="45266"/>
                  <a:pt x="882839" y="41588"/>
                  <a:pt x="885562" y="38682"/>
                </a:cubicBezTo>
                <a:cubicBezTo>
                  <a:pt x="888285" y="35776"/>
                  <a:pt x="891509" y="33621"/>
                  <a:pt x="895232" y="32213"/>
                </a:cubicBezTo>
                <a:cubicBezTo>
                  <a:pt x="898955" y="30807"/>
                  <a:pt x="903041" y="30101"/>
                  <a:pt x="907491" y="30101"/>
                </a:cubicBezTo>
                <a:cubicBezTo>
                  <a:pt x="909308" y="30101"/>
                  <a:pt x="911080" y="30261"/>
                  <a:pt x="912803" y="30578"/>
                </a:cubicBezTo>
                <a:cubicBezTo>
                  <a:pt x="914574" y="30895"/>
                  <a:pt x="916209" y="31327"/>
                  <a:pt x="917706" y="31873"/>
                </a:cubicBezTo>
                <a:cubicBezTo>
                  <a:pt x="919252" y="32418"/>
                  <a:pt x="920612" y="33030"/>
                  <a:pt x="921792" y="33710"/>
                </a:cubicBezTo>
                <a:cubicBezTo>
                  <a:pt x="923018" y="34393"/>
                  <a:pt x="923881" y="34982"/>
                  <a:pt x="924381" y="35482"/>
                </a:cubicBezTo>
                <a:cubicBezTo>
                  <a:pt x="924881" y="35982"/>
                  <a:pt x="925221" y="36413"/>
                  <a:pt x="925404" y="36776"/>
                </a:cubicBezTo>
                <a:cubicBezTo>
                  <a:pt x="925630" y="37093"/>
                  <a:pt x="925790" y="37525"/>
                  <a:pt x="925879" y="38070"/>
                </a:cubicBezTo>
                <a:cubicBezTo>
                  <a:pt x="926016" y="38613"/>
                  <a:pt x="926107" y="39296"/>
                  <a:pt x="926153" y="40114"/>
                </a:cubicBezTo>
                <a:cubicBezTo>
                  <a:pt x="926244" y="40885"/>
                  <a:pt x="926287" y="41840"/>
                  <a:pt x="926287" y="42974"/>
                </a:cubicBezTo>
                <a:cubicBezTo>
                  <a:pt x="926287" y="45606"/>
                  <a:pt x="926061" y="47469"/>
                  <a:pt x="925607" y="48557"/>
                </a:cubicBezTo>
                <a:cubicBezTo>
                  <a:pt x="925153" y="49603"/>
                  <a:pt x="924564" y="50123"/>
                  <a:pt x="923835" y="50123"/>
                </a:cubicBezTo>
                <a:cubicBezTo>
                  <a:pt x="923064" y="50123"/>
                  <a:pt x="922247" y="49806"/>
                  <a:pt x="921384" y="49172"/>
                </a:cubicBezTo>
                <a:cubicBezTo>
                  <a:pt x="920524" y="48535"/>
                  <a:pt x="919501" y="47832"/>
                  <a:pt x="918320" y="47060"/>
                </a:cubicBezTo>
                <a:cubicBezTo>
                  <a:pt x="917140" y="46289"/>
                  <a:pt x="915732" y="45583"/>
                  <a:pt x="914097" y="44948"/>
                </a:cubicBezTo>
                <a:cubicBezTo>
                  <a:pt x="912463" y="44314"/>
                  <a:pt x="910511" y="43994"/>
                  <a:pt x="908242" y="43994"/>
                </a:cubicBezTo>
                <a:cubicBezTo>
                  <a:pt x="903790" y="43994"/>
                  <a:pt x="900387" y="45720"/>
                  <a:pt x="898024" y="49172"/>
                </a:cubicBezTo>
                <a:cubicBezTo>
                  <a:pt x="895663" y="52575"/>
                  <a:pt x="894483" y="57593"/>
                  <a:pt x="894483" y="64222"/>
                </a:cubicBezTo>
                <a:cubicBezTo>
                  <a:pt x="894483" y="67491"/>
                  <a:pt x="894778" y="70375"/>
                  <a:pt x="895369" y="72872"/>
                </a:cubicBezTo>
                <a:cubicBezTo>
                  <a:pt x="895961" y="75369"/>
                  <a:pt x="896821" y="77458"/>
                  <a:pt x="897958" y="79136"/>
                </a:cubicBezTo>
                <a:cubicBezTo>
                  <a:pt x="899138" y="80816"/>
                  <a:pt x="900590" y="82087"/>
                  <a:pt x="902316" y="82950"/>
                </a:cubicBezTo>
                <a:cubicBezTo>
                  <a:pt x="904087" y="83768"/>
                  <a:pt x="906130" y="84176"/>
                  <a:pt x="908445" y="84176"/>
                </a:cubicBezTo>
                <a:cubicBezTo>
                  <a:pt x="910805" y="84176"/>
                  <a:pt x="912826" y="83836"/>
                  <a:pt x="914506" y="83156"/>
                </a:cubicBezTo>
                <a:cubicBezTo>
                  <a:pt x="916232" y="82427"/>
                  <a:pt x="917729" y="81633"/>
                  <a:pt x="919001" y="80770"/>
                </a:cubicBezTo>
                <a:cubicBezTo>
                  <a:pt x="920272" y="79910"/>
                  <a:pt x="921341" y="79136"/>
                  <a:pt x="922201" y="78456"/>
                </a:cubicBezTo>
                <a:cubicBezTo>
                  <a:pt x="923064" y="77730"/>
                  <a:pt x="923793" y="77367"/>
                  <a:pt x="924381" y="77367"/>
                </a:cubicBezTo>
                <a:cubicBezTo>
                  <a:pt x="924790" y="77367"/>
                  <a:pt x="925130" y="77478"/>
                  <a:pt x="925404" y="77707"/>
                </a:cubicBezTo>
                <a:cubicBezTo>
                  <a:pt x="925676" y="77933"/>
                  <a:pt x="925879" y="78364"/>
                  <a:pt x="926016" y="79001"/>
                </a:cubicBezTo>
                <a:cubicBezTo>
                  <a:pt x="926199" y="79590"/>
                  <a:pt x="926333" y="80361"/>
                  <a:pt x="926424" y="81316"/>
                </a:cubicBezTo>
                <a:cubicBezTo>
                  <a:pt x="926516" y="82270"/>
                  <a:pt x="926562" y="83496"/>
                  <a:pt x="926562" y="84993"/>
                </a:cubicBezTo>
                <a:close/>
                <a:moveTo>
                  <a:pt x="995416" y="94732"/>
                </a:moveTo>
                <a:cubicBezTo>
                  <a:pt x="995416" y="95186"/>
                  <a:pt x="995279" y="95595"/>
                  <a:pt x="995007" y="95958"/>
                </a:cubicBezTo>
                <a:cubicBezTo>
                  <a:pt x="994779" y="96278"/>
                  <a:pt x="994324" y="96549"/>
                  <a:pt x="993644" y="96775"/>
                </a:cubicBezTo>
                <a:cubicBezTo>
                  <a:pt x="993007" y="96958"/>
                  <a:pt x="992124" y="97095"/>
                  <a:pt x="990987" y="97184"/>
                </a:cubicBezTo>
                <a:cubicBezTo>
                  <a:pt x="989852" y="97321"/>
                  <a:pt x="988378" y="97389"/>
                  <a:pt x="986560" y="97389"/>
                </a:cubicBezTo>
                <a:cubicBezTo>
                  <a:pt x="984700" y="97389"/>
                  <a:pt x="983177" y="97344"/>
                  <a:pt x="981997" y="97252"/>
                </a:cubicBezTo>
                <a:cubicBezTo>
                  <a:pt x="980863" y="97161"/>
                  <a:pt x="979908" y="97026"/>
                  <a:pt x="979137" y="96844"/>
                </a:cubicBezTo>
                <a:cubicBezTo>
                  <a:pt x="978411" y="96618"/>
                  <a:pt x="977842" y="96321"/>
                  <a:pt x="977434" y="95958"/>
                </a:cubicBezTo>
                <a:cubicBezTo>
                  <a:pt x="977025" y="95595"/>
                  <a:pt x="976662" y="95118"/>
                  <a:pt x="976345" y="94529"/>
                </a:cubicBezTo>
                <a:lnTo>
                  <a:pt x="956120" y="62519"/>
                </a:lnTo>
                <a:lnTo>
                  <a:pt x="956120" y="94663"/>
                </a:lnTo>
                <a:cubicBezTo>
                  <a:pt x="956120" y="95118"/>
                  <a:pt x="955982" y="95526"/>
                  <a:pt x="955711" y="95889"/>
                </a:cubicBezTo>
                <a:cubicBezTo>
                  <a:pt x="955437" y="96209"/>
                  <a:pt x="954959" y="96481"/>
                  <a:pt x="954279" y="96706"/>
                </a:cubicBezTo>
                <a:cubicBezTo>
                  <a:pt x="953645" y="96935"/>
                  <a:pt x="952782" y="97095"/>
                  <a:pt x="951690" y="97184"/>
                </a:cubicBezTo>
                <a:cubicBezTo>
                  <a:pt x="950602" y="97321"/>
                  <a:pt x="949216" y="97389"/>
                  <a:pt x="947538" y="97389"/>
                </a:cubicBezTo>
                <a:cubicBezTo>
                  <a:pt x="945858" y="97389"/>
                  <a:pt x="944472" y="97321"/>
                  <a:pt x="943384" y="97184"/>
                </a:cubicBezTo>
                <a:cubicBezTo>
                  <a:pt x="942292" y="97095"/>
                  <a:pt x="941406" y="96935"/>
                  <a:pt x="940726" y="96706"/>
                </a:cubicBezTo>
                <a:cubicBezTo>
                  <a:pt x="940092" y="96481"/>
                  <a:pt x="939637" y="96209"/>
                  <a:pt x="939363" y="95889"/>
                </a:cubicBezTo>
                <a:cubicBezTo>
                  <a:pt x="939092" y="95526"/>
                  <a:pt x="938954" y="95118"/>
                  <a:pt x="938954" y="94663"/>
                </a:cubicBezTo>
                <a:lnTo>
                  <a:pt x="938954" y="5106"/>
                </a:lnTo>
                <a:cubicBezTo>
                  <a:pt x="938954" y="4652"/>
                  <a:pt x="939092" y="4243"/>
                  <a:pt x="939363" y="3880"/>
                </a:cubicBezTo>
                <a:cubicBezTo>
                  <a:pt x="939637" y="3518"/>
                  <a:pt x="940092" y="3223"/>
                  <a:pt x="940726" y="2995"/>
                </a:cubicBezTo>
                <a:cubicBezTo>
                  <a:pt x="941406" y="2723"/>
                  <a:pt x="942292" y="2520"/>
                  <a:pt x="943384" y="2383"/>
                </a:cubicBezTo>
                <a:cubicBezTo>
                  <a:pt x="944472" y="2246"/>
                  <a:pt x="945858" y="2177"/>
                  <a:pt x="947538" y="2177"/>
                </a:cubicBezTo>
                <a:cubicBezTo>
                  <a:pt x="949216" y="2177"/>
                  <a:pt x="950602" y="2246"/>
                  <a:pt x="951690" y="2383"/>
                </a:cubicBezTo>
                <a:cubicBezTo>
                  <a:pt x="952782" y="2520"/>
                  <a:pt x="953645" y="2723"/>
                  <a:pt x="954279" y="2995"/>
                </a:cubicBezTo>
                <a:cubicBezTo>
                  <a:pt x="954959" y="3223"/>
                  <a:pt x="955437" y="3518"/>
                  <a:pt x="955711" y="3880"/>
                </a:cubicBezTo>
                <a:cubicBezTo>
                  <a:pt x="955982" y="4243"/>
                  <a:pt x="956120" y="4652"/>
                  <a:pt x="956120" y="5106"/>
                </a:cubicBezTo>
                <a:lnTo>
                  <a:pt x="956120" y="58433"/>
                </a:lnTo>
                <a:lnTo>
                  <a:pt x="974099" y="34256"/>
                </a:lnTo>
                <a:cubicBezTo>
                  <a:pt x="974462" y="33710"/>
                  <a:pt x="974870" y="33236"/>
                  <a:pt x="975325" y="32827"/>
                </a:cubicBezTo>
                <a:cubicBezTo>
                  <a:pt x="975779" y="32418"/>
                  <a:pt x="976368" y="32098"/>
                  <a:pt x="977094" y="31873"/>
                </a:cubicBezTo>
                <a:cubicBezTo>
                  <a:pt x="977865" y="31644"/>
                  <a:pt x="978797" y="31487"/>
                  <a:pt x="979885" y="31395"/>
                </a:cubicBezTo>
                <a:cubicBezTo>
                  <a:pt x="981023" y="31258"/>
                  <a:pt x="982451" y="31192"/>
                  <a:pt x="984177" y="31192"/>
                </a:cubicBezTo>
                <a:cubicBezTo>
                  <a:pt x="985858" y="31192"/>
                  <a:pt x="987263" y="31258"/>
                  <a:pt x="988401" y="31395"/>
                </a:cubicBezTo>
                <a:cubicBezTo>
                  <a:pt x="989581" y="31487"/>
                  <a:pt x="990512" y="31644"/>
                  <a:pt x="991192" y="31873"/>
                </a:cubicBezTo>
                <a:cubicBezTo>
                  <a:pt x="991918" y="32098"/>
                  <a:pt x="992418" y="32395"/>
                  <a:pt x="992690" y="32758"/>
                </a:cubicBezTo>
                <a:cubicBezTo>
                  <a:pt x="992964" y="33076"/>
                  <a:pt x="993098" y="33484"/>
                  <a:pt x="993098" y="33984"/>
                </a:cubicBezTo>
                <a:cubicBezTo>
                  <a:pt x="993098" y="34664"/>
                  <a:pt x="992918" y="35390"/>
                  <a:pt x="992553" y="36162"/>
                </a:cubicBezTo>
                <a:cubicBezTo>
                  <a:pt x="992235" y="36936"/>
                  <a:pt x="991735" y="37753"/>
                  <a:pt x="991055" y="38613"/>
                </a:cubicBezTo>
                <a:lnTo>
                  <a:pt x="973282" y="58773"/>
                </a:lnTo>
                <a:lnTo>
                  <a:pt x="993847" y="90577"/>
                </a:lnTo>
                <a:cubicBezTo>
                  <a:pt x="994393" y="91486"/>
                  <a:pt x="994779" y="92280"/>
                  <a:pt x="995007" y="92963"/>
                </a:cubicBezTo>
                <a:cubicBezTo>
                  <a:pt x="995279" y="93597"/>
                  <a:pt x="995416" y="94189"/>
                  <a:pt x="995416" y="947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E6C02-CCAB-4FAE-9A8F-8E6A81AD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1" y="219783"/>
            <a:ext cx="1153165" cy="1153166"/>
          </a:xfrm>
          <a:custGeom xmlns:a="http://schemas.openxmlformats.org/drawingml/2006/main">
            <a:pathLst>
              <a:path w="1153165" h="1153166">
                <a:moveTo>
                  <a:pt x="0" y="1153166"/>
                </a:moveTo>
                <a:lnTo>
                  <a:pt x="1153165" y="1153166"/>
                </a:lnTo>
                <a:lnTo>
                  <a:pt x="1153165" y="0"/>
                </a:lnTo>
                <a:lnTo>
                  <a:pt x="0" y="0"/>
                </a:lnTo>
                <a:lnTo>
                  <a:pt x="0" y="11531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cf0f595544ac1"/>
          <a:stretch xmlns:a="http://schemas.openxmlformats.org/drawingml/2006/main"/>
        </p:blipFill>
        <p:spPr>
          <a:xfrm xmlns:a="http://schemas.openxmlformats.org/drawingml/2006/main">
            <a:off x="71921" y="219784"/>
            <a:ext cx="1153165" cy="1153165"/>
          </a:xfrm>
          <a:prstGeom xmlns:a="http://schemas.openxmlformats.org/drawingml/2006/main" prst="rect">
            <a:avLst/>
          </a:prstGeom>
        </p:spPr>
      </p:pic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7201E-7C1F-4330-9DF6-80C453B0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1" y="217607"/>
            <a:ext cx="1157523" cy="1157523"/>
          </a:xfrm>
          <a:custGeom xmlns:a="http://schemas.openxmlformats.org/drawingml/2006/main">
            <a:pathLst>
              <a:path w="1157523" h="1157523" fill="none">
                <a:moveTo>
                  <a:pt x="0" y="0"/>
                </a:moveTo>
                <a:lnTo>
                  <a:pt x="1157523" y="0"/>
                </a:lnTo>
                <a:lnTo>
                  <a:pt x="1157523" y="1157523"/>
                </a:lnTo>
                <a:lnTo>
                  <a:pt x="0" y="1157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59" cap="flat">
            <a:solidFill>
              <a:srgbClr val="00000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70780-9B2C-4736-8332-7E687DFD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837" y="1504092"/>
            <a:ext cx="1497879" cy="211277"/>
          </a:xfrm>
          <a:custGeom xmlns:a="http://schemas.openxmlformats.org/drawingml/2006/main">
            <a:pathLst>
              <a:path w="1497879" h="211277">
                <a:moveTo>
                  <a:pt x="0" y="211277"/>
                </a:moveTo>
                <a:lnTo>
                  <a:pt x="0" y="0"/>
                </a:lnTo>
                <a:lnTo>
                  <a:pt x="1497879" y="0"/>
                </a:lnTo>
                <a:lnTo>
                  <a:pt x="1497879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FE74D-75C5-4DA7-B288-91CE9A0A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901" y="1560558"/>
            <a:ext cx="1263815" cy="119658"/>
          </a:xfrm>
          <a:custGeom xmlns:a="http://schemas.openxmlformats.org/drawingml/2006/main">
            <a:pathLst>
              <a:path w="1263815" h="119658">
                <a:moveTo>
                  <a:pt x="58773" y="93097"/>
                </a:moveTo>
                <a:cubicBezTo>
                  <a:pt x="58773" y="93460"/>
                  <a:pt x="58707" y="93777"/>
                  <a:pt x="58570" y="94052"/>
                </a:cubicBezTo>
                <a:cubicBezTo>
                  <a:pt x="58433" y="94323"/>
                  <a:pt x="58139" y="94552"/>
                  <a:pt x="57684" y="94732"/>
                </a:cubicBezTo>
                <a:cubicBezTo>
                  <a:pt x="57230" y="94915"/>
                  <a:pt x="56596" y="95049"/>
                  <a:pt x="55778" y="95140"/>
                </a:cubicBezTo>
                <a:cubicBezTo>
                  <a:pt x="54961" y="95232"/>
                  <a:pt x="53870" y="95278"/>
                  <a:pt x="52509" y="95278"/>
                </a:cubicBezTo>
                <a:cubicBezTo>
                  <a:pt x="51329" y="95278"/>
                  <a:pt x="50352" y="95232"/>
                  <a:pt x="49580" y="95140"/>
                </a:cubicBezTo>
                <a:cubicBezTo>
                  <a:pt x="48855" y="95049"/>
                  <a:pt x="48263" y="94915"/>
                  <a:pt x="47809" y="94732"/>
                </a:cubicBezTo>
                <a:cubicBezTo>
                  <a:pt x="47354" y="94506"/>
                  <a:pt x="46992" y="94209"/>
                  <a:pt x="46720" y="93846"/>
                </a:cubicBezTo>
                <a:cubicBezTo>
                  <a:pt x="46492" y="93483"/>
                  <a:pt x="46289" y="93029"/>
                  <a:pt x="46106" y="92486"/>
                </a:cubicBezTo>
                <a:lnTo>
                  <a:pt x="38002" y="71712"/>
                </a:lnTo>
                <a:cubicBezTo>
                  <a:pt x="37047" y="69352"/>
                  <a:pt x="36050" y="67194"/>
                  <a:pt x="35004" y="65242"/>
                </a:cubicBezTo>
                <a:cubicBezTo>
                  <a:pt x="34007" y="63245"/>
                  <a:pt x="32804" y="61542"/>
                  <a:pt x="31395" y="60136"/>
                </a:cubicBezTo>
                <a:cubicBezTo>
                  <a:pt x="29989" y="58682"/>
                  <a:pt x="28332" y="57570"/>
                  <a:pt x="26423" y="56799"/>
                </a:cubicBezTo>
                <a:cubicBezTo>
                  <a:pt x="24517" y="55981"/>
                  <a:pt x="22226" y="55573"/>
                  <a:pt x="19545" y="55573"/>
                </a:cubicBezTo>
                <a:lnTo>
                  <a:pt x="11713" y="55573"/>
                </a:lnTo>
                <a:lnTo>
                  <a:pt x="11713" y="93097"/>
                </a:lnTo>
                <a:cubicBezTo>
                  <a:pt x="11713" y="93460"/>
                  <a:pt x="11601" y="93777"/>
                  <a:pt x="11373" y="94052"/>
                </a:cubicBezTo>
                <a:cubicBezTo>
                  <a:pt x="11193" y="94323"/>
                  <a:pt x="10873" y="94552"/>
                  <a:pt x="10421" y="94732"/>
                </a:cubicBezTo>
                <a:cubicBezTo>
                  <a:pt x="10013" y="94869"/>
                  <a:pt x="9421" y="94983"/>
                  <a:pt x="8650" y="95072"/>
                </a:cubicBezTo>
                <a:cubicBezTo>
                  <a:pt x="7924" y="95209"/>
                  <a:pt x="6992" y="95278"/>
                  <a:pt x="5858" y="95278"/>
                </a:cubicBezTo>
                <a:cubicBezTo>
                  <a:pt x="4721" y="95278"/>
                  <a:pt x="3769" y="95209"/>
                  <a:pt x="2998" y="95072"/>
                </a:cubicBezTo>
                <a:cubicBezTo>
                  <a:pt x="2269" y="94983"/>
                  <a:pt x="1680" y="94869"/>
                  <a:pt x="1226" y="94732"/>
                </a:cubicBezTo>
                <a:cubicBezTo>
                  <a:pt x="772" y="94552"/>
                  <a:pt x="454" y="94323"/>
                  <a:pt x="271" y="94052"/>
                </a:cubicBezTo>
                <a:cubicBezTo>
                  <a:pt x="91" y="93777"/>
                  <a:pt x="0" y="93460"/>
                  <a:pt x="0" y="93097"/>
                </a:cubicBezTo>
                <a:lnTo>
                  <a:pt x="0" y="11507"/>
                </a:lnTo>
                <a:cubicBezTo>
                  <a:pt x="0" y="9738"/>
                  <a:pt x="454" y="8512"/>
                  <a:pt x="1363" y="7830"/>
                </a:cubicBezTo>
                <a:cubicBezTo>
                  <a:pt x="2315" y="7104"/>
                  <a:pt x="3315" y="6741"/>
                  <a:pt x="4358" y="6741"/>
                </a:cubicBezTo>
                <a:lnTo>
                  <a:pt x="23089" y="6741"/>
                </a:lnTo>
                <a:cubicBezTo>
                  <a:pt x="25312" y="6741"/>
                  <a:pt x="27152" y="6809"/>
                  <a:pt x="28604" y="6947"/>
                </a:cubicBezTo>
                <a:cubicBezTo>
                  <a:pt x="30101" y="7035"/>
                  <a:pt x="31441" y="7149"/>
                  <a:pt x="32621" y="7287"/>
                </a:cubicBezTo>
                <a:cubicBezTo>
                  <a:pt x="36027" y="7875"/>
                  <a:pt x="39025" y="8807"/>
                  <a:pt x="41611" y="10078"/>
                </a:cubicBezTo>
                <a:cubicBezTo>
                  <a:pt x="44246" y="11350"/>
                  <a:pt x="46449" y="12962"/>
                  <a:pt x="48217" y="14913"/>
                </a:cubicBezTo>
                <a:cubicBezTo>
                  <a:pt x="49989" y="16865"/>
                  <a:pt x="51306" y="19114"/>
                  <a:pt x="52169" y="21657"/>
                </a:cubicBezTo>
                <a:cubicBezTo>
                  <a:pt x="53075" y="24154"/>
                  <a:pt x="53530" y="26923"/>
                  <a:pt x="53530" y="29964"/>
                </a:cubicBezTo>
                <a:cubicBezTo>
                  <a:pt x="53530" y="32916"/>
                  <a:pt x="53121" y="35573"/>
                  <a:pt x="52304" y="37933"/>
                </a:cubicBezTo>
                <a:cubicBezTo>
                  <a:pt x="51532" y="40248"/>
                  <a:pt x="50398" y="42314"/>
                  <a:pt x="48900" y="44131"/>
                </a:cubicBezTo>
                <a:cubicBezTo>
                  <a:pt x="47400" y="45900"/>
                  <a:pt x="45609" y="47446"/>
                  <a:pt x="43520" y="48760"/>
                </a:cubicBezTo>
                <a:cubicBezTo>
                  <a:pt x="41431" y="50078"/>
                  <a:pt x="39093" y="51192"/>
                  <a:pt x="36505" y="52098"/>
                </a:cubicBezTo>
                <a:cubicBezTo>
                  <a:pt x="37956" y="52735"/>
                  <a:pt x="39273" y="53552"/>
                  <a:pt x="40454" y="54550"/>
                </a:cubicBezTo>
                <a:cubicBezTo>
                  <a:pt x="41634" y="55504"/>
                  <a:pt x="42725" y="56661"/>
                  <a:pt x="43723" y="58024"/>
                </a:cubicBezTo>
                <a:cubicBezTo>
                  <a:pt x="44768" y="59387"/>
                  <a:pt x="45743" y="60953"/>
                  <a:pt x="46652" y="62722"/>
                </a:cubicBezTo>
                <a:cubicBezTo>
                  <a:pt x="47560" y="64494"/>
                  <a:pt x="48469" y="66491"/>
                  <a:pt x="49375" y="68717"/>
                </a:cubicBezTo>
                <a:lnTo>
                  <a:pt x="57276" y="88125"/>
                </a:lnTo>
                <a:cubicBezTo>
                  <a:pt x="57913" y="89760"/>
                  <a:pt x="58322" y="90917"/>
                  <a:pt x="58502" y="91600"/>
                </a:cubicBezTo>
                <a:cubicBezTo>
                  <a:pt x="58684" y="92234"/>
                  <a:pt x="58773" y="92734"/>
                  <a:pt x="58773" y="93097"/>
                </a:cubicBezTo>
                <a:close/>
                <a:moveTo>
                  <a:pt x="41137" y="31190"/>
                </a:moveTo>
                <a:cubicBezTo>
                  <a:pt x="41137" y="27741"/>
                  <a:pt x="40362" y="24835"/>
                  <a:pt x="38819" y="22474"/>
                </a:cubicBezTo>
                <a:cubicBezTo>
                  <a:pt x="37276" y="20068"/>
                  <a:pt x="34687" y="18342"/>
                  <a:pt x="31055" y="17296"/>
                </a:cubicBezTo>
                <a:cubicBezTo>
                  <a:pt x="29921" y="16979"/>
                  <a:pt x="28626" y="16754"/>
                  <a:pt x="27175" y="16616"/>
                </a:cubicBezTo>
                <a:cubicBezTo>
                  <a:pt x="25766" y="16479"/>
                  <a:pt x="23906" y="16413"/>
                  <a:pt x="21588" y="16413"/>
                </a:cubicBezTo>
                <a:lnTo>
                  <a:pt x="11713" y="16413"/>
                </a:lnTo>
                <a:lnTo>
                  <a:pt x="11713" y="46106"/>
                </a:lnTo>
                <a:lnTo>
                  <a:pt x="23154" y="46106"/>
                </a:lnTo>
                <a:cubicBezTo>
                  <a:pt x="26243" y="46106"/>
                  <a:pt x="28898" y="45743"/>
                  <a:pt x="31124" y="45017"/>
                </a:cubicBezTo>
                <a:cubicBezTo>
                  <a:pt x="33393" y="44243"/>
                  <a:pt x="35279" y="43200"/>
                  <a:pt x="36776" y="41882"/>
                </a:cubicBezTo>
                <a:cubicBezTo>
                  <a:pt x="38273" y="40522"/>
                  <a:pt x="39365" y="38931"/>
                  <a:pt x="40045" y="37116"/>
                </a:cubicBezTo>
                <a:cubicBezTo>
                  <a:pt x="40771" y="35299"/>
                  <a:pt x="41137" y="33324"/>
                  <a:pt x="41137" y="31190"/>
                </a:cubicBezTo>
                <a:close/>
                <a:moveTo>
                  <a:pt x="124290" y="59862"/>
                </a:moveTo>
                <a:cubicBezTo>
                  <a:pt x="124290" y="61633"/>
                  <a:pt x="123835" y="62905"/>
                  <a:pt x="122930" y="63677"/>
                </a:cubicBezTo>
                <a:cubicBezTo>
                  <a:pt x="122067" y="64402"/>
                  <a:pt x="121067" y="64765"/>
                  <a:pt x="119932" y="64765"/>
                </a:cubicBezTo>
                <a:lnTo>
                  <a:pt x="79750" y="64765"/>
                </a:lnTo>
                <a:cubicBezTo>
                  <a:pt x="79750" y="68171"/>
                  <a:pt x="80090" y="71237"/>
                  <a:pt x="80773" y="73961"/>
                </a:cubicBezTo>
                <a:cubicBezTo>
                  <a:pt x="81453" y="76684"/>
                  <a:pt x="82587" y="79024"/>
                  <a:pt x="84176" y="80976"/>
                </a:cubicBezTo>
                <a:cubicBezTo>
                  <a:pt x="85765" y="82928"/>
                  <a:pt x="87831" y="84425"/>
                  <a:pt x="90374" y="85471"/>
                </a:cubicBezTo>
                <a:cubicBezTo>
                  <a:pt x="92917" y="86514"/>
                  <a:pt x="96026" y="87037"/>
                  <a:pt x="99704" y="87037"/>
                </a:cubicBezTo>
                <a:cubicBezTo>
                  <a:pt x="102610" y="87037"/>
                  <a:pt x="105199" y="86808"/>
                  <a:pt x="107468" y="86357"/>
                </a:cubicBezTo>
                <a:cubicBezTo>
                  <a:pt x="109739" y="85856"/>
                  <a:pt x="111691" y="85311"/>
                  <a:pt x="113326" y="84722"/>
                </a:cubicBezTo>
                <a:cubicBezTo>
                  <a:pt x="115006" y="84131"/>
                  <a:pt x="116369" y="83608"/>
                  <a:pt x="117412" y="83153"/>
                </a:cubicBezTo>
                <a:cubicBezTo>
                  <a:pt x="118501" y="82656"/>
                  <a:pt x="119318" y="82405"/>
                  <a:pt x="119864" y="82405"/>
                </a:cubicBezTo>
                <a:cubicBezTo>
                  <a:pt x="120181" y="82405"/>
                  <a:pt x="120455" y="82496"/>
                  <a:pt x="120681" y="82679"/>
                </a:cubicBezTo>
                <a:cubicBezTo>
                  <a:pt x="120952" y="82813"/>
                  <a:pt x="121158" y="83042"/>
                  <a:pt x="121295" y="83359"/>
                </a:cubicBezTo>
                <a:cubicBezTo>
                  <a:pt x="121429" y="83676"/>
                  <a:pt x="121521" y="84131"/>
                  <a:pt x="121567" y="84722"/>
                </a:cubicBezTo>
                <a:cubicBezTo>
                  <a:pt x="121658" y="85265"/>
                  <a:pt x="121704" y="85948"/>
                  <a:pt x="121704" y="86765"/>
                </a:cubicBezTo>
                <a:cubicBezTo>
                  <a:pt x="121704" y="87354"/>
                  <a:pt x="121681" y="87877"/>
                  <a:pt x="121635" y="88331"/>
                </a:cubicBezTo>
                <a:cubicBezTo>
                  <a:pt x="121589" y="88740"/>
                  <a:pt x="121521" y="89125"/>
                  <a:pt x="121429" y="89488"/>
                </a:cubicBezTo>
                <a:cubicBezTo>
                  <a:pt x="121384" y="89806"/>
                  <a:pt x="121272" y="90100"/>
                  <a:pt x="121089" y="90374"/>
                </a:cubicBezTo>
                <a:cubicBezTo>
                  <a:pt x="120952" y="90646"/>
                  <a:pt x="120749" y="90917"/>
                  <a:pt x="120478" y="91191"/>
                </a:cubicBezTo>
                <a:cubicBezTo>
                  <a:pt x="120249" y="91417"/>
                  <a:pt x="119524" y="91826"/>
                  <a:pt x="118298" y="92417"/>
                </a:cubicBezTo>
                <a:cubicBezTo>
                  <a:pt x="117072" y="92960"/>
                  <a:pt x="115483" y="93506"/>
                  <a:pt x="113531" y="94052"/>
                </a:cubicBezTo>
                <a:cubicBezTo>
                  <a:pt x="111577" y="94595"/>
                  <a:pt x="109308" y="95072"/>
                  <a:pt x="106719" y="95481"/>
                </a:cubicBezTo>
                <a:cubicBezTo>
                  <a:pt x="104176" y="95935"/>
                  <a:pt x="101453" y="96163"/>
                  <a:pt x="98547" y="96163"/>
                </a:cubicBezTo>
                <a:cubicBezTo>
                  <a:pt x="93509" y="96163"/>
                  <a:pt x="89080" y="95458"/>
                  <a:pt x="85268" y="94052"/>
                </a:cubicBezTo>
                <a:cubicBezTo>
                  <a:pt x="81499" y="92643"/>
                  <a:pt x="78321" y="90554"/>
                  <a:pt x="75732" y="87785"/>
                </a:cubicBezTo>
                <a:cubicBezTo>
                  <a:pt x="73143" y="85016"/>
                  <a:pt x="71192" y="81542"/>
                  <a:pt x="69874" y="77367"/>
                </a:cubicBezTo>
                <a:cubicBezTo>
                  <a:pt x="68560" y="73189"/>
                  <a:pt x="67900" y="68331"/>
                  <a:pt x="67900" y="62791"/>
                </a:cubicBezTo>
                <a:cubicBezTo>
                  <a:pt x="67900" y="57524"/>
                  <a:pt x="68580" y="52804"/>
                  <a:pt x="69943" y="48626"/>
                </a:cubicBezTo>
                <a:cubicBezTo>
                  <a:pt x="71306" y="44403"/>
                  <a:pt x="73258" y="40839"/>
                  <a:pt x="75801" y="37933"/>
                </a:cubicBezTo>
                <a:cubicBezTo>
                  <a:pt x="78387" y="34982"/>
                  <a:pt x="81499" y="32736"/>
                  <a:pt x="85131" y="31190"/>
                </a:cubicBezTo>
                <a:cubicBezTo>
                  <a:pt x="88763" y="29601"/>
                  <a:pt x="92826" y="28806"/>
                  <a:pt x="97321" y="28806"/>
                </a:cubicBezTo>
                <a:cubicBezTo>
                  <a:pt x="102133" y="28806"/>
                  <a:pt x="106219" y="29578"/>
                  <a:pt x="109579" y="31124"/>
                </a:cubicBezTo>
                <a:cubicBezTo>
                  <a:pt x="112986" y="32667"/>
                  <a:pt x="115777" y="34756"/>
                  <a:pt x="117958" y="37388"/>
                </a:cubicBezTo>
                <a:cubicBezTo>
                  <a:pt x="120135" y="39976"/>
                  <a:pt x="121727" y="43040"/>
                  <a:pt x="122724" y="46583"/>
                </a:cubicBezTo>
                <a:cubicBezTo>
                  <a:pt x="123770" y="50078"/>
                  <a:pt x="124290" y="53824"/>
                  <a:pt x="124290" y="57819"/>
                </a:cubicBezTo>
                <a:lnTo>
                  <a:pt x="124290" y="59862"/>
                </a:lnTo>
                <a:close/>
                <a:moveTo>
                  <a:pt x="112986" y="56524"/>
                </a:moveTo>
                <a:cubicBezTo>
                  <a:pt x="113123" y="50623"/>
                  <a:pt x="111805" y="45991"/>
                  <a:pt x="109036" y="42631"/>
                </a:cubicBezTo>
                <a:cubicBezTo>
                  <a:pt x="106310" y="39273"/>
                  <a:pt x="102247" y="37593"/>
                  <a:pt x="96844" y="37593"/>
                </a:cubicBezTo>
                <a:cubicBezTo>
                  <a:pt x="94075" y="37593"/>
                  <a:pt x="91646" y="38113"/>
                  <a:pt x="89557" y="39159"/>
                </a:cubicBezTo>
                <a:cubicBezTo>
                  <a:pt x="87468" y="40202"/>
                  <a:pt x="85722" y="41588"/>
                  <a:pt x="84313" y="43314"/>
                </a:cubicBezTo>
                <a:cubicBezTo>
                  <a:pt x="82905" y="45040"/>
                  <a:pt x="81816" y="47060"/>
                  <a:pt x="81044" y="49375"/>
                </a:cubicBezTo>
                <a:cubicBezTo>
                  <a:pt x="80273" y="51644"/>
                  <a:pt x="79841" y="54030"/>
                  <a:pt x="79750" y="56524"/>
                </a:cubicBezTo>
                <a:lnTo>
                  <a:pt x="112986" y="56524"/>
                </a:lnTo>
                <a:close/>
                <a:moveTo>
                  <a:pt x="194167" y="93166"/>
                </a:moveTo>
                <a:cubicBezTo>
                  <a:pt x="194167" y="93529"/>
                  <a:pt x="194076" y="93846"/>
                  <a:pt x="193893" y="94120"/>
                </a:cubicBezTo>
                <a:cubicBezTo>
                  <a:pt x="193713" y="94346"/>
                  <a:pt x="193416" y="94552"/>
                  <a:pt x="193007" y="94732"/>
                </a:cubicBezTo>
                <a:cubicBezTo>
                  <a:pt x="192598" y="94915"/>
                  <a:pt x="192033" y="95049"/>
                  <a:pt x="191307" y="95140"/>
                </a:cubicBezTo>
                <a:cubicBezTo>
                  <a:pt x="190578" y="95232"/>
                  <a:pt x="189672" y="95278"/>
                  <a:pt x="188581" y="95278"/>
                </a:cubicBezTo>
                <a:cubicBezTo>
                  <a:pt x="187446" y="95278"/>
                  <a:pt x="186515" y="95232"/>
                  <a:pt x="185789" y="95140"/>
                </a:cubicBezTo>
                <a:cubicBezTo>
                  <a:pt x="185063" y="95049"/>
                  <a:pt x="184494" y="94915"/>
                  <a:pt x="184086" y="94732"/>
                </a:cubicBezTo>
                <a:cubicBezTo>
                  <a:pt x="183677" y="94552"/>
                  <a:pt x="183383" y="94346"/>
                  <a:pt x="183200" y="94120"/>
                </a:cubicBezTo>
                <a:cubicBezTo>
                  <a:pt x="183020" y="93846"/>
                  <a:pt x="182929" y="93529"/>
                  <a:pt x="182929" y="93166"/>
                </a:cubicBezTo>
                <a:lnTo>
                  <a:pt x="182929" y="57276"/>
                </a:lnTo>
                <a:cubicBezTo>
                  <a:pt x="182929" y="53778"/>
                  <a:pt x="182657" y="50964"/>
                  <a:pt x="182111" y="48829"/>
                </a:cubicBezTo>
                <a:cubicBezTo>
                  <a:pt x="181566" y="46697"/>
                  <a:pt x="180771" y="44857"/>
                  <a:pt x="179728" y="43314"/>
                </a:cubicBezTo>
                <a:cubicBezTo>
                  <a:pt x="178682" y="41771"/>
                  <a:pt x="177322" y="40588"/>
                  <a:pt x="175642" y="39771"/>
                </a:cubicBezTo>
                <a:cubicBezTo>
                  <a:pt x="174007" y="38953"/>
                  <a:pt x="172102" y="38545"/>
                  <a:pt x="169921" y="38545"/>
                </a:cubicBezTo>
                <a:cubicBezTo>
                  <a:pt x="167107" y="38545"/>
                  <a:pt x="164292" y="39545"/>
                  <a:pt x="161474" y="41542"/>
                </a:cubicBezTo>
                <a:cubicBezTo>
                  <a:pt x="158660" y="43540"/>
                  <a:pt x="155711" y="46469"/>
                  <a:pt x="152622" y="50329"/>
                </a:cubicBezTo>
                <a:lnTo>
                  <a:pt x="152622" y="93166"/>
                </a:lnTo>
                <a:cubicBezTo>
                  <a:pt x="152622" y="93529"/>
                  <a:pt x="152530" y="93846"/>
                  <a:pt x="152350" y="94120"/>
                </a:cubicBezTo>
                <a:cubicBezTo>
                  <a:pt x="152168" y="94346"/>
                  <a:pt x="151873" y="94552"/>
                  <a:pt x="151465" y="94732"/>
                </a:cubicBezTo>
                <a:cubicBezTo>
                  <a:pt x="151056" y="94915"/>
                  <a:pt x="150487" y="95049"/>
                  <a:pt x="149762" y="95140"/>
                </a:cubicBezTo>
                <a:cubicBezTo>
                  <a:pt x="149036" y="95232"/>
                  <a:pt x="148104" y="95278"/>
                  <a:pt x="146970" y="95278"/>
                </a:cubicBezTo>
                <a:cubicBezTo>
                  <a:pt x="145881" y="95278"/>
                  <a:pt x="144972" y="95232"/>
                  <a:pt x="144247" y="95140"/>
                </a:cubicBezTo>
                <a:cubicBezTo>
                  <a:pt x="143518" y="95049"/>
                  <a:pt x="142929" y="94915"/>
                  <a:pt x="142475" y="94732"/>
                </a:cubicBezTo>
                <a:cubicBezTo>
                  <a:pt x="142066" y="94552"/>
                  <a:pt x="141772" y="94346"/>
                  <a:pt x="141589" y="94120"/>
                </a:cubicBezTo>
                <a:cubicBezTo>
                  <a:pt x="141452" y="93846"/>
                  <a:pt x="141386" y="93529"/>
                  <a:pt x="141386" y="93166"/>
                </a:cubicBezTo>
                <a:lnTo>
                  <a:pt x="141386" y="31873"/>
                </a:lnTo>
                <a:cubicBezTo>
                  <a:pt x="141386" y="31510"/>
                  <a:pt x="141452" y="31212"/>
                  <a:pt x="141589" y="30987"/>
                </a:cubicBezTo>
                <a:cubicBezTo>
                  <a:pt x="141726" y="30715"/>
                  <a:pt x="141998" y="30487"/>
                  <a:pt x="142406" y="30307"/>
                </a:cubicBezTo>
                <a:cubicBezTo>
                  <a:pt x="142815" y="30078"/>
                  <a:pt x="143338" y="29941"/>
                  <a:pt x="143972" y="29898"/>
                </a:cubicBezTo>
                <a:cubicBezTo>
                  <a:pt x="144610" y="29807"/>
                  <a:pt x="145450" y="29761"/>
                  <a:pt x="146493" y="29761"/>
                </a:cubicBezTo>
                <a:cubicBezTo>
                  <a:pt x="147493" y="29761"/>
                  <a:pt x="148310" y="29807"/>
                  <a:pt x="148944" y="29898"/>
                </a:cubicBezTo>
                <a:cubicBezTo>
                  <a:pt x="149624" y="29941"/>
                  <a:pt x="150147" y="30078"/>
                  <a:pt x="150510" y="30307"/>
                </a:cubicBezTo>
                <a:cubicBezTo>
                  <a:pt x="150873" y="30487"/>
                  <a:pt x="151125" y="30715"/>
                  <a:pt x="151259" y="30987"/>
                </a:cubicBezTo>
                <a:cubicBezTo>
                  <a:pt x="151442" y="31212"/>
                  <a:pt x="151533" y="31510"/>
                  <a:pt x="151533" y="31873"/>
                </a:cubicBezTo>
                <a:lnTo>
                  <a:pt x="151533" y="39976"/>
                </a:lnTo>
                <a:cubicBezTo>
                  <a:pt x="154982" y="36116"/>
                  <a:pt x="158411" y="33301"/>
                  <a:pt x="161817" y="31533"/>
                </a:cubicBezTo>
                <a:cubicBezTo>
                  <a:pt x="165266" y="29715"/>
                  <a:pt x="168741" y="28806"/>
                  <a:pt x="172236" y="28806"/>
                </a:cubicBezTo>
                <a:cubicBezTo>
                  <a:pt x="176322" y="28806"/>
                  <a:pt x="179751" y="29512"/>
                  <a:pt x="182520" y="30918"/>
                </a:cubicBezTo>
                <a:cubicBezTo>
                  <a:pt x="185335" y="32281"/>
                  <a:pt x="187606" y="34119"/>
                  <a:pt x="189329" y="36436"/>
                </a:cubicBezTo>
                <a:cubicBezTo>
                  <a:pt x="191055" y="38751"/>
                  <a:pt x="192281" y="41474"/>
                  <a:pt x="193007" y="44608"/>
                </a:cubicBezTo>
                <a:cubicBezTo>
                  <a:pt x="193781" y="47695"/>
                  <a:pt x="194167" y="51418"/>
                  <a:pt x="194167" y="55776"/>
                </a:cubicBezTo>
                <a:lnTo>
                  <a:pt x="194167" y="93166"/>
                </a:lnTo>
                <a:close/>
                <a:moveTo>
                  <a:pt x="267173" y="93166"/>
                </a:moveTo>
                <a:cubicBezTo>
                  <a:pt x="267173" y="93529"/>
                  <a:pt x="267082" y="93846"/>
                  <a:pt x="266902" y="94120"/>
                </a:cubicBezTo>
                <a:cubicBezTo>
                  <a:pt x="266765" y="94392"/>
                  <a:pt x="266493" y="94618"/>
                  <a:pt x="266085" y="94800"/>
                </a:cubicBezTo>
                <a:cubicBezTo>
                  <a:pt x="265722" y="94938"/>
                  <a:pt x="265222" y="95049"/>
                  <a:pt x="264587" y="95140"/>
                </a:cubicBezTo>
                <a:cubicBezTo>
                  <a:pt x="263950" y="95232"/>
                  <a:pt x="263179" y="95278"/>
                  <a:pt x="262270" y="95278"/>
                </a:cubicBezTo>
                <a:cubicBezTo>
                  <a:pt x="261318" y="95278"/>
                  <a:pt x="260521" y="95232"/>
                  <a:pt x="259887" y="95140"/>
                </a:cubicBezTo>
                <a:cubicBezTo>
                  <a:pt x="259252" y="95049"/>
                  <a:pt x="258729" y="94938"/>
                  <a:pt x="258321" y="94800"/>
                </a:cubicBezTo>
                <a:cubicBezTo>
                  <a:pt x="257912" y="94618"/>
                  <a:pt x="257618" y="94392"/>
                  <a:pt x="257435" y="94120"/>
                </a:cubicBezTo>
                <a:cubicBezTo>
                  <a:pt x="257252" y="93846"/>
                  <a:pt x="257164" y="93529"/>
                  <a:pt x="257164" y="93166"/>
                </a:cubicBezTo>
                <a:lnTo>
                  <a:pt x="257164" y="85062"/>
                </a:lnTo>
                <a:cubicBezTo>
                  <a:pt x="253940" y="88557"/>
                  <a:pt x="250580" y="91283"/>
                  <a:pt x="247082" y="93235"/>
                </a:cubicBezTo>
                <a:cubicBezTo>
                  <a:pt x="243633" y="95186"/>
                  <a:pt x="239841" y="96163"/>
                  <a:pt x="235709" y="96163"/>
                </a:cubicBezTo>
                <a:cubicBezTo>
                  <a:pt x="231215" y="96163"/>
                  <a:pt x="227377" y="95300"/>
                  <a:pt x="224199" y="93575"/>
                </a:cubicBezTo>
                <a:cubicBezTo>
                  <a:pt x="221022" y="91803"/>
                  <a:pt x="218433" y="89443"/>
                  <a:pt x="216436" y="86491"/>
                </a:cubicBezTo>
                <a:cubicBezTo>
                  <a:pt x="214484" y="83496"/>
                  <a:pt x="213052" y="79999"/>
                  <a:pt x="212147" y="76004"/>
                </a:cubicBezTo>
                <a:cubicBezTo>
                  <a:pt x="211238" y="71963"/>
                  <a:pt x="210783" y="67717"/>
                  <a:pt x="210783" y="63268"/>
                </a:cubicBezTo>
                <a:cubicBezTo>
                  <a:pt x="210783" y="58002"/>
                  <a:pt x="211352" y="53255"/>
                  <a:pt x="212487" y="49035"/>
                </a:cubicBezTo>
                <a:cubicBezTo>
                  <a:pt x="213621" y="44766"/>
                  <a:pt x="215301" y="41134"/>
                  <a:pt x="217527" y="38136"/>
                </a:cubicBezTo>
                <a:cubicBezTo>
                  <a:pt x="219750" y="35142"/>
                  <a:pt x="222496" y="32847"/>
                  <a:pt x="225765" y="31258"/>
                </a:cubicBezTo>
                <a:cubicBezTo>
                  <a:pt x="229080" y="29624"/>
                  <a:pt x="232895" y="28806"/>
                  <a:pt x="237207" y="28806"/>
                </a:cubicBezTo>
                <a:cubicBezTo>
                  <a:pt x="240796" y="28806"/>
                  <a:pt x="244065" y="29601"/>
                  <a:pt x="247014" y="31190"/>
                </a:cubicBezTo>
                <a:cubicBezTo>
                  <a:pt x="250011" y="32736"/>
                  <a:pt x="252963" y="35027"/>
                  <a:pt x="255869" y="38070"/>
                </a:cubicBezTo>
                <a:lnTo>
                  <a:pt x="255869" y="2452"/>
                </a:lnTo>
                <a:cubicBezTo>
                  <a:pt x="255869" y="2132"/>
                  <a:pt x="255938" y="1837"/>
                  <a:pt x="256072" y="1566"/>
                </a:cubicBezTo>
                <a:cubicBezTo>
                  <a:pt x="256255" y="1249"/>
                  <a:pt x="256572" y="1020"/>
                  <a:pt x="257026" y="883"/>
                </a:cubicBezTo>
                <a:cubicBezTo>
                  <a:pt x="257481" y="703"/>
                  <a:pt x="258049" y="566"/>
                  <a:pt x="258729" y="474"/>
                </a:cubicBezTo>
                <a:cubicBezTo>
                  <a:pt x="259455" y="340"/>
                  <a:pt x="260364" y="271"/>
                  <a:pt x="261453" y="271"/>
                </a:cubicBezTo>
                <a:cubicBezTo>
                  <a:pt x="262587" y="271"/>
                  <a:pt x="263519" y="340"/>
                  <a:pt x="264244" y="474"/>
                </a:cubicBezTo>
                <a:cubicBezTo>
                  <a:pt x="264973" y="566"/>
                  <a:pt x="265539" y="703"/>
                  <a:pt x="265948" y="883"/>
                </a:cubicBezTo>
                <a:cubicBezTo>
                  <a:pt x="266356" y="1020"/>
                  <a:pt x="266650" y="1249"/>
                  <a:pt x="266833" y="1566"/>
                </a:cubicBezTo>
                <a:cubicBezTo>
                  <a:pt x="267059" y="1837"/>
                  <a:pt x="267173" y="2132"/>
                  <a:pt x="267173" y="2452"/>
                </a:cubicBezTo>
                <a:lnTo>
                  <a:pt x="267173" y="93166"/>
                </a:lnTo>
                <a:close/>
                <a:moveTo>
                  <a:pt x="255869" y="50055"/>
                </a:moveTo>
                <a:cubicBezTo>
                  <a:pt x="252826" y="46289"/>
                  <a:pt x="249874" y="43425"/>
                  <a:pt x="247014" y="41474"/>
                </a:cubicBezTo>
                <a:cubicBezTo>
                  <a:pt x="244199" y="39476"/>
                  <a:pt x="241250" y="38479"/>
                  <a:pt x="238161" y="38479"/>
                </a:cubicBezTo>
                <a:cubicBezTo>
                  <a:pt x="235301" y="38479"/>
                  <a:pt x="232872" y="39159"/>
                  <a:pt x="230875" y="40522"/>
                </a:cubicBezTo>
                <a:cubicBezTo>
                  <a:pt x="228877" y="41882"/>
                  <a:pt x="227243" y="43677"/>
                  <a:pt x="225971" y="45900"/>
                </a:cubicBezTo>
                <a:cubicBezTo>
                  <a:pt x="224745" y="48126"/>
                  <a:pt x="223837" y="50646"/>
                  <a:pt x="223248" y="53461"/>
                </a:cubicBezTo>
                <a:cubicBezTo>
                  <a:pt x="222702" y="56276"/>
                  <a:pt x="222431" y="59136"/>
                  <a:pt x="222431" y="62042"/>
                </a:cubicBezTo>
                <a:cubicBezTo>
                  <a:pt x="222431" y="65128"/>
                  <a:pt x="222656" y="68149"/>
                  <a:pt x="223111" y="71100"/>
                </a:cubicBezTo>
                <a:cubicBezTo>
                  <a:pt x="223611" y="74052"/>
                  <a:pt x="224451" y="76684"/>
                  <a:pt x="225631" y="79001"/>
                </a:cubicBezTo>
                <a:cubicBezTo>
                  <a:pt x="226811" y="81270"/>
                  <a:pt x="228377" y="83110"/>
                  <a:pt x="230329" y="84516"/>
                </a:cubicBezTo>
                <a:cubicBezTo>
                  <a:pt x="232280" y="85879"/>
                  <a:pt x="234732" y="86559"/>
                  <a:pt x="237684" y="86559"/>
                </a:cubicBezTo>
                <a:cubicBezTo>
                  <a:pt x="239184" y="86559"/>
                  <a:pt x="240613" y="86357"/>
                  <a:pt x="241976" y="85948"/>
                </a:cubicBezTo>
                <a:cubicBezTo>
                  <a:pt x="243382" y="85539"/>
                  <a:pt x="244813" y="84856"/>
                  <a:pt x="246265" y="83905"/>
                </a:cubicBezTo>
                <a:cubicBezTo>
                  <a:pt x="247720" y="82950"/>
                  <a:pt x="249240" y="81725"/>
                  <a:pt x="250828" y="80227"/>
                </a:cubicBezTo>
                <a:cubicBezTo>
                  <a:pt x="252417" y="78681"/>
                  <a:pt x="254097" y="76798"/>
                  <a:pt x="255869" y="74572"/>
                </a:cubicBezTo>
                <a:lnTo>
                  <a:pt x="255869" y="50055"/>
                </a:lnTo>
                <a:close/>
                <a:moveTo>
                  <a:pt x="340251" y="59862"/>
                </a:moveTo>
                <a:cubicBezTo>
                  <a:pt x="340251" y="61633"/>
                  <a:pt x="339797" y="62905"/>
                  <a:pt x="338888" y="63677"/>
                </a:cubicBezTo>
                <a:cubicBezTo>
                  <a:pt x="338025" y="64402"/>
                  <a:pt x="337028" y="64765"/>
                  <a:pt x="335891" y="64765"/>
                </a:cubicBezTo>
                <a:lnTo>
                  <a:pt x="295708" y="64765"/>
                </a:lnTo>
                <a:cubicBezTo>
                  <a:pt x="295708" y="68171"/>
                  <a:pt x="296051" y="71237"/>
                  <a:pt x="296731" y="73961"/>
                </a:cubicBezTo>
                <a:cubicBezTo>
                  <a:pt x="297411" y="76684"/>
                  <a:pt x="298549" y="79024"/>
                  <a:pt x="300138" y="80976"/>
                </a:cubicBezTo>
                <a:cubicBezTo>
                  <a:pt x="301726" y="82928"/>
                  <a:pt x="303792" y="84425"/>
                  <a:pt x="306335" y="85471"/>
                </a:cubicBezTo>
                <a:cubicBezTo>
                  <a:pt x="308876" y="86514"/>
                  <a:pt x="311988" y="87037"/>
                  <a:pt x="315665" y="87037"/>
                </a:cubicBezTo>
                <a:cubicBezTo>
                  <a:pt x="318571" y="87037"/>
                  <a:pt x="321157" y="86808"/>
                  <a:pt x="323429" y="86357"/>
                </a:cubicBezTo>
                <a:cubicBezTo>
                  <a:pt x="325698" y="85856"/>
                  <a:pt x="327650" y="85311"/>
                  <a:pt x="329284" y="84722"/>
                </a:cubicBezTo>
                <a:cubicBezTo>
                  <a:pt x="330964" y="84131"/>
                  <a:pt x="332327" y="83608"/>
                  <a:pt x="333370" y="83153"/>
                </a:cubicBezTo>
                <a:cubicBezTo>
                  <a:pt x="334462" y="82656"/>
                  <a:pt x="335279" y="82405"/>
                  <a:pt x="335822" y="82405"/>
                </a:cubicBezTo>
                <a:cubicBezTo>
                  <a:pt x="336142" y="82405"/>
                  <a:pt x="336413" y="82496"/>
                  <a:pt x="336639" y="82679"/>
                </a:cubicBezTo>
                <a:cubicBezTo>
                  <a:pt x="336914" y="82813"/>
                  <a:pt x="337116" y="83042"/>
                  <a:pt x="337254" y="83359"/>
                </a:cubicBezTo>
                <a:cubicBezTo>
                  <a:pt x="337391" y="83676"/>
                  <a:pt x="337479" y="84131"/>
                  <a:pt x="337525" y="84722"/>
                </a:cubicBezTo>
                <a:cubicBezTo>
                  <a:pt x="337616" y="85265"/>
                  <a:pt x="337662" y="85948"/>
                  <a:pt x="337662" y="86765"/>
                </a:cubicBezTo>
                <a:cubicBezTo>
                  <a:pt x="337662" y="87354"/>
                  <a:pt x="337639" y="87877"/>
                  <a:pt x="337594" y="88331"/>
                </a:cubicBezTo>
                <a:cubicBezTo>
                  <a:pt x="337548" y="88740"/>
                  <a:pt x="337479" y="89125"/>
                  <a:pt x="337391" y="89488"/>
                </a:cubicBezTo>
                <a:cubicBezTo>
                  <a:pt x="337345" y="89806"/>
                  <a:pt x="337231" y="90100"/>
                  <a:pt x="337048" y="90374"/>
                </a:cubicBezTo>
                <a:cubicBezTo>
                  <a:pt x="336914" y="90646"/>
                  <a:pt x="336708" y="90917"/>
                  <a:pt x="336436" y="91191"/>
                </a:cubicBezTo>
                <a:cubicBezTo>
                  <a:pt x="336211" y="91417"/>
                  <a:pt x="335482" y="91826"/>
                  <a:pt x="334256" y="92417"/>
                </a:cubicBezTo>
                <a:cubicBezTo>
                  <a:pt x="333030" y="92960"/>
                  <a:pt x="331441" y="93506"/>
                  <a:pt x="329490" y="94052"/>
                </a:cubicBezTo>
                <a:cubicBezTo>
                  <a:pt x="327538" y="94595"/>
                  <a:pt x="325266" y="95072"/>
                  <a:pt x="322680" y="95481"/>
                </a:cubicBezTo>
                <a:cubicBezTo>
                  <a:pt x="320137" y="95935"/>
                  <a:pt x="317411" y="96163"/>
                  <a:pt x="314508" y="96163"/>
                </a:cubicBezTo>
                <a:cubicBezTo>
                  <a:pt x="309467" y="96163"/>
                  <a:pt x="305041" y="95458"/>
                  <a:pt x="301226" y="94052"/>
                </a:cubicBezTo>
                <a:cubicBezTo>
                  <a:pt x="297457" y="92643"/>
                  <a:pt x="294280" y="90554"/>
                  <a:pt x="291691" y="87785"/>
                </a:cubicBezTo>
                <a:cubicBezTo>
                  <a:pt x="289105" y="85016"/>
                  <a:pt x="287150" y="81542"/>
                  <a:pt x="285836" y="77367"/>
                </a:cubicBezTo>
                <a:cubicBezTo>
                  <a:pt x="284518" y="73189"/>
                  <a:pt x="283858" y="68331"/>
                  <a:pt x="283858" y="62791"/>
                </a:cubicBezTo>
                <a:cubicBezTo>
                  <a:pt x="283858" y="57524"/>
                  <a:pt x="284541" y="52804"/>
                  <a:pt x="285901" y="48626"/>
                </a:cubicBezTo>
                <a:cubicBezTo>
                  <a:pt x="287264" y="44403"/>
                  <a:pt x="289216" y="40839"/>
                  <a:pt x="291759" y="37933"/>
                </a:cubicBezTo>
                <a:cubicBezTo>
                  <a:pt x="294348" y="34982"/>
                  <a:pt x="297457" y="32736"/>
                  <a:pt x="301089" y="31190"/>
                </a:cubicBezTo>
                <a:cubicBezTo>
                  <a:pt x="304721" y="29601"/>
                  <a:pt x="308787" y="28806"/>
                  <a:pt x="313282" y="28806"/>
                </a:cubicBezTo>
                <a:cubicBezTo>
                  <a:pt x="318094" y="28806"/>
                  <a:pt x="322180" y="29578"/>
                  <a:pt x="325541" y="31124"/>
                </a:cubicBezTo>
                <a:cubicBezTo>
                  <a:pt x="328944" y="32667"/>
                  <a:pt x="331736" y="34756"/>
                  <a:pt x="333916" y="37388"/>
                </a:cubicBezTo>
                <a:cubicBezTo>
                  <a:pt x="336096" y="39976"/>
                  <a:pt x="337685" y="43040"/>
                  <a:pt x="338682" y="46583"/>
                </a:cubicBezTo>
                <a:cubicBezTo>
                  <a:pt x="339728" y="50078"/>
                  <a:pt x="340251" y="53824"/>
                  <a:pt x="340251" y="57819"/>
                </a:cubicBezTo>
                <a:lnTo>
                  <a:pt x="340251" y="59862"/>
                </a:lnTo>
                <a:close/>
                <a:moveTo>
                  <a:pt x="328944" y="56524"/>
                </a:moveTo>
                <a:cubicBezTo>
                  <a:pt x="329081" y="50623"/>
                  <a:pt x="327764" y="45991"/>
                  <a:pt x="324995" y="42631"/>
                </a:cubicBezTo>
                <a:cubicBezTo>
                  <a:pt x="322272" y="39273"/>
                  <a:pt x="318208" y="37593"/>
                  <a:pt x="312805" y="37593"/>
                </a:cubicBezTo>
                <a:cubicBezTo>
                  <a:pt x="310033" y="37593"/>
                  <a:pt x="307604" y="38113"/>
                  <a:pt x="305518" y="39159"/>
                </a:cubicBezTo>
                <a:cubicBezTo>
                  <a:pt x="303429" y="40202"/>
                  <a:pt x="301681" y="41588"/>
                  <a:pt x="300272" y="43314"/>
                </a:cubicBezTo>
                <a:cubicBezTo>
                  <a:pt x="298866" y="45040"/>
                  <a:pt x="297774" y="47060"/>
                  <a:pt x="297003" y="49375"/>
                </a:cubicBezTo>
                <a:cubicBezTo>
                  <a:pt x="296231" y="51644"/>
                  <a:pt x="295800" y="54030"/>
                  <a:pt x="295708" y="56524"/>
                </a:cubicBezTo>
                <a:lnTo>
                  <a:pt x="328944" y="56524"/>
                </a:lnTo>
                <a:close/>
                <a:moveTo>
                  <a:pt x="393166" y="35890"/>
                </a:moveTo>
                <a:cubicBezTo>
                  <a:pt x="393166" y="36887"/>
                  <a:pt x="393143" y="37728"/>
                  <a:pt x="393101" y="38411"/>
                </a:cubicBezTo>
                <a:cubicBezTo>
                  <a:pt x="393055" y="39091"/>
                  <a:pt x="392963" y="39636"/>
                  <a:pt x="392826" y="40045"/>
                </a:cubicBezTo>
                <a:cubicBezTo>
                  <a:pt x="392692" y="40408"/>
                  <a:pt x="392509" y="40702"/>
                  <a:pt x="392283" y="40931"/>
                </a:cubicBezTo>
                <a:cubicBezTo>
                  <a:pt x="392100" y="41111"/>
                  <a:pt x="391829" y="41202"/>
                  <a:pt x="391466" y="41202"/>
                </a:cubicBezTo>
                <a:cubicBezTo>
                  <a:pt x="391100" y="41202"/>
                  <a:pt x="390649" y="41111"/>
                  <a:pt x="390103" y="40931"/>
                </a:cubicBezTo>
                <a:cubicBezTo>
                  <a:pt x="389603" y="40702"/>
                  <a:pt x="389014" y="40499"/>
                  <a:pt x="388331" y="40316"/>
                </a:cubicBezTo>
                <a:cubicBezTo>
                  <a:pt x="387697" y="40091"/>
                  <a:pt x="386971" y="39885"/>
                  <a:pt x="386154" y="39705"/>
                </a:cubicBezTo>
                <a:cubicBezTo>
                  <a:pt x="385337" y="39522"/>
                  <a:pt x="384451" y="39431"/>
                  <a:pt x="383497" y="39431"/>
                </a:cubicBezTo>
                <a:cubicBezTo>
                  <a:pt x="382362" y="39431"/>
                  <a:pt x="381248" y="39659"/>
                  <a:pt x="380159" y="40114"/>
                </a:cubicBezTo>
                <a:cubicBezTo>
                  <a:pt x="379070" y="40565"/>
                  <a:pt x="377913" y="41317"/>
                  <a:pt x="376687" y="42360"/>
                </a:cubicBezTo>
                <a:cubicBezTo>
                  <a:pt x="375507" y="43405"/>
                  <a:pt x="374258" y="44788"/>
                  <a:pt x="372941" y="46514"/>
                </a:cubicBezTo>
                <a:cubicBezTo>
                  <a:pt x="371624" y="48240"/>
                  <a:pt x="370172" y="50352"/>
                  <a:pt x="368580" y="52847"/>
                </a:cubicBezTo>
                <a:lnTo>
                  <a:pt x="368580" y="93166"/>
                </a:lnTo>
                <a:cubicBezTo>
                  <a:pt x="368580" y="93529"/>
                  <a:pt x="368492" y="93846"/>
                  <a:pt x="368309" y="94120"/>
                </a:cubicBezTo>
                <a:cubicBezTo>
                  <a:pt x="368129" y="94346"/>
                  <a:pt x="367832" y="94552"/>
                  <a:pt x="367423" y="94732"/>
                </a:cubicBezTo>
                <a:cubicBezTo>
                  <a:pt x="367014" y="94915"/>
                  <a:pt x="366449" y="95049"/>
                  <a:pt x="365720" y="95140"/>
                </a:cubicBezTo>
                <a:cubicBezTo>
                  <a:pt x="364994" y="95232"/>
                  <a:pt x="364063" y="95278"/>
                  <a:pt x="362928" y="95278"/>
                </a:cubicBezTo>
                <a:cubicBezTo>
                  <a:pt x="361840" y="95278"/>
                  <a:pt x="360931" y="95232"/>
                  <a:pt x="360205" y="95140"/>
                </a:cubicBezTo>
                <a:cubicBezTo>
                  <a:pt x="359479" y="95049"/>
                  <a:pt x="358888" y="94915"/>
                  <a:pt x="358433" y="94732"/>
                </a:cubicBezTo>
                <a:cubicBezTo>
                  <a:pt x="358025" y="94552"/>
                  <a:pt x="357730" y="94346"/>
                  <a:pt x="357548" y="94120"/>
                </a:cubicBezTo>
                <a:cubicBezTo>
                  <a:pt x="357413" y="93846"/>
                  <a:pt x="357345" y="93529"/>
                  <a:pt x="357345" y="93166"/>
                </a:cubicBezTo>
                <a:lnTo>
                  <a:pt x="357345" y="31873"/>
                </a:lnTo>
                <a:cubicBezTo>
                  <a:pt x="357345" y="31510"/>
                  <a:pt x="357413" y="31212"/>
                  <a:pt x="357548" y="30987"/>
                </a:cubicBezTo>
                <a:cubicBezTo>
                  <a:pt x="357685" y="30715"/>
                  <a:pt x="357956" y="30487"/>
                  <a:pt x="358365" y="30307"/>
                </a:cubicBezTo>
                <a:cubicBezTo>
                  <a:pt x="358773" y="30078"/>
                  <a:pt x="359296" y="29941"/>
                  <a:pt x="359934" y="29898"/>
                </a:cubicBezTo>
                <a:cubicBezTo>
                  <a:pt x="360568" y="29807"/>
                  <a:pt x="361408" y="29761"/>
                  <a:pt x="362451" y="29761"/>
                </a:cubicBezTo>
                <a:cubicBezTo>
                  <a:pt x="363451" y="29761"/>
                  <a:pt x="364268" y="29807"/>
                  <a:pt x="364903" y="29898"/>
                </a:cubicBezTo>
                <a:cubicBezTo>
                  <a:pt x="365586" y="29941"/>
                  <a:pt x="366106" y="30078"/>
                  <a:pt x="366472" y="30307"/>
                </a:cubicBezTo>
                <a:cubicBezTo>
                  <a:pt x="366834" y="30487"/>
                  <a:pt x="367083" y="30715"/>
                  <a:pt x="367220" y="30987"/>
                </a:cubicBezTo>
                <a:cubicBezTo>
                  <a:pt x="367400" y="31212"/>
                  <a:pt x="367492" y="31510"/>
                  <a:pt x="367492" y="31873"/>
                </a:cubicBezTo>
                <a:lnTo>
                  <a:pt x="367492" y="40794"/>
                </a:lnTo>
                <a:cubicBezTo>
                  <a:pt x="369172" y="38342"/>
                  <a:pt x="370738" y="36345"/>
                  <a:pt x="372192" y="34801"/>
                </a:cubicBezTo>
                <a:cubicBezTo>
                  <a:pt x="373690" y="33256"/>
                  <a:pt x="375098" y="32053"/>
                  <a:pt x="376413" y="31190"/>
                </a:cubicBezTo>
                <a:cubicBezTo>
                  <a:pt x="377730" y="30284"/>
                  <a:pt x="379025" y="29669"/>
                  <a:pt x="380296" y="29352"/>
                </a:cubicBezTo>
                <a:cubicBezTo>
                  <a:pt x="381613" y="28989"/>
                  <a:pt x="382928" y="28806"/>
                  <a:pt x="384245" y="28806"/>
                </a:cubicBezTo>
                <a:cubicBezTo>
                  <a:pt x="384837" y="28806"/>
                  <a:pt x="385494" y="28852"/>
                  <a:pt x="386220" y="28944"/>
                </a:cubicBezTo>
                <a:cubicBezTo>
                  <a:pt x="386991" y="28989"/>
                  <a:pt x="387788" y="29101"/>
                  <a:pt x="388606" y="29284"/>
                </a:cubicBezTo>
                <a:cubicBezTo>
                  <a:pt x="389423" y="29467"/>
                  <a:pt x="390149" y="29669"/>
                  <a:pt x="390783" y="29898"/>
                </a:cubicBezTo>
                <a:cubicBezTo>
                  <a:pt x="391466" y="30124"/>
                  <a:pt x="391940" y="30350"/>
                  <a:pt x="392215" y="30578"/>
                </a:cubicBezTo>
                <a:cubicBezTo>
                  <a:pt x="392486" y="30804"/>
                  <a:pt x="392669" y="31032"/>
                  <a:pt x="392758" y="31258"/>
                </a:cubicBezTo>
                <a:cubicBezTo>
                  <a:pt x="392849" y="31441"/>
                  <a:pt x="392918" y="31690"/>
                  <a:pt x="392963" y="32007"/>
                </a:cubicBezTo>
                <a:cubicBezTo>
                  <a:pt x="393055" y="32327"/>
                  <a:pt x="393101" y="32801"/>
                  <a:pt x="393101" y="33438"/>
                </a:cubicBezTo>
                <a:cubicBezTo>
                  <a:pt x="393143" y="34027"/>
                  <a:pt x="393166" y="34844"/>
                  <a:pt x="393166" y="35890"/>
                </a:cubicBezTo>
                <a:close/>
                <a:moveTo>
                  <a:pt x="534621" y="93097"/>
                </a:moveTo>
                <a:cubicBezTo>
                  <a:pt x="534621" y="93460"/>
                  <a:pt x="534530" y="93777"/>
                  <a:pt x="534347" y="94052"/>
                </a:cubicBezTo>
                <a:cubicBezTo>
                  <a:pt x="534167" y="94323"/>
                  <a:pt x="533850" y="94552"/>
                  <a:pt x="533395" y="94732"/>
                </a:cubicBezTo>
                <a:cubicBezTo>
                  <a:pt x="532941" y="94869"/>
                  <a:pt x="532349" y="94983"/>
                  <a:pt x="531624" y="95072"/>
                </a:cubicBezTo>
                <a:cubicBezTo>
                  <a:pt x="530944" y="95209"/>
                  <a:pt x="530035" y="95278"/>
                  <a:pt x="528900" y="95278"/>
                </a:cubicBezTo>
                <a:cubicBezTo>
                  <a:pt x="527855" y="95278"/>
                  <a:pt x="526946" y="95209"/>
                  <a:pt x="526174" y="95072"/>
                </a:cubicBezTo>
                <a:cubicBezTo>
                  <a:pt x="525449" y="94983"/>
                  <a:pt x="524860" y="94869"/>
                  <a:pt x="524406" y="94732"/>
                </a:cubicBezTo>
                <a:cubicBezTo>
                  <a:pt x="523997" y="94552"/>
                  <a:pt x="523700" y="94323"/>
                  <a:pt x="523520" y="94052"/>
                </a:cubicBezTo>
                <a:cubicBezTo>
                  <a:pt x="523337" y="93777"/>
                  <a:pt x="523248" y="93460"/>
                  <a:pt x="523248" y="93097"/>
                </a:cubicBezTo>
                <a:lnTo>
                  <a:pt x="523248" y="16345"/>
                </a:lnTo>
                <a:lnTo>
                  <a:pt x="523111" y="16345"/>
                </a:lnTo>
                <a:lnTo>
                  <a:pt x="491716" y="93437"/>
                </a:lnTo>
                <a:cubicBezTo>
                  <a:pt x="491579" y="93757"/>
                  <a:pt x="491373" y="94029"/>
                  <a:pt x="491101" y="94255"/>
                </a:cubicBezTo>
                <a:cubicBezTo>
                  <a:pt x="490876" y="94483"/>
                  <a:pt x="490513" y="94686"/>
                  <a:pt x="490013" y="94869"/>
                </a:cubicBezTo>
                <a:cubicBezTo>
                  <a:pt x="489558" y="95003"/>
                  <a:pt x="488990" y="95095"/>
                  <a:pt x="488310" y="95140"/>
                </a:cubicBezTo>
                <a:cubicBezTo>
                  <a:pt x="487672" y="95232"/>
                  <a:pt x="486901" y="95278"/>
                  <a:pt x="485995" y="95278"/>
                </a:cubicBezTo>
                <a:cubicBezTo>
                  <a:pt x="485041" y="95278"/>
                  <a:pt x="484223" y="95232"/>
                  <a:pt x="483543" y="95140"/>
                </a:cubicBezTo>
                <a:cubicBezTo>
                  <a:pt x="482860" y="95049"/>
                  <a:pt x="482295" y="94938"/>
                  <a:pt x="481840" y="94800"/>
                </a:cubicBezTo>
                <a:cubicBezTo>
                  <a:pt x="481386" y="94618"/>
                  <a:pt x="481023" y="94415"/>
                  <a:pt x="480749" y="94186"/>
                </a:cubicBezTo>
                <a:cubicBezTo>
                  <a:pt x="480523" y="93960"/>
                  <a:pt x="480363" y="93712"/>
                  <a:pt x="480274" y="93437"/>
                </a:cubicBezTo>
                <a:lnTo>
                  <a:pt x="450239" y="16345"/>
                </a:lnTo>
                <a:lnTo>
                  <a:pt x="450171" y="16345"/>
                </a:lnTo>
                <a:lnTo>
                  <a:pt x="450171" y="93097"/>
                </a:lnTo>
                <a:cubicBezTo>
                  <a:pt x="450171" y="93460"/>
                  <a:pt x="450079" y="93777"/>
                  <a:pt x="449899" y="94052"/>
                </a:cubicBezTo>
                <a:cubicBezTo>
                  <a:pt x="449716" y="94323"/>
                  <a:pt x="449399" y="94552"/>
                  <a:pt x="448945" y="94732"/>
                </a:cubicBezTo>
                <a:cubicBezTo>
                  <a:pt x="448490" y="94869"/>
                  <a:pt x="447902" y="94983"/>
                  <a:pt x="447173" y="95072"/>
                </a:cubicBezTo>
                <a:cubicBezTo>
                  <a:pt x="446447" y="95209"/>
                  <a:pt x="445516" y="95278"/>
                  <a:pt x="444381" y="95278"/>
                </a:cubicBezTo>
                <a:cubicBezTo>
                  <a:pt x="443293" y="95278"/>
                  <a:pt x="442384" y="95209"/>
                  <a:pt x="441658" y="95072"/>
                </a:cubicBezTo>
                <a:cubicBezTo>
                  <a:pt x="440932" y="94983"/>
                  <a:pt x="440341" y="94869"/>
                  <a:pt x="439886" y="94732"/>
                </a:cubicBezTo>
                <a:cubicBezTo>
                  <a:pt x="439478" y="94552"/>
                  <a:pt x="439183" y="94323"/>
                  <a:pt x="439001" y="94052"/>
                </a:cubicBezTo>
                <a:cubicBezTo>
                  <a:pt x="438866" y="93777"/>
                  <a:pt x="438798" y="93460"/>
                  <a:pt x="438798" y="93097"/>
                </a:cubicBezTo>
                <a:lnTo>
                  <a:pt x="438798" y="12053"/>
                </a:lnTo>
                <a:cubicBezTo>
                  <a:pt x="438798" y="10147"/>
                  <a:pt x="439298" y="8784"/>
                  <a:pt x="440295" y="7967"/>
                </a:cubicBezTo>
                <a:cubicBezTo>
                  <a:pt x="441295" y="7149"/>
                  <a:pt x="442407" y="6741"/>
                  <a:pt x="443633" y="6741"/>
                </a:cubicBezTo>
                <a:lnTo>
                  <a:pt x="450716" y="6741"/>
                </a:lnTo>
                <a:cubicBezTo>
                  <a:pt x="452168" y="6741"/>
                  <a:pt x="453440" y="6878"/>
                  <a:pt x="454528" y="7149"/>
                </a:cubicBezTo>
                <a:cubicBezTo>
                  <a:pt x="455620" y="7421"/>
                  <a:pt x="456571" y="7852"/>
                  <a:pt x="457389" y="8444"/>
                </a:cubicBezTo>
                <a:cubicBezTo>
                  <a:pt x="458206" y="9035"/>
                  <a:pt x="458889" y="9784"/>
                  <a:pt x="459432" y="10690"/>
                </a:cubicBezTo>
                <a:cubicBezTo>
                  <a:pt x="459977" y="11599"/>
                  <a:pt x="460455" y="12667"/>
                  <a:pt x="460863" y="13893"/>
                </a:cubicBezTo>
                <a:lnTo>
                  <a:pt x="486404" y="77707"/>
                </a:lnTo>
                <a:lnTo>
                  <a:pt x="486744" y="77707"/>
                </a:lnTo>
                <a:lnTo>
                  <a:pt x="513304" y="14096"/>
                </a:lnTo>
                <a:cubicBezTo>
                  <a:pt x="513804" y="12733"/>
                  <a:pt x="514347" y="11576"/>
                  <a:pt x="514939" y="10624"/>
                </a:cubicBezTo>
                <a:cubicBezTo>
                  <a:pt x="515527" y="9670"/>
                  <a:pt x="516165" y="8921"/>
                  <a:pt x="516845" y="8375"/>
                </a:cubicBezTo>
                <a:cubicBezTo>
                  <a:pt x="517570" y="7787"/>
                  <a:pt x="518365" y="7378"/>
                  <a:pt x="519228" y="7149"/>
                </a:cubicBezTo>
                <a:cubicBezTo>
                  <a:pt x="520091" y="6878"/>
                  <a:pt x="521091" y="6741"/>
                  <a:pt x="522225" y="6741"/>
                </a:cubicBezTo>
                <a:lnTo>
                  <a:pt x="529649" y="6741"/>
                </a:lnTo>
                <a:cubicBezTo>
                  <a:pt x="530329" y="6741"/>
                  <a:pt x="530966" y="6855"/>
                  <a:pt x="531555" y="7081"/>
                </a:cubicBezTo>
                <a:cubicBezTo>
                  <a:pt x="532192" y="7264"/>
                  <a:pt x="532712" y="7581"/>
                  <a:pt x="533121" y="8035"/>
                </a:cubicBezTo>
                <a:cubicBezTo>
                  <a:pt x="533575" y="8444"/>
                  <a:pt x="533938" y="8990"/>
                  <a:pt x="534212" y="9670"/>
                </a:cubicBezTo>
                <a:cubicBezTo>
                  <a:pt x="534484" y="10304"/>
                  <a:pt x="534621" y="11099"/>
                  <a:pt x="534621" y="12053"/>
                </a:cubicBezTo>
                <a:lnTo>
                  <a:pt x="534621" y="93097"/>
                </a:lnTo>
                <a:close/>
                <a:moveTo>
                  <a:pt x="609262" y="93166"/>
                </a:moveTo>
                <a:cubicBezTo>
                  <a:pt x="609262" y="93529"/>
                  <a:pt x="609173" y="93846"/>
                  <a:pt x="608990" y="94120"/>
                </a:cubicBezTo>
                <a:cubicBezTo>
                  <a:pt x="608853" y="94346"/>
                  <a:pt x="608582" y="94552"/>
                  <a:pt x="608173" y="94732"/>
                </a:cubicBezTo>
                <a:cubicBezTo>
                  <a:pt x="607765" y="94915"/>
                  <a:pt x="607219" y="95049"/>
                  <a:pt x="606539" y="95140"/>
                </a:cubicBezTo>
                <a:cubicBezTo>
                  <a:pt x="605904" y="95232"/>
                  <a:pt x="605110" y="95278"/>
                  <a:pt x="604156" y="95278"/>
                </a:cubicBezTo>
                <a:cubicBezTo>
                  <a:pt x="603110" y="95278"/>
                  <a:pt x="602247" y="95232"/>
                  <a:pt x="601567" y="95140"/>
                </a:cubicBezTo>
                <a:cubicBezTo>
                  <a:pt x="600932" y="95049"/>
                  <a:pt x="600409" y="94915"/>
                  <a:pt x="600001" y="94732"/>
                </a:cubicBezTo>
                <a:cubicBezTo>
                  <a:pt x="599638" y="94552"/>
                  <a:pt x="599386" y="94346"/>
                  <a:pt x="599252" y="94120"/>
                </a:cubicBezTo>
                <a:cubicBezTo>
                  <a:pt x="599115" y="93846"/>
                  <a:pt x="599046" y="93529"/>
                  <a:pt x="599046" y="93166"/>
                </a:cubicBezTo>
                <a:lnTo>
                  <a:pt x="599046" y="85062"/>
                </a:lnTo>
                <a:cubicBezTo>
                  <a:pt x="595552" y="88920"/>
                  <a:pt x="592100" y="91734"/>
                  <a:pt x="588696" y="93506"/>
                </a:cubicBezTo>
                <a:cubicBezTo>
                  <a:pt x="585290" y="95278"/>
                  <a:pt x="581838" y="96163"/>
                  <a:pt x="578344" y="96163"/>
                </a:cubicBezTo>
                <a:cubicBezTo>
                  <a:pt x="574257" y="96163"/>
                  <a:pt x="570806" y="95481"/>
                  <a:pt x="567991" y="94120"/>
                </a:cubicBezTo>
                <a:cubicBezTo>
                  <a:pt x="565222" y="92757"/>
                  <a:pt x="562973" y="90917"/>
                  <a:pt x="561250" y="88603"/>
                </a:cubicBezTo>
                <a:cubicBezTo>
                  <a:pt x="559524" y="86242"/>
                  <a:pt x="558275" y="83519"/>
                  <a:pt x="557504" y="80430"/>
                </a:cubicBezTo>
                <a:cubicBezTo>
                  <a:pt x="556778" y="77298"/>
                  <a:pt x="556412" y="73506"/>
                  <a:pt x="556412" y="69057"/>
                </a:cubicBezTo>
                <a:lnTo>
                  <a:pt x="556412" y="31873"/>
                </a:lnTo>
                <a:cubicBezTo>
                  <a:pt x="556412" y="31510"/>
                  <a:pt x="556481" y="31212"/>
                  <a:pt x="556618" y="30987"/>
                </a:cubicBezTo>
                <a:cubicBezTo>
                  <a:pt x="556801" y="30715"/>
                  <a:pt x="557118" y="30487"/>
                  <a:pt x="557573" y="30307"/>
                </a:cubicBezTo>
                <a:cubicBezTo>
                  <a:pt x="558027" y="30078"/>
                  <a:pt x="558616" y="29941"/>
                  <a:pt x="559341" y="29898"/>
                </a:cubicBezTo>
                <a:cubicBezTo>
                  <a:pt x="560070" y="29807"/>
                  <a:pt x="560976" y="29761"/>
                  <a:pt x="562067" y="29761"/>
                </a:cubicBezTo>
                <a:cubicBezTo>
                  <a:pt x="563156" y="29761"/>
                  <a:pt x="564065" y="29807"/>
                  <a:pt x="564791" y="29898"/>
                </a:cubicBezTo>
                <a:cubicBezTo>
                  <a:pt x="565516" y="29941"/>
                  <a:pt x="566085" y="30078"/>
                  <a:pt x="566494" y="30307"/>
                </a:cubicBezTo>
                <a:cubicBezTo>
                  <a:pt x="566948" y="30487"/>
                  <a:pt x="567265" y="30715"/>
                  <a:pt x="567448" y="30987"/>
                </a:cubicBezTo>
                <a:cubicBezTo>
                  <a:pt x="567628" y="31212"/>
                  <a:pt x="567720" y="31510"/>
                  <a:pt x="567720" y="31873"/>
                </a:cubicBezTo>
                <a:lnTo>
                  <a:pt x="567720" y="67560"/>
                </a:lnTo>
                <a:cubicBezTo>
                  <a:pt x="567720" y="71146"/>
                  <a:pt x="567968" y="74029"/>
                  <a:pt x="568468" y="76207"/>
                </a:cubicBezTo>
                <a:cubicBezTo>
                  <a:pt x="569014" y="78341"/>
                  <a:pt x="569808" y="80181"/>
                  <a:pt x="570851" y="81725"/>
                </a:cubicBezTo>
                <a:cubicBezTo>
                  <a:pt x="571943" y="83222"/>
                  <a:pt x="573303" y="84402"/>
                  <a:pt x="574938" y="85265"/>
                </a:cubicBezTo>
                <a:cubicBezTo>
                  <a:pt x="576572" y="86082"/>
                  <a:pt x="578481" y="86491"/>
                  <a:pt x="580658" y="86491"/>
                </a:cubicBezTo>
                <a:cubicBezTo>
                  <a:pt x="583473" y="86491"/>
                  <a:pt x="586268" y="85494"/>
                  <a:pt x="589036" y="83496"/>
                </a:cubicBezTo>
                <a:cubicBezTo>
                  <a:pt x="591851" y="81496"/>
                  <a:pt x="594826" y="78570"/>
                  <a:pt x="597958" y="74709"/>
                </a:cubicBezTo>
                <a:lnTo>
                  <a:pt x="597958" y="31873"/>
                </a:lnTo>
                <a:cubicBezTo>
                  <a:pt x="597958" y="31510"/>
                  <a:pt x="598026" y="31212"/>
                  <a:pt x="598160" y="30987"/>
                </a:cubicBezTo>
                <a:cubicBezTo>
                  <a:pt x="598343" y="30715"/>
                  <a:pt x="598661" y="30487"/>
                  <a:pt x="599115" y="30307"/>
                </a:cubicBezTo>
                <a:cubicBezTo>
                  <a:pt x="599569" y="30078"/>
                  <a:pt x="600138" y="29941"/>
                  <a:pt x="600818" y="29898"/>
                </a:cubicBezTo>
                <a:cubicBezTo>
                  <a:pt x="601544" y="29807"/>
                  <a:pt x="602475" y="29761"/>
                  <a:pt x="603610" y="29761"/>
                </a:cubicBezTo>
                <a:cubicBezTo>
                  <a:pt x="604701" y="29761"/>
                  <a:pt x="605607" y="29807"/>
                  <a:pt x="606336" y="29898"/>
                </a:cubicBezTo>
                <a:cubicBezTo>
                  <a:pt x="607062" y="29941"/>
                  <a:pt x="607627" y="30078"/>
                  <a:pt x="608036" y="30307"/>
                </a:cubicBezTo>
                <a:cubicBezTo>
                  <a:pt x="608445" y="30487"/>
                  <a:pt x="608742" y="30715"/>
                  <a:pt x="608922" y="30987"/>
                </a:cubicBezTo>
                <a:cubicBezTo>
                  <a:pt x="609150" y="31212"/>
                  <a:pt x="609262" y="31510"/>
                  <a:pt x="609262" y="31873"/>
                </a:cubicBezTo>
                <a:lnTo>
                  <a:pt x="609262" y="93166"/>
                </a:lnTo>
                <a:close/>
                <a:moveTo>
                  <a:pt x="641272" y="93166"/>
                </a:moveTo>
                <a:cubicBezTo>
                  <a:pt x="641272" y="93529"/>
                  <a:pt x="641180" y="93846"/>
                  <a:pt x="641000" y="94120"/>
                </a:cubicBezTo>
                <a:cubicBezTo>
                  <a:pt x="640817" y="94346"/>
                  <a:pt x="640523" y="94552"/>
                  <a:pt x="640114" y="94732"/>
                </a:cubicBezTo>
                <a:cubicBezTo>
                  <a:pt x="639706" y="94915"/>
                  <a:pt x="639137" y="95049"/>
                  <a:pt x="638411" y="95140"/>
                </a:cubicBezTo>
                <a:cubicBezTo>
                  <a:pt x="637685" y="95232"/>
                  <a:pt x="636754" y="95278"/>
                  <a:pt x="635619" y="95278"/>
                </a:cubicBezTo>
                <a:cubicBezTo>
                  <a:pt x="634531" y="95278"/>
                  <a:pt x="633622" y="95232"/>
                  <a:pt x="632896" y="95140"/>
                </a:cubicBezTo>
                <a:cubicBezTo>
                  <a:pt x="632168" y="95049"/>
                  <a:pt x="631579" y="94915"/>
                  <a:pt x="631125" y="94732"/>
                </a:cubicBezTo>
                <a:cubicBezTo>
                  <a:pt x="630716" y="94552"/>
                  <a:pt x="630422" y="94346"/>
                  <a:pt x="630239" y="94120"/>
                </a:cubicBezTo>
                <a:cubicBezTo>
                  <a:pt x="630102" y="93846"/>
                  <a:pt x="630036" y="93529"/>
                  <a:pt x="630036" y="93166"/>
                </a:cubicBezTo>
                <a:lnTo>
                  <a:pt x="630036" y="2177"/>
                </a:lnTo>
                <a:cubicBezTo>
                  <a:pt x="630036" y="1815"/>
                  <a:pt x="630102" y="1497"/>
                  <a:pt x="630239" y="1226"/>
                </a:cubicBezTo>
                <a:cubicBezTo>
                  <a:pt x="630422" y="952"/>
                  <a:pt x="630716" y="726"/>
                  <a:pt x="631125" y="543"/>
                </a:cubicBezTo>
                <a:cubicBezTo>
                  <a:pt x="631579" y="363"/>
                  <a:pt x="632168" y="226"/>
                  <a:pt x="632896" y="134"/>
                </a:cubicBezTo>
                <a:cubicBezTo>
                  <a:pt x="633622" y="43"/>
                  <a:pt x="634531" y="0"/>
                  <a:pt x="635619" y="0"/>
                </a:cubicBezTo>
                <a:cubicBezTo>
                  <a:pt x="636754" y="0"/>
                  <a:pt x="637685" y="43"/>
                  <a:pt x="638411" y="134"/>
                </a:cubicBezTo>
                <a:cubicBezTo>
                  <a:pt x="639137" y="226"/>
                  <a:pt x="639706" y="363"/>
                  <a:pt x="640114" y="543"/>
                </a:cubicBezTo>
                <a:cubicBezTo>
                  <a:pt x="640523" y="726"/>
                  <a:pt x="640817" y="952"/>
                  <a:pt x="641000" y="1226"/>
                </a:cubicBezTo>
                <a:cubicBezTo>
                  <a:pt x="641180" y="1497"/>
                  <a:pt x="641272" y="1815"/>
                  <a:pt x="641272" y="2177"/>
                </a:cubicBezTo>
                <a:lnTo>
                  <a:pt x="641272" y="93166"/>
                </a:lnTo>
                <a:close/>
                <a:moveTo>
                  <a:pt x="693918" y="88671"/>
                </a:moveTo>
                <a:cubicBezTo>
                  <a:pt x="693918" y="89988"/>
                  <a:pt x="693827" y="91031"/>
                  <a:pt x="693644" y="91803"/>
                </a:cubicBezTo>
                <a:cubicBezTo>
                  <a:pt x="693464" y="92574"/>
                  <a:pt x="693189" y="93143"/>
                  <a:pt x="692827" y="93506"/>
                </a:cubicBezTo>
                <a:cubicBezTo>
                  <a:pt x="692464" y="93869"/>
                  <a:pt x="691918" y="94209"/>
                  <a:pt x="691192" y="94529"/>
                </a:cubicBezTo>
                <a:cubicBezTo>
                  <a:pt x="690466" y="94846"/>
                  <a:pt x="689626" y="95095"/>
                  <a:pt x="688672" y="95278"/>
                </a:cubicBezTo>
                <a:cubicBezTo>
                  <a:pt x="687766" y="95503"/>
                  <a:pt x="686789" y="95686"/>
                  <a:pt x="685743" y="95821"/>
                </a:cubicBezTo>
                <a:cubicBezTo>
                  <a:pt x="684700" y="95958"/>
                  <a:pt x="683657" y="96026"/>
                  <a:pt x="682611" y="96026"/>
                </a:cubicBezTo>
                <a:cubicBezTo>
                  <a:pt x="679433" y="96026"/>
                  <a:pt x="676710" y="95618"/>
                  <a:pt x="674439" y="94800"/>
                </a:cubicBezTo>
                <a:cubicBezTo>
                  <a:pt x="672170" y="93937"/>
                  <a:pt x="670307" y="92666"/>
                  <a:pt x="668855" y="90986"/>
                </a:cubicBezTo>
                <a:cubicBezTo>
                  <a:pt x="667401" y="89263"/>
                  <a:pt x="666335" y="87105"/>
                  <a:pt x="665655" y="84516"/>
                </a:cubicBezTo>
                <a:cubicBezTo>
                  <a:pt x="665017" y="81885"/>
                  <a:pt x="664700" y="78796"/>
                  <a:pt x="664700" y="75255"/>
                </a:cubicBezTo>
                <a:lnTo>
                  <a:pt x="664700" y="39431"/>
                </a:lnTo>
                <a:lnTo>
                  <a:pt x="656119" y="39431"/>
                </a:lnTo>
                <a:cubicBezTo>
                  <a:pt x="655439" y="39431"/>
                  <a:pt x="654893" y="39068"/>
                  <a:pt x="654485" y="38342"/>
                </a:cubicBezTo>
                <a:cubicBezTo>
                  <a:pt x="654076" y="37616"/>
                  <a:pt x="653870" y="36436"/>
                  <a:pt x="653870" y="34801"/>
                </a:cubicBezTo>
                <a:cubicBezTo>
                  <a:pt x="653870" y="33939"/>
                  <a:pt x="653916" y="33210"/>
                  <a:pt x="654007" y="32621"/>
                </a:cubicBezTo>
                <a:cubicBezTo>
                  <a:pt x="654145" y="32030"/>
                  <a:pt x="654302" y="31555"/>
                  <a:pt x="654485" y="31190"/>
                </a:cubicBezTo>
                <a:cubicBezTo>
                  <a:pt x="654665" y="30781"/>
                  <a:pt x="654893" y="30510"/>
                  <a:pt x="655165" y="30372"/>
                </a:cubicBezTo>
                <a:cubicBezTo>
                  <a:pt x="655482" y="30192"/>
                  <a:pt x="655825" y="30101"/>
                  <a:pt x="656188" y="30101"/>
                </a:cubicBezTo>
                <a:lnTo>
                  <a:pt x="664700" y="30101"/>
                </a:lnTo>
                <a:lnTo>
                  <a:pt x="664700" y="15528"/>
                </a:lnTo>
                <a:cubicBezTo>
                  <a:pt x="664700" y="15208"/>
                  <a:pt x="664769" y="14913"/>
                  <a:pt x="664903" y="14642"/>
                </a:cubicBezTo>
                <a:cubicBezTo>
                  <a:pt x="665086" y="14368"/>
                  <a:pt x="665380" y="14142"/>
                  <a:pt x="665789" y="13959"/>
                </a:cubicBezTo>
                <a:cubicBezTo>
                  <a:pt x="666243" y="13733"/>
                  <a:pt x="666835" y="13573"/>
                  <a:pt x="667561" y="13485"/>
                </a:cubicBezTo>
                <a:cubicBezTo>
                  <a:pt x="668286" y="13393"/>
                  <a:pt x="669195" y="13347"/>
                  <a:pt x="670284" y="13347"/>
                </a:cubicBezTo>
                <a:cubicBezTo>
                  <a:pt x="671418" y="13347"/>
                  <a:pt x="672350" y="13393"/>
                  <a:pt x="673076" y="13485"/>
                </a:cubicBezTo>
                <a:cubicBezTo>
                  <a:pt x="673804" y="13573"/>
                  <a:pt x="674370" y="13733"/>
                  <a:pt x="674779" y="13959"/>
                </a:cubicBezTo>
                <a:cubicBezTo>
                  <a:pt x="675187" y="14142"/>
                  <a:pt x="675484" y="14368"/>
                  <a:pt x="675664" y="14642"/>
                </a:cubicBezTo>
                <a:cubicBezTo>
                  <a:pt x="675847" y="14913"/>
                  <a:pt x="675936" y="15208"/>
                  <a:pt x="675936" y="15528"/>
                </a:cubicBezTo>
                <a:lnTo>
                  <a:pt x="675936" y="30101"/>
                </a:lnTo>
                <a:lnTo>
                  <a:pt x="691669" y="30101"/>
                </a:lnTo>
                <a:cubicBezTo>
                  <a:pt x="692032" y="30101"/>
                  <a:pt x="692349" y="30192"/>
                  <a:pt x="692624" y="30372"/>
                </a:cubicBezTo>
                <a:cubicBezTo>
                  <a:pt x="692895" y="30510"/>
                  <a:pt x="693121" y="30781"/>
                  <a:pt x="693304" y="31190"/>
                </a:cubicBezTo>
                <a:cubicBezTo>
                  <a:pt x="693530" y="31555"/>
                  <a:pt x="693690" y="32030"/>
                  <a:pt x="693781" y="32621"/>
                </a:cubicBezTo>
                <a:cubicBezTo>
                  <a:pt x="693872" y="33210"/>
                  <a:pt x="693918" y="33939"/>
                  <a:pt x="693918" y="34801"/>
                </a:cubicBezTo>
                <a:cubicBezTo>
                  <a:pt x="693918" y="36436"/>
                  <a:pt x="693712" y="37616"/>
                  <a:pt x="693304" y="38342"/>
                </a:cubicBezTo>
                <a:cubicBezTo>
                  <a:pt x="692895" y="39068"/>
                  <a:pt x="692349" y="39431"/>
                  <a:pt x="691669" y="39431"/>
                </a:cubicBezTo>
                <a:lnTo>
                  <a:pt x="675936" y="39431"/>
                </a:lnTo>
                <a:lnTo>
                  <a:pt x="675936" y="73621"/>
                </a:lnTo>
                <a:cubicBezTo>
                  <a:pt x="675936" y="77841"/>
                  <a:pt x="676550" y="81044"/>
                  <a:pt x="677776" y="83222"/>
                </a:cubicBezTo>
                <a:cubicBezTo>
                  <a:pt x="679048" y="85356"/>
                  <a:pt x="681294" y="86422"/>
                  <a:pt x="684517" y="86422"/>
                </a:cubicBezTo>
                <a:cubicBezTo>
                  <a:pt x="685563" y="86422"/>
                  <a:pt x="686494" y="86334"/>
                  <a:pt x="687312" y="86151"/>
                </a:cubicBezTo>
                <a:cubicBezTo>
                  <a:pt x="688129" y="85925"/>
                  <a:pt x="688855" y="85696"/>
                  <a:pt x="689489" y="85471"/>
                </a:cubicBezTo>
                <a:cubicBezTo>
                  <a:pt x="690126" y="85242"/>
                  <a:pt x="690669" y="85039"/>
                  <a:pt x="691124" y="84856"/>
                </a:cubicBezTo>
                <a:cubicBezTo>
                  <a:pt x="691578" y="84631"/>
                  <a:pt x="691986" y="84516"/>
                  <a:pt x="692349" y="84516"/>
                </a:cubicBezTo>
                <a:cubicBezTo>
                  <a:pt x="692578" y="84516"/>
                  <a:pt x="692781" y="84585"/>
                  <a:pt x="692964" y="84722"/>
                </a:cubicBezTo>
                <a:cubicBezTo>
                  <a:pt x="693189" y="84811"/>
                  <a:pt x="693350" y="85016"/>
                  <a:pt x="693441" y="85334"/>
                </a:cubicBezTo>
                <a:cubicBezTo>
                  <a:pt x="693575" y="85651"/>
                  <a:pt x="693690" y="86082"/>
                  <a:pt x="693781" y="86628"/>
                </a:cubicBezTo>
                <a:cubicBezTo>
                  <a:pt x="693872" y="87174"/>
                  <a:pt x="693918" y="87854"/>
                  <a:pt x="693918" y="88671"/>
                </a:cubicBezTo>
                <a:close/>
                <a:moveTo>
                  <a:pt x="720001" y="93166"/>
                </a:moveTo>
                <a:cubicBezTo>
                  <a:pt x="720001" y="93529"/>
                  <a:pt x="719910" y="93846"/>
                  <a:pt x="719727" y="94120"/>
                </a:cubicBezTo>
                <a:cubicBezTo>
                  <a:pt x="719547" y="94346"/>
                  <a:pt x="719253" y="94552"/>
                  <a:pt x="718844" y="94732"/>
                </a:cubicBezTo>
                <a:cubicBezTo>
                  <a:pt x="718436" y="94915"/>
                  <a:pt x="717867" y="95049"/>
                  <a:pt x="717141" y="95140"/>
                </a:cubicBezTo>
                <a:cubicBezTo>
                  <a:pt x="716415" y="95232"/>
                  <a:pt x="715484" y="95278"/>
                  <a:pt x="714349" y="95278"/>
                </a:cubicBezTo>
                <a:cubicBezTo>
                  <a:pt x="713258" y="95278"/>
                  <a:pt x="712349" y="95232"/>
                  <a:pt x="711623" y="95140"/>
                </a:cubicBezTo>
                <a:cubicBezTo>
                  <a:pt x="710897" y="95049"/>
                  <a:pt x="710306" y="94915"/>
                  <a:pt x="709854" y="94732"/>
                </a:cubicBezTo>
                <a:cubicBezTo>
                  <a:pt x="709446" y="94552"/>
                  <a:pt x="709149" y="94346"/>
                  <a:pt x="708969" y="94120"/>
                </a:cubicBezTo>
                <a:cubicBezTo>
                  <a:pt x="708831" y="93846"/>
                  <a:pt x="708763" y="93529"/>
                  <a:pt x="708763" y="93166"/>
                </a:cubicBezTo>
                <a:lnTo>
                  <a:pt x="708763" y="31873"/>
                </a:lnTo>
                <a:cubicBezTo>
                  <a:pt x="708763" y="31555"/>
                  <a:pt x="708831" y="31258"/>
                  <a:pt x="708969" y="30987"/>
                </a:cubicBezTo>
                <a:cubicBezTo>
                  <a:pt x="709149" y="30715"/>
                  <a:pt x="709446" y="30487"/>
                  <a:pt x="709854" y="30307"/>
                </a:cubicBezTo>
                <a:cubicBezTo>
                  <a:pt x="710306" y="30124"/>
                  <a:pt x="710897" y="29987"/>
                  <a:pt x="711623" y="29898"/>
                </a:cubicBezTo>
                <a:cubicBezTo>
                  <a:pt x="712349" y="29807"/>
                  <a:pt x="713258" y="29761"/>
                  <a:pt x="714349" y="29761"/>
                </a:cubicBezTo>
                <a:cubicBezTo>
                  <a:pt x="715484" y="29761"/>
                  <a:pt x="716415" y="29807"/>
                  <a:pt x="717141" y="29898"/>
                </a:cubicBezTo>
                <a:cubicBezTo>
                  <a:pt x="717867" y="29987"/>
                  <a:pt x="718436" y="30124"/>
                  <a:pt x="718844" y="30307"/>
                </a:cubicBezTo>
                <a:cubicBezTo>
                  <a:pt x="719253" y="30487"/>
                  <a:pt x="719547" y="30715"/>
                  <a:pt x="719727" y="30987"/>
                </a:cubicBezTo>
                <a:cubicBezTo>
                  <a:pt x="719910" y="31258"/>
                  <a:pt x="720001" y="31555"/>
                  <a:pt x="720001" y="31873"/>
                </a:cubicBezTo>
                <a:lnTo>
                  <a:pt x="720001" y="93166"/>
                </a:lnTo>
                <a:close/>
                <a:moveTo>
                  <a:pt x="721296" y="11167"/>
                </a:moveTo>
                <a:cubicBezTo>
                  <a:pt x="721296" y="13802"/>
                  <a:pt x="720796" y="15596"/>
                  <a:pt x="719796" y="16548"/>
                </a:cubicBezTo>
                <a:cubicBezTo>
                  <a:pt x="718798" y="17502"/>
                  <a:pt x="716958" y="17979"/>
                  <a:pt x="714281" y="17979"/>
                </a:cubicBezTo>
                <a:cubicBezTo>
                  <a:pt x="711646" y="17979"/>
                  <a:pt x="709832" y="17525"/>
                  <a:pt x="708831" y="16616"/>
                </a:cubicBezTo>
                <a:cubicBezTo>
                  <a:pt x="707877" y="15662"/>
                  <a:pt x="707403" y="13893"/>
                  <a:pt x="707403" y="11304"/>
                </a:cubicBezTo>
                <a:cubicBezTo>
                  <a:pt x="707403" y="8670"/>
                  <a:pt x="707900" y="6878"/>
                  <a:pt x="708900" y="5924"/>
                </a:cubicBezTo>
                <a:cubicBezTo>
                  <a:pt x="709897" y="4969"/>
                  <a:pt x="711738" y="4495"/>
                  <a:pt x="714415" y="4495"/>
                </a:cubicBezTo>
                <a:cubicBezTo>
                  <a:pt x="717050" y="4495"/>
                  <a:pt x="718844" y="4969"/>
                  <a:pt x="719796" y="5924"/>
                </a:cubicBezTo>
                <a:cubicBezTo>
                  <a:pt x="720796" y="6832"/>
                  <a:pt x="721296" y="8581"/>
                  <a:pt x="721296" y="11167"/>
                </a:cubicBezTo>
                <a:close/>
                <a:moveTo>
                  <a:pt x="797162" y="61565"/>
                </a:moveTo>
                <a:cubicBezTo>
                  <a:pt x="797162" y="66923"/>
                  <a:pt x="796574" y="71735"/>
                  <a:pt x="795394" y="76004"/>
                </a:cubicBezTo>
                <a:cubicBezTo>
                  <a:pt x="794256" y="80270"/>
                  <a:pt x="792556" y="83905"/>
                  <a:pt x="790284" y="86899"/>
                </a:cubicBezTo>
                <a:cubicBezTo>
                  <a:pt x="788058" y="89851"/>
                  <a:pt x="785290" y="92143"/>
                  <a:pt x="781975" y="93777"/>
                </a:cubicBezTo>
                <a:cubicBezTo>
                  <a:pt x="778660" y="95369"/>
                  <a:pt x="774871" y="96163"/>
                  <a:pt x="770602" y="96163"/>
                </a:cubicBezTo>
                <a:cubicBezTo>
                  <a:pt x="768788" y="96163"/>
                  <a:pt x="767107" y="95981"/>
                  <a:pt x="765561" y="95618"/>
                </a:cubicBezTo>
                <a:cubicBezTo>
                  <a:pt x="764018" y="95255"/>
                  <a:pt x="762498" y="94686"/>
                  <a:pt x="761001" y="93915"/>
                </a:cubicBezTo>
                <a:cubicBezTo>
                  <a:pt x="759546" y="93143"/>
                  <a:pt x="758095" y="92166"/>
                  <a:pt x="756640" y="90986"/>
                </a:cubicBezTo>
                <a:cubicBezTo>
                  <a:pt x="755189" y="89806"/>
                  <a:pt x="753646" y="88422"/>
                  <a:pt x="752011" y="86831"/>
                </a:cubicBezTo>
                <a:lnTo>
                  <a:pt x="752011" y="117480"/>
                </a:lnTo>
                <a:cubicBezTo>
                  <a:pt x="752011" y="117843"/>
                  <a:pt x="751920" y="118160"/>
                  <a:pt x="751737" y="118432"/>
                </a:cubicBezTo>
                <a:cubicBezTo>
                  <a:pt x="751557" y="118706"/>
                  <a:pt x="751260" y="118932"/>
                  <a:pt x="750851" y="119115"/>
                </a:cubicBezTo>
                <a:cubicBezTo>
                  <a:pt x="750442" y="119295"/>
                  <a:pt x="749877" y="119432"/>
                  <a:pt x="749151" y="119524"/>
                </a:cubicBezTo>
                <a:cubicBezTo>
                  <a:pt x="748422" y="119612"/>
                  <a:pt x="747493" y="119658"/>
                  <a:pt x="746356" y="119658"/>
                </a:cubicBezTo>
                <a:cubicBezTo>
                  <a:pt x="745267" y="119658"/>
                  <a:pt x="744359" y="119612"/>
                  <a:pt x="743633" y="119524"/>
                </a:cubicBezTo>
                <a:cubicBezTo>
                  <a:pt x="742907" y="119432"/>
                  <a:pt x="742316" y="119295"/>
                  <a:pt x="741861" y="119115"/>
                </a:cubicBezTo>
                <a:cubicBezTo>
                  <a:pt x="741453" y="118932"/>
                  <a:pt x="741158" y="118706"/>
                  <a:pt x="740978" y="118432"/>
                </a:cubicBezTo>
                <a:cubicBezTo>
                  <a:pt x="740841" y="118160"/>
                  <a:pt x="740773" y="117843"/>
                  <a:pt x="740773" y="117480"/>
                </a:cubicBezTo>
                <a:lnTo>
                  <a:pt x="740773" y="31873"/>
                </a:lnTo>
                <a:cubicBezTo>
                  <a:pt x="740773" y="31464"/>
                  <a:pt x="740841" y="31147"/>
                  <a:pt x="740978" y="30918"/>
                </a:cubicBezTo>
                <a:cubicBezTo>
                  <a:pt x="741113" y="30647"/>
                  <a:pt x="741387" y="30418"/>
                  <a:pt x="741796" y="30238"/>
                </a:cubicBezTo>
                <a:cubicBezTo>
                  <a:pt x="742204" y="30055"/>
                  <a:pt x="742724" y="29941"/>
                  <a:pt x="743361" y="29898"/>
                </a:cubicBezTo>
                <a:cubicBezTo>
                  <a:pt x="743996" y="29807"/>
                  <a:pt x="744767" y="29761"/>
                  <a:pt x="745676" y="29761"/>
                </a:cubicBezTo>
                <a:cubicBezTo>
                  <a:pt x="746630" y="29761"/>
                  <a:pt x="747402" y="29807"/>
                  <a:pt x="747991" y="29898"/>
                </a:cubicBezTo>
                <a:cubicBezTo>
                  <a:pt x="748628" y="29941"/>
                  <a:pt x="749151" y="30055"/>
                  <a:pt x="749559" y="30238"/>
                </a:cubicBezTo>
                <a:cubicBezTo>
                  <a:pt x="749968" y="30418"/>
                  <a:pt x="750239" y="30647"/>
                  <a:pt x="750377" y="30918"/>
                </a:cubicBezTo>
                <a:cubicBezTo>
                  <a:pt x="750557" y="31147"/>
                  <a:pt x="750648" y="31464"/>
                  <a:pt x="750648" y="31873"/>
                </a:cubicBezTo>
                <a:lnTo>
                  <a:pt x="750648" y="40114"/>
                </a:lnTo>
                <a:cubicBezTo>
                  <a:pt x="752508" y="38205"/>
                  <a:pt x="754303" y="36547"/>
                  <a:pt x="756029" y="35142"/>
                </a:cubicBezTo>
                <a:cubicBezTo>
                  <a:pt x="757755" y="33733"/>
                  <a:pt x="759478" y="32575"/>
                  <a:pt x="761204" y="31667"/>
                </a:cubicBezTo>
                <a:cubicBezTo>
                  <a:pt x="762975" y="30715"/>
                  <a:pt x="764767" y="30009"/>
                  <a:pt x="766584" y="29555"/>
                </a:cubicBezTo>
                <a:cubicBezTo>
                  <a:pt x="768445" y="29058"/>
                  <a:pt x="770399" y="28806"/>
                  <a:pt x="772442" y="28806"/>
                </a:cubicBezTo>
                <a:cubicBezTo>
                  <a:pt x="776891" y="28806"/>
                  <a:pt x="780683" y="29669"/>
                  <a:pt x="783815" y="31395"/>
                </a:cubicBezTo>
                <a:cubicBezTo>
                  <a:pt x="786947" y="33121"/>
                  <a:pt x="789490" y="35482"/>
                  <a:pt x="791442" y="38479"/>
                </a:cubicBezTo>
                <a:cubicBezTo>
                  <a:pt x="793439" y="41474"/>
                  <a:pt x="794894" y="44971"/>
                  <a:pt x="795802" y="48966"/>
                </a:cubicBezTo>
                <a:cubicBezTo>
                  <a:pt x="796708" y="52915"/>
                  <a:pt x="797162" y="57116"/>
                  <a:pt x="797162" y="61565"/>
                </a:cubicBezTo>
                <a:close/>
                <a:moveTo>
                  <a:pt x="785312" y="62859"/>
                </a:moveTo>
                <a:cubicBezTo>
                  <a:pt x="785312" y="59727"/>
                  <a:pt x="785064" y="56707"/>
                  <a:pt x="784564" y="53801"/>
                </a:cubicBezTo>
                <a:cubicBezTo>
                  <a:pt x="784109" y="50849"/>
                  <a:pt x="783292" y="48240"/>
                  <a:pt x="782112" y="45969"/>
                </a:cubicBezTo>
                <a:cubicBezTo>
                  <a:pt x="780978" y="43700"/>
                  <a:pt x="779435" y="41882"/>
                  <a:pt x="777480" y="40522"/>
                </a:cubicBezTo>
                <a:cubicBezTo>
                  <a:pt x="775528" y="39159"/>
                  <a:pt x="773099" y="38479"/>
                  <a:pt x="770193" y="38479"/>
                </a:cubicBezTo>
                <a:cubicBezTo>
                  <a:pt x="768742" y="38479"/>
                  <a:pt x="767310" y="38705"/>
                  <a:pt x="765904" y="39159"/>
                </a:cubicBezTo>
                <a:cubicBezTo>
                  <a:pt x="764496" y="39568"/>
                  <a:pt x="763067" y="40248"/>
                  <a:pt x="761612" y="41202"/>
                </a:cubicBezTo>
                <a:cubicBezTo>
                  <a:pt x="760161" y="42111"/>
                  <a:pt x="758638" y="43337"/>
                  <a:pt x="757049" y="44880"/>
                </a:cubicBezTo>
                <a:cubicBezTo>
                  <a:pt x="755460" y="46377"/>
                  <a:pt x="753780" y="48240"/>
                  <a:pt x="752011" y="50463"/>
                </a:cubicBezTo>
                <a:lnTo>
                  <a:pt x="752011" y="74846"/>
                </a:lnTo>
                <a:cubicBezTo>
                  <a:pt x="755097" y="78616"/>
                  <a:pt x="758026" y="81496"/>
                  <a:pt x="760795" y="83496"/>
                </a:cubicBezTo>
                <a:cubicBezTo>
                  <a:pt x="763564" y="85494"/>
                  <a:pt x="766470" y="86491"/>
                  <a:pt x="769513" y="86491"/>
                </a:cubicBezTo>
                <a:cubicBezTo>
                  <a:pt x="772328" y="86491"/>
                  <a:pt x="774734" y="85811"/>
                  <a:pt x="776731" y="84448"/>
                </a:cubicBezTo>
                <a:cubicBezTo>
                  <a:pt x="778774" y="83088"/>
                  <a:pt x="780409" y="81270"/>
                  <a:pt x="781635" y="79001"/>
                </a:cubicBezTo>
                <a:cubicBezTo>
                  <a:pt x="782906" y="76730"/>
                  <a:pt x="783838" y="74186"/>
                  <a:pt x="784427" y="71372"/>
                </a:cubicBezTo>
                <a:cubicBezTo>
                  <a:pt x="785018" y="68557"/>
                  <a:pt x="785312" y="65720"/>
                  <a:pt x="785312" y="62859"/>
                </a:cubicBezTo>
                <a:close/>
                <a:moveTo>
                  <a:pt x="825292" y="93166"/>
                </a:moveTo>
                <a:cubicBezTo>
                  <a:pt x="825292" y="93529"/>
                  <a:pt x="825200" y="93846"/>
                  <a:pt x="825017" y="94120"/>
                </a:cubicBezTo>
                <a:cubicBezTo>
                  <a:pt x="824837" y="94346"/>
                  <a:pt x="824540" y="94552"/>
                  <a:pt x="824132" y="94732"/>
                </a:cubicBezTo>
                <a:cubicBezTo>
                  <a:pt x="823723" y="94915"/>
                  <a:pt x="823157" y="95049"/>
                  <a:pt x="822431" y="95140"/>
                </a:cubicBezTo>
                <a:cubicBezTo>
                  <a:pt x="821703" y="95232"/>
                  <a:pt x="820774" y="95278"/>
                  <a:pt x="819637" y="95278"/>
                </a:cubicBezTo>
                <a:cubicBezTo>
                  <a:pt x="818548" y="95278"/>
                  <a:pt x="817639" y="95232"/>
                  <a:pt x="816914" y="95140"/>
                </a:cubicBezTo>
                <a:cubicBezTo>
                  <a:pt x="816188" y="95049"/>
                  <a:pt x="815596" y="94915"/>
                  <a:pt x="815142" y="94732"/>
                </a:cubicBezTo>
                <a:cubicBezTo>
                  <a:pt x="814733" y="94552"/>
                  <a:pt x="814439" y="94346"/>
                  <a:pt x="814256" y="94120"/>
                </a:cubicBezTo>
                <a:cubicBezTo>
                  <a:pt x="814122" y="93846"/>
                  <a:pt x="814053" y="93529"/>
                  <a:pt x="814053" y="93166"/>
                </a:cubicBezTo>
                <a:lnTo>
                  <a:pt x="814053" y="2177"/>
                </a:lnTo>
                <a:cubicBezTo>
                  <a:pt x="814053" y="1815"/>
                  <a:pt x="814122" y="1497"/>
                  <a:pt x="814256" y="1226"/>
                </a:cubicBezTo>
                <a:cubicBezTo>
                  <a:pt x="814439" y="952"/>
                  <a:pt x="814733" y="726"/>
                  <a:pt x="815142" y="543"/>
                </a:cubicBezTo>
                <a:cubicBezTo>
                  <a:pt x="815596" y="363"/>
                  <a:pt x="816188" y="226"/>
                  <a:pt x="816914" y="134"/>
                </a:cubicBezTo>
                <a:cubicBezTo>
                  <a:pt x="817639" y="43"/>
                  <a:pt x="818548" y="0"/>
                  <a:pt x="819637" y="0"/>
                </a:cubicBezTo>
                <a:cubicBezTo>
                  <a:pt x="820774" y="0"/>
                  <a:pt x="821703" y="43"/>
                  <a:pt x="822431" y="134"/>
                </a:cubicBezTo>
                <a:cubicBezTo>
                  <a:pt x="823157" y="226"/>
                  <a:pt x="823723" y="363"/>
                  <a:pt x="824132" y="543"/>
                </a:cubicBezTo>
                <a:cubicBezTo>
                  <a:pt x="824540" y="726"/>
                  <a:pt x="824837" y="952"/>
                  <a:pt x="825017" y="1226"/>
                </a:cubicBezTo>
                <a:cubicBezTo>
                  <a:pt x="825200" y="1497"/>
                  <a:pt x="825292" y="1815"/>
                  <a:pt x="825292" y="2177"/>
                </a:cubicBezTo>
                <a:lnTo>
                  <a:pt x="825292" y="93166"/>
                </a:lnTo>
                <a:close/>
                <a:moveTo>
                  <a:pt x="898367" y="59862"/>
                </a:moveTo>
                <a:cubicBezTo>
                  <a:pt x="898367" y="61633"/>
                  <a:pt x="897912" y="62905"/>
                  <a:pt x="897004" y="63677"/>
                </a:cubicBezTo>
                <a:cubicBezTo>
                  <a:pt x="896141" y="64402"/>
                  <a:pt x="895143" y="64765"/>
                  <a:pt x="894009" y="64765"/>
                </a:cubicBezTo>
                <a:lnTo>
                  <a:pt x="853827" y="64765"/>
                </a:lnTo>
                <a:cubicBezTo>
                  <a:pt x="853827" y="68171"/>
                  <a:pt x="854167" y="71237"/>
                  <a:pt x="854847" y="73961"/>
                </a:cubicBezTo>
                <a:cubicBezTo>
                  <a:pt x="855530" y="76684"/>
                  <a:pt x="856664" y="79024"/>
                  <a:pt x="858253" y="80976"/>
                </a:cubicBezTo>
                <a:cubicBezTo>
                  <a:pt x="859842" y="82928"/>
                  <a:pt x="861908" y="84425"/>
                  <a:pt x="864451" y="85471"/>
                </a:cubicBezTo>
                <a:cubicBezTo>
                  <a:pt x="866994" y="86514"/>
                  <a:pt x="870103" y="87037"/>
                  <a:pt x="873781" y="87037"/>
                </a:cubicBezTo>
                <a:cubicBezTo>
                  <a:pt x="876687" y="87037"/>
                  <a:pt x="879276" y="86808"/>
                  <a:pt x="881544" y="86357"/>
                </a:cubicBezTo>
                <a:cubicBezTo>
                  <a:pt x="883816" y="85856"/>
                  <a:pt x="885768" y="85311"/>
                  <a:pt x="887402" y="84722"/>
                </a:cubicBezTo>
                <a:cubicBezTo>
                  <a:pt x="889083" y="84131"/>
                  <a:pt x="890443" y="83608"/>
                  <a:pt x="891489" y="83153"/>
                </a:cubicBezTo>
                <a:cubicBezTo>
                  <a:pt x="892577" y="82656"/>
                  <a:pt x="893395" y="82405"/>
                  <a:pt x="893940" y="82405"/>
                </a:cubicBezTo>
                <a:cubicBezTo>
                  <a:pt x="894257" y="82405"/>
                  <a:pt x="894529" y="82496"/>
                  <a:pt x="894758" y="82679"/>
                </a:cubicBezTo>
                <a:cubicBezTo>
                  <a:pt x="895029" y="82813"/>
                  <a:pt x="895235" y="83042"/>
                  <a:pt x="895369" y="83359"/>
                </a:cubicBezTo>
                <a:cubicBezTo>
                  <a:pt x="895506" y="83676"/>
                  <a:pt x="895598" y="84131"/>
                  <a:pt x="895643" y="84722"/>
                </a:cubicBezTo>
                <a:cubicBezTo>
                  <a:pt x="895732" y="85265"/>
                  <a:pt x="895778" y="85948"/>
                  <a:pt x="895778" y="86765"/>
                </a:cubicBezTo>
                <a:cubicBezTo>
                  <a:pt x="895778" y="87354"/>
                  <a:pt x="895755" y="87877"/>
                  <a:pt x="895709" y="88331"/>
                </a:cubicBezTo>
                <a:cubicBezTo>
                  <a:pt x="895666" y="88740"/>
                  <a:pt x="895598" y="89125"/>
                  <a:pt x="895506" y="89488"/>
                </a:cubicBezTo>
                <a:cubicBezTo>
                  <a:pt x="895460" y="89806"/>
                  <a:pt x="895346" y="90100"/>
                  <a:pt x="895166" y="90374"/>
                </a:cubicBezTo>
                <a:cubicBezTo>
                  <a:pt x="895029" y="90646"/>
                  <a:pt x="894826" y="90917"/>
                  <a:pt x="894552" y="91191"/>
                </a:cubicBezTo>
                <a:cubicBezTo>
                  <a:pt x="894326" y="91417"/>
                  <a:pt x="893600" y="91826"/>
                  <a:pt x="892374" y="92417"/>
                </a:cubicBezTo>
                <a:cubicBezTo>
                  <a:pt x="891149" y="92960"/>
                  <a:pt x="889557" y="93506"/>
                  <a:pt x="887605" y="94052"/>
                </a:cubicBezTo>
                <a:cubicBezTo>
                  <a:pt x="885654" y="94595"/>
                  <a:pt x="883385" y="95072"/>
                  <a:pt x="880796" y="95481"/>
                </a:cubicBezTo>
                <a:cubicBezTo>
                  <a:pt x="878253" y="95935"/>
                  <a:pt x="875529" y="96163"/>
                  <a:pt x="872623" y="96163"/>
                </a:cubicBezTo>
                <a:cubicBezTo>
                  <a:pt x="867583" y="96163"/>
                  <a:pt x="863156" y="95458"/>
                  <a:pt x="859342" y="94052"/>
                </a:cubicBezTo>
                <a:cubicBezTo>
                  <a:pt x="855576" y="92643"/>
                  <a:pt x="852395" y="90554"/>
                  <a:pt x="849809" y="87785"/>
                </a:cubicBezTo>
                <a:cubicBezTo>
                  <a:pt x="847220" y="85016"/>
                  <a:pt x="845269" y="81542"/>
                  <a:pt x="843951" y="77367"/>
                </a:cubicBezTo>
                <a:cubicBezTo>
                  <a:pt x="842634" y="73189"/>
                  <a:pt x="841977" y="68331"/>
                  <a:pt x="841977" y="62791"/>
                </a:cubicBezTo>
                <a:cubicBezTo>
                  <a:pt x="841977" y="57524"/>
                  <a:pt x="842657" y="52804"/>
                  <a:pt x="844020" y="48626"/>
                </a:cubicBezTo>
                <a:cubicBezTo>
                  <a:pt x="845380" y="44403"/>
                  <a:pt x="847334" y="40839"/>
                  <a:pt x="849875" y="37933"/>
                </a:cubicBezTo>
                <a:cubicBezTo>
                  <a:pt x="852464" y="34982"/>
                  <a:pt x="855576" y="32736"/>
                  <a:pt x="859207" y="31190"/>
                </a:cubicBezTo>
                <a:cubicBezTo>
                  <a:pt x="862839" y="29601"/>
                  <a:pt x="866903" y="28806"/>
                  <a:pt x="871397" y="28806"/>
                </a:cubicBezTo>
                <a:cubicBezTo>
                  <a:pt x="876210" y="28806"/>
                  <a:pt x="880296" y="29578"/>
                  <a:pt x="883656" y="31124"/>
                </a:cubicBezTo>
                <a:cubicBezTo>
                  <a:pt x="887062" y="32667"/>
                  <a:pt x="889854" y="34756"/>
                  <a:pt x="892031" y="37388"/>
                </a:cubicBezTo>
                <a:cubicBezTo>
                  <a:pt x="894212" y="39976"/>
                  <a:pt x="895801" y="43040"/>
                  <a:pt x="896801" y="46583"/>
                </a:cubicBezTo>
                <a:cubicBezTo>
                  <a:pt x="897844" y="50078"/>
                  <a:pt x="898367" y="53824"/>
                  <a:pt x="898367" y="57819"/>
                </a:cubicBezTo>
                <a:lnTo>
                  <a:pt x="898367" y="59862"/>
                </a:lnTo>
                <a:close/>
                <a:moveTo>
                  <a:pt x="887062" y="56524"/>
                </a:moveTo>
                <a:cubicBezTo>
                  <a:pt x="887197" y="50623"/>
                  <a:pt x="885879" y="45991"/>
                  <a:pt x="883110" y="42631"/>
                </a:cubicBezTo>
                <a:cubicBezTo>
                  <a:pt x="880387" y="39273"/>
                  <a:pt x="876324" y="37593"/>
                  <a:pt x="870920" y="37593"/>
                </a:cubicBezTo>
                <a:cubicBezTo>
                  <a:pt x="868151" y="37593"/>
                  <a:pt x="865722" y="38113"/>
                  <a:pt x="863634" y="39159"/>
                </a:cubicBezTo>
                <a:cubicBezTo>
                  <a:pt x="861545" y="40202"/>
                  <a:pt x="859796" y="41588"/>
                  <a:pt x="858390" y="43314"/>
                </a:cubicBezTo>
                <a:cubicBezTo>
                  <a:pt x="856981" y="45040"/>
                  <a:pt x="855893" y="47060"/>
                  <a:pt x="855121" y="49375"/>
                </a:cubicBezTo>
                <a:cubicBezTo>
                  <a:pt x="854350" y="51644"/>
                  <a:pt x="853918" y="54030"/>
                  <a:pt x="853827" y="56524"/>
                </a:cubicBezTo>
                <a:lnTo>
                  <a:pt x="887062" y="56524"/>
                </a:lnTo>
                <a:close/>
                <a:moveTo>
                  <a:pt x="983906" y="92826"/>
                </a:moveTo>
                <a:cubicBezTo>
                  <a:pt x="983723" y="93326"/>
                  <a:pt x="983474" y="93735"/>
                  <a:pt x="983157" y="94052"/>
                </a:cubicBezTo>
                <a:cubicBezTo>
                  <a:pt x="982840" y="94369"/>
                  <a:pt x="982386" y="94618"/>
                  <a:pt x="981794" y="94800"/>
                </a:cubicBezTo>
                <a:cubicBezTo>
                  <a:pt x="981248" y="94983"/>
                  <a:pt x="980523" y="95095"/>
                  <a:pt x="979614" y="95140"/>
                </a:cubicBezTo>
                <a:cubicBezTo>
                  <a:pt x="978754" y="95232"/>
                  <a:pt x="977662" y="95278"/>
                  <a:pt x="976345" y="95278"/>
                </a:cubicBezTo>
                <a:cubicBezTo>
                  <a:pt x="975348" y="95278"/>
                  <a:pt x="974462" y="95255"/>
                  <a:pt x="973690" y="95209"/>
                </a:cubicBezTo>
                <a:cubicBezTo>
                  <a:pt x="972964" y="95209"/>
                  <a:pt x="972327" y="95163"/>
                  <a:pt x="971784" y="95072"/>
                </a:cubicBezTo>
                <a:cubicBezTo>
                  <a:pt x="971239" y="94983"/>
                  <a:pt x="970761" y="94892"/>
                  <a:pt x="970353" y="94800"/>
                </a:cubicBezTo>
                <a:cubicBezTo>
                  <a:pt x="969990" y="94663"/>
                  <a:pt x="969673" y="94506"/>
                  <a:pt x="969398" y="94323"/>
                </a:cubicBezTo>
                <a:cubicBezTo>
                  <a:pt x="969127" y="94143"/>
                  <a:pt x="968901" y="93937"/>
                  <a:pt x="968718" y="93712"/>
                </a:cubicBezTo>
                <a:cubicBezTo>
                  <a:pt x="968581" y="93437"/>
                  <a:pt x="968447" y="93120"/>
                  <a:pt x="968310" y="92757"/>
                </a:cubicBezTo>
                <a:lnTo>
                  <a:pt x="939500" y="10896"/>
                </a:lnTo>
                <a:cubicBezTo>
                  <a:pt x="939137" y="9896"/>
                  <a:pt x="938934" y="9101"/>
                  <a:pt x="938889" y="8512"/>
                </a:cubicBezTo>
                <a:cubicBezTo>
                  <a:pt x="938889" y="7875"/>
                  <a:pt x="939092" y="7401"/>
                  <a:pt x="939500" y="7081"/>
                </a:cubicBezTo>
                <a:cubicBezTo>
                  <a:pt x="939909" y="6764"/>
                  <a:pt x="940569" y="6561"/>
                  <a:pt x="941478" y="6469"/>
                </a:cubicBezTo>
                <a:cubicBezTo>
                  <a:pt x="942383" y="6378"/>
                  <a:pt x="943609" y="6332"/>
                  <a:pt x="945155" y="6332"/>
                </a:cubicBezTo>
                <a:cubicBezTo>
                  <a:pt x="946427" y="6332"/>
                  <a:pt x="947424" y="6378"/>
                  <a:pt x="948150" y="6469"/>
                </a:cubicBezTo>
                <a:cubicBezTo>
                  <a:pt x="948921" y="6515"/>
                  <a:pt x="949513" y="6627"/>
                  <a:pt x="949922" y="6809"/>
                </a:cubicBezTo>
                <a:cubicBezTo>
                  <a:pt x="950330" y="6992"/>
                  <a:pt x="950625" y="7241"/>
                  <a:pt x="950807" y="7558"/>
                </a:cubicBezTo>
                <a:cubicBezTo>
                  <a:pt x="951033" y="7830"/>
                  <a:pt x="951239" y="8195"/>
                  <a:pt x="951419" y="8647"/>
                </a:cubicBezTo>
                <a:lnTo>
                  <a:pt x="976688" y="82813"/>
                </a:lnTo>
                <a:lnTo>
                  <a:pt x="976754" y="82813"/>
                </a:lnTo>
                <a:lnTo>
                  <a:pt x="1001339" y="8784"/>
                </a:lnTo>
                <a:cubicBezTo>
                  <a:pt x="1001477" y="8284"/>
                  <a:pt x="1001637" y="7875"/>
                  <a:pt x="1001817" y="7558"/>
                </a:cubicBezTo>
                <a:cubicBezTo>
                  <a:pt x="1002000" y="7241"/>
                  <a:pt x="1002317" y="6992"/>
                  <a:pt x="1002771" y="6809"/>
                </a:cubicBezTo>
                <a:cubicBezTo>
                  <a:pt x="1003225" y="6627"/>
                  <a:pt x="1003860" y="6515"/>
                  <a:pt x="1004677" y="6469"/>
                </a:cubicBezTo>
                <a:cubicBezTo>
                  <a:pt x="1005494" y="6378"/>
                  <a:pt x="1006586" y="6332"/>
                  <a:pt x="1007946" y="6332"/>
                </a:cubicBezTo>
                <a:cubicBezTo>
                  <a:pt x="1009355" y="6332"/>
                  <a:pt x="1010466" y="6401"/>
                  <a:pt x="1011284" y="6538"/>
                </a:cubicBezTo>
                <a:cubicBezTo>
                  <a:pt x="1012101" y="6627"/>
                  <a:pt x="1012647" y="6832"/>
                  <a:pt x="1012918" y="7149"/>
                </a:cubicBezTo>
                <a:cubicBezTo>
                  <a:pt x="1013235" y="7467"/>
                  <a:pt x="1013350" y="7944"/>
                  <a:pt x="1013258" y="8581"/>
                </a:cubicBezTo>
                <a:cubicBezTo>
                  <a:pt x="1013212" y="9170"/>
                  <a:pt x="1013009" y="9964"/>
                  <a:pt x="1012647" y="10964"/>
                </a:cubicBezTo>
                <a:lnTo>
                  <a:pt x="983906" y="92826"/>
                </a:lnTo>
                <a:close/>
                <a:moveTo>
                  <a:pt x="1037367" y="93166"/>
                </a:moveTo>
                <a:cubicBezTo>
                  <a:pt x="1037367" y="93529"/>
                  <a:pt x="1037278" y="93846"/>
                  <a:pt x="1037095" y="94120"/>
                </a:cubicBezTo>
                <a:cubicBezTo>
                  <a:pt x="1036912" y="94346"/>
                  <a:pt x="1036618" y="94552"/>
                  <a:pt x="1036210" y="94732"/>
                </a:cubicBezTo>
                <a:cubicBezTo>
                  <a:pt x="1035801" y="94915"/>
                  <a:pt x="1035235" y="95049"/>
                  <a:pt x="1034506" y="95140"/>
                </a:cubicBezTo>
                <a:cubicBezTo>
                  <a:pt x="1033781" y="95232"/>
                  <a:pt x="1032849" y="95278"/>
                  <a:pt x="1031715" y="95278"/>
                </a:cubicBezTo>
                <a:cubicBezTo>
                  <a:pt x="1030626" y="95278"/>
                  <a:pt x="1029717" y="95232"/>
                  <a:pt x="1028991" y="95140"/>
                </a:cubicBezTo>
                <a:cubicBezTo>
                  <a:pt x="1028266" y="95049"/>
                  <a:pt x="1027674" y="94915"/>
                  <a:pt x="1027220" y="94732"/>
                </a:cubicBezTo>
                <a:cubicBezTo>
                  <a:pt x="1026811" y="94552"/>
                  <a:pt x="1026517" y="94346"/>
                  <a:pt x="1026334" y="94120"/>
                </a:cubicBezTo>
                <a:cubicBezTo>
                  <a:pt x="1026200" y="93846"/>
                  <a:pt x="1026131" y="93529"/>
                  <a:pt x="1026131" y="93166"/>
                </a:cubicBezTo>
                <a:lnTo>
                  <a:pt x="1026131" y="31873"/>
                </a:lnTo>
                <a:cubicBezTo>
                  <a:pt x="1026131" y="31555"/>
                  <a:pt x="1026200" y="31258"/>
                  <a:pt x="1026334" y="30987"/>
                </a:cubicBezTo>
                <a:cubicBezTo>
                  <a:pt x="1026517" y="30715"/>
                  <a:pt x="1026811" y="30487"/>
                  <a:pt x="1027220" y="30307"/>
                </a:cubicBezTo>
                <a:cubicBezTo>
                  <a:pt x="1027674" y="30124"/>
                  <a:pt x="1028266" y="29987"/>
                  <a:pt x="1028991" y="29898"/>
                </a:cubicBezTo>
                <a:cubicBezTo>
                  <a:pt x="1029717" y="29807"/>
                  <a:pt x="1030626" y="29761"/>
                  <a:pt x="1031715" y="29761"/>
                </a:cubicBezTo>
                <a:cubicBezTo>
                  <a:pt x="1032849" y="29761"/>
                  <a:pt x="1033781" y="29807"/>
                  <a:pt x="1034506" y="29898"/>
                </a:cubicBezTo>
                <a:cubicBezTo>
                  <a:pt x="1035235" y="29987"/>
                  <a:pt x="1035801" y="30124"/>
                  <a:pt x="1036210" y="30307"/>
                </a:cubicBezTo>
                <a:cubicBezTo>
                  <a:pt x="1036618" y="30487"/>
                  <a:pt x="1036912" y="30715"/>
                  <a:pt x="1037095" y="30987"/>
                </a:cubicBezTo>
                <a:cubicBezTo>
                  <a:pt x="1037278" y="31258"/>
                  <a:pt x="1037367" y="31555"/>
                  <a:pt x="1037367" y="31873"/>
                </a:cubicBezTo>
                <a:lnTo>
                  <a:pt x="1037367" y="93166"/>
                </a:lnTo>
                <a:close/>
                <a:moveTo>
                  <a:pt x="1038661" y="11167"/>
                </a:moveTo>
                <a:cubicBezTo>
                  <a:pt x="1038661" y="13802"/>
                  <a:pt x="1038161" y="15596"/>
                  <a:pt x="1037164" y="16548"/>
                </a:cubicBezTo>
                <a:cubicBezTo>
                  <a:pt x="1036164" y="17502"/>
                  <a:pt x="1034326" y="17979"/>
                  <a:pt x="1031646" y="17979"/>
                </a:cubicBezTo>
                <a:cubicBezTo>
                  <a:pt x="1029014" y="17979"/>
                  <a:pt x="1027197" y="17525"/>
                  <a:pt x="1026200" y="16616"/>
                </a:cubicBezTo>
                <a:cubicBezTo>
                  <a:pt x="1025245" y="15662"/>
                  <a:pt x="1024768" y="13893"/>
                  <a:pt x="1024768" y="11304"/>
                </a:cubicBezTo>
                <a:cubicBezTo>
                  <a:pt x="1024768" y="8670"/>
                  <a:pt x="1025268" y="6878"/>
                  <a:pt x="1026265" y="5924"/>
                </a:cubicBezTo>
                <a:cubicBezTo>
                  <a:pt x="1027266" y="4969"/>
                  <a:pt x="1029106" y="4495"/>
                  <a:pt x="1031783" y="4495"/>
                </a:cubicBezTo>
                <a:cubicBezTo>
                  <a:pt x="1034418" y="4495"/>
                  <a:pt x="1036210" y="4969"/>
                  <a:pt x="1037164" y="5924"/>
                </a:cubicBezTo>
                <a:cubicBezTo>
                  <a:pt x="1038161" y="6832"/>
                  <a:pt x="1038661" y="8581"/>
                  <a:pt x="1038661" y="11167"/>
                </a:cubicBezTo>
                <a:close/>
                <a:moveTo>
                  <a:pt x="1110445" y="59862"/>
                </a:moveTo>
                <a:cubicBezTo>
                  <a:pt x="1110445" y="61633"/>
                  <a:pt x="1109990" y="62905"/>
                  <a:pt x="1109081" y="63677"/>
                </a:cubicBezTo>
                <a:cubicBezTo>
                  <a:pt x="1108219" y="64402"/>
                  <a:pt x="1107221" y="64765"/>
                  <a:pt x="1106084" y="64765"/>
                </a:cubicBezTo>
                <a:lnTo>
                  <a:pt x="1065905" y="64765"/>
                </a:lnTo>
                <a:cubicBezTo>
                  <a:pt x="1065905" y="68171"/>
                  <a:pt x="1066245" y="71237"/>
                  <a:pt x="1066925" y="73961"/>
                </a:cubicBezTo>
                <a:cubicBezTo>
                  <a:pt x="1067605" y="76684"/>
                  <a:pt x="1068742" y="79024"/>
                  <a:pt x="1070331" y="80976"/>
                </a:cubicBezTo>
                <a:cubicBezTo>
                  <a:pt x="1071920" y="82928"/>
                  <a:pt x="1073986" y="84425"/>
                  <a:pt x="1076529" y="85471"/>
                </a:cubicBezTo>
                <a:cubicBezTo>
                  <a:pt x="1079069" y="86514"/>
                  <a:pt x="1082181" y="87037"/>
                  <a:pt x="1085859" y="87037"/>
                </a:cubicBezTo>
                <a:cubicBezTo>
                  <a:pt x="1088765" y="87037"/>
                  <a:pt x="1091351" y="86808"/>
                  <a:pt x="1093622" y="86357"/>
                </a:cubicBezTo>
                <a:cubicBezTo>
                  <a:pt x="1095891" y="85856"/>
                  <a:pt x="1097846" y="85311"/>
                  <a:pt x="1099480" y="84722"/>
                </a:cubicBezTo>
                <a:cubicBezTo>
                  <a:pt x="1101158" y="84131"/>
                  <a:pt x="1102521" y="83608"/>
                  <a:pt x="1103567" y="83153"/>
                </a:cubicBezTo>
                <a:cubicBezTo>
                  <a:pt x="1104655" y="82656"/>
                  <a:pt x="1105472" y="82405"/>
                  <a:pt x="1106018" y="82405"/>
                </a:cubicBezTo>
                <a:cubicBezTo>
                  <a:pt x="1106335" y="82405"/>
                  <a:pt x="1106607" y="82496"/>
                  <a:pt x="1106835" y="82679"/>
                </a:cubicBezTo>
                <a:cubicBezTo>
                  <a:pt x="1107107" y="82813"/>
                  <a:pt x="1107310" y="83042"/>
                  <a:pt x="1107447" y="83359"/>
                </a:cubicBezTo>
                <a:cubicBezTo>
                  <a:pt x="1107584" y="83676"/>
                  <a:pt x="1107676" y="84131"/>
                  <a:pt x="1107718" y="84722"/>
                </a:cubicBezTo>
                <a:cubicBezTo>
                  <a:pt x="1107810" y="85265"/>
                  <a:pt x="1107856" y="85948"/>
                  <a:pt x="1107856" y="86765"/>
                </a:cubicBezTo>
                <a:cubicBezTo>
                  <a:pt x="1107856" y="87354"/>
                  <a:pt x="1107833" y="87877"/>
                  <a:pt x="1107787" y="88331"/>
                </a:cubicBezTo>
                <a:cubicBezTo>
                  <a:pt x="1107741" y="88740"/>
                  <a:pt x="1107676" y="89125"/>
                  <a:pt x="1107584" y="89488"/>
                </a:cubicBezTo>
                <a:cubicBezTo>
                  <a:pt x="1107538" y="89806"/>
                  <a:pt x="1107424" y="90100"/>
                  <a:pt x="1107244" y="90374"/>
                </a:cubicBezTo>
                <a:cubicBezTo>
                  <a:pt x="1107107" y="90646"/>
                  <a:pt x="1106901" y="90917"/>
                  <a:pt x="1106630" y="91191"/>
                </a:cubicBezTo>
                <a:cubicBezTo>
                  <a:pt x="1106404" y="91417"/>
                  <a:pt x="1105675" y="91826"/>
                  <a:pt x="1104449" y="92417"/>
                </a:cubicBezTo>
                <a:cubicBezTo>
                  <a:pt x="1103224" y="92960"/>
                  <a:pt x="1101635" y="93506"/>
                  <a:pt x="1099683" y="94052"/>
                </a:cubicBezTo>
                <a:cubicBezTo>
                  <a:pt x="1097731" y="94595"/>
                  <a:pt x="1095460" y="95072"/>
                  <a:pt x="1092874" y="95481"/>
                </a:cubicBezTo>
                <a:cubicBezTo>
                  <a:pt x="1090331" y="95935"/>
                  <a:pt x="1087607" y="96163"/>
                  <a:pt x="1084701" y="96163"/>
                </a:cubicBezTo>
                <a:cubicBezTo>
                  <a:pt x="1079661" y="96163"/>
                  <a:pt x="1075234" y="95458"/>
                  <a:pt x="1071420" y="94052"/>
                </a:cubicBezTo>
                <a:cubicBezTo>
                  <a:pt x="1067651" y="92643"/>
                  <a:pt x="1064473" y="90554"/>
                  <a:pt x="1061884" y="87785"/>
                </a:cubicBezTo>
                <a:cubicBezTo>
                  <a:pt x="1059298" y="85016"/>
                  <a:pt x="1057346" y="81542"/>
                  <a:pt x="1056029" y="77367"/>
                </a:cubicBezTo>
                <a:cubicBezTo>
                  <a:pt x="1054712" y="73189"/>
                  <a:pt x="1054055" y="68331"/>
                  <a:pt x="1054055" y="62791"/>
                </a:cubicBezTo>
                <a:cubicBezTo>
                  <a:pt x="1054055" y="57524"/>
                  <a:pt x="1054735" y="52804"/>
                  <a:pt x="1056098" y="48626"/>
                </a:cubicBezTo>
                <a:cubicBezTo>
                  <a:pt x="1057458" y="44403"/>
                  <a:pt x="1059410" y="40839"/>
                  <a:pt x="1061953" y="37933"/>
                </a:cubicBezTo>
                <a:cubicBezTo>
                  <a:pt x="1064542" y="34982"/>
                  <a:pt x="1067651" y="32736"/>
                  <a:pt x="1071282" y="31190"/>
                </a:cubicBezTo>
                <a:cubicBezTo>
                  <a:pt x="1074917" y="29601"/>
                  <a:pt x="1078981" y="28806"/>
                  <a:pt x="1083475" y="28806"/>
                </a:cubicBezTo>
                <a:cubicBezTo>
                  <a:pt x="1088287" y="28806"/>
                  <a:pt x="1092374" y="29578"/>
                  <a:pt x="1095734" y="31124"/>
                </a:cubicBezTo>
                <a:cubicBezTo>
                  <a:pt x="1099137" y="32667"/>
                  <a:pt x="1101932" y="34756"/>
                  <a:pt x="1104109" y="37388"/>
                </a:cubicBezTo>
                <a:cubicBezTo>
                  <a:pt x="1106290" y="39976"/>
                  <a:pt x="1107878" y="43040"/>
                  <a:pt x="1108879" y="46583"/>
                </a:cubicBezTo>
                <a:cubicBezTo>
                  <a:pt x="1109922" y="50078"/>
                  <a:pt x="1110445" y="53824"/>
                  <a:pt x="1110445" y="57819"/>
                </a:cubicBezTo>
                <a:lnTo>
                  <a:pt x="1110445" y="59862"/>
                </a:lnTo>
                <a:close/>
                <a:moveTo>
                  <a:pt x="1099137" y="56524"/>
                </a:moveTo>
                <a:cubicBezTo>
                  <a:pt x="1099275" y="50623"/>
                  <a:pt x="1097957" y="45991"/>
                  <a:pt x="1095188" y="42631"/>
                </a:cubicBezTo>
                <a:cubicBezTo>
                  <a:pt x="1092465" y="39273"/>
                  <a:pt x="1088402" y="37593"/>
                  <a:pt x="1082998" y="37593"/>
                </a:cubicBezTo>
                <a:cubicBezTo>
                  <a:pt x="1080229" y="37593"/>
                  <a:pt x="1077800" y="38113"/>
                  <a:pt x="1075712" y="39159"/>
                </a:cubicBezTo>
                <a:cubicBezTo>
                  <a:pt x="1073623" y="40202"/>
                  <a:pt x="1071874" y="41588"/>
                  <a:pt x="1070465" y="43314"/>
                </a:cubicBezTo>
                <a:cubicBezTo>
                  <a:pt x="1069059" y="45040"/>
                  <a:pt x="1067971" y="47060"/>
                  <a:pt x="1067196" y="49375"/>
                </a:cubicBezTo>
                <a:cubicBezTo>
                  <a:pt x="1066425" y="51644"/>
                  <a:pt x="1065993" y="54030"/>
                  <a:pt x="1065905" y="56524"/>
                </a:cubicBezTo>
                <a:lnTo>
                  <a:pt x="1099137" y="56524"/>
                </a:lnTo>
                <a:close/>
                <a:moveTo>
                  <a:pt x="1212600" y="31735"/>
                </a:moveTo>
                <a:cubicBezTo>
                  <a:pt x="1212600" y="32053"/>
                  <a:pt x="1212554" y="32438"/>
                  <a:pt x="1212466" y="32893"/>
                </a:cubicBezTo>
                <a:cubicBezTo>
                  <a:pt x="1212374" y="33347"/>
                  <a:pt x="1212214" y="33916"/>
                  <a:pt x="1211989" y="34596"/>
                </a:cubicBezTo>
                <a:lnTo>
                  <a:pt x="1193941" y="92826"/>
                </a:lnTo>
                <a:cubicBezTo>
                  <a:pt x="1193803" y="93326"/>
                  <a:pt x="1193578" y="93735"/>
                  <a:pt x="1193258" y="94052"/>
                </a:cubicBezTo>
                <a:cubicBezTo>
                  <a:pt x="1192986" y="94369"/>
                  <a:pt x="1192578" y="94618"/>
                  <a:pt x="1192032" y="94800"/>
                </a:cubicBezTo>
                <a:cubicBezTo>
                  <a:pt x="1191535" y="94983"/>
                  <a:pt x="1190829" y="95095"/>
                  <a:pt x="1189923" y="95140"/>
                </a:cubicBezTo>
                <a:cubicBezTo>
                  <a:pt x="1189014" y="95232"/>
                  <a:pt x="1187880" y="95278"/>
                  <a:pt x="1186517" y="95278"/>
                </a:cubicBezTo>
                <a:cubicBezTo>
                  <a:pt x="1185108" y="95278"/>
                  <a:pt x="1183928" y="95232"/>
                  <a:pt x="1182976" y="95140"/>
                </a:cubicBezTo>
                <a:cubicBezTo>
                  <a:pt x="1182022" y="95049"/>
                  <a:pt x="1181250" y="94915"/>
                  <a:pt x="1180659" y="94732"/>
                </a:cubicBezTo>
                <a:cubicBezTo>
                  <a:pt x="1180116" y="94552"/>
                  <a:pt x="1179707" y="94300"/>
                  <a:pt x="1179433" y="93983"/>
                </a:cubicBezTo>
                <a:cubicBezTo>
                  <a:pt x="1179162" y="93666"/>
                  <a:pt x="1178956" y="93280"/>
                  <a:pt x="1178822" y="92826"/>
                </a:cubicBezTo>
                <a:lnTo>
                  <a:pt x="1165949" y="48352"/>
                </a:lnTo>
                <a:lnTo>
                  <a:pt x="1165814" y="47740"/>
                </a:lnTo>
                <a:lnTo>
                  <a:pt x="1165677" y="48352"/>
                </a:lnTo>
                <a:lnTo>
                  <a:pt x="1153758" y="92826"/>
                </a:lnTo>
                <a:cubicBezTo>
                  <a:pt x="1153621" y="93326"/>
                  <a:pt x="1153396" y="93735"/>
                  <a:pt x="1153078" y="94052"/>
                </a:cubicBezTo>
                <a:cubicBezTo>
                  <a:pt x="1152804" y="94369"/>
                  <a:pt x="1152373" y="94618"/>
                  <a:pt x="1151784" y="94800"/>
                </a:cubicBezTo>
                <a:cubicBezTo>
                  <a:pt x="1151192" y="94983"/>
                  <a:pt x="1150421" y="95095"/>
                  <a:pt x="1149467" y="95140"/>
                </a:cubicBezTo>
                <a:cubicBezTo>
                  <a:pt x="1148561" y="95232"/>
                  <a:pt x="1147423" y="95278"/>
                  <a:pt x="1146063" y="95278"/>
                </a:cubicBezTo>
                <a:cubicBezTo>
                  <a:pt x="1144654" y="95278"/>
                  <a:pt x="1143497" y="95232"/>
                  <a:pt x="1142589" y="95140"/>
                </a:cubicBezTo>
                <a:cubicBezTo>
                  <a:pt x="1141726" y="95049"/>
                  <a:pt x="1141000" y="94915"/>
                  <a:pt x="1140411" y="94732"/>
                </a:cubicBezTo>
                <a:cubicBezTo>
                  <a:pt x="1139865" y="94552"/>
                  <a:pt x="1139457" y="94300"/>
                  <a:pt x="1139185" y="93983"/>
                </a:cubicBezTo>
                <a:cubicBezTo>
                  <a:pt x="1138911" y="93666"/>
                  <a:pt x="1138708" y="93280"/>
                  <a:pt x="1138571" y="92826"/>
                </a:cubicBezTo>
                <a:lnTo>
                  <a:pt x="1120660" y="34596"/>
                </a:lnTo>
                <a:cubicBezTo>
                  <a:pt x="1120431" y="33916"/>
                  <a:pt x="1120274" y="33347"/>
                  <a:pt x="1120183" y="32893"/>
                </a:cubicBezTo>
                <a:cubicBezTo>
                  <a:pt x="1120091" y="32438"/>
                  <a:pt x="1120046" y="32053"/>
                  <a:pt x="1120046" y="31735"/>
                </a:cubicBezTo>
                <a:cubicBezTo>
                  <a:pt x="1120046" y="31327"/>
                  <a:pt x="1120137" y="31010"/>
                  <a:pt x="1120320" y="30781"/>
                </a:cubicBezTo>
                <a:cubicBezTo>
                  <a:pt x="1120500" y="30510"/>
                  <a:pt x="1120797" y="30307"/>
                  <a:pt x="1121203" y="30169"/>
                </a:cubicBezTo>
                <a:cubicBezTo>
                  <a:pt x="1121657" y="29987"/>
                  <a:pt x="1122249" y="29875"/>
                  <a:pt x="1122975" y="29829"/>
                </a:cubicBezTo>
                <a:cubicBezTo>
                  <a:pt x="1123700" y="29784"/>
                  <a:pt x="1124586" y="29761"/>
                  <a:pt x="1125632" y="29761"/>
                </a:cubicBezTo>
                <a:cubicBezTo>
                  <a:pt x="1126904" y="29761"/>
                  <a:pt x="1127924" y="29807"/>
                  <a:pt x="1128695" y="29898"/>
                </a:cubicBezTo>
                <a:cubicBezTo>
                  <a:pt x="1129467" y="29941"/>
                  <a:pt x="1130058" y="30055"/>
                  <a:pt x="1130467" y="30238"/>
                </a:cubicBezTo>
                <a:cubicBezTo>
                  <a:pt x="1130876" y="30372"/>
                  <a:pt x="1131170" y="30601"/>
                  <a:pt x="1131353" y="30918"/>
                </a:cubicBezTo>
                <a:cubicBezTo>
                  <a:pt x="1131533" y="31190"/>
                  <a:pt x="1131693" y="31533"/>
                  <a:pt x="1131830" y="31941"/>
                </a:cubicBezTo>
                <a:lnTo>
                  <a:pt x="1146606" y="82473"/>
                </a:lnTo>
                <a:lnTo>
                  <a:pt x="1146743" y="83088"/>
                </a:lnTo>
                <a:lnTo>
                  <a:pt x="1146880" y="82473"/>
                </a:lnTo>
                <a:lnTo>
                  <a:pt x="1160434" y="31941"/>
                </a:lnTo>
                <a:cubicBezTo>
                  <a:pt x="1160522" y="31533"/>
                  <a:pt x="1160659" y="31190"/>
                  <a:pt x="1160842" y="30918"/>
                </a:cubicBezTo>
                <a:cubicBezTo>
                  <a:pt x="1161068" y="30601"/>
                  <a:pt x="1161385" y="30372"/>
                  <a:pt x="1161794" y="30238"/>
                </a:cubicBezTo>
                <a:cubicBezTo>
                  <a:pt x="1162202" y="30055"/>
                  <a:pt x="1162748" y="29941"/>
                  <a:pt x="1163428" y="29898"/>
                </a:cubicBezTo>
                <a:cubicBezTo>
                  <a:pt x="1164157" y="29807"/>
                  <a:pt x="1165086" y="29761"/>
                  <a:pt x="1166223" y="29761"/>
                </a:cubicBezTo>
                <a:cubicBezTo>
                  <a:pt x="1167312" y="29761"/>
                  <a:pt x="1168197" y="29807"/>
                  <a:pt x="1168878" y="29898"/>
                </a:cubicBezTo>
                <a:cubicBezTo>
                  <a:pt x="1169603" y="29941"/>
                  <a:pt x="1170172" y="30055"/>
                  <a:pt x="1170581" y="30238"/>
                </a:cubicBezTo>
                <a:cubicBezTo>
                  <a:pt x="1170989" y="30372"/>
                  <a:pt x="1171284" y="30578"/>
                  <a:pt x="1171466" y="30850"/>
                </a:cubicBezTo>
                <a:cubicBezTo>
                  <a:pt x="1171646" y="31124"/>
                  <a:pt x="1171784" y="31441"/>
                  <a:pt x="1171875" y="31804"/>
                </a:cubicBezTo>
                <a:lnTo>
                  <a:pt x="1186517" y="82473"/>
                </a:lnTo>
                <a:lnTo>
                  <a:pt x="1186654" y="83088"/>
                </a:lnTo>
                <a:lnTo>
                  <a:pt x="1186720" y="82473"/>
                </a:lnTo>
                <a:lnTo>
                  <a:pt x="1201296" y="31941"/>
                </a:lnTo>
                <a:cubicBezTo>
                  <a:pt x="1201387" y="31533"/>
                  <a:pt x="1201522" y="31190"/>
                  <a:pt x="1201704" y="30918"/>
                </a:cubicBezTo>
                <a:cubicBezTo>
                  <a:pt x="1201930" y="30601"/>
                  <a:pt x="1202247" y="30372"/>
                  <a:pt x="1202656" y="30238"/>
                </a:cubicBezTo>
                <a:cubicBezTo>
                  <a:pt x="1203110" y="30055"/>
                  <a:pt x="1203702" y="29941"/>
                  <a:pt x="1204428" y="29898"/>
                </a:cubicBezTo>
                <a:cubicBezTo>
                  <a:pt x="1205199" y="29807"/>
                  <a:pt x="1206176" y="29761"/>
                  <a:pt x="1207357" y="29761"/>
                </a:cubicBezTo>
                <a:cubicBezTo>
                  <a:pt x="1208445" y="29761"/>
                  <a:pt x="1209308" y="29784"/>
                  <a:pt x="1209946" y="29829"/>
                </a:cubicBezTo>
                <a:cubicBezTo>
                  <a:pt x="1210626" y="29875"/>
                  <a:pt x="1211149" y="29987"/>
                  <a:pt x="1211511" y="30169"/>
                </a:cubicBezTo>
                <a:cubicBezTo>
                  <a:pt x="1211920" y="30350"/>
                  <a:pt x="1212192" y="30555"/>
                  <a:pt x="1212329" y="30781"/>
                </a:cubicBezTo>
                <a:cubicBezTo>
                  <a:pt x="1212509" y="31010"/>
                  <a:pt x="1212600" y="31327"/>
                  <a:pt x="1212600" y="31735"/>
                </a:cubicBezTo>
                <a:close/>
                <a:moveTo>
                  <a:pt x="1263815" y="76481"/>
                </a:moveTo>
                <a:cubicBezTo>
                  <a:pt x="1263815" y="79613"/>
                  <a:pt x="1263226" y="82405"/>
                  <a:pt x="1262043" y="84856"/>
                </a:cubicBezTo>
                <a:cubicBezTo>
                  <a:pt x="1260909" y="87308"/>
                  <a:pt x="1259275" y="89374"/>
                  <a:pt x="1257140" y="91054"/>
                </a:cubicBezTo>
                <a:cubicBezTo>
                  <a:pt x="1255008" y="92734"/>
                  <a:pt x="1252465" y="94006"/>
                  <a:pt x="1249513" y="94869"/>
                </a:cubicBezTo>
                <a:cubicBezTo>
                  <a:pt x="1246562" y="95732"/>
                  <a:pt x="1243315" y="96163"/>
                  <a:pt x="1239775" y="96163"/>
                </a:cubicBezTo>
                <a:cubicBezTo>
                  <a:pt x="1237595" y="96163"/>
                  <a:pt x="1235506" y="95981"/>
                  <a:pt x="1233508" y="95618"/>
                </a:cubicBezTo>
                <a:cubicBezTo>
                  <a:pt x="1231557" y="95300"/>
                  <a:pt x="1229785" y="94892"/>
                  <a:pt x="1228196" y="94392"/>
                </a:cubicBezTo>
                <a:cubicBezTo>
                  <a:pt x="1226653" y="93846"/>
                  <a:pt x="1225336" y="93303"/>
                  <a:pt x="1224247" y="92757"/>
                </a:cubicBezTo>
                <a:cubicBezTo>
                  <a:pt x="1223156" y="92166"/>
                  <a:pt x="1222361" y="91646"/>
                  <a:pt x="1221864" y="91191"/>
                </a:cubicBezTo>
                <a:cubicBezTo>
                  <a:pt x="1221364" y="90737"/>
                  <a:pt x="1221001" y="90100"/>
                  <a:pt x="1220773" y="89283"/>
                </a:cubicBezTo>
                <a:cubicBezTo>
                  <a:pt x="1220547" y="88465"/>
                  <a:pt x="1220433" y="87354"/>
                  <a:pt x="1220433" y="85948"/>
                </a:cubicBezTo>
                <a:cubicBezTo>
                  <a:pt x="1220433" y="85085"/>
                  <a:pt x="1220478" y="84356"/>
                  <a:pt x="1220570" y="83768"/>
                </a:cubicBezTo>
                <a:cubicBezTo>
                  <a:pt x="1220661" y="83176"/>
                  <a:pt x="1220773" y="82702"/>
                  <a:pt x="1220910" y="82336"/>
                </a:cubicBezTo>
                <a:cubicBezTo>
                  <a:pt x="1221047" y="81973"/>
                  <a:pt x="1221227" y="81725"/>
                  <a:pt x="1221456" y="81587"/>
                </a:cubicBezTo>
                <a:cubicBezTo>
                  <a:pt x="1221727" y="81407"/>
                  <a:pt x="1222021" y="81316"/>
                  <a:pt x="1222338" y="81316"/>
                </a:cubicBezTo>
                <a:cubicBezTo>
                  <a:pt x="1222839" y="81316"/>
                  <a:pt x="1223564" y="81633"/>
                  <a:pt x="1224519" y="82270"/>
                </a:cubicBezTo>
                <a:cubicBezTo>
                  <a:pt x="1225519" y="82859"/>
                  <a:pt x="1226722" y="83519"/>
                  <a:pt x="1228128" y="84245"/>
                </a:cubicBezTo>
                <a:cubicBezTo>
                  <a:pt x="1229582" y="84971"/>
                  <a:pt x="1231285" y="85651"/>
                  <a:pt x="1233237" y="86288"/>
                </a:cubicBezTo>
                <a:cubicBezTo>
                  <a:pt x="1235189" y="86877"/>
                  <a:pt x="1237435" y="87174"/>
                  <a:pt x="1239978" y="87174"/>
                </a:cubicBezTo>
                <a:cubicBezTo>
                  <a:pt x="1241887" y="87174"/>
                  <a:pt x="1243610" y="86968"/>
                  <a:pt x="1245156" y="86559"/>
                </a:cubicBezTo>
                <a:cubicBezTo>
                  <a:pt x="1246699" y="86151"/>
                  <a:pt x="1248039" y="85562"/>
                  <a:pt x="1249173" y="84788"/>
                </a:cubicBezTo>
                <a:cubicBezTo>
                  <a:pt x="1250308" y="83970"/>
                  <a:pt x="1251171" y="82950"/>
                  <a:pt x="1251762" y="81725"/>
                </a:cubicBezTo>
                <a:cubicBezTo>
                  <a:pt x="1252397" y="80499"/>
                  <a:pt x="1252714" y="79044"/>
                  <a:pt x="1252714" y="77367"/>
                </a:cubicBezTo>
                <a:cubicBezTo>
                  <a:pt x="1252714" y="75641"/>
                  <a:pt x="1252259" y="74186"/>
                  <a:pt x="1251354" y="73006"/>
                </a:cubicBezTo>
                <a:cubicBezTo>
                  <a:pt x="1250491" y="71826"/>
                  <a:pt x="1249330" y="70783"/>
                  <a:pt x="1247879" y="69874"/>
                </a:cubicBezTo>
                <a:cubicBezTo>
                  <a:pt x="1246427" y="68966"/>
                  <a:pt x="1244793" y="68171"/>
                  <a:pt x="1242975" y="67491"/>
                </a:cubicBezTo>
                <a:cubicBezTo>
                  <a:pt x="1241158" y="66763"/>
                  <a:pt x="1239275" y="66014"/>
                  <a:pt x="1237323" y="65242"/>
                </a:cubicBezTo>
                <a:cubicBezTo>
                  <a:pt x="1235414" y="64471"/>
                  <a:pt x="1233531" y="63608"/>
                  <a:pt x="1231671" y="62656"/>
                </a:cubicBezTo>
                <a:cubicBezTo>
                  <a:pt x="1229854" y="61656"/>
                  <a:pt x="1228219" y="60453"/>
                  <a:pt x="1226768" y="59045"/>
                </a:cubicBezTo>
                <a:cubicBezTo>
                  <a:pt x="1225313" y="57639"/>
                  <a:pt x="1224133" y="55958"/>
                  <a:pt x="1223224" y="54007"/>
                </a:cubicBezTo>
                <a:cubicBezTo>
                  <a:pt x="1222361" y="52052"/>
                  <a:pt x="1221930" y="49715"/>
                  <a:pt x="1221930" y="46992"/>
                </a:cubicBezTo>
                <a:cubicBezTo>
                  <a:pt x="1221930" y="44586"/>
                  <a:pt x="1222384" y="42291"/>
                  <a:pt x="1223293" y="40114"/>
                </a:cubicBezTo>
                <a:cubicBezTo>
                  <a:pt x="1224247" y="37888"/>
                  <a:pt x="1225653" y="35959"/>
                  <a:pt x="1227516" y="34324"/>
                </a:cubicBezTo>
                <a:cubicBezTo>
                  <a:pt x="1229377" y="32644"/>
                  <a:pt x="1231694" y="31304"/>
                  <a:pt x="1234463" y="30307"/>
                </a:cubicBezTo>
                <a:cubicBezTo>
                  <a:pt x="1237277" y="29307"/>
                  <a:pt x="1240546" y="28806"/>
                  <a:pt x="1244270" y="28806"/>
                </a:cubicBezTo>
                <a:cubicBezTo>
                  <a:pt x="1245904" y="28806"/>
                  <a:pt x="1247539" y="28944"/>
                  <a:pt x="1249173" y="29215"/>
                </a:cubicBezTo>
                <a:cubicBezTo>
                  <a:pt x="1250808" y="29489"/>
                  <a:pt x="1252282" y="29829"/>
                  <a:pt x="1253600" y="30238"/>
                </a:cubicBezTo>
                <a:cubicBezTo>
                  <a:pt x="1254917" y="30647"/>
                  <a:pt x="1256028" y="31101"/>
                  <a:pt x="1256937" y="31598"/>
                </a:cubicBezTo>
                <a:cubicBezTo>
                  <a:pt x="1257892" y="32053"/>
                  <a:pt x="1258594" y="32461"/>
                  <a:pt x="1259049" y="32824"/>
                </a:cubicBezTo>
                <a:cubicBezTo>
                  <a:pt x="1259546" y="33190"/>
                  <a:pt x="1259866" y="33507"/>
                  <a:pt x="1260000" y="33779"/>
                </a:cubicBezTo>
                <a:cubicBezTo>
                  <a:pt x="1260183" y="34050"/>
                  <a:pt x="1260298" y="34370"/>
                  <a:pt x="1260343" y="34733"/>
                </a:cubicBezTo>
                <a:cubicBezTo>
                  <a:pt x="1260432" y="35050"/>
                  <a:pt x="1260500" y="35459"/>
                  <a:pt x="1260546" y="35959"/>
                </a:cubicBezTo>
                <a:cubicBezTo>
                  <a:pt x="1260638" y="36459"/>
                  <a:pt x="1260683" y="37070"/>
                  <a:pt x="1260683" y="37796"/>
                </a:cubicBezTo>
                <a:cubicBezTo>
                  <a:pt x="1260683" y="38568"/>
                  <a:pt x="1260638" y="39251"/>
                  <a:pt x="1260546" y="39839"/>
                </a:cubicBezTo>
                <a:cubicBezTo>
                  <a:pt x="1260500" y="40385"/>
                  <a:pt x="1260386" y="40839"/>
                  <a:pt x="1260206" y="41202"/>
                </a:cubicBezTo>
                <a:cubicBezTo>
                  <a:pt x="1260069" y="41565"/>
                  <a:pt x="1259889" y="41837"/>
                  <a:pt x="1259660" y="42020"/>
                </a:cubicBezTo>
                <a:cubicBezTo>
                  <a:pt x="1259435" y="42157"/>
                  <a:pt x="1259183" y="42222"/>
                  <a:pt x="1258912" y="42222"/>
                </a:cubicBezTo>
                <a:cubicBezTo>
                  <a:pt x="1258503" y="42222"/>
                  <a:pt x="1257912" y="41974"/>
                  <a:pt x="1257140" y="41474"/>
                </a:cubicBezTo>
                <a:cubicBezTo>
                  <a:pt x="1256368" y="40974"/>
                  <a:pt x="1255371" y="40454"/>
                  <a:pt x="1254145" y="39908"/>
                </a:cubicBezTo>
                <a:cubicBezTo>
                  <a:pt x="1252919" y="39319"/>
                  <a:pt x="1251465" y="38773"/>
                  <a:pt x="1249785" y="38273"/>
                </a:cubicBezTo>
                <a:cubicBezTo>
                  <a:pt x="1248150" y="37773"/>
                  <a:pt x="1246267" y="37525"/>
                  <a:pt x="1244133" y="37525"/>
                </a:cubicBezTo>
                <a:cubicBezTo>
                  <a:pt x="1242227" y="37525"/>
                  <a:pt x="1240546" y="37750"/>
                  <a:pt x="1239092" y="38205"/>
                </a:cubicBezTo>
                <a:cubicBezTo>
                  <a:pt x="1237640" y="38613"/>
                  <a:pt x="1236437" y="39228"/>
                  <a:pt x="1235483" y="40045"/>
                </a:cubicBezTo>
                <a:cubicBezTo>
                  <a:pt x="1234574" y="40817"/>
                  <a:pt x="1233871" y="41748"/>
                  <a:pt x="1233371" y="42837"/>
                </a:cubicBezTo>
                <a:cubicBezTo>
                  <a:pt x="1232920" y="43925"/>
                  <a:pt x="1232691" y="45106"/>
                  <a:pt x="1232691" y="46377"/>
                </a:cubicBezTo>
                <a:cubicBezTo>
                  <a:pt x="1232691" y="48149"/>
                  <a:pt x="1233146" y="49646"/>
                  <a:pt x="1234054" y="50872"/>
                </a:cubicBezTo>
                <a:cubicBezTo>
                  <a:pt x="1234963" y="52052"/>
                  <a:pt x="1236143" y="53098"/>
                  <a:pt x="1237595" y="54007"/>
                </a:cubicBezTo>
                <a:cubicBezTo>
                  <a:pt x="1239049" y="54913"/>
                  <a:pt x="1240706" y="55730"/>
                  <a:pt x="1242567" y="56458"/>
                </a:cubicBezTo>
                <a:cubicBezTo>
                  <a:pt x="1244427" y="57184"/>
                  <a:pt x="1246313" y="57933"/>
                  <a:pt x="1248219" y="58704"/>
                </a:cubicBezTo>
                <a:cubicBezTo>
                  <a:pt x="1250171" y="59476"/>
                  <a:pt x="1252079" y="60339"/>
                  <a:pt x="1253940" y="61293"/>
                </a:cubicBezTo>
                <a:cubicBezTo>
                  <a:pt x="1255848" y="62248"/>
                  <a:pt x="1257526" y="63405"/>
                  <a:pt x="1258980" y="64765"/>
                </a:cubicBezTo>
                <a:cubicBezTo>
                  <a:pt x="1260432" y="66128"/>
                  <a:pt x="1261592" y="67763"/>
                  <a:pt x="1262452" y="69669"/>
                </a:cubicBezTo>
                <a:cubicBezTo>
                  <a:pt x="1263361" y="71578"/>
                  <a:pt x="1263815" y="73846"/>
                  <a:pt x="1263815" y="764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B0A9B-5FC2-4623-AAE5-067A7E68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34" y="3935909"/>
            <a:ext cx="7343187" cy="380270"/>
          </a:xfrm>
          <a:custGeom xmlns:a="http://schemas.openxmlformats.org/drawingml/2006/main">
            <a:pathLst>
              <a:path w="7343187" h="380270">
                <a:moveTo>
                  <a:pt x="0" y="380270"/>
                </a:moveTo>
                <a:lnTo>
                  <a:pt x="0" y="0"/>
                </a:lnTo>
                <a:lnTo>
                  <a:pt x="7343187" y="0"/>
                </a:lnTo>
                <a:lnTo>
                  <a:pt x="7343187" y="380270"/>
                </a:lnTo>
                <a:lnTo>
                  <a:pt x="0" y="38027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FC046-869C-4FC6-93F5-04978047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24" y="3991896"/>
            <a:ext cx="6879643" cy="120204"/>
          </a:xfrm>
          <a:custGeom xmlns:a="http://schemas.openxmlformats.org/drawingml/2006/main">
            <a:pathLst>
              <a:path w="6879643" h="120204">
                <a:moveTo>
                  <a:pt x="36913" y="20771"/>
                </a:moveTo>
                <a:lnTo>
                  <a:pt x="36913" y="29352"/>
                </a:lnTo>
                <a:cubicBezTo>
                  <a:pt x="36913" y="30532"/>
                  <a:pt x="36777" y="31487"/>
                  <a:pt x="36504" y="32213"/>
                </a:cubicBezTo>
                <a:cubicBezTo>
                  <a:pt x="36277" y="32941"/>
                  <a:pt x="35891" y="33507"/>
                  <a:pt x="35346" y="33916"/>
                </a:cubicBezTo>
                <a:cubicBezTo>
                  <a:pt x="34847" y="34324"/>
                  <a:pt x="34189" y="34596"/>
                  <a:pt x="33371" y="34733"/>
                </a:cubicBezTo>
                <a:cubicBezTo>
                  <a:pt x="32600" y="34870"/>
                  <a:pt x="31669" y="34939"/>
                  <a:pt x="30579" y="34939"/>
                </a:cubicBezTo>
                <a:cubicBezTo>
                  <a:pt x="29489" y="34939"/>
                  <a:pt x="28558" y="34870"/>
                  <a:pt x="27787" y="34733"/>
                </a:cubicBezTo>
                <a:cubicBezTo>
                  <a:pt x="27015" y="34596"/>
                  <a:pt x="26379" y="34324"/>
                  <a:pt x="25880" y="33916"/>
                </a:cubicBezTo>
                <a:cubicBezTo>
                  <a:pt x="25380" y="33507"/>
                  <a:pt x="24994" y="32941"/>
                  <a:pt x="24722" y="32213"/>
                </a:cubicBezTo>
                <a:cubicBezTo>
                  <a:pt x="24495" y="31487"/>
                  <a:pt x="24381" y="30532"/>
                  <a:pt x="24381" y="29352"/>
                </a:cubicBezTo>
                <a:cubicBezTo>
                  <a:pt x="24381" y="27992"/>
                  <a:pt x="24450" y="26743"/>
                  <a:pt x="24586" y="25606"/>
                </a:cubicBezTo>
                <a:cubicBezTo>
                  <a:pt x="24722" y="24426"/>
                  <a:pt x="24926" y="23314"/>
                  <a:pt x="25199" y="22271"/>
                </a:cubicBezTo>
                <a:cubicBezTo>
                  <a:pt x="25517" y="21226"/>
                  <a:pt x="25925" y="20205"/>
                  <a:pt x="26425" y="19205"/>
                </a:cubicBezTo>
                <a:cubicBezTo>
                  <a:pt x="26969" y="18162"/>
                  <a:pt x="27605" y="17071"/>
                  <a:pt x="28332" y="15936"/>
                </a:cubicBezTo>
                <a:lnTo>
                  <a:pt x="37526" y="1975"/>
                </a:lnTo>
                <a:cubicBezTo>
                  <a:pt x="37753" y="1612"/>
                  <a:pt x="38002" y="1317"/>
                  <a:pt x="38275" y="1089"/>
                </a:cubicBezTo>
                <a:cubicBezTo>
                  <a:pt x="38547" y="863"/>
                  <a:pt x="38888" y="680"/>
                  <a:pt x="39296" y="546"/>
                </a:cubicBezTo>
                <a:cubicBezTo>
                  <a:pt x="39705" y="363"/>
                  <a:pt x="40182" y="226"/>
                  <a:pt x="40727" y="137"/>
                </a:cubicBezTo>
                <a:cubicBezTo>
                  <a:pt x="41317" y="46"/>
                  <a:pt x="42020" y="0"/>
                  <a:pt x="42838" y="0"/>
                </a:cubicBezTo>
                <a:cubicBezTo>
                  <a:pt x="43564" y="0"/>
                  <a:pt x="44177" y="46"/>
                  <a:pt x="44677" y="137"/>
                </a:cubicBezTo>
                <a:cubicBezTo>
                  <a:pt x="45176" y="183"/>
                  <a:pt x="45539" y="294"/>
                  <a:pt x="45766" y="477"/>
                </a:cubicBezTo>
                <a:cubicBezTo>
                  <a:pt x="45993" y="614"/>
                  <a:pt x="46107" y="817"/>
                  <a:pt x="46107" y="1089"/>
                </a:cubicBezTo>
                <a:cubicBezTo>
                  <a:pt x="46152" y="1363"/>
                  <a:pt x="46061" y="1680"/>
                  <a:pt x="45834" y="2043"/>
                </a:cubicBezTo>
                <a:lnTo>
                  <a:pt x="36913" y="20771"/>
                </a:lnTo>
                <a:close/>
                <a:moveTo>
                  <a:pt x="12531" y="20771"/>
                </a:moveTo>
                <a:lnTo>
                  <a:pt x="12531" y="29352"/>
                </a:lnTo>
                <a:cubicBezTo>
                  <a:pt x="12531" y="30532"/>
                  <a:pt x="12395" y="31487"/>
                  <a:pt x="12123" y="32213"/>
                </a:cubicBezTo>
                <a:cubicBezTo>
                  <a:pt x="11896" y="32941"/>
                  <a:pt x="11510" y="33507"/>
                  <a:pt x="10965" y="33916"/>
                </a:cubicBezTo>
                <a:cubicBezTo>
                  <a:pt x="10465" y="34324"/>
                  <a:pt x="9807" y="34596"/>
                  <a:pt x="8990" y="34733"/>
                </a:cubicBezTo>
                <a:cubicBezTo>
                  <a:pt x="8218" y="34870"/>
                  <a:pt x="7287" y="34939"/>
                  <a:pt x="6198" y="34939"/>
                </a:cubicBezTo>
                <a:cubicBezTo>
                  <a:pt x="5108" y="34939"/>
                  <a:pt x="4177" y="34870"/>
                  <a:pt x="3405" y="34733"/>
                </a:cubicBezTo>
                <a:cubicBezTo>
                  <a:pt x="2633" y="34596"/>
                  <a:pt x="1998" y="34324"/>
                  <a:pt x="1498" y="33916"/>
                </a:cubicBezTo>
                <a:cubicBezTo>
                  <a:pt x="999" y="33507"/>
                  <a:pt x="613" y="32941"/>
                  <a:pt x="341" y="32213"/>
                </a:cubicBezTo>
                <a:cubicBezTo>
                  <a:pt x="113" y="31487"/>
                  <a:pt x="0" y="30532"/>
                  <a:pt x="0" y="29352"/>
                </a:cubicBezTo>
                <a:cubicBezTo>
                  <a:pt x="0" y="27992"/>
                  <a:pt x="68" y="26743"/>
                  <a:pt x="204" y="25606"/>
                </a:cubicBezTo>
                <a:cubicBezTo>
                  <a:pt x="341" y="24426"/>
                  <a:pt x="545" y="23314"/>
                  <a:pt x="817" y="22271"/>
                </a:cubicBezTo>
                <a:cubicBezTo>
                  <a:pt x="1135" y="21226"/>
                  <a:pt x="1544" y="20205"/>
                  <a:pt x="2043" y="19205"/>
                </a:cubicBezTo>
                <a:cubicBezTo>
                  <a:pt x="2588" y="18162"/>
                  <a:pt x="3224" y="17071"/>
                  <a:pt x="3950" y="15936"/>
                </a:cubicBezTo>
                <a:lnTo>
                  <a:pt x="13144" y="1975"/>
                </a:lnTo>
                <a:cubicBezTo>
                  <a:pt x="13371" y="1612"/>
                  <a:pt x="13621" y="1317"/>
                  <a:pt x="13893" y="1089"/>
                </a:cubicBezTo>
                <a:cubicBezTo>
                  <a:pt x="14166" y="863"/>
                  <a:pt x="14506" y="680"/>
                  <a:pt x="14915" y="546"/>
                </a:cubicBezTo>
                <a:cubicBezTo>
                  <a:pt x="15324" y="363"/>
                  <a:pt x="15800" y="226"/>
                  <a:pt x="16345" y="137"/>
                </a:cubicBezTo>
                <a:cubicBezTo>
                  <a:pt x="16935" y="46"/>
                  <a:pt x="17639" y="0"/>
                  <a:pt x="18456" y="0"/>
                </a:cubicBezTo>
                <a:cubicBezTo>
                  <a:pt x="19183" y="0"/>
                  <a:pt x="19773" y="46"/>
                  <a:pt x="20227" y="137"/>
                </a:cubicBezTo>
                <a:cubicBezTo>
                  <a:pt x="20727" y="183"/>
                  <a:pt x="21090" y="294"/>
                  <a:pt x="21317" y="477"/>
                </a:cubicBezTo>
                <a:cubicBezTo>
                  <a:pt x="21589" y="614"/>
                  <a:pt x="21725" y="817"/>
                  <a:pt x="21725" y="1089"/>
                </a:cubicBezTo>
                <a:cubicBezTo>
                  <a:pt x="21725" y="1363"/>
                  <a:pt x="21635" y="1680"/>
                  <a:pt x="21453" y="2043"/>
                </a:cubicBezTo>
                <a:lnTo>
                  <a:pt x="12531" y="20771"/>
                </a:lnTo>
                <a:close/>
                <a:moveTo>
                  <a:pt x="112236" y="90714"/>
                </a:moveTo>
                <a:cubicBezTo>
                  <a:pt x="112236" y="91577"/>
                  <a:pt x="112168" y="92303"/>
                  <a:pt x="112032" y="92894"/>
                </a:cubicBezTo>
                <a:cubicBezTo>
                  <a:pt x="111896" y="93486"/>
                  <a:pt x="111714" y="93960"/>
                  <a:pt x="111487" y="94326"/>
                </a:cubicBezTo>
                <a:cubicBezTo>
                  <a:pt x="111260" y="94689"/>
                  <a:pt x="110988" y="94960"/>
                  <a:pt x="110670" y="95143"/>
                </a:cubicBezTo>
                <a:cubicBezTo>
                  <a:pt x="110398" y="95278"/>
                  <a:pt x="110102" y="95346"/>
                  <a:pt x="109785" y="95346"/>
                </a:cubicBezTo>
                <a:lnTo>
                  <a:pt x="63746" y="95346"/>
                </a:lnTo>
                <a:cubicBezTo>
                  <a:pt x="63428" y="95346"/>
                  <a:pt x="63133" y="95278"/>
                  <a:pt x="62860" y="95143"/>
                </a:cubicBezTo>
                <a:cubicBezTo>
                  <a:pt x="62588" y="94960"/>
                  <a:pt x="62316" y="94689"/>
                  <a:pt x="62043" y="94326"/>
                </a:cubicBezTo>
                <a:cubicBezTo>
                  <a:pt x="61816" y="93960"/>
                  <a:pt x="61635" y="93486"/>
                  <a:pt x="61499" y="92894"/>
                </a:cubicBezTo>
                <a:cubicBezTo>
                  <a:pt x="61362" y="92303"/>
                  <a:pt x="61294" y="91577"/>
                  <a:pt x="61294" y="90714"/>
                </a:cubicBezTo>
                <a:cubicBezTo>
                  <a:pt x="61294" y="89897"/>
                  <a:pt x="61362" y="89194"/>
                  <a:pt x="61499" y="88605"/>
                </a:cubicBezTo>
                <a:cubicBezTo>
                  <a:pt x="61635" y="88014"/>
                  <a:pt x="61793" y="87537"/>
                  <a:pt x="61975" y="87174"/>
                </a:cubicBezTo>
                <a:cubicBezTo>
                  <a:pt x="62202" y="86765"/>
                  <a:pt x="62452" y="86471"/>
                  <a:pt x="62724" y="86288"/>
                </a:cubicBezTo>
                <a:cubicBezTo>
                  <a:pt x="63042" y="86062"/>
                  <a:pt x="63382" y="85948"/>
                  <a:pt x="63746" y="85948"/>
                </a:cubicBezTo>
                <a:lnTo>
                  <a:pt x="82134" y="85948"/>
                </a:lnTo>
                <a:lnTo>
                  <a:pt x="82134" y="18934"/>
                </a:lnTo>
                <a:lnTo>
                  <a:pt x="65108" y="29081"/>
                </a:lnTo>
                <a:cubicBezTo>
                  <a:pt x="64245" y="29535"/>
                  <a:pt x="63542" y="29807"/>
                  <a:pt x="62997" y="29898"/>
                </a:cubicBezTo>
                <a:cubicBezTo>
                  <a:pt x="62497" y="29989"/>
                  <a:pt x="62089" y="29898"/>
                  <a:pt x="61771" y="29627"/>
                </a:cubicBezTo>
                <a:cubicBezTo>
                  <a:pt x="61453" y="29307"/>
                  <a:pt x="61226" y="28809"/>
                  <a:pt x="61090" y="28126"/>
                </a:cubicBezTo>
                <a:cubicBezTo>
                  <a:pt x="60999" y="27446"/>
                  <a:pt x="60954" y="26583"/>
                  <a:pt x="60954" y="25540"/>
                </a:cubicBezTo>
                <a:cubicBezTo>
                  <a:pt x="60954" y="24769"/>
                  <a:pt x="60976" y="24109"/>
                  <a:pt x="61022" y="23563"/>
                </a:cubicBezTo>
                <a:cubicBezTo>
                  <a:pt x="61112" y="23020"/>
                  <a:pt x="61226" y="22566"/>
                  <a:pt x="61362" y="22203"/>
                </a:cubicBezTo>
                <a:cubicBezTo>
                  <a:pt x="61499" y="21840"/>
                  <a:pt x="61680" y="21520"/>
                  <a:pt x="61907" y="21248"/>
                </a:cubicBezTo>
                <a:cubicBezTo>
                  <a:pt x="62179" y="20977"/>
                  <a:pt x="62520" y="20703"/>
                  <a:pt x="62929" y="20431"/>
                </a:cubicBezTo>
                <a:lnTo>
                  <a:pt x="83224" y="7424"/>
                </a:lnTo>
                <a:cubicBezTo>
                  <a:pt x="83405" y="7287"/>
                  <a:pt x="83632" y="7172"/>
                  <a:pt x="83905" y="7084"/>
                </a:cubicBezTo>
                <a:cubicBezTo>
                  <a:pt x="84177" y="6992"/>
                  <a:pt x="84518" y="6901"/>
                  <a:pt x="84926" y="6809"/>
                </a:cubicBezTo>
                <a:cubicBezTo>
                  <a:pt x="85335" y="6721"/>
                  <a:pt x="85812" y="6675"/>
                  <a:pt x="86357" y="6675"/>
                </a:cubicBezTo>
                <a:cubicBezTo>
                  <a:pt x="86901" y="6629"/>
                  <a:pt x="87582" y="6607"/>
                  <a:pt x="88400" y="6607"/>
                </a:cubicBezTo>
                <a:cubicBezTo>
                  <a:pt x="89489" y="6607"/>
                  <a:pt x="90397" y="6652"/>
                  <a:pt x="91124" y="6744"/>
                </a:cubicBezTo>
                <a:cubicBezTo>
                  <a:pt x="91850" y="6832"/>
                  <a:pt x="92418" y="6969"/>
                  <a:pt x="92826" y="7152"/>
                </a:cubicBezTo>
                <a:cubicBezTo>
                  <a:pt x="93235" y="7287"/>
                  <a:pt x="93507" y="7492"/>
                  <a:pt x="93644" y="7764"/>
                </a:cubicBezTo>
                <a:cubicBezTo>
                  <a:pt x="93780" y="7990"/>
                  <a:pt x="93848" y="8241"/>
                  <a:pt x="93848" y="8512"/>
                </a:cubicBezTo>
                <a:lnTo>
                  <a:pt x="93848" y="85948"/>
                </a:lnTo>
                <a:lnTo>
                  <a:pt x="109785" y="85948"/>
                </a:lnTo>
                <a:cubicBezTo>
                  <a:pt x="110148" y="85948"/>
                  <a:pt x="110488" y="86062"/>
                  <a:pt x="110806" y="86288"/>
                </a:cubicBezTo>
                <a:cubicBezTo>
                  <a:pt x="111124" y="86471"/>
                  <a:pt x="111374" y="86765"/>
                  <a:pt x="111555" y="87174"/>
                </a:cubicBezTo>
                <a:cubicBezTo>
                  <a:pt x="111782" y="87537"/>
                  <a:pt x="111941" y="88014"/>
                  <a:pt x="112032" y="88605"/>
                </a:cubicBezTo>
                <a:cubicBezTo>
                  <a:pt x="112168" y="89194"/>
                  <a:pt x="112236" y="89897"/>
                  <a:pt x="112236" y="90714"/>
                </a:cubicBezTo>
                <a:close/>
                <a:moveTo>
                  <a:pt x="144722" y="87922"/>
                </a:moveTo>
                <a:cubicBezTo>
                  <a:pt x="144722" y="91146"/>
                  <a:pt x="144177" y="93303"/>
                  <a:pt x="143088" y="94392"/>
                </a:cubicBezTo>
                <a:cubicBezTo>
                  <a:pt x="142043" y="95438"/>
                  <a:pt x="140114" y="95961"/>
                  <a:pt x="137299" y="95961"/>
                </a:cubicBezTo>
                <a:cubicBezTo>
                  <a:pt x="134575" y="95961"/>
                  <a:pt x="132690" y="95438"/>
                  <a:pt x="131646" y="94392"/>
                </a:cubicBezTo>
                <a:cubicBezTo>
                  <a:pt x="130602" y="93349"/>
                  <a:pt x="130080" y="91260"/>
                  <a:pt x="130080" y="88128"/>
                </a:cubicBezTo>
                <a:cubicBezTo>
                  <a:pt x="130080" y="84905"/>
                  <a:pt x="130602" y="82770"/>
                  <a:pt x="131646" y="81725"/>
                </a:cubicBezTo>
                <a:cubicBezTo>
                  <a:pt x="132736" y="80636"/>
                  <a:pt x="134688" y="80090"/>
                  <a:pt x="137503" y="80090"/>
                </a:cubicBezTo>
                <a:cubicBezTo>
                  <a:pt x="140227" y="80090"/>
                  <a:pt x="142111" y="80613"/>
                  <a:pt x="143156" y="81659"/>
                </a:cubicBezTo>
                <a:cubicBezTo>
                  <a:pt x="144200" y="82702"/>
                  <a:pt x="144722" y="84791"/>
                  <a:pt x="144722" y="87922"/>
                </a:cubicBezTo>
                <a:close/>
                <a:moveTo>
                  <a:pt x="261726" y="93575"/>
                </a:moveTo>
                <a:cubicBezTo>
                  <a:pt x="261726" y="93937"/>
                  <a:pt x="261635" y="94257"/>
                  <a:pt x="261453" y="94529"/>
                </a:cubicBezTo>
                <a:cubicBezTo>
                  <a:pt x="261272" y="94800"/>
                  <a:pt x="260954" y="95029"/>
                  <a:pt x="260500" y="95209"/>
                </a:cubicBezTo>
                <a:cubicBezTo>
                  <a:pt x="260046" y="95346"/>
                  <a:pt x="259433" y="95461"/>
                  <a:pt x="258661" y="95552"/>
                </a:cubicBezTo>
                <a:cubicBezTo>
                  <a:pt x="257935" y="95686"/>
                  <a:pt x="257026" y="95755"/>
                  <a:pt x="255937" y="95755"/>
                </a:cubicBezTo>
                <a:cubicBezTo>
                  <a:pt x="254756" y="95755"/>
                  <a:pt x="253803" y="95686"/>
                  <a:pt x="253076" y="95552"/>
                </a:cubicBezTo>
                <a:cubicBezTo>
                  <a:pt x="252350" y="95461"/>
                  <a:pt x="251760" y="95346"/>
                  <a:pt x="251306" y="95209"/>
                </a:cubicBezTo>
                <a:cubicBezTo>
                  <a:pt x="250852" y="95029"/>
                  <a:pt x="250534" y="94800"/>
                  <a:pt x="250352" y="94529"/>
                </a:cubicBezTo>
                <a:cubicBezTo>
                  <a:pt x="250171" y="94257"/>
                  <a:pt x="250080" y="93937"/>
                  <a:pt x="250080" y="93575"/>
                </a:cubicBezTo>
                <a:lnTo>
                  <a:pt x="250080" y="54484"/>
                </a:lnTo>
                <a:lnTo>
                  <a:pt x="209966" y="54484"/>
                </a:lnTo>
                <a:lnTo>
                  <a:pt x="209966" y="93575"/>
                </a:lnTo>
                <a:cubicBezTo>
                  <a:pt x="209966" y="93937"/>
                  <a:pt x="209875" y="94257"/>
                  <a:pt x="209694" y="94529"/>
                </a:cubicBezTo>
                <a:cubicBezTo>
                  <a:pt x="209512" y="94800"/>
                  <a:pt x="209194" y="95029"/>
                  <a:pt x="208740" y="95209"/>
                </a:cubicBezTo>
                <a:cubicBezTo>
                  <a:pt x="208286" y="95346"/>
                  <a:pt x="207673" y="95461"/>
                  <a:pt x="206902" y="95552"/>
                </a:cubicBezTo>
                <a:cubicBezTo>
                  <a:pt x="206175" y="95686"/>
                  <a:pt x="205244" y="95755"/>
                  <a:pt x="204109" y="95755"/>
                </a:cubicBezTo>
                <a:cubicBezTo>
                  <a:pt x="203020" y="95755"/>
                  <a:pt x="202089" y="95686"/>
                  <a:pt x="201317" y="95552"/>
                </a:cubicBezTo>
                <a:cubicBezTo>
                  <a:pt x="200545" y="95461"/>
                  <a:pt x="199932" y="95346"/>
                  <a:pt x="199478" y="95209"/>
                </a:cubicBezTo>
                <a:cubicBezTo>
                  <a:pt x="199024" y="95029"/>
                  <a:pt x="198706" y="94800"/>
                  <a:pt x="198525" y="94529"/>
                </a:cubicBezTo>
                <a:cubicBezTo>
                  <a:pt x="198343" y="94257"/>
                  <a:pt x="198252" y="93937"/>
                  <a:pt x="198252" y="93575"/>
                </a:cubicBezTo>
                <a:lnTo>
                  <a:pt x="198252" y="8990"/>
                </a:lnTo>
                <a:cubicBezTo>
                  <a:pt x="198252" y="8627"/>
                  <a:pt x="198343" y="8310"/>
                  <a:pt x="198525" y="8035"/>
                </a:cubicBezTo>
                <a:cubicBezTo>
                  <a:pt x="198706" y="7764"/>
                  <a:pt x="199024" y="7561"/>
                  <a:pt x="199478" y="7424"/>
                </a:cubicBezTo>
                <a:cubicBezTo>
                  <a:pt x="199932" y="7241"/>
                  <a:pt x="200545" y="7107"/>
                  <a:pt x="201317" y="7015"/>
                </a:cubicBezTo>
                <a:cubicBezTo>
                  <a:pt x="202089" y="6878"/>
                  <a:pt x="203020" y="6809"/>
                  <a:pt x="204109" y="6809"/>
                </a:cubicBezTo>
                <a:cubicBezTo>
                  <a:pt x="205244" y="6809"/>
                  <a:pt x="206175" y="6878"/>
                  <a:pt x="206902" y="7015"/>
                </a:cubicBezTo>
                <a:cubicBezTo>
                  <a:pt x="207673" y="7107"/>
                  <a:pt x="208286" y="7241"/>
                  <a:pt x="208740" y="7424"/>
                </a:cubicBezTo>
                <a:cubicBezTo>
                  <a:pt x="209194" y="7561"/>
                  <a:pt x="209512" y="7764"/>
                  <a:pt x="209694" y="8035"/>
                </a:cubicBezTo>
                <a:cubicBezTo>
                  <a:pt x="209875" y="8310"/>
                  <a:pt x="209966" y="8627"/>
                  <a:pt x="209966" y="8990"/>
                </a:cubicBezTo>
                <a:lnTo>
                  <a:pt x="209966" y="44268"/>
                </a:lnTo>
                <a:lnTo>
                  <a:pt x="250080" y="44268"/>
                </a:lnTo>
                <a:lnTo>
                  <a:pt x="250080" y="8990"/>
                </a:lnTo>
                <a:cubicBezTo>
                  <a:pt x="250080" y="8627"/>
                  <a:pt x="250171" y="8310"/>
                  <a:pt x="250352" y="8035"/>
                </a:cubicBezTo>
                <a:cubicBezTo>
                  <a:pt x="250534" y="7764"/>
                  <a:pt x="250852" y="7561"/>
                  <a:pt x="251306" y="7424"/>
                </a:cubicBezTo>
                <a:cubicBezTo>
                  <a:pt x="251760" y="7241"/>
                  <a:pt x="252350" y="7107"/>
                  <a:pt x="253076" y="7015"/>
                </a:cubicBezTo>
                <a:cubicBezTo>
                  <a:pt x="253803" y="6878"/>
                  <a:pt x="254756" y="6809"/>
                  <a:pt x="255937" y="6809"/>
                </a:cubicBezTo>
                <a:cubicBezTo>
                  <a:pt x="257026" y="6809"/>
                  <a:pt x="257935" y="6878"/>
                  <a:pt x="258661" y="7015"/>
                </a:cubicBezTo>
                <a:cubicBezTo>
                  <a:pt x="259433" y="7107"/>
                  <a:pt x="260046" y="7241"/>
                  <a:pt x="260500" y="7424"/>
                </a:cubicBezTo>
                <a:cubicBezTo>
                  <a:pt x="260954" y="7561"/>
                  <a:pt x="261272" y="7764"/>
                  <a:pt x="261453" y="8035"/>
                </a:cubicBezTo>
                <a:cubicBezTo>
                  <a:pt x="261635" y="8310"/>
                  <a:pt x="261726" y="8627"/>
                  <a:pt x="261726" y="8990"/>
                </a:cubicBezTo>
                <a:lnTo>
                  <a:pt x="261726" y="93575"/>
                </a:lnTo>
                <a:close/>
                <a:moveTo>
                  <a:pt x="295097" y="93643"/>
                </a:moveTo>
                <a:cubicBezTo>
                  <a:pt x="295097" y="94006"/>
                  <a:pt x="295006" y="94326"/>
                  <a:pt x="294824" y="94598"/>
                </a:cubicBezTo>
                <a:cubicBezTo>
                  <a:pt x="294643" y="94823"/>
                  <a:pt x="294348" y="95029"/>
                  <a:pt x="293939" y="95209"/>
                </a:cubicBezTo>
                <a:cubicBezTo>
                  <a:pt x="293530" y="95392"/>
                  <a:pt x="292963" y="95529"/>
                  <a:pt x="292237" y="95618"/>
                </a:cubicBezTo>
                <a:cubicBezTo>
                  <a:pt x="291510" y="95709"/>
                  <a:pt x="290579" y="95755"/>
                  <a:pt x="289444" y="95755"/>
                </a:cubicBezTo>
                <a:cubicBezTo>
                  <a:pt x="288355" y="95755"/>
                  <a:pt x="287446" y="95709"/>
                  <a:pt x="286720" y="95618"/>
                </a:cubicBezTo>
                <a:cubicBezTo>
                  <a:pt x="285993" y="95529"/>
                  <a:pt x="285403" y="95392"/>
                  <a:pt x="284949" y="95209"/>
                </a:cubicBezTo>
                <a:cubicBezTo>
                  <a:pt x="284541" y="95029"/>
                  <a:pt x="284246" y="94823"/>
                  <a:pt x="284064" y="94598"/>
                </a:cubicBezTo>
                <a:cubicBezTo>
                  <a:pt x="283928" y="94326"/>
                  <a:pt x="283859" y="94006"/>
                  <a:pt x="283859" y="93643"/>
                </a:cubicBezTo>
                <a:lnTo>
                  <a:pt x="283859" y="32350"/>
                </a:lnTo>
                <a:cubicBezTo>
                  <a:pt x="283859" y="32033"/>
                  <a:pt x="283928" y="31735"/>
                  <a:pt x="284064" y="31464"/>
                </a:cubicBezTo>
                <a:cubicBezTo>
                  <a:pt x="284246" y="31192"/>
                  <a:pt x="284541" y="30964"/>
                  <a:pt x="284949" y="30784"/>
                </a:cubicBezTo>
                <a:cubicBezTo>
                  <a:pt x="285403" y="30601"/>
                  <a:pt x="285993" y="30467"/>
                  <a:pt x="286720" y="30375"/>
                </a:cubicBezTo>
                <a:cubicBezTo>
                  <a:pt x="287446" y="30284"/>
                  <a:pt x="288355" y="30238"/>
                  <a:pt x="289444" y="30238"/>
                </a:cubicBezTo>
                <a:cubicBezTo>
                  <a:pt x="290579" y="30238"/>
                  <a:pt x="291510" y="30284"/>
                  <a:pt x="292237" y="30375"/>
                </a:cubicBezTo>
                <a:cubicBezTo>
                  <a:pt x="292963" y="30467"/>
                  <a:pt x="293530" y="30601"/>
                  <a:pt x="293939" y="30784"/>
                </a:cubicBezTo>
                <a:cubicBezTo>
                  <a:pt x="294348" y="30964"/>
                  <a:pt x="294643" y="31192"/>
                  <a:pt x="294824" y="31464"/>
                </a:cubicBezTo>
                <a:cubicBezTo>
                  <a:pt x="295006" y="31735"/>
                  <a:pt x="295097" y="32033"/>
                  <a:pt x="295097" y="32350"/>
                </a:cubicBezTo>
                <a:lnTo>
                  <a:pt x="295097" y="93643"/>
                </a:lnTo>
                <a:close/>
                <a:moveTo>
                  <a:pt x="296391" y="11647"/>
                </a:moveTo>
                <a:cubicBezTo>
                  <a:pt x="296391" y="14279"/>
                  <a:pt x="295891" y="16073"/>
                  <a:pt x="294893" y="17025"/>
                </a:cubicBezTo>
                <a:cubicBezTo>
                  <a:pt x="293894" y="17979"/>
                  <a:pt x="292055" y="18457"/>
                  <a:pt x="289376" y="18457"/>
                </a:cubicBezTo>
                <a:cubicBezTo>
                  <a:pt x="286743" y="18457"/>
                  <a:pt x="284926" y="18002"/>
                  <a:pt x="283928" y="17094"/>
                </a:cubicBezTo>
                <a:cubicBezTo>
                  <a:pt x="282974" y="16142"/>
                  <a:pt x="282498" y="14370"/>
                  <a:pt x="282498" y="11781"/>
                </a:cubicBezTo>
                <a:cubicBezTo>
                  <a:pt x="282498" y="9150"/>
                  <a:pt x="282997" y="7355"/>
                  <a:pt x="283996" y="6401"/>
                </a:cubicBezTo>
                <a:cubicBezTo>
                  <a:pt x="284995" y="5449"/>
                  <a:pt x="286834" y="4972"/>
                  <a:pt x="289512" y="4972"/>
                </a:cubicBezTo>
                <a:cubicBezTo>
                  <a:pt x="292146" y="4972"/>
                  <a:pt x="293939" y="5449"/>
                  <a:pt x="294893" y="6401"/>
                </a:cubicBezTo>
                <a:cubicBezTo>
                  <a:pt x="295891" y="7309"/>
                  <a:pt x="296391" y="9058"/>
                  <a:pt x="296391" y="11647"/>
                </a:cubicBezTo>
                <a:close/>
                <a:moveTo>
                  <a:pt x="367083" y="35142"/>
                </a:moveTo>
                <a:cubicBezTo>
                  <a:pt x="367083" y="36730"/>
                  <a:pt x="366857" y="37888"/>
                  <a:pt x="366403" y="38616"/>
                </a:cubicBezTo>
                <a:cubicBezTo>
                  <a:pt x="365994" y="39296"/>
                  <a:pt x="365449" y="39636"/>
                  <a:pt x="364768" y="39636"/>
                </a:cubicBezTo>
                <a:lnTo>
                  <a:pt x="355982" y="39636"/>
                </a:lnTo>
                <a:cubicBezTo>
                  <a:pt x="357570" y="41271"/>
                  <a:pt x="358685" y="43088"/>
                  <a:pt x="359319" y="45086"/>
                </a:cubicBezTo>
                <a:cubicBezTo>
                  <a:pt x="359956" y="47037"/>
                  <a:pt x="360274" y="49080"/>
                  <a:pt x="360274" y="51215"/>
                </a:cubicBezTo>
                <a:cubicBezTo>
                  <a:pt x="360274" y="54755"/>
                  <a:pt x="359705" y="57890"/>
                  <a:pt x="358571" y="60613"/>
                </a:cubicBezTo>
                <a:cubicBezTo>
                  <a:pt x="357436" y="63336"/>
                  <a:pt x="355802" y="65654"/>
                  <a:pt x="353667" y="67560"/>
                </a:cubicBezTo>
                <a:cubicBezTo>
                  <a:pt x="351578" y="69420"/>
                  <a:pt x="349081" y="70852"/>
                  <a:pt x="346175" y="71849"/>
                </a:cubicBezTo>
                <a:cubicBezTo>
                  <a:pt x="343269" y="72849"/>
                  <a:pt x="340045" y="73349"/>
                  <a:pt x="336505" y="73349"/>
                </a:cubicBezTo>
                <a:cubicBezTo>
                  <a:pt x="334007" y="73349"/>
                  <a:pt x="331624" y="73032"/>
                  <a:pt x="329353" y="72395"/>
                </a:cubicBezTo>
                <a:cubicBezTo>
                  <a:pt x="327129" y="71715"/>
                  <a:pt x="325404" y="70875"/>
                  <a:pt x="324178" y="69874"/>
                </a:cubicBezTo>
                <a:cubicBezTo>
                  <a:pt x="323360" y="70692"/>
                  <a:pt x="322680" y="71623"/>
                  <a:pt x="322135" y="72666"/>
                </a:cubicBezTo>
                <a:cubicBezTo>
                  <a:pt x="321634" y="73712"/>
                  <a:pt x="321386" y="74915"/>
                  <a:pt x="321386" y="76278"/>
                </a:cubicBezTo>
                <a:cubicBezTo>
                  <a:pt x="321386" y="77867"/>
                  <a:pt x="322112" y="79184"/>
                  <a:pt x="323563" y="80227"/>
                </a:cubicBezTo>
                <a:cubicBezTo>
                  <a:pt x="325063" y="81270"/>
                  <a:pt x="327038" y="81839"/>
                  <a:pt x="329490" y="81930"/>
                </a:cubicBezTo>
                <a:lnTo>
                  <a:pt x="345495" y="82610"/>
                </a:lnTo>
                <a:cubicBezTo>
                  <a:pt x="348535" y="82702"/>
                  <a:pt x="351330" y="83133"/>
                  <a:pt x="353870" y="83905"/>
                </a:cubicBezTo>
                <a:cubicBezTo>
                  <a:pt x="356413" y="84631"/>
                  <a:pt x="358616" y="85699"/>
                  <a:pt x="360476" y="87105"/>
                </a:cubicBezTo>
                <a:cubicBezTo>
                  <a:pt x="362340" y="88468"/>
                  <a:pt x="363791" y="90171"/>
                  <a:pt x="364837" y="92214"/>
                </a:cubicBezTo>
                <a:cubicBezTo>
                  <a:pt x="365880" y="94212"/>
                  <a:pt x="366403" y="96549"/>
                  <a:pt x="366403" y="99230"/>
                </a:cubicBezTo>
                <a:cubicBezTo>
                  <a:pt x="366403" y="102044"/>
                  <a:pt x="365811" y="104722"/>
                  <a:pt x="364631" y="107265"/>
                </a:cubicBezTo>
                <a:cubicBezTo>
                  <a:pt x="363451" y="109808"/>
                  <a:pt x="361634" y="112031"/>
                  <a:pt x="359182" y="113940"/>
                </a:cubicBezTo>
                <a:cubicBezTo>
                  <a:pt x="356776" y="115892"/>
                  <a:pt x="353690" y="117412"/>
                  <a:pt x="349921" y="118501"/>
                </a:cubicBezTo>
                <a:cubicBezTo>
                  <a:pt x="346152" y="119638"/>
                  <a:pt x="341703" y="120204"/>
                  <a:pt x="336573" y="120204"/>
                </a:cubicBezTo>
                <a:cubicBezTo>
                  <a:pt x="331624" y="120204"/>
                  <a:pt x="327401" y="119772"/>
                  <a:pt x="323906" y="118909"/>
                </a:cubicBezTo>
                <a:cubicBezTo>
                  <a:pt x="320454" y="118092"/>
                  <a:pt x="317617" y="116957"/>
                  <a:pt x="315391" y="115506"/>
                </a:cubicBezTo>
                <a:cubicBezTo>
                  <a:pt x="313168" y="114051"/>
                  <a:pt x="311556" y="112305"/>
                  <a:pt x="310556" y="110262"/>
                </a:cubicBezTo>
                <a:cubicBezTo>
                  <a:pt x="309559" y="108262"/>
                  <a:pt x="309059" y="106085"/>
                  <a:pt x="309059" y="103724"/>
                </a:cubicBezTo>
                <a:cubicBezTo>
                  <a:pt x="309059" y="102224"/>
                  <a:pt x="309239" y="100773"/>
                  <a:pt x="309604" y="99364"/>
                </a:cubicBezTo>
                <a:cubicBezTo>
                  <a:pt x="309967" y="97958"/>
                  <a:pt x="310510" y="96618"/>
                  <a:pt x="311239" y="95346"/>
                </a:cubicBezTo>
                <a:cubicBezTo>
                  <a:pt x="312010" y="94075"/>
                  <a:pt x="312939" y="92872"/>
                  <a:pt x="314031" y="91737"/>
                </a:cubicBezTo>
                <a:cubicBezTo>
                  <a:pt x="315165" y="90557"/>
                  <a:pt x="316460" y="89400"/>
                  <a:pt x="317911" y="88262"/>
                </a:cubicBezTo>
                <a:cubicBezTo>
                  <a:pt x="315688" y="87128"/>
                  <a:pt x="314031" y="85699"/>
                  <a:pt x="312939" y="83973"/>
                </a:cubicBezTo>
                <a:cubicBezTo>
                  <a:pt x="311896" y="82247"/>
                  <a:pt x="311373" y="80387"/>
                  <a:pt x="311373" y="78387"/>
                </a:cubicBezTo>
                <a:cubicBezTo>
                  <a:pt x="311373" y="75618"/>
                  <a:pt x="311942" y="73143"/>
                  <a:pt x="313076" y="70966"/>
                </a:cubicBezTo>
                <a:cubicBezTo>
                  <a:pt x="314211" y="68786"/>
                  <a:pt x="315619" y="66834"/>
                  <a:pt x="317300" y="65108"/>
                </a:cubicBezTo>
                <a:cubicBezTo>
                  <a:pt x="315891" y="63428"/>
                  <a:pt x="314779" y="61545"/>
                  <a:pt x="313962" y="59456"/>
                </a:cubicBezTo>
                <a:cubicBezTo>
                  <a:pt x="313145" y="57321"/>
                  <a:pt x="312736" y="54755"/>
                  <a:pt x="312736" y="51761"/>
                </a:cubicBezTo>
                <a:cubicBezTo>
                  <a:pt x="312736" y="48263"/>
                  <a:pt x="313325" y="45131"/>
                  <a:pt x="314508" y="42362"/>
                </a:cubicBezTo>
                <a:cubicBezTo>
                  <a:pt x="315688" y="39591"/>
                  <a:pt x="317323" y="37253"/>
                  <a:pt x="319411" y="35347"/>
                </a:cubicBezTo>
                <a:cubicBezTo>
                  <a:pt x="321497" y="33438"/>
                  <a:pt x="323995" y="31987"/>
                  <a:pt x="326901" y="30987"/>
                </a:cubicBezTo>
                <a:cubicBezTo>
                  <a:pt x="329853" y="29944"/>
                  <a:pt x="333053" y="29421"/>
                  <a:pt x="336505" y="29421"/>
                </a:cubicBezTo>
                <a:cubicBezTo>
                  <a:pt x="338365" y="29421"/>
                  <a:pt x="340091" y="29535"/>
                  <a:pt x="341680" y="29761"/>
                </a:cubicBezTo>
                <a:cubicBezTo>
                  <a:pt x="343314" y="29944"/>
                  <a:pt x="344835" y="30215"/>
                  <a:pt x="346243" y="30578"/>
                </a:cubicBezTo>
                <a:lnTo>
                  <a:pt x="364768" y="30578"/>
                </a:lnTo>
                <a:cubicBezTo>
                  <a:pt x="365540" y="30578"/>
                  <a:pt x="366106" y="30964"/>
                  <a:pt x="366472" y="31735"/>
                </a:cubicBezTo>
                <a:cubicBezTo>
                  <a:pt x="366880" y="32464"/>
                  <a:pt x="367083" y="33598"/>
                  <a:pt x="367083" y="35142"/>
                </a:cubicBezTo>
                <a:close/>
                <a:moveTo>
                  <a:pt x="349512" y="51284"/>
                </a:moveTo>
                <a:cubicBezTo>
                  <a:pt x="349512" y="47106"/>
                  <a:pt x="348355" y="43860"/>
                  <a:pt x="346040" y="41545"/>
                </a:cubicBezTo>
                <a:cubicBezTo>
                  <a:pt x="343769" y="39182"/>
                  <a:pt x="340523" y="38002"/>
                  <a:pt x="336299" y="38002"/>
                </a:cubicBezTo>
                <a:cubicBezTo>
                  <a:pt x="334122" y="38002"/>
                  <a:pt x="332213" y="38365"/>
                  <a:pt x="330578" y="39093"/>
                </a:cubicBezTo>
                <a:cubicBezTo>
                  <a:pt x="328990" y="39819"/>
                  <a:pt x="327650" y="40817"/>
                  <a:pt x="326561" y="42088"/>
                </a:cubicBezTo>
                <a:cubicBezTo>
                  <a:pt x="325518" y="43360"/>
                  <a:pt x="324723" y="44834"/>
                  <a:pt x="324178" y="46514"/>
                </a:cubicBezTo>
                <a:cubicBezTo>
                  <a:pt x="323678" y="48149"/>
                  <a:pt x="323429" y="49875"/>
                  <a:pt x="323429" y="51692"/>
                </a:cubicBezTo>
                <a:cubicBezTo>
                  <a:pt x="323429" y="55733"/>
                  <a:pt x="324563" y="58910"/>
                  <a:pt x="326832" y="61225"/>
                </a:cubicBezTo>
                <a:cubicBezTo>
                  <a:pt x="329150" y="63542"/>
                  <a:pt x="332373" y="64700"/>
                  <a:pt x="336505" y="64700"/>
                </a:cubicBezTo>
                <a:cubicBezTo>
                  <a:pt x="338728" y="64700"/>
                  <a:pt x="340660" y="64359"/>
                  <a:pt x="342294" y="63677"/>
                </a:cubicBezTo>
                <a:cubicBezTo>
                  <a:pt x="343929" y="62951"/>
                  <a:pt x="345266" y="61976"/>
                  <a:pt x="346312" y="60750"/>
                </a:cubicBezTo>
                <a:cubicBezTo>
                  <a:pt x="347401" y="59479"/>
                  <a:pt x="348195" y="58024"/>
                  <a:pt x="348695" y="56390"/>
                </a:cubicBezTo>
                <a:cubicBezTo>
                  <a:pt x="349241" y="54755"/>
                  <a:pt x="349512" y="53052"/>
                  <a:pt x="349512" y="51284"/>
                </a:cubicBezTo>
                <a:close/>
                <a:moveTo>
                  <a:pt x="355164" y="99841"/>
                </a:moveTo>
                <a:cubicBezTo>
                  <a:pt x="355164" y="97209"/>
                  <a:pt x="354076" y="95186"/>
                  <a:pt x="351895" y="93780"/>
                </a:cubicBezTo>
                <a:cubicBezTo>
                  <a:pt x="349761" y="92326"/>
                  <a:pt x="346858" y="91554"/>
                  <a:pt x="343177" y="91466"/>
                </a:cubicBezTo>
                <a:lnTo>
                  <a:pt x="327309" y="90920"/>
                </a:lnTo>
                <a:cubicBezTo>
                  <a:pt x="325858" y="92054"/>
                  <a:pt x="324655" y="93143"/>
                  <a:pt x="323700" y="94189"/>
                </a:cubicBezTo>
                <a:cubicBezTo>
                  <a:pt x="322792" y="95186"/>
                  <a:pt x="322066" y="96141"/>
                  <a:pt x="321520" y="97049"/>
                </a:cubicBezTo>
                <a:cubicBezTo>
                  <a:pt x="320977" y="98004"/>
                  <a:pt x="320591" y="98932"/>
                  <a:pt x="320363" y="99841"/>
                </a:cubicBezTo>
                <a:cubicBezTo>
                  <a:pt x="320183" y="100750"/>
                  <a:pt x="320091" y="101681"/>
                  <a:pt x="320091" y="102633"/>
                </a:cubicBezTo>
                <a:cubicBezTo>
                  <a:pt x="320091" y="105585"/>
                  <a:pt x="321589" y="107811"/>
                  <a:pt x="324586" y="109308"/>
                </a:cubicBezTo>
                <a:cubicBezTo>
                  <a:pt x="327584" y="110851"/>
                  <a:pt x="331759" y="111623"/>
                  <a:pt x="337116" y="111623"/>
                </a:cubicBezTo>
                <a:cubicBezTo>
                  <a:pt x="340523" y="111623"/>
                  <a:pt x="343360" y="111282"/>
                  <a:pt x="345632" y="110602"/>
                </a:cubicBezTo>
                <a:cubicBezTo>
                  <a:pt x="347946" y="109965"/>
                  <a:pt x="349807" y="109102"/>
                  <a:pt x="351215" y="108013"/>
                </a:cubicBezTo>
                <a:cubicBezTo>
                  <a:pt x="352621" y="106925"/>
                  <a:pt x="353621" y="105676"/>
                  <a:pt x="354213" y="104267"/>
                </a:cubicBezTo>
                <a:cubicBezTo>
                  <a:pt x="354847" y="102861"/>
                  <a:pt x="355164" y="101384"/>
                  <a:pt x="355164" y="99841"/>
                </a:cubicBezTo>
                <a:close/>
                <a:moveTo>
                  <a:pt x="434303" y="93643"/>
                </a:moveTo>
                <a:cubicBezTo>
                  <a:pt x="434303" y="94006"/>
                  <a:pt x="434211" y="94326"/>
                  <a:pt x="434031" y="94598"/>
                </a:cubicBezTo>
                <a:cubicBezTo>
                  <a:pt x="433849" y="94823"/>
                  <a:pt x="433554" y="95029"/>
                  <a:pt x="433146" y="95209"/>
                </a:cubicBezTo>
                <a:cubicBezTo>
                  <a:pt x="432737" y="95392"/>
                  <a:pt x="432168" y="95529"/>
                  <a:pt x="431442" y="95618"/>
                </a:cubicBezTo>
                <a:cubicBezTo>
                  <a:pt x="430717" y="95709"/>
                  <a:pt x="429808" y="95755"/>
                  <a:pt x="428716" y="95755"/>
                </a:cubicBezTo>
                <a:cubicBezTo>
                  <a:pt x="427582" y="95755"/>
                  <a:pt x="426653" y="95709"/>
                  <a:pt x="425925" y="95618"/>
                </a:cubicBezTo>
                <a:cubicBezTo>
                  <a:pt x="425199" y="95529"/>
                  <a:pt x="424630" y="95392"/>
                  <a:pt x="424222" y="95209"/>
                </a:cubicBezTo>
                <a:cubicBezTo>
                  <a:pt x="423813" y="95029"/>
                  <a:pt x="423519" y="94823"/>
                  <a:pt x="423339" y="94598"/>
                </a:cubicBezTo>
                <a:cubicBezTo>
                  <a:pt x="423156" y="94326"/>
                  <a:pt x="423064" y="94006"/>
                  <a:pt x="423064" y="93643"/>
                </a:cubicBezTo>
                <a:lnTo>
                  <a:pt x="423064" y="57753"/>
                </a:lnTo>
                <a:cubicBezTo>
                  <a:pt x="423064" y="54255"/>
                  <a:pt x="422793" y="51441"/>
                  <a:pt x="422247" y="49309"/>
                </a:cubicBezTo>
                <a:cubicBezTo>
                  <a:pt x="421704" y="47174"/>
                  <a:pt x="420910" y="45334"/>
                  <a:pt x="419864" y="43791"/>
                </a:cubicBezTo>
                <a:cubicBezTo>
                  <a:pt x="418821" y="42248"/>
                  <a:pt x="417458" y="41068"/>
                  <a:pt x="415778" y="40251"/>
                </a:cubicBezTo>
                <a:cubicBezTo>
                  <a:pt x="414143" y="39433"/>
                  <a:pt x="412237" y="39025"/>
                  <a:pt x="410057" y="39025"/>
                </a:cubicBezTo>
                <a:cubicBezTo>
                  <a:pt x="407242" y="39025"/>
                  <a:pt x="404428" y="40022"/>
                  <a:pt x="401613" y="42020"/>
                </a:cubicBezTo>
                <a:cubicBezTo>
                  <a:pt x="398798" y="44017"/>
                  <a:pt x="395847" y="46946"/>
                  <a:pt x="392758" y="50806"/>
                </a:cubicBezTo>
                <a:lnTo>
                  <a:pt x="392758" y="93643"/>
                </a:lnTo>
                <a:cubicBezTo>
                  <a:pt x="392758" y="94006"/>
                  <a:pt x="392669" y="94326"/>
                  <a:pt x="392486" y="94598"/>
                </a:cubicBezTo>
                <a:cubicBezTo>
                  <a:pt x="392303" y="94823"/>
                  <a:pt x="392009" y="95029"/>
                  <a:pt x="391600" y="95209"/>
                </a:cubicBezTo>
                <a:cubicBezTo>
                  <a:pt x="391192" y="95392"/>
                  <a:pt x="390626" y="95529"/>
                  <a:pt x="389897" y="95618"/>
                </a:cubicBezTo>
                <a:cubicBezTo>
                  <a:pt x="389171" y="95709"/>
                  <a:pt x="388240" y="95755"/>
                  <a:pt x="387106" y="95755"/>
                </a:cubicBezTo>
                <a:cubicBezTo>
                  <a:pt x="386017" y="95755"/>
                  <a:pt x="385108" y="95709"/>
                  <a:pt x="384382" y="95618"/>
                </a:cubicBezTo>
                <a:cubicBezTo>
                  <a:pt x="383657" y="95529"/>
                  <a:pt x="383065" y="95392"/>
                  <a:pt x="382611" y="95209"/>
                </a:cubicBezTo>
                <a:cubicBezTo>
                  <a:pt x="382202" y="95029"/>
                  <a:pt x="381908" y="94823"/>
                  <a:pt x="381725" y="94598"/>
                </a:cubicBezTo>
                <a:cubicBezTo>
                  <a:pt x="381591" y="94326"/>
                  <a:pt x="381522" y="94006"/>
                  <a:pt x="381522" y="93643"/>
                </a:cubicBezTo>
                <a:lnTo>
                  <a:pt x="381522" y="2657"/>
                </a:lnTo>
                <a:cubicBezTo>
                  <a:pt x="381522" y="2292"/>
                  <a:pt x="381591" y="1975"/>
                  <a:pt x="381725" y="1703"/>
                </a:cubicBezTo>
                <a:cubicBezTo>
                  <a:pt x="381908" y="1432"/>
                  <a:pt x="382202" y="1203"/>
                  <a:pt x="382611" y="1023"/>
                </a:cubicBezTo>
                <a:cubicBezTo>
                  <a:pt x="383065" y="840"/>
                  <a:pt x="383657" y="703"/>
                  <a:pt x="384382" y="614"/>
                </a:cubicBezTo>
                <a:cubicBezTo>
                  <a:pt x="385108" y="523"/>
                  <a:pt x="386017" y="477"/>
                  <a:pt x="387106" y="477"/>
                </a:cubicBezTo>
                <a:cubicBezTo>
                  <a:pt x="388240" y="477"/>
                  <a:pt x="389171" y="523"/>
                  <a:pt x="389897" y="614"/>
                </a:cubicBezTo>
                <a:cubicBezTo>
                  <a:pt x="390626" y="703"/>
                  <a:pt x="391192" y="840"/>
                  <a:pt x="391600" y="1023"/>
                </a:cubicBezTo>
                <a:cubicBezTo>
                  <a:pt x="392009" y="1203"/>
                  <a:pt x="392303" y="1432"/>
                  <a:pt x="392486" y="1703"/>
                </a:cubicBezTo>
                <a:cubicBezTo>
                  <a:pt x="392669" y="1975"/>
                  <a:pt x="392758" y="2292"/>
                  <a:pt x="392758" y="2657"/>
                </a:cubicBezTo>
                <a:lnTo>
                  <a:pt x="392758" y="39365"/>
                </a:lnTo>
                <a:cubicBezTo>
                  <a:pt x="395981" y="35959"/>
                  <a:pt x="399230" y="33438"/>
                  <a:pt x="402499" y="31804"/>
                </a:cubicBezTo>
                <a:cubicBezTo>
                  <a:pt x="405768" y="30124"/>
                  <a:pt x="409060" y="29284"/>
                  <a:pt x="412372" y="29284"/>
                </a:cubicBezTo>
                <a:cubicBezTo>
                  <a:pt x="416458" y="29284"/>
                  <a:pt x="419887" y="29989"/>
                  <a:pt x="422656" y="31395"/>
                </a:cubicBezTo>
                <a:cubicBezTo>
                  <a:pt x="425470" y="32758"/>
                  <a:pt x="427742" y="34596"/>
                  <a:pt x="429468" y="36913"/>
                </a:cubicBezTo>
                <a:cubicBezTo>
                  <a:pt x="431191" y="39228"/>
                  <a:pt x="432417" y="41954"/>
                  <a:pt x="433146" y="45086"/>
                </a:cubicBezTo>
                <a:cubicBezTo>
                  <a:pt x="433917" y="48172"/>
                  <a:pt x="434303" y="51918"/>
                  <a:pt x="434303" y="56321"/>
                </a:cubicBezTo>
                <a:lnTo>
                  <a:pt x="434303" y="93643"/>
                </a:lnTo>
                <a:close/>
                <a:moveTo>
                  <a:pt x="482383" y="60953"/>
                </a:moveTo>
                <a:cubicBezTo>
                  <a:pt x="482383" y="62725"/>
                  <a:pt x="482180" y="63951"/>
                  <a:pt x="481772" y="64631"/>
                </a:cubicBezTo>
                <a:cubicBezTo>
                  <a:pt x="481363" y="65311"/>
                  <a:pt x="480772" y="65654"/>
                  <a:pt x="480000" y="65654"/>
                </a:cubicBezTo>
                <a:lnTo>
                  <a:pt x="451534" y="65654"/>
                </a:lnTo>
                <a:cubicBezTo>
                  <a:pt x="450716" y="65654"/>
                  <a:pt x="450102" y="65311"/>
                  <a:pt x="449693" y="64631"/>
                </a:cubicBezTo>
                <a:cubicBezTo>
                  <a:pt x="449285" y="63905"/>
                  <a:pt x="449082" y="62679"/>
                  <a:pt x="449082" y="60953"/>
                </a:cubicBezTo>
                <a:cubicBezTo>
                  <a:pt x="449082" y="59227"/>
                  <a:pt x="449285" y="58024"/>
                  <a:pt x="449693" y="57344"/>
                </a:cubicBezTo>
                <a:cubicBezTo>
                  <a:pt x="450102" y="56664"/>
                  <a:pt x="450716" y="56321"/>
                  <a:pt x="451534" y="56321"/>
                </a:cubicBezTo>
                <a:lnTo>
                  <a:pt x="480000" y="56321"/>
                </a:lnTo>
                <a:cubicBezTo>
                  <a:pt x="480363" y="56321"/>
                  <a:pt x="480683" y="56390"/>
                  <a:pt x="480954" y="56527"/>
                </a:cubicBezTo>
                <a:cubicBezTo>
                  <a:pt x="481272" y="56664"/>
                  <a:pt x="481520" y="56936"/>
                  <a:pt x="481703" y="57344"/>
                </a:cubicBezTo>
                <a:cubicBezTo>
                  <a:pt x="481929" y="57707"/>
                  <a:pt x="482089" y="58184"/>
                  <a:pt x="482180" y="58773"/>
                </a:cubicBezTo>
                <a:cubicBezTo>
                  <a:pt x="482317" y="59365"/>
                  <a:pt x="482383" y="60090"/>
                  <a:pt x="482383" y="60953"/>
                </a:cubicBezTo>
                <a:close/>
                <a:moveTo>
                  <a:pt x="553895" y="62179"/>
                </a:moveTo>
                <a:cubicBezTo>
                  <a:pt x="553895" y="67491"/>
                  <a:pt x="553303" y="72280"/>
                  <a:pt x="552123" y="76550"/>
                </a:cubicBezTo>
                <a:cubicBezTo>
                  <a:pt x="550989" y="80773"/>
                  <a:pt x="549286" y="84382"/>
                  <a:pt x="547014" y="87379"/>
                </a:cubicBezTo>
                <a:cubicBezTo>
                  <a:pt x="544791" y="90374"/>
                  <a:pt x="542045" y="92669"/>
                  <a:pt x="538776" y="94257"/>
                </a:cubicBezTo>
                <a:cubicBezTo>
                  <a:pt x="535507" y="95846"/>
                  <a:pt x="531761" y="96641"/>
                  <a:pt x="527537" y="96641"/>
                </a:cubicBezTo>
                <a:cubicBezTo>
                  <a:pt x="525586" y="96641"/>
                  <a:pt x="523768" y="96435"/>
                  <a:pt x="522088" y="96026"/>
                </a:cubicBezTo>
                <a:cubicBezTo>
                  <a:pt x="520454" y="95663"/>
                  <a:pt x="518842" y="95052"/>
                  <a:pt x="517253" y="94189"/>
                </a:cubicBezTo>
                <a:cubicBezTo>
                  <a:pt x="515664" y="93326"/>
                  <a:pt x="514076" y="92237"/>
                  <a:pt x="512487" y="90920"/>
                </a:cubicBezTo>
                <a:cubicBezTo>
                  <a:pt x="510898" y="89603"/>
                  <a:pt x="509218" y="88014"/>
                  <a:pt x="507446" y="86154"/>
                </a:cubicBezTo>
                <a:lnTo>
                  <a:pt x="507446" y="93643"/>
                </a:lnTo>
                <a:cubicBezTo>
                  <a:pt x="507446" y="94006"/>
                  <a:pt x="507355" y="94326"/>
                  <a:pt x="507175" y="94598"/>
                </a:cubicBezTo>
                <a:cubicBezTo>
                  <a:pt x="506992" y="94869"/>
                  <a:pt x="506698" y="95098"/>
                  <a:pt x="506289" y="95278"/>
                </a:cubicBezTo>
                <a:cubicBezTo>
                  <a:pt x="505880" y="95415"/>
                  <a:pt x="505357" y="95529"/>
                  <a:pt x="504723" y="95618"/>
                </a:cubicBezTo>
                <a:cubicBezTo>
                  <a:pt x="504132" y="95709"/>
                  <a:pt x="503360" y="95755"/>
                  <a:pt x="502406" y="95755"/>
                </a:cubicBezTo>
                <a:cubicBezTo>
                  <a:pt x="501500" y="95755"/>
                  <a:pt x="500728" y="95709"/>
                  <a:pt x="500091" y="95618"/>
                </a:cubicBezTo>
                <a:cubicBezTo>
                  <a:pt x="499457" y="95529"/>
                  <a:pt x="498934" y="95415"/>
                  <a:pt x="498525" y="95278"/>
                </a:cubicBezTo>
                <a:cubicBezTo>
                  <a:pt x="498117" y="95098"/>
                  <a:pt x="497845" y="94869"/>
                  <a:pt x="497708" y="94598"/>
                </a:cubicBezTo>
                <a:cubicBezTo>
                  <a:pt x="497571" y="94326"/>
                  <a:pt x="497502" y="94006"/>
                  <a:pt x="497502" y="93643"/>
                </a:cubicBezTo>
                <a:lnTo>
                  <a:pt x="497502" y="2657"/>
                </a:lnTo>
                <a:cubicBezTo>
                  <a:pt x="497502" y="2292"/>
                  <a:pt x="497571" y="1975"/>
                  <a:pt x="497708" y="1703"/>
                </a:cubicBezTo>
                <a:cubicBezTo>
                  <a:pt x="497888" y="1432"/>
                  <a:pt x="498185" y="1203"/>
                  <a:pt x="498594" y="1023"/>
                </a:cubicBezTo>
                <a:cubicBezTo>
                  <a:pt x="499048" y="840"/>
                  <a:pt x="499637" y="703"/>
                  <a:pt x="500363" y="614"/>
                </a:cubicBezTo>
                <a:cubicBezTo>
                  <a:pt x="501091" y="523"/>
                  <a:pt x="501997" y="477"/>
                  <a:pt x="503089" y="477"/>
                </a:cubicBezTo>
                <a:cubicBezTo>
                  <a:pt x="504223" y="477"/>
                  <a:pt x="505155" y="523"/>
                  <a:pt x="505880" y="614"/>
                </a:cubicBezTo>
                <a:cubicBezTo>
                  <a:pt x="506606" y="703"/>
                  <a:pt x="507175" y="840"/>
                  <a:pt x="507583" y="1023"/>
                </a:cubicBezTo>
                <a:cubicBezTo>
                  <a:pt x="507992" y="1203"/>
                  <a:pt x="508286" y="1432"/>
                  <a:pt x="508469" y="1703"/>
                </a:cubicBezTo>
                <a:cubicBezTo>
                  <a:pt x="508649" y="1975"/>
                  <a:pt x="508741" y="2292"/>
                  <a:pt x="508741" y="2657"/>
                </a:cubicBezTo>
                <a:lnTo>
                  <a:pt x="508741" y="39365"/>
                </a:lnTo>
                <a:cubicBezTo>
                  <a:pt x="510558" y="37502"/>
                  <a:pt x="512304" y="35936"/>
                  <a:pt x="513984" y="34664"/>
                </a:cubicBezTo>
                <a:cubicBezTo>
                  <a:pt x="515710" y="33393"/>
                  <a:pt x="517390" y="32373"/>
                  <a:pt x="519025" y="31601"/>
                </a:cubicBezTo>
                <a:cubicBezTo>
                  <a:pt x="520659" y="30784"/>
                  <a:pt x="522294" y="30192"/>
                  <a:pt x="523928" y="29829"/>
                </a:cubicBezTo>
                <a:cubicBezTo>
                  <a:pt x="525563" y="29467"/>
                  <a:pt x="527289" y="29284"/>
                  <a:pt x="529103" y="29284"/>
                </a:cubicBezTo>
                <a:cubicBezTo>
                  <a:pt x="533552" y="29284"/>
                  <a:pt x="537344" y="30169"/>
                  <a:pt x="540476" y="31941"/>
                </a:cubicBezTo>
                <a:cubicBezTo>
                  <a:pt x="543657" y="33713"/>
                  <a:pt x="546220" y="36096"/>
                  <a:pt x="548174" y="39093"/>
                </a:cubicBezTo>
                <a:cubicBezTo>
                  <a:pt x="550172" y="42042"/>
                  <a:pt x="551623" y="45517"/>
                  <a:pt x="552532" y="49512"/>
                </a:cubicBezTo>
                <a:cubicBezTo>
                  <a:pt x="553441" y="53507"/>
                  <a:pt x="553895" y="57730"/>
                  <a:pt x="553895" y="62179"/>
                </a:cubicBezTo>
                <a:close/>
                <a:moveTo>
                  <a:pt x="542045" y="63474"/>
                </a:moveTo>
                <a:cubicBezTo>
                  <a:pt x="542045" y="60342"/>
                  <a:pt x="541793" y="57299"/>
                  <a:pt x="541293" y="54347"/>
                </a:cubicBezTo>
                <a:cubicBezTo>
                  <a:pt x="540842" y="51395"/>
                  <a:pt x="540025" y="48786"/>
                  <a:pt x="538842" y="46514"/>
                </a:cubicBezTo>
                <a:cubicBezTo>
                  <a:pt x="537661" y="44246"/>
                  <a:pt x="536096" y="42428"/>
                  <a:pt x="534144" y="41068"/>
                </a:cubicBezTo>
                <a:cubicBezTo>
                  <a:pt x="532192" y="39659"/>
                  <a:pt x="529763" y="38956"/>
                  <a:pt x="526857" y="38956"/>
                </a:cubicBezTo>
                <a:cubicBezTo>
                  <a:pt x="525403" y="38956"/>
                  <a:pt x="523974" y="39159"/>
                  <a:pt x="522565" y="39568"/>
                </a:cubicBezTo>
                <a:cubicBezTo>
                  <a:pt x="521159" y="39976"/>
                  <a:pt x="519728" y="40659"/>
                  <a:pt x="518276" y="41611"/>
                </a:cubicBezTo>
                <a:cubicBezTo>
                  <a:pt x="516822" y="42565"/>
                  <a:pt x="515302" y="43791"/>
                  <a:pt x="513713" y="45289"/>
                </a:cubicBezTo>
                <a:cubicBezTo>
                  <a:pt x="512170" y="46789"/>
                  <a:pt x="510512" y="48672"/>
                  <a:pt x="508741" y="50944"/>
                </a:cubicBezTo>
                <a:lnTo>
                  <a:pt x="508741" y="75392"/>
                </a:lnTo>
                <a:cubicBezTo>
                  <a:pt x="511827" y="79161"/>
                  <a:pt x="514779" y="82045"/>
                  <a:pt x="517593" y="84042"/>
                </a:cubicBezTo>
                <a:cubicBezTo>
                  <a:pt x="520408" y="85994"/>
                  <a:pt x="523337" y="86971"/>
                  <a:pt x="526380" y="86971"/>
                </a:cubicBezTo>
                <a:cubicBezTo>
                  <a:pt x="529195" y="86971"/>
                  <a:pt x="531601" y="86288"/>
                  <a:pt x="533598" y="84928"/>
                </a:cubicBezTo>
                <a:cubicBezTo>
                  <a:pt x="535596" y="83565"/>
                  <a:pt x="537207" y="81770"/>
                  <a:pt x="538433" y="79547"/>
                </a:cubicBezTo>
                <a:cubicBezTo>
                  <a:pt x="539705" y="77275"/>
                  <a:pt x="540613" y="74755"/>
                  <a:pt x="541159" y="71986"/>
                </a:cubicBezTo>
                <a:cubicBezTo>
                  <a:pt x="541748" y="69172"/>
                  <a:pt x="542045" y="66334"/>
                  <a:pt x="542045" y="63474"/>
                </a:cubicBezTo>
                <a:close/>
                <a:moveTo>
                  <a:pt x="616960" y="93712"/>
                </a:moveTo>
                <a:cubicBezTo>
                  <a:pt x="616960" y="94257"/>
                  <a:pt x="616777" y="94666"/>
                  <a:pt x="616414" y="94938"/>
                </a:cubicBezTo>
                <a:cubicBezTo>
                  <a:pt x="616051" y="95209"/>
                  <a:pt x="615551" y="95415"/>
                  <a:pt x="614917" y="95552"/>
                </a:cubicBezTo>
                <a:cubicBezTo>
                  <a:pt x="614280" y="95686"/>
                  <a:pt x="613348" y="95755"/>
                  <a:pt x="612122" y="95755"/>
                </a:cubicBezTo>
                <a:cubicBezTo>
                  <a:pt x="610942" y="95755"/>
                  <a:pt x="609991" y="95686"/>
                  <a:pt x="609262" y="95552"/>
                </a:cubicBezTo>
                <a:cubicBezTo>
                  <a:pt x="608582" y="95415"/>
                  <a:pt x="608082" y="95209"/>
                  <a:pt x="607765" y="94938"/>
                </a:cubicBezTo>
                <a:cubicBezTo>
                  <a:pt x="607447" y="94666"/>
                  <a:pt x="607287" y="94257"/>
                  <a:pt x="607287" y="93712"/>
                </a:cubicBezTo>
                <a:lnTo>
                  <a:pt x="607287" y="87582"/>
                </a:lnTo>
                <a:cubicBezTo>
                  <a:pt x="604610" y="90443"/>
                  <a:pt x="601612" y="92669"/>
                  <a:pt x="598298" y="94257"/>
                </a:cubicBezTo>
                <a:cubicBezTo>
                  <a:pt x="595029" y="95846"/>
                  <a:pt x="591557" y="96641"/>
                  <a:pt x="587879" y="96641"/>
                </a:cubicBezTo>
                <a:cubicBezTo>
                  <a:pt x="584653" y="96641"/>
                  <a:pt x="581727" y="96209"/>
                  <a:pt x="579092" y="95346"/>
                </a:cubicBezTo>
                <a:cubicBezTo>
                  <a:pt x="576503" y="94529"/>
                  <a:pt x="574280" y="93326"/>
                  <a:pt x="572417" y="91737"/>
                </a:cubicBezTo>
                <a:cubicBezTo>
                  <a:pt x="570603" y="90148"/>
                  <a:pt x="569171" y="88197"/>
                  <a:pt x="568128" y="85879"/>
                </a:cubicBezTo>
                <a:cubicBezTo>
                  <a:pt x="567128" y="83565"/>
                  <a:pt x="566631" y="80930"/>
                  <a:pt x="566631" y="77978"/>
                </a:cubicBezTo>
                <a:cubicBezTo>
                  <a:pt x="566631" y="74529"/>
                  <a:pt x="567334" y="71532"/>
                  <a:pt x="568740" y="68989"/>
                </a:cubicBezTo>
                <a:cubicBezTo>
                  <a:pt x="570148" y="66448"/>
                  <a:pt x="572169" y="64337"/>
                  <a:pt x="574803" y="62656"/>
                </a:cubicBezTo>
                <a:cubicBezTo>
                  <a:pt x="577435" y="60976"/>
                  <a:pt x="580658" y="59727"/>
                  <a:pt x="584473" y="58910"/>
                </a:cubicBezTo>
                <a:cubicBezTo>
                  <a:pt x="588288" y="58047"/>
                  <a:pt x="592577" y="57616"/>
                  <a:pt x="597343" y="57616"/>
                </a:cubicBezTo>
                <a:lnTo>
                  <a:pt x="605790" y="57616"/>
                </a:lnTo>
                <a:lnTo>
                  <a:pt x="605790" y="52849"/>
                </a:lnTo>
                <a:cubicBezTo>
                  <a:pt x="605790" y="50489"/>
                  <a:pt x="605539" y="48400"/>
                  <a:pt x="605041" y="46583"/>
                </a:cubicBezTo>
                <a:cubicBezTo>
                  <a:pt x="604541" y="44768"/>
                  <a:pt x="603724" y="43268"/>
                  <a:pt x="602590" y="42088"/>
                </a:cubicBezTo>
                <a:cubicBezTo>
                  <a:pt x="601498" y="40862"/>
                  <a:pt x="600069" y="39954"/>
                  <a:pt x="598298" y="39365"/>
                </a:cubicBezTo>
                <a:cubicBezTo>
                  <a:pt x="596526" y="38728"/>
                  <a:pt x="594349" y="38411"/>
                  <a:pt x="591760" y="38411"/>
                </a:cubicBezTo>
                <a:cubicBezTo>
                  <a:pt x="588991" y="38411"/>
                  <a:pt x="586493" y="38751"/>
                  <a:pt x="584267" y="39433"/>
                </a:cubicBezTo>
                <a:cubicBezTo>
                  <a:pt x="582090" y="40068"/>
                  <a:pt x="580158" y="40794"/>
                  <a:pt x="578481" y="41611"/>
                </a:cubicBezTo>
                <a:cubicBezTo>
                  <a:pt x="576846" y="42382"/>
                  <a:pt x="575460" y="43111"/>
                  <a:pt x="574326" y="43791"/>
                </a:cubicBezTo>
                <a:cubicBezTo>
                  <a:pt x="573235" y="44426"/>
                  <a:pt x="572417" y="44746"/>
                  <a:pt x="571874" y="44746"/>
                </a:cubicBezTo>
                <a:cubicBezTo>
                  <a:pt x="571511" y="44746"/>
                  <a:pt x="571191" y="44654"/>
                  <a:pt x="570920" y="44471"/>
                </a:cubicBezTo>
                <a:cubicBezTo>
                  <a:pt x="570648" y="44291"/>
                  <a:pt x="570397" y="44017"/>
                  <a:pt x="570171" y="43654"/>
                </a:cubicBezTo>
                <a:cubicBezTo>
                  <a:pt x="569988" y="43291"/>
                  <a:pt x="569854" y="42837"/>
                  <a:pt x="569763" y="42294"/>
                </a:cubicBezTo>
                <a:cubicBezTo>
                  <a:pt x="569671" y="41702"/>
                  <a:pt x="569625" y="41068"/>
                  <a:pt x="569625" y="40385"/>
                </a:cubicBezTo>
                <a:cubicBezTo>
                  <a:pt x="569625" y="39251"/>
                  <a:pt x="569694" y="38365"/>
                  <a:pt x="569831" y="37730"/>
                </a:cubicBezTo>
                <a:cubicBezTo>
                  <a:pt x="570011" y="37047"/>
                  <a:pt x="570397" y="36413"/>
                  <a:pt x="570989" y="35822"/>
                </a:cubicBezTo>
                <a:cubicBezTo>
                  <a:pt x="571623" y="35233"/>
                  <a:pt x="572692" y="34553"/>
                  <a:pt x="574189" y="33779"/>
                </a:cubicBezTo>
                <a:cubicBezTo>
                  <a:pt x="575686" y="32961"/>
                  <a:pt x="577412" y="32235"/>
                  <a:pt x="579364" y="31601"/>
                </a:cubicBezTo>
                <a:cubicBezTo>
                  <a:pt x="581318" y="30918"/>
                  <a:pt x="583450" y="30375"/>
                  <a:pt x="585767" y="29967"/>
                </a:cubicBezTo>
                <a:cubicBezTo>
                  <a:pt x="588082" y="29512"/>
                  <a:pt x="590420" y="29284"/>
                  <a:pt x="592783" y="29284"/>
                </a:cubicBezTo>
                <a:cubicBezTo>
                  <a:pt x="597186" y="29284"/>
                  <a:pt x="600932" y="29784"/>
                  <a:pt x="604018" y="30784"/>
                </a:cubicBezTo>
                <a:cubicBezTo>
                  <a:pt x="607107" y="31781"/>
                  <a:pt x="609605" y="33258"/>
                  <a:pt x="611511" y="35210"/>
                </a:cubicBezTo>
                <a:cubicBezTo>
                  <a:pt x="613417" y="37116"/>
                  <a:pt x="614803" y="39502"/>
                  <a:pt x="615666" y="42362"/>
                </a:cubicBezTo>
                <a:cubicBezTo>
                  <a:pt x="616528" y="45223"/>
                  <a:pt x="616960" y="48557"/>
                  <a:pt x="616960" y="52372"/>
                </a:cubicBezTo>
                <a:lnTo>
                  <a:pt x="616960" y="93712"/>
                </a:lnTo>
                <a:close/>
                <a:moveTo>
                  <a:pt x="605790" y="65720"/>
                </a:moveTo>
                <a:lnTo>
                  <a:pt x="596186" y="65720"/>
                </a:lnTo>
                <a:cubicBezTo>
                  <a:pt x="593100" y="65720"/>
                  <a:pt x="590420" y="65994"/>
                  <a:pt x="588151" y="66537"/>
                </a:cubicBezTo>
                <a:cubicBezTo>
                  <a:pt x="585879" y="67037"/>
                  <a:pt x="583996" y="67808"/>
                  <a:pt x="582499" y="68854"/>
                </a:cubicBezTo>
                <a:cubicBezTo>
                  <a:pt x="580998" y="69852"/>
                  <a:pt x="579887" y="71077"/>
                  <a:pt x="579161" y="72532"/>
                </a:cubicBezTo>
                <a:cubicBezTo>
                  <a:pt x="578481" y="73938"/>
                  <a:pt x="578138" y="75572"/>
                  <a:pt x="578138" y="77435"/>
                </a:cubicBezTo>
                <a:cubicBezTo>
                  <a:pt x="578138" y="80613"/>
                  <a:pt x="579138" y="83156"/>
                  <a:pt x="581135" y="85062"/>
                </a:cubicBezTo>
                <a:cubicBezTo>
                  <a:pt x="583179" y="86925"/>
                  <a:pt x="586016" y="87854"/>
                  <a:pt x="589648" y="87854"/>
                </a:cubicBezTo>
                <a:cubicBezTo>
                  <a:pt x="592600" y="87854"/>
                  <a:pt x="595323" y="87105"/>
                  <a:pt x="597820" y="85608"/>
                </a:cubicBezTo>
                <a:cubicBezTo>
                  <a:pt x="600364" y="84111"/>
                  <a:pt x="603021" y="81816"/>
                  <a:pt x="605790" y="78730"/>
                </a:cubicBezTo>
                <a:lnTo>
                  <a:pt x="605790" y="65720"/>
                </a:lnTo>
                <a:close/>
                <a:moveTo>
                  <a:pt x="681657" y="84313"/>
                </a:moveTo>
                <a:cubicBezTo>
                  <a:pt x="681657" y="85085"/>
                  <a:pt x="681637" y="85765"/>
                  <a:pt x="681591" y="86357"/>
                </a:cubicBezTo>
                <a:cubicBezTo>
                  <a:pt x="681545" y="86902"/>
                  <a:pt x="681454" y="87379"/>
                  <a:pt x="681317" y="87788"/>
                </a:cubicBezTo>
                <a:cubicBezTo>
                  <a:pt x="681228" y="88151"/>
                  <a:pt x="681091" y="88491"/>
                  <a:pt x="680908" y="88808"/>
                </a:cubicBezTo>
                <a:cubicBezTo>
                  <a:pt x="680774" y="89080"/>
                  <a:pt x="680411" y="89511"/>
                  <a:pt x="679819" y="90103"/>
                </a:cubicBezTo>
                <a:cubicBezTo>
                  <a:pt x="679273" y="90648"/>
                  <a:pt x="678322" y="91351"/>
                  <a:pt x="676959" y="92214"/>
                </a:cubicBezTo>
                <a:cubicBezTo>
                  <a:pt x="675596" y="93032"/>
                  <a:pt x="674053" y="93780"/>
                  <a:pt x="672327" y="94460"/>
                </a:cubicBezTo>
                <a:cubicBezTo>
                  <a:pt x="670647" y="95098"/>
                  <a:pt x="668809" y="95618"/>
                  <a:pt x="666812" y="96026"/>
                </a:cubicBezTo>
                <a:cubicBezTo>
                  <a:pt x="664815" y="96435"/>
                  <a:pt x="662749" y="96641"/>
                  <a:pt x="660614" y="96641"/>
                </a:cubicBezTo>
                <a:cubicBezTo>
                  <a:pt x="656211" y="96641"/>
                  <a:pt x="652304" y="95915"/>
                  <a:pt x="648901" y="94460"/>
                </a:cubicBezTo>
                <a:cubicBezTo>
                  <a:pt x="645495" y="93009"/>
                  <a:pt x="642635" y="90897"/>
                  <a:pt x="640317" y="88128"/>
                </a:cubicBezTo>
                <a:cubicBezTo>
                  <a:pt x="638048" y="85314"/>
                  <a:pt x="636300" y="81885"/>
                  <a:pt x="635074" y="77844"/>
                </a:cubicBezTo>
                <a:cubicBezTo>
                  <a:pt x="633894" y="73758"/>
                  <a:pt x="633305" y="69057"/>
                  <a:pt x="633305" y="63745"/>
                </a:cubicBezTo>
                <a:cubicBezTo>
                  <a:pt x="633305" y="57707"/>
                  <a:pt x="634031" y="52532"/>
                  <a:pt x="635482" y="48217"/>
                </a:cubicBezTo>
                <a:cubicBezTo>
                  <a:pt x="636982" y="43860"/>
                  <a:pt x="639003" y="40296"/>
                  <a:pt x="641543" y="37525"/>
                </a:cubicBezTo>
                <a:cubicBezTo>
                  <a:pt x="644132" y="34756"/>
                  <a:pt x="647152" y="32713"/>
                  <a:pt x="650601" y="31395"/>
                </a:cubicBezTo>
                <a:cubicBezTo>
                  <a:pt x="654099" y="30035"/>
                  <a:pt x="657868" y="29352"/>
                  <a:pt x="661908" y="29352"/>
                </a:cubicBezTo>
                <a:cubicBezTo>
                  <a:pt x="663860" y="29352"/>
                  <a:pt x="665743" y="29535"/>
                  <a:pt x="667561" y="29898"/>
                </a:cubicBezTo>
                <a:cubicBezTo>
                  <a:pt x="669421" y="30261"/>
                  <a:pt x="671124" y="30738"/>
                  <a:pt x="672667" y="31327"/>
                </a:cubicBezTo>
                <a:cubicBezTo>
                  <a:pt x="674213" y="31918"/>
                  <a:pt x="675573" y="32598"/>
                  <a:pt x="676753" y="33370"/>
                </a:cubicBezTo>
                <a:cubicBezTo>
                  <a:pt x="677979" y="34144"/>
                  <a:pt x="678865" y="34801"/>
                  <a:pt x="679411" y="35347"/>
                </a:cubicBezTo>
                <a:cubicBezTo>
                  <a:pt x="679956" y="35890"/>
                  <a:pt x="680319" y="36322"/>
                  <a:pt x="680499" y="36639"/>
                </a:cubicBezTo>
                <a:cubicBezTo>
                  <a:pt x="680728" y="36959"/>
                  <a:pt x="680908" y="37345"/>
                  <a:pt x="681045" y="37799"/>
                </a:cubicBezTo>
                <a:cubicBezTo>
                  <a:pt x="681182" y="38208"/>
                  <a:pt x="681271" y="38685"/>
                  <a:pt x="681317" y="39228"/>
                </a:cubicBezTo>
                <a:cubicBezTo>
                  <a:pt x="681362" y="39774"/>
                  <a:pt x="681385" y="40454"/>
                  <a:pt x="681385" y="41271"/>
                </a:cubicBezTo>
                <a:cubicBezTo>
                  <a:pt x="681385" y="43043"/>
                  <a:pt x="681182" y="44291"/>
                  <a:pt x="680774" y="45017"/>
                </a:cubicBezTo>
                <a:cubicBezTo>
                  <a:pt x="680365" y="45697"/>
                  <a:pt x="679865" y="46040"/>
                  <a:pt x="679273" y="46040"/>
                </a:cubicBezTo>
                <a:cubicBezTo>
                  <a:pt x="678593" y="46040"/>
                  <a:pt x="677799" y="45674"/>
                  <a:pt x="676890" y="44948"/>
                </a:cubicBezTo>
                <a:cubicBezTo>
                  <a:pt x="676027" y="44177"/>
                  <a:pt x="674916" y="43337"/>
                  <a:pt x="673553" y="42428"/>
                </a:cubicBezTo>
                <a:cubicBezTo>
                  <a:pt x="672193" y="41522"/>
                  <a:pt x="670535" y="40705"/>
                  <a:pt x="668581" y="39976"/>
                </a:cubicBezTo>
                <a:cubicBezTo>
                  <a:pt x="666675" y="39205"/>
                  <a:pt x="664406" y="38819"/>
                  <a:pt x="661771" y="38819"/>
                </a:cubicBezTo>
                <a:cubicBezTo>
                  <a:pt x="656368" y="38819"/>
                  <a:pt x="652213" y="40908"/>
                  <a:pt x="649310" y="45086"/>
                </a:cubicBezTo>
                <a:cubicBezTo>
                  <a:pt x="646447" y="49218"/>
                  <a:pt x="645018" y="55233"/>
                  <a:pt x="645018" y="63134"/>
                </a:cubicBezTo>
                <a:cubicBezTo>
                  <a:pt x="645018" y="67083"/>
                  <a:pt x="645381" y="70557"/>
                  <a:pt x="646106" y="73552"/>
                </a:cubicBezTo>
                <a:cubicBezTo>
                  <a:pt x="646878" y="76504"/>
                  <a:pt x="647992" y="78978"/>
                  <a:pt x="649444" y="80976"/>
                </a:cubicBezTo>
                <a:cubicBezTo>
                  <a:pt x="650898" y="82973"/>
                  <a:pt x="652667" y="84473"/>
                  <a:pt x="654756" y="85471"/>
                </a:cubicBezTo>
                <a:cubicBezTo>
                  <a:pt x="656891" y="86425"/>
                  <a:pt x="659320" y="86902"/>
                  <a:pt x="662043" y="86902"/>
                </a:cubicBezTo>
                <a:cubicBezTo>
                  <a:pt x="664632" y="86902"/>
                  <a:pt x="666903" y="86494"/>
                  <a:pt x="668855" y="85676"/>
                </a:cubicBezTo>
                <a:cubicBezTo>
                  <a:pt x="670807" y="84859"/>
                  <a:pt x="672487" y="83973"/>
                  <a:pt x="673893" y="83019"/>
                </a:cubicBezTo>
                <a:cubicBezTo>
                  <a:pt x="675347" y="82022"/>
                  <a:pt x="676550" y="81136"/>
                  <a:pt x="677505" y="80364"/>
                </a:cubicBezTo>
                <a:cubicBezTo>
                  <a:pt x="678502" y="79547"/>
                  <a:pt x="679273" y="79138"/>
                  <a:pt x="679819" y="79138"/>
                </a:cubicBezTo>
                <a:cubicBezTo>
                  <a:pt x="680136" y="79138"/>
                  <a:pt x="680411" y="79227"/>
                  <a:pt x="680636" y="79410"/>
                </a:cubicBezTo>
                <a:cubicBezTo>
                  <a:pt x="680862" y="79593"/>
                  <a:pt x="681045" y="79910"/>
                  <a:pt x="681182" y="80364"/>
                </a:cubicBezTo>
                <a:cubicBezTo>
                  <a:pt x="681362" y="80773"/>
                  <a:pt x="681477" y="81316"/>
                  <a:pt x="681522" y="81999"/>
                </a:cubicBezTo>
                <a:cubicBezTo>
                  <a:pt x="681614" y="82633"/>
                  <a:pt x="681657" y="83405"/>
                  <a:pt x="681657" y="84313"/>
                </a:cubicBezTo>
                <a:close/>
                <a:moveTo>
                  <a:pt x="746902" y="93575"/>
                </a:moveTo>
                <a:cubicBezTo>
                  <a:pt x="746902" y="93937"/>
                  <a:pt x="746810" y="94257"/>
                  <a:pt x="746630" y="94529"/>
                </a:cubicBezTo>
                <a:cubicBezTo>
                  <a:pt x="746448" y="94800"/>
                  <a:pt x="746130" y="95029"/>
                  <a:pt x="745676" y="95209"/>
                </a:cubicBezTo>
                <a:cubicBezTo>
                  <a:pt x="745267" y="95392"/>
                  <a:pt x="744676" y="95529"/>
                  <a:pt x="743904" y="95618"/>
                </a:cubicBezTo>
                <a:cubicBezTo>
                  <a:pt x="743133" y="95709"/>
                  <a:pt x="742158" y="95755"/>
                  <a:pt x="740978" y="95755"/>
                </a:cubicBezTo>
                <a:cubicBezTo>
                  <a:pt x="739752" y="95755"/>
                  <a:pt x="738729" y="95709"/>
                  <a:pt x="737912" y="95618"/>
                </a:cubicBezTo>
                <a:cubicBezTo>
                  <a:pt x="737141" y="95572"/>
                  <a:pt x="736483" y="95483"/>
                  <a:pt x="735938" y="95346"/>
                </a:cubicBezTo>
                <a:cubicBezTo>
                  <a:pt x="735392" y="95163"/>
                  <a:pt x="734938" y="94938"/>
                  <a:pt x="734575" y="94666"/>
                </a:cubicBezTo>
                <a:cubicBezTo>
                  <a:pt x="734257" y="94346"/>
                  <a:pt x="733963" y="93983"/>
                  <a:pt x="733689" y="93575"/>
                </a:cubicBezTo>
                <a:lnTo>
                  <a:pt x="707811" y="59659"/>
                </a:lnTo>
                <a:lnTo>
                  <a:pt x="707811" y="93643"/>
                </a:lnTo>
                <a:cubicBezTo>
                  <a:pt x="707811" y="94006"/>
                  <a:pt x="707720" y="94326"/>
                  <a:pt x="707537" y="94598"/>
                </a:cubicBezTo>
                <a:cubicBezTo>
                  <a:pt x="707357" y="94823"/>
                  <a:pt x="707060" y="95029"/>
                  <a:pt x="706651" y="95209"/>
                </a:cubicBezTo>
                <a:cubicBezTo>
                  <a:pt x="706243" y="95392"/>
                  <a:pt x="705677" y="95529"/>
                  <a:pt x="704951" y="95618"/>
                </a:cubicBezTo>
                <a:cubicBezTo>
                  <a:pt x="704222" y="95709"/>
                  <a:pt x="703294" y="95755"/>
                  <a:pt x="702156" y="95755"/>
                </a:cubicBezTo>
                <a:cubicBezTo>
                  <a:pt x="701068" y="95755"/>
                  <a:pt x="700159" y="95709"/>
                  <a:pt x="699433" y="95618"/>
                </a:cubicBezTo>
                <a:cubicBezTo>
                  <a:pt x="698707" y="95529"/>
                  <a:pt x="698116" y="95392"/>
                  <a:pt x="697661" y="95209"/>
                </a:cubicBezTo>
                <a:cubicBezTo>
                  <a:pt x="697253" y="95029"/>
                  <a:pt x="696959" y="94823"/>
                  <a:pt x="696779" y="94598"/>
                </a:cubicBezTo>
                <a:cubicBezTo>
                  <a:pt x="696641" y="94326"/>
                  <a:pt x="696573" y="94006"/>
                  <a:pt x="696573" y="93643"/>
                </a:cubicBezTo>
                <a:lnTo>
                  <a:pt x="696573" y="2657"/>
                </a:lnTo>
                <a:cubicBezTo>
                  <a:pt x="696573" y="2292"/>
                  <a:pt x="696641" y="1975"/>
                  <a:pt x="696779" y="1703"/>
                </a:cubicBezTo>
                <a:cubicBezTo>
                  <a:pt x="696959" y="1432"/>
                  <a:pt x="697253" y="1203"/>
                  <a:pt x="697661" y="1023"/>
                </a:cubicBezTo>
                <a:cubicBezTo>
                  <a:pt x="698116" y="840"/>
                  <a:pt x="698707" y="703"/>
                  <a:pt x="699433" y="614"/>
                </a:cubicBezTo>
                <a:cubicBezTo>
                  <a:pt x="700159" y="523"/>
                  <a:pt x="701068" y="477"/>
                  <a:pt x="702156" y="477"/>
                </a:cubicBezTo>
                <a:cubicBezTo>
                  <a:pt x="703294" y="477"/>
                  <a:pt x="704222" y="523"/>
                  <a:pt x="704951" y="614"/>
                </a:cubicBezTo>
                <a:cubicBezTo>
                  <a:pt x="705677" y="703"/>
                  <a:pt x="706243" y="840"/>
                  <a:pt x="706651" y="1023"/>
                </a:cubicBezTo>
                <a:cubicBezTo>
                  <a:pt x="707060" y="1203"/>
                  <a:pt x="707357" y="1432"/>
                  <a:pt x="707537" y="1703"/>
                </a:cubicBezTo>
                <a:cubicBezTo>
                  <a:pt x="707720" y="1975"/>
                  <a:pt x="707811" y="2292"/>
                  <a:pt x="707811" y="2657"/>
                </a:cubicBezTo>
                <a:lnTo>
                  <a:pt x="707811" y="58093"/>
                </a:lnTo>
                <a:lnTo>
                  <a:pt x="730966" y="32621"/>
                </a:lnTo>
                <a:cubicBezTo>
                  <a:pt x="731329" y="32167"/>
                  <a:pt x="731714" y="31804"/>
                  <a:pt x="732123" y="31533"/>
                </a:cubicBezTo>
                <a:cubicBezTo>
                  <a:pt x="732532" y="31215"/>
                  <a:pt x="733009" y="30964"/>
                  <a:pt x="733555" y="30784"/>
                </a:cubicBezTo>
                <a:cubicBezTo>
                  <a:pt x="734143" y="30555"/>
                  <a:pt x="734826" y="30421"/>
                  <a:pt x="735598" y="30375"/>
                </a:cubicBezTo>
                <a:cubicBezTo>
                  <a:pt x="736369" y="30284"/>
                  <a:pt x="737301" y="30238"/>
                  <a:pt x="738389" y="30238"/>
                </a:cubicBezTo>
                <a:cubicBezTo>
                  <a:pt x="739524" y="30238"/>
                  <a:pt x="740478" y="30284"/>
                  <a:pt x="741250" y="30375"/>
                </a:cubicBezTo>
                <a:cubicBezTo>
                  <a:pt x="742021" y="30421"/>
                  <a:pt x="742633" y="30532"/>
                  <a:pt x="743087" y="30715"/>
                </a:cubicBezTo>
                <a:cubicBezTo>
                  <a:pt x="743587" y="30852"/>
                  <a:pt x="743927" y="31055"/>
                  <a:pt x="744110" y="31327"/>
                </a:cubicBezTo>
                <a:cubicBezTo>
                  <a:pt x="744336" y="31555"/>
                  <a:pt x="744450" y="31873"/>
                  <a:pt x="744450" y="32281"/>
                </a:cubicBezTo>
                <a:cubicBezTo>
                  <a:pt x="744450" y="32827"/>
                  <a:pt x="744290" y="33370"/>
                  <a:pt x="743973" y="33916"/>
                </a:cubicBezTo>
                <a:cubicBezTo>
                  <a:pt x="743702" y="34461"/>
                  <a:pt x="743224" y="35096"/>
                  <a:pt x="742544" y="35822"/>
                </a:cubicBezTo>
                <a:lnTo>
                  <a:pt x="720341" y="58024"/>
                </a:lnTo>
                <a:lnTo>
                  <a:pt x="745267" y="90374"/>
                </a:lnTo>
                <a:cubicBezTo>
                  <a:pt x="745859" y="91146"/>
                  <a:pt x="746268" y="91783"/>
                  <a:pt x="746493" y="92283"/>
                </a:cubicBezTo>
                <a:cubicBezTo>
                  <a:pt x="746765" y="92734"/>
                  <a:pt x="746902" y="93166"/>
                  <a:pt x="746902" y="93575"/>
                </a:cubicBezTo>
                <a:close/>
                <a:moveTo>
                  <a:pt x="807787" y="60342"/>
                </a:moveTo>
                <a:cubicBezTo>
                  <a:pt x="807787" y="62111"/>
                  <a:pt x="807332" y="63382"/>
                  <a:pt x="806427" y="64154"/>
                </a:cubicBezTo>
                <a:cubicBezTo>
                  <a:pt x="805564" y="64880"/>
                  <a:pt x="804563" y="65245"/>
                  <a:pt x="803429" y="65245"/>
                </a:cubicBezTo>
                <a:lnTo>
                  <a:pt x="763247" y="65245"/>
                </a:lnTo>
                <a:cubicBezTo>
                  <a:pt x="763247" y="68649"/>
                  <a:pt x="763587" y="71715"/>
                  <a:pt x="764270" y="74438"/>
                </a:cubicBezTo>
                <a:cubicBezTo>
                  <a:pt x="764950" y="77161"/>
                  <a:pt x="766084" y="79501"/>
                  <a:pt x="767673" y="81453"/>
                </a:cubicBezTo>
                <a:cubicBezTo>
                  <a:pt x="769262" y="83405"/>
                  <a:pt x="771328" y="84905"/>
                  <a:pt x="773871" y="85948"/>
                </a:cubicBezTo>
                <a:cubicBezTo>
                  <a:pt x="776414" y="86991"/>
                  <a:pt x="779523" y="87514"/>
                  <a:pt x="783201" y="87514"/>
                </a:cubicBezTo>
                <a:cubicBezTo>
                  <a:pt x="786107" y="87514"/>
                  <a:pt x="788696" y="87288"/>
                  <a:pt x="790965" y="86834"/>
                </a:cubicBezTo>
                <a:cubicBezTo>
                  <a:pt x="793236" y="86334"/>
                  <a:pt x="795188" y="85788"/>
                  <a:pt x="796822" y="85199"/>
                </a:cubicBezTo>
                <a:cubicBezTo>
                  <a:pt x="798503" y="84608"/>
                  <a:pt x="799866" y="84088"/>
                  <a:pt x="800909" y="83633"/>
                </a:cubicBezTo>
                <a:cubicBezTo>
                  <a:pt x="801997" y="83133"/>
                  <a:pt x="802815" y="82885"/>
                  <a:pt x="803360" y="82885"/>
                </a:cubicBezTo>
                <a:cubicBezTo>
                  <a:pt x="803678" y="82885"/>
                  <a:pt x="803952" y="82973"/>
                  <a:pt x="804178" y="83156"/>
                </a:cubicBezTo>
                <a:cubicBezTo>
                  <a:pt x="804449" y="83293"/>
                  <a:pt x="804655" y="83519"/>
                  <a:pt x="804792" y="83836"/>
                </a:cubicBezTo>
                <a:cubicBezTo>
                  <a:pt x="804926" y="84153"/>
                  <a:pt x="805018" y="84608"/>
                  <a:pt x="805063" y="85199"/>
                </a:cubicBezTo>
                <a:cubicBezTo>
                  <a:pt x="805155" y="85745"/>
                  <a:pt x="805201" y="86425"/>
                  <a:pt x="805201" y="87242"/>
                </a:cubicBezTo>
                <a:cubicBezTo>
                  <a:pt x="805201" y="87831"/>
                  <a:pt x="805178" y="88354"/>
                  <a:pt x="805132" y="88808"/>
                </a:cubicBezTo>
                <a:cubicBezTo>
                  <a:pt x="805086" y="89217"/>
                  <a:pt x="805018" y="89603"/>
                  <a:pt x="804926" y="89966"/>
                </a:cubicBezTo>
                <a:cubicBezTo>
                  <a:pt x="804881" y="90283"/>
                  <a:pt x="804769" y="90580"/>
                  <a:pt x="804586" y="90851"/>
                </a:cubicBezTo>
                <a:cubicBezTo>
                  <a:pt x="804449" y="91123"/>
                  <a:pt x="804246" y="91397"/>
                  <a:pt x="803975" y="91669"/>
                </a:cubicBezTo>
                <a:cubicBezTo>
                  <a:pt x="803746" y="91894"/>
                  <a:pt x="803020" y="92303"/>
                  <a:pt x="801794" y="92894"/>
                </a:cubicBezTo>
                <a:cubicBezTo>
                  <a:pt x="800569" y="93440"/>
                  <a:pt x="798980" y="93983"/>
                  <a:pt x="797028" y="94529"/>
                </a:cubicBezTo>
                <a:cubicBezTo>
                  <a:pt x="795074" y="95075"/>
                  <a:pt x="792805" y="95552"/>
                  <a:pt x="790216" y="95961"/>
                </a:cubicBezTo>
                <a:cubicBezTo>
                  <a:pt x="787673" y="96412"/>
                  <a:pt x="784950" y="96641"/>
                  <a:pt x="782043" y="96641"/>
                </a:cubicBezTo>
                <a:cubicBezTo>
                  <a:pt x="777003" y="96641"/>
                  <a:pt x="772577" y="95938"/>
                  <a:pt x="768765" y="94529"/>
                </a:cubicBezTo>
                <a:cubicBezTo>
                  <a:pt x="764996" y="93120"/>
                  <a:pt x="761818" y="91034"/>
                  <a:pt x="759229" y="88262"/>
                </a:cubicBezTo>
                <a:cubicBezTo>
                  <a:pt x="756640" y="85494"/>
                  <a:pt x="754689" y="82022"/>
                  <a:pt x="753371" y="77844"/>
                </a:cubicBezTo>
                <a:cubicBezTo>
                  <a:pt x="752054" y="73666"/>
                  <a:pt x="751397" y="68809"/>
                  <a:pt x="751397" y="63268"/>
                </a:cubicBezTo>
                <a:cubicBezTo>
                  <a:pt x="751397" y="58002"/>
                  <a:pt x="752077" y="53281"/>
                  <a:pt x="753440" y="49103"/>
                </a:cubicBezTo>
                <a:cubicBezTo>
                  <a:pt x="754803" y="44880"/>
                  <a:pt x="756755" y="41317"/>
                  <a:pt x="759298" y="38411"/>
                </a:cubicBezTo>
                <a:cubicBezTo>
                  <a:pt x="761884" y="35459"/>
                  <a:pt x="764996" y="33213"/>
                  <a:pt x="768627" y="31670"/>
                </a:cubicBezTo>
                <a:cubicBezTo>
                  <a:pt x="772259" y="30081"/>
                  <a:pt x="776323" y="29284"/>
                  <a:pt x="780818" y="29284"/>
                </a:cubicBezTo>
                <a:cubicBezTo>
                  <a:pt x="785630" y="29284"/>
                  <a:pt x="789716" y="30058"/>
                  <a:pt x="793076" y="31601"/>
                </a:cubicBezTo>
                <a:cubicBezTo>
                  <a:pt x="796482" y="33144"/>
                  <a:pt x="799274" y="35233"/>
                  <a:pt x="801454" y="37868"/>
                </a:cubicBezTo>
                <a:cubicBezTo>
                  <a:pt x="803632" y="40454"/>
                  <a:pt x="805223" y="43520"/>
                  <a:pt x="806221" y="47060"/>
                </a:cubicBezTo>
                <a:cubicBezTo>
                  <a:pt x="807267" y="50555"/>
                  <a:pt x="807787" y="54301"/>
                  <a:pt x="807787" y="58299"/>
                </a:cubicBezTo>
                <a:lnTo>
                  <a:pt x="807787" y="60342"/>
                </a:lnTo>
                <a:close/>
                <a:moveTo>
                  <a:pt x="796482" y="57004"/>
                </a:moveTo>
                <a:cubicBezTo>
                  <a:pt x="796620" y="51101"/>
                  <a:pt x="795302" y="46469"/>
                  <a:pt x="792533" y="43111"/>
                </a:cubicBezTo>
                <a:cubicBezTo>
                  <a:pt x="789807" y="39751"/>
                  <a:pt x="785744" y="38070"/>
                  <a:pt x="780340" y="38070"/>
                </a:cubicBezTo>
                <a:cubicBezTo>
                  <a:pt x="777571" y="38070"/>
                  <a:pt x="775143" y="38593"/>
                  <a:pt x="773054" y="39636"/>
                </a:cubicBezTo>
                <a:cubicBezTo>
                  <a:pt x="770965" y="40682"/>
                  <a:pt x="769219" y="42065"/>
                  <a:pt x="767810" y="43791"/>
                </a:cubicBezTo>
                <a:cubicBezTo>
                  <a:pt x="766402" y="45517"/>
                  <a:pt x="765313" y="47537"/>
                  <a:pt x="764541" y="49852"/>
                </a:cubicBezTo>
                <a:cubicBezTo>
                  <a:pt x="763770" y="52124"/>
                  <a:pt x="763338" y="54507"/>
                  <a:pt x="763247" y="57004"/>
                </a:cubicBezTo>
                <a:lnTo>
                  <a:pt x="796482" y="57004"/>
                </a:lnTo>
                <a:close/>
                <a:moveTo>
                  <a:pt x="877390" y="93643"/>
                </a:moveTo>
                <a:cubicBezTo>
                  <a:pt x="877390" y="94006"/>
                  <a:pt x="877298" y="94326"/>
                  <a:pt x="877118" y="94598"/>
                </a:cubicBezTo>
                <a:cubicBezTo>
                  <a:pt x="876981" y="94869"/>
                  <a:pt x="876710" y="95098"/>
                  <a:pt x="876301" y="95278"/>
                </a:cubicBezTo>
                <a:cubicBezTo>
                  <a:pt x="875938" y="95415"/>
                  <a:pt x="875438" y="95529"/>
                  <a:pt x="874804" y="95618"/>
                </a:cubicBezTo>
                <a:cubicBezTo>
                  <a:pt x="874166" y="95709"/>
                  <a:pt x="873395" y="95755"/>
                  <a:pt x="872486" y="95755"/>
                </a:cubicBezTo>
                <a:cubicBezTo>
                  <a:pt x="871535" y="95755"/>
                  <a:pt x="870737" y="95709"/>
                  <a:pt x="870103" y="95618"/>
                </a:cubicBezTo>
                <a:cubicBezTo>
                  <a:pt x="869469" y="95529"/>
                  <a:pt x="868946" y="95415"/>
                  <a:pt x="868537" y="95278"/>
                </a:cubicBezTo>
                <a:cubicBezTo>
                  <a:pt x="868129" y="95098"/>
                  <a:pt x="867834" y="94869"/>
                  <a:pt x="867651" y="94598"/>
                </a:cubicBezTo>
                <a:cubicBezTo>
                  <a:pt x="867468" y="94326"/>
                  <a:pt x="867380" y="94006"/>
                  <a:pt x="867380" y="93643"/>
                </a:cubicBezTo>
                <a:lnTo>
                  <a:pt x="867380" y="85539"/>
                </a:lnTo>
                <a:cubicBezTo>
                  <a:pt x="864157" y="89034"/>
                  <a:pt x="860796" y="91760"/>
                  <a:pt x="857299" y="93712"/>
                </a:cubicBezTo>
                <a:cubicBezTo>
                  <a:pt x="853850" y="95663"/>
                  <a:pt x="850058" y="96641"/>
                  <a:pt x="845926" y="96641"/>
                </a:cubicBezTo>
                <a:cubicBezTo>
                  <a:pt x="841431" y="96641"/>
                  <a:pt x="837593" y="95778"/>
                  <a:pt x="834416" y="94052"/>
                </a:cubicBezTo>
                <a:cubicBezTo>
                  <a:pt x="831238" y="92283"/>
                  <a:pt x="828649" y="89920"/>
                  <a:pt x="826652" y="86971"/>
                </a:cubicBezTo>
                <a:cubicBezTo>
                  <a:pt x="824700" y="83973"/>
                  <a:pt x="823269" y="80476"/>
                  <a:pt x="822363" y="76481"/>
                </a:cubicBezTo>
                <a:cubicBezTo>
                  <a:pt x="821454" y="72440"/>
                  <a:pt x="821000" y="68194"/>
                  <a:pt x="821000" y="63745"/>
                </a:cubicBezTo>
                <a:cubicBezTo>
                  <a:pt x="821000" y="58479"/>
                  <a:pt x="821568" y="53735"/>
                  <a:pt x="822703" y="49512"/>
                </a:cubicBezTo>
                <a:cubicBezTo>
                  <a:pt x="823837" y="45243"/>
                  <a:pt x="825517" y="41611"/>
                  <a:pt x="827743" y="38616"/>
                </a:cubicBezTo>
                <a:cubicBezTo>
                  <a:pt x="829967" y="35619"/>
                  <a:pt x="832713" y="33327"/>
                  <a:pt x="835982" y="31735"/>
                </a:cubicBezTo>
                <a:cubicBezTo>
                  <a:pt x="839296" y="30101"/>
                  <a:pt x="843111" y="29284"/>
                  <a:pt x="847423" y="29284"/>
                </a:cubicBezTo>
                <a:cubicBezTo>
                  <a:pt x="851012" y="29284"/>
                  <a:pt x="854281" y="30081"/>
                  <a:pt x="857230" y="31670"/>
                </a:cubicBezTo>
                <a:cubicBezTo>
                  <a:pt x="860228" y="33213"/>
                  <a:pt x="863179" y="35504"/>
                  <a:pt x="866085" y="38548"/>
                </a:cubicBezTo>
                <a:lnTo>
                  <a:pt x="866085" y="2929"/>
                </a:lnTo>
                <a:cubicBezTo>
                  <a:pt x="866085" y="2612"/>
                  <a:pt x="866154" y="2315"/>
                  <a:pt x="866288" y="2043"/>
                </a:cubicBezTo>
                <a:cubicBezTo>
                  <a:pt x="866471" y="1726"/>
                  <a:pt x="866788" y="1497"/>
                  <a:pt x="867243" y="1363"/>
                </a:cubicBezTo>
                <a:cubicBezTo>
                  <a:pt x="867697" y="1180"/>
                  <a:pt x="868266" y="1043"/>
                  <a:pt x="868946" y="954"/>
                </a:cubicBezTo>
                <a:cubicBezTo>
                  <a:pt x="869672" y="817"/>
                  <a:pt x="870580" y="749"/>
                  <a:pt x="871669" y="749"/>
                </a:cubicBezTo>
                <a:cubicBezTo>
                  <a:pt x="872803" y="749"/>
                  <a:pt x="873735" y="817"/>
                  <a:pt x="874461" y="954"/>
                </a:cubicBezTo>
                <a:cubicBezTo>
                  <a:pt x="875189" y="1043"/>
                  <a:pt x="875755" y="1180"/>
                  <a:pt x="876164" y="1363"/>
                </a:cubicBezTo>
                <a:cubicBezTo>
                  <a:pt x="876572" y="1497"/>
                  <a:pt x="876867" y="1726"/>
                  <a:pt x="877050" y="2043"/>
                </a:cubicBezTo>
                <a:cubicBezTo>
                  <a:pt x="877275" y="2315"/>
                  <a:pt x="877390" y="2612"/>
                  <a:pt x="877390" y="2929"/>
                </a:cubicBezTo>
                <a:lnTo>
                  <a:pt x="877390" y="93643"/>
                </a:lnTo>
                <a:close/>
                <a:moveTo>
                  <a:pt x="866085" y="50535"/>
                </a:moveTo>
                <a:cubicBezTo>
                  <a:pt x="863042" y="46766"/>
                  <a:pt x="860090" y="43905"/>
                  <a:pt x="857230" y="41954"/>
                </a:cubicBezTo>
                <a:cubicBezTo>
                  <a:pt x="854415" y="39954"/>
                  <a:pt x="851466" y="38956"/>
                  <a:pt x="848377" y="38956"/>
                </a:cubicBezTo>
                <a:cubicBezTo>
                  <a:pt x="845517" y="38956"/>
                  <a:pt x="843088" y="39636"/>
                  <a:pt x="841091" y="40999"/>
                </a:cubicBezTo>
                <a:cubicBezTo>
                  <a:pt x="839093" y="42362"/>
                  <a:pt x="837459" y="44154"/>
                  <a:pt x="836187" y="46380"/>
                </a:cubicBezTo>
                <a:cubicBezTo>
                  <a:pt x="834962" y="48603"/>
                  <a:pt x="834053" y="51124"/>
                  <a:pt x="833464" y="53938"/>
                </a:cubicBezTo>
                <a:cubicBezTo>
                  <a:pt x="832918" y="56753"/>
                  <a:pt x="832647" y="59613"/>
                  <a:pt x="832647" y="62519"/>
                </a:cubicBezTo>
                <a:cubicBezTo>
                  <a:pt x="832647" y="65608"/>
                  <a:pt x="832873" y="68626"/>
                  <a:pt x="833327" y="71578"/>
                </a:cubicBezTo>
                <a:cubicBezTo>
                  <a:pt x="833827" y="74529"/>
                  <a:pt x="834667" y="77161"/>
                  <a:pt x="835847" y="79479"/>
                </a:cubicBezTo>
                <a:cubicBezTo>
                  <a:pt x="837027" y="81747"/>
                  <a:pt x="838593" y="83588"/>
                  <a:pt x="840545" y="84993"/>
                </a:cubicBezTo>
                <a:cubicBezTo>
                  <a:pt x="842497" y="86357"/>
                  <a:pt x="844948" y="87037"/>
                  <a:pt x="847900" y="87037"/>
                </a:cubicBezTo>
                <a:cubicBezTo>
                  <a:pt x="849400" y="87037"/>
                  <a:pt x="850829" y="86834"/>
                  <a:pt x="852192" y="86425"/>
                </a:cubicBezTo>
                <a:cubicBezTo>
                  <a:pt x="853598" y="86016"/>
                  <a:pt x="855030" y="85336"/>
                  <a:pt x="856481" y="84382"/>
                </a:cubicBezTo>
                <a:cubicBezTo>
                  <a:pt x="857936" y="83428"/>
                  <a:pt x="859456" y="82202"/>
                  <a:pt x="861045" y="80704"/>
                </a:cubicBezTo>
                <a:cubicBezTo>
                  <a:pt x="862634" y="79161"/>
                  <a:pt x="864314" y="77275"/>
                  <a:pt x="866085" y="75052"/>
                </a:cubicBezTo>
                <a:lnTo>
                  <a:pt x="866085" y="50535"/>
                </a:lnTo>
                <a:close/>
                <a:moveTo>
                  <a:pt x="968172" y="76958"/>
                </a:moveTo>
                <a:cubicBezTo>
                  <a:pt x="968172" y="80090"/>
                  <a:pt x="967584" y="82885"/>
                  <a:pt x="966404" y="85336"/>
                </a:cubicBezTo>
                <a:cubicBezTo>
                  <a:pt x="965266" y="87788"/>
                  <a:pt x="963632" y="89851"/>
                  <a:pt x="961500" y="91531"/>
                </a:cubicBezTo>
                <a:cubicBezTo>
                  <a:pt x="959366" y="93212"/>
                  <a:pt x="956822" y="94483"/>
                  <a:pt x="953871" y="95346"/>
                </a:cubicBezTo>
                <a:cubicBezTo>
                  <a:pt x="950922" y="96209"/>
                  <a:pt x="947673" y="96641"/>
                  <a:pt x="944132" y="96641"/>
                </a:cubicBezTo>
                <a:cubicBezTo>
                  <a:pt x="941952" y="96641"/>
                  <a:pt x="939866" y="96458"/>
                  <a:pt x="937866" y="96095"/>
                </a:cubicBezTo>
                <a:cubicBezTo>
                  <a:pt x="935914" y="95778"/>
                  <a:pt x="934145" y="95369"/>
                  <a:pt x="932554" y="94869"/>
                </a:cubicBezTo>
                <a:cubicBezTo>
                  <a:pt x="931011" y="94326"/>
                  <a:pt x="929693" y="93780"/>
                  <a:pt x="928605" y="93235"/>
                </a:cubicBezTo>
                <a:cubicBezTo>
                  <a:pt x="927516" y="92646"/>
                  <a:pt x="926722" y="92123"/>
                  <a:pt x="926221" y="91669"/>
                </a:cubicBezTo>
                <a:cubicBezTo>
                  <a:pt x="925721" y="91214"/>
                  <a:pt x="925359" y="90580"/>
                  <a:pt x="925133" y="89763"/>
                </a:cubicBezTo>
                <a:cubicBezTo>
                  <a:pt x="924904" y="88945"/>
                  <a:pt x="924790" y="87831"/>
                  <a:pt x="924790" y="86425"/>
                </a:cubicBezTo>
                <a:cubicBezTo>
                  <a:pt x="924790" y="85562"/>
                  <a:pt x="924836" y="84836"/>
                  <a:pt x="924927" y="84245"/>
                </a:cubicBezTo>
                <a:cubicBezTo>
                  <a:pt x="925018" y="83656"/>
                  <a:pt x="925133" y="83179"/>
                  <a:pt x="925267" y="82816"/>
                </a:cubicBezTo>
                <a:cubicBezTo>
                  <a:pt x="925404" y="82453"/>
                  <a:pt x="925584" y="82202"/>
                  <a:pt x="925813" y="82067"/>
                </a:cubicBezTo>
                <a:cubicBezTo>
                  <a:pt x="926084" y="81885"/>
                  <a:pt x="926381" y="81793"/>
                  <a:pt x="926699" y="81793"/>
                </a:cubicBezTo>
                <a:cubicBezTo>
                  <a:pt x="927199" y="81793"/>
                  <a:pt x="927925" y="82110"/>
                  <a:pt x="928876" y="82747"/>
                </a:cubicBezTo>
                <a:cubicBezTo>
                  <a:pt x="929876" y="83336"/>
                  <a:pt x="931079" y="83996"/>
                  <a:pt x="932488" y="84722"/>
                </a:cubicBezTo>
                <a:cubicBezTo>
                  <a:pt x="933940" y="85448"/>
                  <a:pt x="935643" y="86131"/>
                  <a:pt x="937594" y="86765"/>
                </a:cubicBezTo>
                <a:cubicBezTo>
                  <a:pt x="939546" y="87357"/>
                  <a:pt x="941795" y="87651"/>
                  <a:pt x="944338" y="87651"/>
                </a:cubicBezTo>
                <a:cubicBezTo>
                  <a:pt x="946244" y="87651"/>
                  <a:pt x="947970" y="87445"/>
                  <a:pt x="949513" y="87037"/>
                </a:cubicBezTo>
                <a:cubicBezTo>
                  <a:pt x="951056" y="86628"/>
                  <a:pt x="952396" y="86039"/>
                  <a:pt x="953531" y="85268"/>
                </a:cubicBezTo>
                <a:cubicBezTo>
                  <a:pt x="954665" y="84451"/>
                  <a:pt x="955528" y="83428"/>
                  <a:pt x="956119" y="82202"/>
                </a:cubicBezTo>
                <a:cubicBezTo>
                  <a:pt x="956754" y="80976"/>
                  <a:pt x="957074" y="79524"/>
                  <a:pt x="957074" y="77844"/>
                </a:cubicBezTo>
                <a:cubicBezTo>
                  <a:pt x="957074" y="76118"/>
                  <a:pt x="956620" y="74666"/>
                  <a:pt x="955711" y="73483"/>
                </a:cubicBezTo>
                <a:cubicBezTo>
                  <a:pt x="954848" y="72303"/>
                  <a:pt x="953691" y="71260"/>
                  <a:pt x="952236" y="70352"/>
                </a:cubicBezTo>
                <a:cubicBezTo>
                  <a:pt x="950785" y="69443"/>
                  <a:pt x="949150" y="68649"/>
                  <a:pt x="947333" y="67968"/>
                </a:cubicBezTo>
                <a:cubicBezTo>
                  <a:pt x="945518" y="67243"/>
                  <a:pt x="943632" y="66494"/>
                  <a:pt x="941681" y="65720"/>
                </a:cubicBezTo>
                <a:cubicBezTo>
                  <a:pt x="939775" y="64948"/>
                  <a:pt x="937889" y="64085"/>
                  <a:pt x="936028" y="63134"/>
                </a:cubicBezTo>
                <a:cubicBezTo>
                  <a:pt x="934211" y="62133"/>
                  <a:pt x="932577" y="60930"/>
                  <a:pt x="931125" y="59525"/>
                </a:cubicBezTo>
                <a:cubicBezTo>
                  <a:pt x="929670" y="58116"/>
                  <a:pt x="928490" y="56436"/>
                  <a:pt x="927585" y="54484"/>
                </a:cubicBezTo>
                <a:cubicBezTo>
                  <a:pt x="926722" y="52532"/>
                  <a:pt x="926290" y="50192"/>
                  <a:pt x="926290" y="47469"/>
                </a:cubicBezTo>
                <a:cubicBezTo>
                  <a:pt x="926290" y="45063"/>
                  <a:pt x="926744" y="42771"/>
                  <a:pt x="927650" y="40591"/>
                </a:cubicBezTo>
                <a:cubicBezTo>
                  <a:pt x="928605" y="38365"/>
                  <a:pt x="930013" y="36436"/>
                  <a:pt x="931874" y="34801"/>
                </a:cubicBezTo>
                <a:cubicBezTo>
                  <a:pt x="933737" y="33121"/>
                  <a:pt x="936051" y="31781"/>
                  <a:pt x="938820" y="30784"/>
                </a:cubicBezTo>
                <a:cubicBezTo>
                  <a:pt x="941635" y="29784"/>
                  <a:pt x="944904" y="29284"/>
                  <a:pt x="948627" y="29284"/>
                </a:cubicBezTo>
                <a:cubicBezTo>
                  <a:pt x="950262" y="29284"/>
                  <a:pt x="951896" y="29421"/>
                  <a:pt x="953531" y="29692"/>
                </a:cubicBezTo>
                <a:cubicBezTo>
                  <a:pt x="955165" y="29967"/>
                  <a:pt x="956642" y="30307"/>
                  <a:pt x="957957" y="30715"/>
                </a:cubicBezTo>
                <a:cubicBezTo>
                  <a:pt x="959274" y="31124"/>
                  <a:pt x="960386" y="31578"/>
                  <a:pt x="961294" y="32078"/>
                </a:cubicBezTo>
                <a:cubicBezTo>
                  <a:pt x="962249" y="32533"/>
                  <a:pt x="962952" y="32941"/>
                  <a:pt x="963406" y="33304"/>
                </a:cubicBezTo>
                <a:cubicBezTo>
                  <a:pt x="963906" y="33667"/>
                  <a:pt x="964223" y="33984"/>
                  <a:pt x="964361" y="34256"/>
                </a:cubicBezTo>
                <a:cubicBezTo>
                  <a:pt x="964541" y="34530"/>
                  <a:pt x="964655" y="34847"/>
                  <a:pt x="964701" y="35210"/>
                </a:cubicBezTo>
                <a:cubicBezTo>
                  <a:pt x="964792" y="35527"/>
                  <a:pt x="964858" y="35936"/>
                  <a:pt x="964903" y="36436"/>
                </a:cubicBezTo>
                <a:cubicBezTo>
                  <a:pt x="964995" y="36936"/>
                  <a:pt x="965041" y="37548"/>
                  <a:pt x="965041" y="38276"/>
                </a:cubicBezTo>
                <a:cubicBezTo>
                  <a:pt x="965041" y="39048"/>
                  <a:pt x="964995" y="39728"/>
                  <a:pt x="964903" y="40319"/>
                </a:cubicBezTo>
                <a:cubicBezTo>
                  <a:pt x="964858" y="40862"/>
                  <a:pt x="964746" y="41317"/>
                  <a:pt x="964563" y="41679"/>
                </a:cubicBezTo>
                <a:cubicBezTo>
                  <a:pt x="964429" y="42042"/>
                  <a:pt x="964246" y="42317"/>
                  <a:pt x="964020" y="42497"/>
                </a:cubicBezTo>
                <a:cubicBezTo>
                  <a:pt x="963792" y="42634"/>
                  <a:pt x="963543" y="42702"/>
                  <a:pt x="963269" y="42702"/>
                </a:cubicBezTo>
                <a:cubicBezTo>
                  <a:pt x="962860" y="42702"/>
                  <a:pt x="962272" y="42451"/>
                  <a:pt x="961500" y="41954"/>
                </a:cubicBezTo>
                <a:cubicBezTo>
                  <a:pt x="960729" y="41454"/>
                  <a:pt x="959729" y="40931"/>
                  <a:pt x="958503" y="40385"/>
                </a:cubicBezTo>
                <a:cubicBezTo>
                  <a:pt x="957277" y="39796"/>
                  <a:pt x="955825" y="39251"/>
                  <a:pt x="954145" y="38751"/>
                </a:cubicBezTo>
                <a:cubicBezTo>
                  <a:pt x="952510" y="38253"/>
                  <a:pt x="950625" y="38002"/>
                  <a:pt x="948490" y="38002"/>
                </a:cubicBezTo>
                <a:cubicBezTo>
                  <a:pt x="946584" y="38002"/>
                  <a:pt x="944904" y="38230"/>
                  <a:pt x="943452" y="38685"/>
                </a:cubicBezTo>
                <a:cubicBezTo>
                  <a:pt x="941998" y="39093"/>
                  <a:pt x="940795" y="39705"/>
                  <a:pt x="939843" y="40522"/>
                </a:cubicBezTo>
                <a:cubicBezTo>
                  <a:pt x="938934" y="41294"/>
                  <a:pt x="938232" y="42225"/>
                  <a:pt x="937731" y="43314"/>
                </a:cubicBezTo>
                <a:cubicBezTo>
                  <a:pt x="937277" y="44406"/>
                  <a:pt x="937049" y="45586"/>
                  <a:pt x="937049" y="46857"/>
                </a:cubicBezTo>
                <a:cubicBezTo>
                  <a:pt x="937049" y="48626"/>
                  <a:pt x="937503" y="50126"/>
                  <a:pt x="938412" y="51352"/>
                </a:cubicBezTo>
                <a:cubicBezTo>
                  <a:pt x="939320" y="52532"/>
                  <a:pt x="940500" y="53575"/>
                  <a:pt x="941952" y="54484"/>
                </a:cubicBezTo>
                <a:cubicBezTo>
                  <a:pt x="943406" y="55393"/>
                  <a:pt x="945064" y="56210"/>
                  <a:pt x="946924" y="56936"/>
                </a:cubicBezTo>
                <a:cubicBezTo>
                  <a:pt x="948787" y="57661"/>
                  <a:pt x="950670" y="58410"/>
                  <a:pt x="952579" y="59182"/>
                </a:cubicBezTo>
                <a:cubicBezTo>
                  <a:pt x="954531" y="59956"/>
                  <a:pt x="956437" y="60816"/>
                  <a:pt x="958300" y="61771"/>
                </a:cubicBezTo>
                <a:cubicBezTo>
                  <a:pt x="960206" y="62725"/>
                  <a:pt x="961886" y="63882"/>
                  <a:pt x="963338" y="65245"/>
                </a:cubicBezTo>
                <a:cubicBezTo>
                  <a:pt x="964792" y="66605"/>
                  <a:pt x="965949" y="68240"/>
                  <a:pt x="966812" y="70149"/>
                </a:cubicBezTo>
                <a:cubicBezTo>
                  <a:pt x="967721" y="72055"/>
                  <a:pt x="968172" y="74324"/>
                  <a:pt x="968172" y="76958"/>
                </a:cubicBezTo>
                <a:close/>
                <a:moveTo>
                  <a:pt x="1036550" y="60342"/>
                </a:moveTo>
                <a:cubicBezTo>
                  <a:pt x="1036550" y="62111"/>
                  <a:pt x="1036095" y="63382"/>
                  <a:pt x="1035189" y="64154"/>
                </a:cubicBezTo>
                <a:cubicBezTo>
                  <a:pt x="1034326" y="64880"/>
                  <a:pt x="1033326" y="65245"/>
                  <a:pt x="1032192" y="65245"/>
                </a:cubicBezTo>
                <a:lnTo>
                  <a:pt x="992010" y="65245"/>
                </a:lnTo>
                <a:cubicBezTo>
                  <a:pt x="992010" y="68649"/>
                  <a:pt x="992350" y="71715"/>
                  <a:pt x="993033" y="74438"/>
                </a:cubicBezTo>
                <a:cubicBezTo>
                  <a:pt x="993713" y="77161"/>
                  <a:pt x="994847" y="79501"/>
                  <a:pt x="996436" y="81453"/>
                </a:cubicBezTo>
                <a:cubicBezTo>
                  <a:pt x="998025" y="83405"/>
                  <a:pt x="1000091" y="84905"/>
                  <a:pt x="1002634" y="85948"/>
                </a:cubicBezTo>
                <a:cubicBezTo>
                  <a:pt x="1005177" y="86991"/>
                  <a:pt x="1008286" y="87514"/>
                  <a:pt x="1011964" y="87514"/>
                </a:cubicBezTo>
                <a:cubicBezTo>
                  <a:pt x="1014870" y="87514"/>
                  <a:pt x="1017459" y="87288"/>
                  <a:pt x="1019727" y="86834"/>
                </a:cubicBezTo>
                <a:cubicBezTo>
                  <a:pt x="1021999" y="86334"/>
                  <a:pt x="1023951" y="85788"/>
                  <a:pt x="1025585" y="85199"/>
                </a:cubicBezTo>
                <a:cubicBezTo>
                  <a:pt x="1027266" y="84608"/>
                  <a:pt x="1028629" y="84088"/>
                  <a:pt x="1029672" y="83633"/>
                </a:cubicBezTo>
                <a:cubicBezTo>
                  <a:pt x="1030760" y="83133"/>
                  <a:pt x="1031578" y="82885"/>
                  <a:pt x="1032123" y="82885"/>
                </a:cubicBezTo>
                <a:cubicBezTo>
                  <a:pt x="1032440" y="82885"/>
                  <a:pt x="1032715" y="82973"/>
                  <a:pt x="1032941" y="83156"/>
                </a:cubicBezTo>
                <a:cubicBezTo>
                  <a:pt x="1033212" y="83293"/>
                  <a:pt x="1033418" y="83519"/>
                  <a:pt x="1033555" y="83836"/>
                </a:cubicBezTo>
                <a:cubicBezTo>
                  <a:pt x="1033689" y="84153"/>
                  <a:pt x="1033781" y="84608"/>
                  <a:pt x="1033826" y="85199"/>
                </a:cubicBezTo>
                <a:cubicBezTo>
                  <a:pt x="1033918" y="85745"/>
                  <a:pt x="1033964" y="86425"/>
                  <a:pt x="1033964" y="87242"/>
                </a:cubicBezTo>
                <a:cubicBezTo>
                  <a:pt x="1033964" y="87831"/>
                  <a:pt x="1033941" y="88354"/>
                  <a:pt x="1033895" y="88808"/>
                </a:cubicBezTo>
                <a:cubicBezTo>
                  <a:pt x="1033849" y="89217"/>
                  <a:pt x="1033781" y="89603"/>
                  <a:pt x="1033689" y="89966"/>
                </a:cubicBezTo>
                <a:cubicBezTo>
                  <a:pt x="1033643" y="90283"/>
                  <a:pt x="1033532" y="90580"/>
                  <a:pt x="1033349" y="90851"/>
                </a:cubicBezTo>
                <a:cubicBezTo>
                  <a:pt x="1033212" y="91123"/>
                  <a:pt x="1033009" y="91397"/>
                  <a:pt x="1032738" y="91669"/>
                </a:cubicBezTo>
                <a:cubicBezTo>
                  <a:pt x="1032509" y="91894"/>
                  <a:pt x="1031783" y="92303"/>
                  <a:pt x="1030557" y="92894"/>
                </a:cubicBezTo>
                <a:cubicBezTo>
                  <a:pt x="1029332" y="93440"/>
                  <a:pt x="1027743" y="93983"/>
                  <a:pt x="1025791" y="94529"/>
                </a:cubicBezTo>
                <a:cubicBezTo>
                  <a:pt x="1023837" y="95075"/>
                  <a:pt x="1021568" y="95552"/>
                  <a:pt x="1018979" y="95961"/>
                </a:cubicBezTo>
                <a:cubicBezTo>
                  <a:pt x="1016436" y="96412"/>
                  <a:pt x="1013712" y="96641"/>
                  <a:pt x="1010806" y="96641"/>
                </a:cubicBezTo>
                <a:cubicBezTo>
                  <a:pt x="1005769" y="96641"/>
                  <a:pt x="1001339" y="95938"/>
                  <a:pt x="997528" y="94529"/>
                </a:cubicBezTo>
                <a:cubicBezTo>
                  <a:pt x="993758" y="93120"/>
                  <a:pt x="990581" y="91034"/>
                  <a:pt x="987992" y="88262"/>
                </a:cubicBezTo>
                <a:cubicBezTo>
                  <a:pt x="985403" y="85494"/>
                  <a:pt x="983451" y="82022"/>
                  <a:pt x="982134" y="77844"/>
                </a:cubicBezTo>
                <a:cubicBezTo>
                  <a:pt x="980820" y="73666"/>
                  <a:pt x="980160" y="68809"/>
                  <a:pt x="980160" y="63268"/>
                </a:cubicBezTo>
                <a:cubicBezTo>
                  <a:pt x="980160" y="58002"/>
                  <a:pt x="980840" y="53281"/>
                  <a:pt x="982203" y="49103"/>
                </a:cubicBezTo>
                <a:cubicBezTo>
                  <a:pt x="983566" y="44880"/>
                  <a:pt x="985517" y="41317"/>
                  <a:pt x="988061" y="38411"/>
                </a:cubicBezTo>
                <a:cubicBezTo>
                  <a:pt x="990647" y="35459"/>
                  <a:pt x="993758" y="33213"/>
                  <a:pt x="997390" y="31670"/>
                </a:cubicBezTo>
                <a:cubicBezTo>
                  <a:pt x="1001022" y="30081"/>
                  <a:pt x="1005086" y="29284"/>
                  <a:pt x="1009580" y="29284"/>
                </a:cubicBezTo>
                <a:cubicBezTo>
                  <a:pt x="1014392" y="29284"/>
                  <a:pt x="1018479" y="30058"/>
                  <a:pt x="1021839" y="31601"/>
                </a:cubicBezTo>
                <a:cubicBezTo>
                  <a:pt x="1025245" y="33144"/>
                  <a:pt x="1028037" y="35233"/>
                  <a:pt x="1030217" y="37868"/>
                </a:cubicBezTo>
                <a:cubicBezTo>
                  <a:pt x="1032395" y="40454"/>
                  <a:pt x="1033986" y="43520"/>
                  <a:pt x="1034984" y="47060"/>
                </a:cubicBezTo>
                <a:cubicBezTo>
                  <a:pt x="1036029" y="50555"/>
                  <a:pt x="1036550" y="54301"/>
                  <a:pt x="1036550" y="58299"/>
                </a:cubicBezTo>
                <a:lnTo>
                  <a:pt x="1036550" y="60342"/>
                </a:lnTo>
                <a:close/>
                <a:moveTo>
                  <a:pt x="1025245" y="57004"/>
                </a:moveTo>
                <a:cubicBezTo>
                  <a:pt x="1025382" y="51101"/>
                  <a:pt x="1024065" y="46469"/>
                  <a:pt x="1021296" y="43111"/>
                </a:cubicBezTo>
                <a:cubicBezTo>
                  <a:pt x="1018570" y="39751"/>
                  <a:pt x="1014507" y="38070"/>
                  <a:pt x="1009103" y="38070"/>
                </a:cubicBezTo>
                <a:cubicBezTo>
                  <a:pt x="1006334" y="38070"/>
                  <a:pt x="1003905" y="38593"/>
                  <a:pt x="1001817" y="39636"/>
                </a:cubicBezTo>
                <a:cubicBezTo>
                  <a:pt x="999728" y="40682"/>
                  <a:pt x="997982" y="42065"/>
                  <a:pt x="996573" y="43791"/>
                </a:cubicBezTo>
                <a:cubicBezTo>
                  <a:pt x="995164" y="45517"/>
                  <a:pt x="994076" y="47537"/>
                  <a:pt x="993304" y="49852"/>
                </a:cubicBezTo>
                <a:cubicBezTo>
                  <a:pt x="992533" y="52124"/>
                  <a:pt x="992101" y="54507"/>
                  <a:pt x="992010" y="57004"/>
                </a:cubicBezTo>
                <a:lnTo>
                  <a:pt x="1025245" y="57004"/>
                </a:lnTo>
                <a:close/>
                <a:moveTo>
                  <a:pt x="1099820" y="93712"/>
                </a:moveTo>
                <a:cubicBezTo>
                  <a:pt x="1099820" y="94257"/>
                  <a:pt x="1099637" y="94666"/>
                  <a:pt x="1099275" y="94938"/>
                </a:cubicBezTo>
                <a:cubicBezTo>
                  <a:pt x="1098912" y="95209"/>
                  <a:pt x="1098412" y="95415"/>
                  <a:pt x="1097777" y="95552"/>
                </a:cubicBezTo>
                <a:cubicBezTo>
                  <a:pt x="1097140" y="95686"/>
                  <a:pt x="1096211" y="95755"/>
                  <a:pt x="1094985" y="95755"/>
                </a:cubicBezTo>
                <a:cubicBezTo>
                  <a:pt x="1093802" y="95755"/>
                  <a:pt x="1092851" y="95686"/>
                  <a:pt x="1092125" y="95552"/>
                </a:cubicBezTo>
                <a:cubicBezTo>
                  <a:pt x="1091442" y="95415"/>
                  <a:pt x="1090942" y="95209"/>
                  <a:pt x="1090625" y="94938"/>
                </a:cubicBezTo>
                <a:cubicBezTo>
                  <a:pt x="1090308" y="94666"/>
                  <a:pt x="1090148" y="94257"/>
                  <a:pt x="1090148" y="93712"/>
                </a:cubicBezTo>
                <a:lnTo>
                  <a:pt x="1090148" y="87582"/>
                </a:lnTo>
                <a:cubicBezTo>
                  <a:pt x="1087470" y="90443"/>
                  <a:pt x="1084473" y="92669"/>
                  <a:pt x="1081158" y="94257"/>
                </a:cubicBezTo>
                <a:cubicBezTo>
                  <a:pt x="1077889" y="95846"/>
                  <a:pt x="1074417" y="96641"/>
                  <a:pt x="1070740" y="96641"/>
                </a:cubicBezTo>
                <a:cubicBezTo>
                  <a:pt x="1067516" y="96641"/>
                  <a:pt x="1064587" y="96209"/>
                  <a:pt x="1061953" y="95346"/>
                </a:cubicBezTo>
                <a:cubicBezTo>
                  <a:pt x="1059367" y="94529"/>
                  <a:pt x="1057141" y="93326"/>
                  <a:pt x="1055280" y="91737"/>
                </a:cubicBezTo>
                <a:cubicBezTo>
                  <a:pt x="1053463" y="90148"/>
                  <a:pt x="1052031" y="88197"/>
                  <a:pt x="1050988" y="85879"/>
                </a:cubicBezTo>
                <a:cubicBezTo>
                  <a:pt x="1049988" y="83565"/>
                  <a:pt x="1049491" y="80930"/>
                  <a:pt x="1049491" y="77978"/>
                </a:cubicBezTo>
                <a:cubicBezTo>
                  <a:pt x="1049491" y="74529"/>
                  <a:pt x="1050194" y="71532"/>
                  <a:pt x="1051603" y="68989"/>
                </a:cubicBezTo>
                <a:cubicBezTo>
                  <a:pt x="1053009" y="66448"/>
                  <a:pt x="1055029" y="64337"/>
                  <a:pt x="1057664" y="62656"/>
                </a:cubicBezTo>
                <a:cubicBezTo>
                  <a:pt x="1060295" y="60976"/>
                  <a:pt x="1063519" y="59727"/>
                  <a:pt x="1067333" y="58910"/>
                </a:cubicBezTo>
                <a:cubicBezTo>
                  <a:pt x="1071148" y="58047"/>
                  <a:pt x="1075437" y="57616"/>
                  <a:pt x="1080206" y="57616"/>
                </a:cubicBezTo>
                <a:lnTo>
                  <a:pt x="1088650" y="57616"/>
                </a:lnTo>
                <a:lnTo>
                  <a:pt x="1088650" y="52849"/>
                </a:lnTo>
                <a:cubicBezTo>
                  <a:pt x="1088650" y="50489"/>
                  <a:pt x="1088402" y="48400"/>
                  <a:pt x="1087902" y="46583"/>
                </a:cubicBezTo>
                <a:cubicBezTo>
                  <a:pt x="1087402" y="44768"/>
                  <a:pt x="1086584" y="43268"/>
                  <a:pt x="1085450" y="42088"/>
                </a:cubicBezTo>
                <a:cubicBezTo>
                  <a:pt x="1084361" y="40862"/>
                  <a:pt x="1082930" y="39954"/>
                  <a:pt x="1081158" y="39365"/>
                </a:cubicBezTo>
                <a:cubicBezTo>
                  <a:pt x="1079389" y="38728"/>
                  <a:pt x="1077209" y="38411"/>
                  <a:pt x="1074620" y="38411"/>
                </a:cubicBezTo>
                <a:cubicBezTo>
                  <a:pt x="1071851" y="38411"/>
                  <a:pt x="1069354" y="38751"/>
                  <a:pt x="1067131" y="39433"/>
                </a:cubicBezTo>
                <a:cubicBezTo>
                  <a:pt x="1064950" y="40068"/>
                  <a:pt x="1063021" y="40794"/>
                  <a:pt x="1061341" y="41611"/>
                </a:cubicBezTo>
                <a:cubicBezTo>
                  <a:pt x="1059707" y="42382"/>
                  <a:pt x="1058321" y="43111"/>
                  <a:pt x="1057186" y="43791"/>
                </a:cubicBezTo>
                <a:cubicBezTo>
                  <a:pt x="1056098" y="44426"/>
                  <a:pt x="1055280" y="44746"/>
                  <a:pt x="1054735" y="44746"/>
                </a:cubicBezTo>
                <a:cubicBezTo>
                  <a:pt x="1054372" y="44746"/>
                  <a:pt x="1054055" y="44654"/>
                  <a:pt x="1053780" y="44471"/>
                </a:cubicBezTo>
                <a:cubicBezTo>
                  <a:pt x="1053509" y="44291"/>
                  <a:pt x="1053257" y="44017"/>
                  <a:pt x="1053032" y="43654"/>
                </a:cubicBezTo>
                <a:cubicBezTo>
                  <a:pt x="1052849" y="43291"/>
                  <a:pt x="1052714" y="42837"/>
                  <a:pt x="1052623" y="42294"/>
                </a:cubicBezTo>
                <a:cubicBezTo>
                  <a:pt x="1052532" y="41702"/>
                  <a:pt x="1052486" y="41068"/>
                  <a:pt x="1052486" y="40385"/>
                </a:cubicBezTo>
                <a:cubicBezTo>
                  <a:pt x="1052486" y="39251"/>
                  <a:pt x="1052554" y="38365"/>
                  <a:pt x="1052692" y="37730"/>
                </a:cubicBezTo>
                <a:cubicBezTo>
                  <a:pt x="1052872" y="37047"/>
                  <a:pt x="1053260" y="36413"/>
                  <a:pt x="1053849" y="35822"/>
                </a:cubicBezTo>
                <a:cubicBezTo>
                  <a:pt x="1054483" y="35233"/>
                  <a:pt x="1055552" y="34553"/>
                  <a:pt x="1057049" y="33779"/>
                </a:cubicBezTo>
                <a:cubicBezTo>
                  <a:pt x="1058549" y="32961"/>
                  <a:pt x="1060273" y="32235"/>
                  <a:pt x="1062227" y="31601"/>
                </a:cubicBezTo>
                <a:cubicBezTo>
                  <a:pt x="1064179" y="30918"/>
                  <a:pt x="1066313" y="30375"/>
                  <a:pt x="1068628" y="29967"/>
                </a:cubicBezTo>
                <a:cubicBezTo>
                  <a:pt x="1070942" y="29512"/>
                  <a:pt x="1073283" y="29284"/>
                  <a:pt x="1075643" y="29284"/>
                </a:cubicBezTo>
                <a:cubicBezTo>
                  <a:pt x="1080046" y="29284"/>
                  <a:pt x="1083793" y="29784"/>
                  <a:pt x="1086879" y="30784"/>
                </a:cubicBezTo>
                <a:cubicBezTo>
                  <a:pt x="1089968" y="31781"/>
                  <a:pt x="1092465" y="33258"/>
                  <a:pt x="1094371" y="35210"/>
                </a:cubicBezTo>
                <a:cubicBezTo>
                  <a:pt x="1096277" y="37116"/>
                  <a:pt x="1097663" y="39502"/>
                  <a:pt x="1098526" y="42362"/>
                </a:cubicBezTo>
                <a:cubicBezTo>
                  <a:pt x="1099389" y="45223"/>
                  <a:pt x="1099820" y="48557"/>
                  <a:pt x="1099820" y="52372"/>
                </a:cubicBezTo>
                <a:lnTo>
                  <a:pt x="1099820" y="93712"/>
                </a:lnTo>
                <a:close/>
                <a:moveTo>
                  <a:pt x="1088650" y="65720"/>
                </a:moveTo>
                <a:lnTo>
                  <a:pt x="1079046" y="65720"/>
                </a:lnTo>
                <a:cubicBezTo>
                  <a:pt x="1075960" y="65720"/>
                  <a:pt x="1073283" y="65994"/>
                  <a:pt x="1071011" y="66537"/>
                </a:cubicBezTo>
                <a:cubicBezTo>
                  <a:pt x="1068742" y="67037"/>
                  <a:pt x="1066856" y="67808"/>
                  <a:pt x="1065359" y="68854"/>
                </a:cubicBezTo>
                <a:cubicBezTo>
                  <a:pt x="1063862" y="69852"/>
                  <a:pt x="1062747" y="71077"/>
                  <a:pt x="1062021" y="72532"/>
                </a:cubicBezTo>
                <a:cubicBezTo>
                  <a:pt x="1061341" y="73938"/>
                  <a:pt x="1061001" y="75572"/>
                  <a:pt x="1061001" y="77435"/>
                </a:cubicBezTo>
                <a:cubicBezTo>
                  <a:pt x="1061001" y="80613"/>
                  <a:pt x="1061998" y="83156"/>
                  <a:pt x="1063996" y="85062"/>
                </a:cubicBezTo>
                <a:cubicBezTo>
                  <a:pt x="1066039" y="86925"/>
                  <a:pt x="1068876" y="87854"/>
                  <a:pt x="1072508" y="87854"/>
                </a:cubicBezTo>
                <a:cubicBezTo>
                  <a:pt x="1075460" y="87854"/>
                  <a:pt x="1078186" y="87105"/>
                  <a:pt x="1080681" y="85608"/>
                </a:cubicBezTo>
                <a:cubicBezTo>
                  <a:pt x="1083224" y="84111"/>
                  <a:pt x="1085881" y="81816"/>
                  <a:pt x="1088650" y="78730"/>
                </a:cubicBezTo>
                <a:lnTo>
                  <a:pt x="1088650" y="65720"/>
                </a:lnTo>
                <a:close/>
                <a:moveTo>
                  <a:pt x="1151035" y="89148"/>
                </a:moveTo>
                <a:cubicBezTo>
                  <a:pt x="1151035" y="90466"/>
                  <a:pt x="1150944" y="91509"/>
                  <a:pt x="1150761" y="92283"/>
                </a:cubicBezTo>
                <a:cubicBezTo>
                  <a:pt x="1150581" y="93054"/>
                  <a:pt x="1150307" y="93620"/>
                  <a:pt x="1149944" y="93983"/>
                </a:cubicBezTo>
                <a:cubicBezTo>
                  <a:pt x="1149581" y="94346"/>
                  <a:pt x="1149035" y="94689"/>
                  <a:pt x="1148309" y="95006"/>
                </a:cubicBezTo>
                <a:cubicBezTo>
                  <a:pt x="1147583" y="95323"/>
                  <a:pt x="1146743" y="95575"/>
                  <a:pt x="1145789" y="95755"/>
                </a:cubicBezTo>
                <a:cubicBezTo>
                  <a:pt x="1144883" y="95981"/>
                  <a:pt x="1143906" y="96163"/>
                  <a:pt x="1142863" y="96301"/>
                </a:cubicBezTo>
                <a:cubicBezTo>
                  <a:pt x="1141817" y="96435"/>
                  <a:pt x="1140774" y="96503"/>
                  <a:pt x="1139728" y="96503"/>
                </a:cubicBezTo>
                <a:cubicBezTo>
                  <a:pt x="1136551" y="96503"/>
                  <a:pt x="1133827" y="96095"/>
                  <a:pt x="1131556" y="95278"/>
                </a:cubicBezTo>
                <a:cubicBezTo>
                  <a:pt x="1129287" y="94415"/>
                  <a:pt x="1127424" y="93143"/>
                  <a:pt x="1125972" y="91466"/>
                </a:cubicBezTo>
                <a:cubicBezTo>
                  <a:pt x="1124518" y="89740"/>
                  <a:pt x="1123452" y="87582"/>
                  <a:pt x="1122772" y="84993"/>
                </a:cubicBezTo>
                <a:cubicBezTo>
                  <a:pt x="1122135" y="82362"/>
                  <a:pt x="1121817" y="79273"/>
                  <a:pt x="1121817" y="75732"/>
                </a:cubicBezTo>
                <a:lnTo>
                  <a:pt x="1121817" y="39911"/>
                </a:lnTo>
                <a:lnTo>
                  <a:pt x="1113236" y="39911"/>
                </a:lnTo>
                <a:cubicBezTo>
                  <a:pt x="1112556" y="39911"/>
                  <a:pt x="1112010" y="39545"/>
                  <a:pt x="1111602" y="38819"/>
                </a:cubicBezTo>
                <a:cubicBezTo>
                  <a:pt x="1111193" y="38093"/>
                  <a:pt x="1110987" y="36913"/>
                  <a:pt x="1110987" y="35279"/>
                </a:cubicBezTo>
                <a:cubicBezTo>
                  <a:pt x="1110987" y="34416"/>
                  <a:pt x="1111033" y="33690"/>
                  <a:pt x="1111125" y="33098"/>
                </a:cubicBezTo>
                <a:cubicBezTo>
                  <a:pt x="1111262" y="32510"/>
                  <a:pt x="1111419" y="32033"/>
                  <a:pt x="1111602" y="31670"/>
                </a:cubicBezTo>
                <a:cubicBezTo>
                  <a:pt x="1111782" y="31261"/>
                  <a:pt x="1112010" y="30987"/>
                  <a:pt x="1112282" y="30852"/>
                </a:cubicBezTo>
                <a:cubicBezTo>
                  <a:pt x="1112599" y="30670"/>
                  <a:pt x="1112942" y="30578"/>
                  <a:pt x="1113305" y="30578"/>
                </a:cubicBezTo>
                <a:lnTo>
                  <a:pt x="1121817" y="30578"/>
                </a:lnTo>
                <a:lnTo>
                  <a:pt x="1121817" y="16005"/>
                </a:lnTo>
                <a:cubicBezTo>
                  <a:pt x="1121817" y="15688"/>
                  <a:pt x="1121886" y="15390"/>
                  <a:pt x="1122020" y="15119"/>
                </a:cubicBezTo>
                <a:cubicBezTo>
                  <a:pt x="1122203" y="14848"/>
                  <a:pt x="1122497" y="14619"/>
                  <a:pt x="1122906" y="14439"/>
                </a:cubicBezTo>
                <a:cubicBezTo>
                  <a:pt x="1123360" y="14210"/>
                  <a:pt x="1123952" y="14053"/>
                  <a:pt x="1124678" y="13962"/>
                </a:cubicBezTo>
                <a:cubicBezTo>
                  <a:pt x="1125404" y="13870"/>
                  <a:pt x="1126312" y="13825"/>
                  <a:pt x="1127401" y="13825"/>
                </a:cubicBezTo>
                <a:cubicBezTo>
                  <a:pt x="1128538" y="13825"/>
                  <a:pt x="1129467" y="13870"/>
                  <a:pt x="1130196" y="13962"/>
                </a:cubicBezTo>
                <a:cubicBezTo>
                  <a:pt x="1130921" y="14053"/>
                  <a:pt x="1131487" y="14210"/>
                  <a:pt x="1131896" y="14439"/>
                </a:cubicBezTo>
                <a:cubicBezTo>
                  <a:pt x="1132304" y="14619"/>
                  <a:pt x="1132602" y="14848"/>
                  <a:pt x="1132782" y="15119"/>
                </a:cubicBezTo>
                <a:cubicBezTo>
                  <a:pt x="1132964" y="15390"/>
                  <a:pt x="1133056" y="15688"/>
                  <a:pt x="1133056" y="16005"/>
                </a:cubicBezTo>
                <a:lnTo>
                  <a:pt x="1133056" y="30578"/>
                </a:lnTo>
                <a:lnTo>
                  <a:pt x="1148786" y="30578"/>
                </a:lnTo>
                <a:cubicBezTo>
                  <a:pt x="1149149" y="30578"/>
                  <a:pt x="1149467" y="30670"/>
                  <a:pt x="1149741" y="30852"/>
                </a:cubicBezTo>
                <a:cubicBezTo>
                  <a:pt x="1150012" y="30987"/>
                  <a:pt x="1150241" y="31261"/>
                  <a:pt x="1150421" y="31670"/>
                </a:cubicBezTo>
                <a:cubicBezTo>
                  <a:pt x="1150650" y="32033"/>
                  <a:pt x="1150807" y="32510"/>
                  <a:pt x="1150898" y="33098"/>
                </a:cubicBezTo>
                <a:cubicBezTo>
                  <a:pt x="1150990" y="33690"/>
                  <a:pt x="1151035" y="34416"/>
                  <a:pt x="1151035" y="35279"/>
                </a:cubicBezTo>
                <a:cubicBezTo>
                  <a:pt x="1151035" y="36913"/>
                  <a:pt x="1150830" y="38093"/>
                  <a:pt x="1150421" y="38819"/>
                </a:cubicBezTo>
                <a:cubicBezTo>
                  <a:pt x="1150012" y="39545"/>
                  <a:pt x="1149467" y="39911"/>
                  <a:pt x="1148786" y="39911"/>
                </a:cubicBezTo>
                <a:lnTo>
                  <a:pt x="1133056" y="39911"/>
                </a:lnTo>
                <a:lnTo>
                  <a:pt x="1133056" y="74098"/>
                </a:lnTo>
                <a:cubicBezTo>
                  <a:pt x="1133056" y="78321"/>
                  <a:pt x="1133667" y="81522"/>
                  <a:pt x="1134893" y="83702"/>
                </a:cubicBezTo>
                <a:cubicBezTo>
                  <a:pt x="1136165" y="85834"/>
                  <a:pt x="1138411" y="86902"/>
                  <a:pt x="1141637" y="86902"/>
                </a:cubicBezTo>
                <a:cubicBezTo>
                  <a:pt x="1142680" y="86902"/>
                  <a:pt x="1143612" y="86811"/>
                  <a:pt x="1144429" y="86628"/>
                </a:cubicBezTo>
                <a:cubicBezTo>
                  <a:pt x="1145246" y="86402"/>
                  <a:pt x="1145972" y="86174"/>
                  <a:pt x="1146606" y="85948"/>
                </a:cubicBezTo>
                <a:cubicBezTo>
                  <a:pt x="1147243" y="85722"/>
                  <a:pt x="1147789" y="85516"/>
                  <a:pt x="1148241" y="85336"/>
                </a:cubicBezTo>
                <a:cubicBezTo>
                  <a:pt x="1148695" y="85108"/>
                  <a:pt x="1149104" y="84993"/>
                  <a:pt x="1149467" y="84993"/>
                </a:cubicBezTo>
                <a:cubicBezTo>
                  <a:pt x="1149695" y="84993"/>
                  <a:pt x="1149898" y="85062"/>
                  <a:pt x="1150081" y="85199"/>
                </a:cubicBezTo>
                <a:cubicBezTo>
                  <a:pt x="1150307" y="85291"/>
                  <a:pt x="1150467" y="85494"/>
                  <a:pt x="1150558" y="85811"/>
                </a:cubicBezTo>
                <a:cubicBezTo>
                  <a:pt x="1150692" y="86131"/>
                  <a:pt x="1150807" y="86562"/>
                  <a:pt x="1150898" y="87105"/>
                </a:cubicBezTo>
                <a:cubicBezTo>
                  <a:pt x="1150990" y="87651"/>
                  <a:pt x="1151035" y="88331"/>
                  <a:pt x="1151035" y="89148"/>
                </a:cubicBezTo>
                <a:close/>
                <a:moveTo>
                  <a:pt x="1283158" y="32213"/>
                </a:moveTo>
                <a:cubicBezTo>
                  <a:pt x="1283158" y="32533"/>
                  <a:pt x="1283112" y="32918"/>
                  <a:pt x="1283020" y="33370"/>
                </a:cubicBezTo>
                <a:cubicBezTo>
                  <a:pt x="1282929" y="33824"/>
                  <a:pt x="1282772" y="34393"/>
                  <a:pt x="1282543" y="35073"/>
                </a:cubicBezTo>
                <a:lnTo>
                  <a:pt x="1264495" y="93303"/>
                </a:lnTo>
                <a:cubicBezTo>
                  <a:pt x="1264361" y="93803"/>
                  <a:pt x="1264132" y="94212"/>
                  <a:pt x="1263815" y="94529"/>
                </a:cubicBezTo>
                <a:cubicBezTo>
                  <a:pt x="1263544" y="94846"/>
                  <a:pt x="1263135" y="95098"/>
                  <a:pt x="1262589" y="95278"/>
                </a:cubicBezTo>
                <a:cubicBezTo>
                  <a:pt x="1262089" y="95461"/>
                  <a:pt x="1261386" y="95575"/>
                  <a:pt x="1260478" y="95618"/>
                </a:cubicBezTo>
                <a:cubicBezTo>
                  <a:pt x="1259569" y="95709"/>
                  <a:pt x="1258434" y="95755"/>
                  <a:pt x="1257074" y="95755"/>
                </a:cubicBezTo>
                <a:cubicBezTo>
                  <a:pt x="1255666" y="95755"/>
                  <a:pt x="1254485" y="95709"/>
                  <a:pt x="1253531" y="95618"/>
                </a:cubicBezTo>
                <a:cubicBezTo>
                  <a:pt x="1252577" y="95529"/>
                  <a:pt x="1251805" y="95392"/>
                  <a:pt x="1251216" y="95209"/>
                </a:cubicBezTo>
                <a:cubicBezTo>
                  <a:pt x="1250671" y="95029"/>
                  <a:pt x="1250262" y="94778"/>
                  <a:pt x="1249991" y="94460"/>
                </a:cubicBezTo>
                <a:cubicBezTo>
                  <a:pt x="1249716" y="94143"/>
                  <a:pt x="1249513" y="93757"/>
                  <a:pt x="1249376" y="93303"/>
                </a:cubicBezTo>
                <a:lnTo>
                  <a:pt x="1236506" y="48832"/>
                </a:lnTo>
                <a:lnTo>
                  <a:pt x="1236369" y="48217"/>
                </a:lnTo>
                <a:lnTo>
                  <a:pt x="1236232" y="48832"/>
                </a:lnTo>
                <a:lnTo>
                  <a:pt x="1224316" y="93303"/>
                </a:lnTo>
                <a:cubicBezTo>
                  <a:pt x="1224179" y="93803"/>
                  <a:pt x="1223950" y="94212"/>
                  <a:pt x="1223633" y="94529"/>
                </a:cubicBezTo>
                <a:cubicBezTo>
                  <a:pt x="1223361" y="94846"/>
                  <a:pt x="1222930" y="95098"/>
                  <a:pt x="1222338" y="95278"/>
                </a:cubicBezTo>
                <a:cubicBezTo>
                  <a:pt x="1221750" y="95461"/>
                  <a:pt x="1220978" y="95575"/>
                  <a:pt x="1220024" y="95618"/>
                </a:cubicBezTo>
                <a:cubicBezTo>
                  <a:pt x="1219115" y="95709"/>
                  <a:pt x="1217981" y="95755"/>
                  <a:pt x="1216618" y="95755"/>
                </a:cubicBezTo>
                <a:cubicBezTo>
                  <a:pt x="1215212" y="95755"/>
                  <a:pt x="1214055" y="95709"/>
                  <a:pt x="1213146" y="95618"/>
                </a:cubicBezTo>
                <a:cubicBezTo>
                  <a:pt x="1212283" y="95529"/>
                  <a:pt x="1211557" y="95392"/>
                  <a:pt x="1210966" y="95209"/>
                </a:cubicBezTo>
                <a:cubicBezTo>
                  <a:pt x="1210420" y="95029"/>
                  <a:pt x="1210011" y="94778"/>
                  <a:pt x="1209740" y="94460"/>
                </a:cubicBezTo>
                <a:cubicBezTo>
                  <a:pt x="1209468" y="94143"/>
                  <a:pt x="1209263" y="93757"/>
                  <a:pt x="1209128" y="93303"/>
                </a:cubicBezTo>
                <a:lnTo>
                  <a:pt x="1191215" y="35073"/>
                </a:lnTo>
                <a:cubicBezTo>
                  <a:pt x="1190989" y="34393"/>
                  <a:pt x="1190829" y="33824"/>
                  <a:pt x="1190740" y="33370"/>
                </a:cubicBezTo>
                <a:cubicBezTo>
                  <a:pt x="1190649" y="32918"/>
                  <a:pt x="1190603" y="32533"/>
                  <a:pt x="1190603" y="32213"/>
                </a:cubicBezTo>
                <a:cubicBezTo>
                  <a:pt x="1190603" y="31804"/>
                  <a:pt x="1190695" y="31487"/>
                  <a:pt x="1190875" y="31261"/>
                </a:cubicBezTo>
                <a:cubicBezTo>
                  <a:pt x="1191057" y="30987"/>
                  <a:pt x="1191352" y="30784"/>
                  <a:pt x="1191760" y="30647"/>
                </a:cubicBezTo>
                <a:cubicBezTo>
                  <a:pt x="1192215" y="30467"/>
                  <a:pt x="1192806" y="30352"/>
                  <a:pt x="1193532" y="30307"/>
                </a:cubicBezTo>
                <a:cubicBezTo>
                  <a:pt x="1194258" y="30261"/>
                  <a:pt x="1195144" y="30238"/>
                  <a:pt x="1196187" y="30238"/>
                </a:cubicBezTo>
                <a:cubicBezTo>
                  <a:pt x="1197458" y="30238"/>
                  <a:pt x="1198481" y="30284"/>
                  <a:pt x="1199253" y="30375"/>
                </a:cubicBezTo>
                <a:cubicBezTo>
                  <a:pt x="1200024" y="30421"/>
                  <a:pt x="1200613" y="30532"/>
                  <a:pt x="1201022" y="30715"/>
                </a:cubicBezTo>
                <a:cubicBezTo>
                  <a:pt x="1201430" y="30852"/>
                  <a:pt x="1201727" y="31078"/>
                  <a:pt x="1201907" y="31395"/>
                </a:cubicBezTo>
                <a:cubicBezTo>
                  <a:pt x="1202090" y="31670"/>
                  <a:pt x="1202247" y="32010"/>
                  <a:pt x="1202385" y="32418"/>
                </a:cubicBezTo>
                <a:lnTo>
                  <a:pt x="1217164" y="82950"/>
                </a:lnTo>
                <a:lnTo>
                  <a:pt x="1217301" y="83565"/>
                </a:lnTo>
                <a:lnTo>
                  <a:pt x="1217435" y="82950"/>
                </a:lnTo>
                <a:lnTo>
                  <a:pt x="1230988" y="32418"/>
                </a:lnTo>
                <a:cubicBezTo>
                  <a:pt x="1231080" y="32010"/>
                  <a:pt x="1231217" y="31670"/>
                  <a:pt x="1231397" y="31395"/>
                </a:cubicBezTo>
                <a:cubicBezTo>
                  <a:pt x="1231625" y="31078"/>
                  <a:pt x="1231943" y="30852"/>
                  <a:pt x="1232351" y="30715"/>
                </a:cubicBezTo>
                <a:cubicBezTo>
                  <a:pt x="1232760" y="30532"/>
                  <a:pt x="1233306" y="30421"/>
                  <a:pt x="1233986" y="30375"/>
                </a:cubicBezTo>
                <a:cubicBezTo>
                  <a:pt x="1234711" y="30284"/>
                  <a:pt x="1235643" y="30238"/>
                  <a:pt x="1236777" y="30238"/>
                </a:cubicBezTo>
                <a:cubicBezTo>
                  <a:pt x="1237866" y="30238"/>
                  <a:pt x="1238752" y="30284"/>
                  <a:pt x="1239435" y="30375"/>
                </a:cubicBezTo>
                <a:cubicBezTo>
                  <a:pt x="1240161" y="30421"/>
                  <a:pt x="1240726" y="30532"/>
                  <a:pt x="1241135" y="30715"/>
                </a:cubicBezTo>
                <a:cubicBezTo>
                  <a:pt x="1241544" y="30852"/>
                  <a:pt x="1241841" y="31055"/>
                  <a:pt x="1242021" y="31327"/>
                </a:cubicBezTo>
                <a:cubicBezTo>
                  <a:pt x="1242204" y="31601"/>
                  <a:pt x="1242338" y="31918"/>
                  <a:pt x="1242430" y="32281"/>
                </a:cubicBezTo>
                <a:lnTo>
                  <a:pt x="1257074" y="82950"/>
                </a:lnTo>
                <a:lnTo>
                  <a:pt x="1257209" y="83565"/>
                </a:lnTo>
                <a:lnTo>
                  <a:pt x="1257277" y="82950"/>
                </a:lnTo>
                <a:lnTo>
                  <a:pt x="1271850" y="32418"/>
                </a:lnTo>
                <a:cubicBezTo>
                  <a:pt x="1271942" y="32010"/>
                  <a:pt x="1272079" y="31670"/>
                  <a:pt x="1272259" y="31395"/>
                </a:cubicBezTo>
                <a:cubicBezTo>
                  <a:pt x="1272488" y="31078"/>
                  <a:pt x="1272805" y="30852"/>
                  <a:pt x="1273213" y="30715"/>
                </a:cubicBezTo>
                <a:cubicBezTo>
                  <a:pt x="1273668" y="30532"/>
                  <a:pt x="1274256" y="30421"/>
                  <a:pt x="1274985" y="30375"/>
                </a:cubicBezTo>
                <a:cubicBezTo>
                  <a:pt x="1275757" y="30284"/>
                  <a:pt x="1276734" y="30238"/>
                  <a:pt x="1277914" y="30238"/>
                </a:cubicBezTo>
                <a:cubicBezTo>
                  <a:pt x="1279003" y="30238"/>
                  <a:pt x="1279866" y="30261"/>
                  <a:pt x="1280500" y="30307"/>
                </a:cubicBezTo>
                <a:cubicBezTo>
                  <a:pt x="1281183" y="30352"/>
                  <a:pt x="1281703" y="30467"/>
                  <a:pt x="1282066" y="30647"/>
                </a:cubicBezTo>
                <a:cubicBezTo>
                  <a:pt x="1282475" y="30830"/>
                  <a:pt x="1282749" y="31032"/>
                  <a:pt x="1282883" y="31261"/>
                </a:cubicBezTo>
                <a:cubicBezTo>
                  <a:pt x="1283066" y="31487"/>
                  <a:pt x="1283158" y="31804"/>
                  <a:pt x="1283158" y="32213"/>
                </a:cubicBezTo>
                <a:close/>
                <a:moveTo>
                  <a:pt x="1308355" y="93643"/>
                </a:moveTo>
                <a:cubicBezTo>
                  <a:pt x="1308355" y="94006"/>
                  <a:pt x="1308264" y="94326"/>
                  <a:pt x="1308083" y="94598"/>
                </a:cubicBezTo>
                <a:cubicBezTo>
                  <a:pt x="1307901" y="94823"/>
                  <a:pt x="1307606" y="95029"/>
                  <a:pt x="1307198" y="95209"/>
                </a:cubicBezTo>
                <a:cubicBezTo>
                  <a:pt x="1306789" y="95392"/>
                  <a:pt x="1306220" y="95529"/>
                  <a:pt x="1305495" y="95618"/>
                </a:cubicBezTo>
                <a:cubicBezTo>
                  <a:pt x="1304769" y="95709"/>
                  <a:pt x="1303837" y="95755"/>
                  <a:pt x="1302703" y="95755"/>
                </a:cubicBezTo>
                <a:cubicBezTo>
                  <a:pt x="1301614" y="95755"/>
                  <a:pt x="1300705" y="95709"/>
                  <a:pt x="1299980" y="95618"/>
                </a:cubicBezTo>
                <a:cubicBezTo>
                  <a:pt x="1299251" y="95529"/>
                  <a:pt x="1298662" y="95392"/>
                  <a:pt x="1298208" y="95209"/>
                </a:cubicBezTo>
                <a:cubicBezTo>
                  <a:pt x="1297799" y="95029"/>
                  <a:pt x="1297505" y="94823"/>
                  <a:pt x="1297322" y="94598"/>
                </a:cubicBezTo>
                <a:cubicBezTo>
                  <a:pt x="1297185" y="94326"/>
                  <a:pt x="1297119" y="94006"/>
                  <a:pt x="1297119" y="93643"/>
                </a:cubicBezTo>
                <a:lnTo>
                  <a:pt x="1297119" y="32350"/>
                </a:lnTo>
                <a:cubicBezTo>
                  <a:pt x="1297119" y="32033"/>
                  <a:pt x="1297185" y="31735"/>
                  <a:pt x="1297322" y="31464"/>
                </a:cubicBezTo>
                <a:cubicBezTo>
                  <a:pt x="1297505" y="31192"/>
                  <a:pt x="1297799" y="30964"/>
                  <a:pt x="1298208" y="30784"/>
                </a:cubicBezTo>
                <a:cubicBezTo>
                  <a:pt x="1298662" y="30601"/>
                  <a:pt x="1299251" y="30467"/>
                  <a:pt x="1299980" y="30375"/>
                </a:cubicBezTo>
                <a:cubicBezTo>
                  <a:pt x="1300705" y="30284"/>
                  <a:pt x="1301614" y="30238"/>
                  <a:pt x="1302703" y="30238"/>
                </a:cubicBezTo>
                <a:cubicBezTo>
                  <a:pt x="1303837" y="30238"/>
                  <a:pt x="1304769" y="30284"/>
                  <a:pt x="1305495" y="30375"/>
                </a:cubicBezTo>
                <a:cubicBezTo>
                  <a:pt x="1306220" y="30467"/>
                  <a:pt x="1306789" y="30601"/>
                  <a:pt x="1307198" y="30784"/>
                </a:cubicBezTo>
                <a:cubicBezTo>
                  <a:pt x="1307606" y="30964"/>
                  <a:pt x="1307901" y="31192"/>
                  <a:pt x="1308083" y="31464"/>
                </a:cubicBezTo>
                <a:cubicBezTo>
                  <a:pt x="1308264" y="31735"/>
                  <a:pt x="1308355" y="32033"/>
                  <a:pt x="1308355" y="32350"/>
                </a:cubicBezTo>
                <a:lnTo>
                  <a:pt x="1308355" y="93643"/>
                </a:lnTo>
                <a:close/>
                <a:moveTo>
                  <a:pt x="1309649" y="11647"/>
                </a:moveTo>
                <a:cubicBezTo>
                  <a:pt x="1309649" y="14279"/>
                  <a:pt x="1309149" y="16073"/>
                  <a:pt x="1308152" y="17025"/>
                </a:cubicBezTo>
                <a:cubicBezTo>
                  <a:pt x="1307152" y="17979"/>
                  <a:pt x="1305315" y="18457"/>
                  <a:pt x="1302634" y="18457"/>
                </a:cubicBezTo>
                <a:cubicBezTo>
                  <a:pt x="1300002" y="18457"/>
                  <a:pt x="1298185" y="18002"/>
                  <a:pt x="1297185" y="17094"/>
                </a:cubicBezTo>
                <a:cubicBezTo>
                  <a:pt x="1296233" y="16142"/>
                  <a:pt x="1295756" y="14370"/>
                  <a:pt x="1295756" y="11781"/>
                </a:cubicBezTo>
                <a:cubicBezTo>
                  <a:pt x="1295756" y="9150"/>
                  <a:pt x="1296256" y="7355"/>
                  <a:pt x="1297254" y="6401"/>
                </a:cubicBezTo>
                <a:cubicBezTo>
                  <a:pt x="1298254" y="5449"/>
                  <a:pt x="1300091" y="4972"/>
                  <a:pt x="1302771" y="4972"/>
                </a:cubicBezTo>
                <a:cubicBezTo>
                  <a:pt x="1305403" y="4972"/>
                  <a:pt x="1307198" y="5449"/>
                  <a:pt x="1308152" y="6401"/>
                </a:cubicBezTo>
                <a:cubicBezTo>
                  <a:pt x="1309149" y="7309"/>
                  <a:pt x="1309649" y="9058"/>
                  <a:pt x="1309649" y="11647"/>
                </a:cubicBezTo>
                <a:close/>
                <a:moveTo>
                  <a:pt x="1361002" y="89148"/>
                </a:moveTo>
                <a:cubicBezTo>
                  <a:pt x="1361002" y="90466"/>
                  <a:pt x="1360910" y="91509"/>
                  <a:pt x="1360727" y="92283"/>
                </a:cubicBezTo>
                <a:cubicBezTo>
                  <a:pt x="1360547" y="93054"/>
                  <a:pt x="1360273" y="93620"/>
                  <a:pt x="1359910" y="93983"/>
                </a:cubicBezTo>
                <a:cubicBezTo>
                  <a:pt x="1359547" y="94346"/>
                  <a:pt x="1359001" y="94689"/>
                  <a:pt x="1358275" y="95006"/>
                </a:cubicBezTo>
                <a:cubicBezTo>
                  <a:pt x="1357550" y="95323"/>
                  <a:pt x="1356710" y="95575"/>
                  <a:pt x="1355755" y="95755"/>
                </a:cubicBezTo>
                <a:cubicBezTo>
                  <a:pt x="1354849" y="95981"/>
                  <a:pt x="1353872" y="96163"/>
                  <a:pt x="1352829" y="96301"/>
                </a:cubicBezTo>
                <a:cubicBezTo>
                  <a:pt x="1351783" y="96435"/>
                  <a:pt x="1350740" y="96503"/>
                  <a:pt x="1349694" y="96503"/>
                </a:cubicBezTo>
                <a:cubicBezTo>
                  <a:pt x="1346517" y="96503"/>
                  <a:pt x="1343794" y="96095"/>
                  <a:pt x="1341522" y="95278"/>
                </a:cubicBezTo>
                <a:cubicBezTo>
                  <a:pt x="1339253" y="94415"/>
                  <a:pt x="1337390" y="93143"/>
                  <a:pt x="1335938" y="91466"/>
                </a:cubicBezTo>
                <a:cubicBezTo>
                  <a:pt x="1334484" y="89740"/>
                  <a:pt x="1333418" y="87582"/>
                  <a:pt x="1332738" y="84993"/>
                </a:cubicBezTo>
                <a:cubicBezTo>
                  <a:pt x="1332101" y="82362"/>
                  <a:pt x="1331784" y="79273"/>
                  <a:pt x="1331784" y="75732"/>
                </a:cubicBezTo>
                <a:lnTo>
                  <a:pt x="1331784" y="39911"/>
                </a:lnTo>
                <a:lnTo>
                  <a:pt x="1323203" y="39911"/>
                </a:lnTo>
                <a:cubicBezTo>
                  <a:pt x="1322522" y="39911"/>
                  <a:pt x="1321977" y="39545"/>
                  <a:pt x="1321568" y="38819"/>
                </a:cubicBezTo>
                <a:cubicBezTo>
                  <a:pt x="1321159" y="38093"/>
                  <a:pt x="1320954" y="36913"/>
                  <a:pt x="1320954" y="35279"/>
                </a:cubicBezTo>
                <a:cubicBezTo>
                  <a:pt x="1320954" y="34416"/>
                  <a:pt x="1320999" y="33690"/>
                  <a:pt x="1321091" y="33098"/>
                </a:cubicBezTo>
                <a:cubicBezTo>
                  <a:pt x="1321228" y="32510"/>
                  <a:pt x="1321385" y="32033"/>
                  <a:pt x="1321568" y="31670"/>
                </a:cubicBezTo>
                <a:cubicBezTo>
                  <a:pt x="1321748" y="31261"/>
                  <a:pt x="1321977" y="30987"/>
                  <a:pt x="1322248" y="30852"/>
                </a:cubicBezTo>
                <a:cubicBezTo>
                  <a:pt x="1322565" y="30670"/>
                  <a:pt x="1322908" y="30578"/>
                  <a:pt x="1323271" y="30578"/>
                </a:cubicBezTo>
                <a:lnTo>
                  <a:pt x="1331784" y="30578"/>
                </a:lnTo>
                <a:lnTo>
                  <a:pt x="1331784" y="16005"/>
                </a:lnTo>
                <a:cubicBezTo>
                  <a:pt x="1331784" y="15688"/>
                  <a:pt x="1331852" y="15390"/>
                  <a:pt x="1331986" y="15119"/>
                </a:cubicBezTo>
                <a:cubicBezTo>
                  <a:pt x="1332169" y="14848"/>
                  <a:pt x="1332464" y="14619"/>
                  <a:pt x="1332872" y="14439"/>
                </a:cubicBezTo>
                <a:cubicBezTo>
                  <a:pt x="1333327" y="14210"/>
                  <a:pt x="1333918" y="14053"/>
                  <a:pt x="1334644" y="13962"/>
                </a:cubicBezTo>
                <a:cubicBezTo>
                  <a:pt x="1335370" y="13870"/>
                  <a:pt x="1336278" y="13825"/>
                  <a:pt x="1337367" y="13825"/>
                </a:cubicBezTo>
                <a:cubicBezTo>
                  <a:pt x="1338504" y="13825"/>
                  <a:pt x="1339433" y="13870"/>
                  <a:pt x="1340159" y="13962"/>
                </a:cubicBezTo>
                <a:cubicBezTo>
                  <a:pt x="1340888" y="14053"/>
                  <a:pt x="1341453" y="14210"/>
                  <a:pt x="1341862" y="14439"/>
                </a:cubicBezTo>
                <a:cubicBezTo>
                  <a:pt x="1342271" y="14619"/>
                  <a:pt x="1342568" y="14848"/>
                  <a:pt x="1342748" y="15119"/>
                </a:cubicBezTo>
                <a:cubicBezTo>
                  <a:pt x="1342931" y="15390"/>
                  <a:pt x="1343022" y="15688"/>
                  <a:pt x="1343022" y="16005"/>
                </a:cubicBezTo>
                <a:lnTo>
                  <a:pt x="1343022" y="30578"/>
                </a:lnTo>
                <a:lnTo>
                  <a:pt x="1358753" y="30578"/>
                </a:lnTo>
                <a:cubicBezTo>
                  <a:pt x="1359116" y="30578"/>
                  <a:pt x="1359433" y="30670"/>
                  <a:pt x="1359707" y="30852"/>
                </a:cubicBezTo>
                <a:cubicBezTo>
                  <a:pt x="1359979" y="30987"/>
                  <a:pt x="1360207" y="31261"/>
                  <a:pt x="1360387" y="31670"/>
                </a:cubicBezTo>
                <a:cubicBezTo>
                  <a:pt x="1360616" y="32033"/>
                  <a:pt x="1360773" y="32510"/>
                  <a:pt x="1360864" y="33098"/>
                </a:cubicBezTo>
                <a:cubicBezTo>
                  <a:pt x="1360956" y="33690"/>
                  <a:pt x="1361002" y="34416"/>
                  <a:pt x="1361002" y="35279"/>
                </a:cubicBezTo>
                <a:cubicBezTo>
                  <a:pt x="1361002" y="36913"/>
                  <a:pt x="1360796" y="38093"/>
                  <a:pt x="1360387" y="38819"/>
                </a:cubicBezTo>
                <a:cubicBezTo>
                  <a:pt x="1359979" y="39545"/>
                  <a:pt x="1359433" y="39911"/>
                  <a:pt x="1358753" y="39911"/>
                </a:cubicBezTo>
                <a:lnTo>
                  <a:pt x="1343022" y="39911"/>
                </a:lnTo>
                <a:lnTo>
                  <a:pt x="1343022" y="74098"/>
                </a:lnTo>
                <a:cubicBezTo>
                  <a:pt x="1343022" y="78321"/>
                  <a:pt x="1343634" y="81522"/>
                  <a:pt x="1344860" y="83702"/>
                </a:cubicBezTo>
                <a:cubicBezTo>
                  <a:pt x="1346131" y="85834"/>
                  <a:pt x="1348377" y="86902"/>
                  <a:pt x="1351603" y="86902"/>
                </a:cubicBezTo>
                <a:cubicBezTo>
                  <a:pt x="1352646" y="86902"/>
                  <a:pt x="1353578" y="86811"/>
                  <a:pt x="1354395" y="86628"/>
                </a:cubicBezTo>
                <a:cubicBezTo>
                  <a:pt x="1355212" y="86402"/>
                  <a:pt x="1355938" y="86174"/>
                  <a:pt x="1356572" y="85948"/>
                </a:cubicBezTo>
                <a:cubicBezTo>
                  <a:pt x="1357210" y="85722"/>
                  <a:pt x="1357755" y="85516"/>
                  <a:pt x="1358207" y="85336"/>
                </a:cubicBezTo>
                <a:cubicBezTo>
                  <a:pt x="1358661" y="85108"/>
                  <a:pt x="1359070" y="84993"/>
                  <a:pt x="1359433" y="84993"/>
                </a:cubicBezTo>
                <a:cubicBezTo>
                  <a:pt x="1359661" y="84993"/>
                  <a:pt x="1359864" y="85062"/>
                  <a:pt x="1360047" y="85199"/>
                </a:cubicBezTo>
                <a:cubicBezTo>
                  <a:pt x="1360273" y="85291"/>
                  <a:pt x="1360433" y="85494"/>
                  <a:pt x="1360524" y="85811"/>
                </a:cubicBezTo>
                <a:cubicBezTo>
                  <a:pt x="1360659" y="86131"/>
                  <a:pt x="1360773" y="86562"/>
                  <a:pt x="1360864" y="87105"/>
                </a:cubicBezTo>
                <a:cubicBezTo>
                  <a:pt x="1360956" y="87651"/>
                  <a:pt x="1361002" y="88331"/>
                  <a:pt x="1361002" y="89148"/>
                </a:cubicBezTo>
                <a:close/>
                <a:moveTo>
                  <a:pt x="1428627" y="93643"/>
                </a:moveTo>
                <a:cubicBezTo>
                  <a:pt x="1428627" y="94006"/>
                  <a:pt x="1428539" y="94326"/>
                  <a:pt x="1428356" y="94598"/>
                </a:cubicBezTo>
                <a:cubicBezTo>
                  <a:pt x="1428173" y="94823"/>
                  <a:pt x="1427878" y="95029"/>
                  <a:pt x="1427470" y="95209"/>
                </a:cubicBezTo>
                <a:cubicBezTo>
                  <a:pt x="1427061" y="95392"/>
                  <a:pt x="1426495" y="95529"/>
                  <a:pt x="1425767" y="95618"/>
                </a:cubicBezTo>
                <a:cubicBezTo>
                  <a:pt x="1425041" y="95709"/>
                  <a:pt x="1424132" y="95755"/>
                  <a:pt x="1423044" y="95755"/>
                </a:cubicBezTo>
                <a:cubicBezTo>
                  <a:pt x="1421909" y="95755"/>
                  <a:pt x="1420978" y="95709"/>
                  <a:pt x="1420252" y="95618"/>
                </a:cubicBezTo>
                <a:cubicBezTo>
                  <a:pt x="1419526" y="95529"/>
                  <a:pt x="1418957" y="95392"/>
                  <a:pt x="1418549" y="95209"/>
                </a:cubicBezTo>
                <a:cubicBezTo>
                  <a:pt x="1418140" y="95029"/>
                  <a:pt x="1417846" y="94823"/>
                  <a:pt x="1417663" y="94598"/>
                </a:cubicBezTo>
                <a:cubicBezTo>
                  <a:pt x="1417483" y="94326"/>
                  <a:pt x="1417391" y="94006"/>
                  <a:pt x="1417391" y="93643"/>
                </a:cubicBezTo>
                <a:lnTo>
                  <a:pt x="1417391" y="57753"/>
                </a:lnTo>
                <a:cubicBezTo>
                  <a:pt x="1417391" y="54255"/>
                  <a:pt x="1417117" y="51441"/>
                  <a:pt x="1416574" y="49309"/>
                </a:cubicBezTo>
                <a:cubicBezTo>
                  <a:pt x="1416028" y="47174"/>
                  <a:pt x="1415234" y="45334"/>
                  <a:pt x="1414191" y="43791"/>
                </a:cubicBezTo>
                <a:cubicBezTo>
                  <a:pt x="1413145" y="42248"/>
                  <a:pt x="1411782" y="41068"/>
                  <a:pt x="1410105" y="40251"/>
                </a:cubicBezTo>
                <a:cubicBezTo>
                  <a:pt x="1408470" y="39433"/>
                  <a:pt x="1406562" y="39025"/>
                  <a:pt x="1404384" y="39025"/>
                </a:cubicBezTo>
                <a:cubicBezTo>
                  <a:pt x="1401567" y="39025"/>
                  <a:pt x="1398752" y="40022"/>
                  <a:pt x="1395937" y="42020"/>
                </a:cubicBezTo>
                <a:cubicBezTo>
                  <a:pt x="1393123" y="44017"/>
                  <a:pt x="1390171" y="46946"/>
                  <a:pt x="1387085" y="50806"/>
                </a:cubicBezTo>
                <a:lnTo>
                  <a:pt x="1387085" y="93643"/>
                </a:lnTo>
                <a:cubicBezTo>
                  <a:pt x="1387085" y="94006"/>
                  <a:pt x="1386993" y="94326"/>
                  <a:pt x="1386813" y="94598"/>
                </a:cubicBezTo>
                <a:cubicBezTo>
                  <a:pt x="1386630" y="94823"/>
                  <a:pt x="1386336" y="95029"/>
                  <a:pt x="1385928" y="95209"/>
                </a:cubicBezTo>
                <a:cubicBezTo>
                  <a:pt x="1385519" y="95392"/>
                  <a:pt x="1384950" y="95529"/>
                  <a:pt x="1384224" y="95618"/>
                </a:cubicBezTo>
                <a:cubicBezTo>
                  <a:pt x="1383499" y="95709"/>
                  <a:pt x="1382567" y="95755"/>
                  <a:pt x="1381433" y="95755"/>
                </a:cubicBezTo>
                <a:cubicBezTo>
                  <a:pt x="1380341" y="95755"/>
                  <a:pt x="1379435" y="95709"/>
                  <a:pt x="1378707" y="95618"/>
                </a:cubicBezTo>
                <a:cubicBezTo>
                  <a:pt x="1377981" y="95529"/>
                  <a:pt x="1377392" y="95392"/>
                  <a:pt x="1376938" y="95209"/>
                </a:cubicBezTo>
                <a:cubicBezTo>
                  <a:pt x="1376529" y="95029"/>
                  <a:pt x="1376232" y="94823"/>
                  <a:pt x="1376052" y="94598"/>
                </a:cubicBezTo>
                <a:cubicBezTo>
                  <a:pt x="1375915" y="94326"/>
                  <a:pt x="1375846" y="94006"/>
                  <a:pt x="1375846" y="93643"/>
                </a:cubicBezTo>
                <a:lnTo>
                  <a:pt x="1375846" y="2657"/>
                </a:lnTo>
                <a:cubicBezTo>
                  <a:pt x="1375846" y="2292"/>
                  <a:pt x="1375915" y="1975"/>
                  <a:pt x="1376052" y="1703"/>
                </a:cubicBezTo>
                <a:cubicBezTo>
                  <a:pt x="1376232" y="1432"/>
                  <a:pt x="1376529" y="1203"/>
                  <a:pt x="1376938" y="1023"/>
                </a:cubicBezTo>
                <a:cubicBezTo>
                  <a:pt x="1377389" y="840"/>
                  <a:pt x="1377981" y="703"/>
                  <a:pt x="1378707" y="614"/>
                </a:cubicBezTo>
                <a:cubicBezTo>
                  <a:pt x="1379435" y="523"/>
                  <a:pt x="1380341" y="477"/>
                  <a:pt x="1381433" y="477"/>
                </a:cubicBezTo>
                <a:cubicBezTo>
                  <a:pt x="1382567" y="477"/>
                  <a:pt x="1383499" y="523"/>
                  <a:pt x="1384224" y="614"/>
                </a:cubicBezTo>
                <a:cubicBezTo>
                  <a:pt x="1384950" y="703"/>
                  <a:pt x="1385519" y="840"/>
                  <a:pt x="1385928" y="1023"/>
                </a:cubicBezTo>
                <a:cubicBezTo>
                  <a:pt x="1386336" y="1203"/>
                  <a:pt x="1386630" y="1432"/>
                  <a:pt x="1386813" y="1703"/>
                </a:cubicBezTo>
                <a:cubicBezTo>
                  <a:pt x="1386993" y="1975"/>
                  <a:pt x="1387085" y="2292"/>
                  <a:pt x="1387085" y="2657"/>
                </a:cubicBezTo>
                <a:lnTo>
                  <a:pt x="1387085" y="39365"/>
                </a:lnTo>
                <a:cubicBezTo>
                  <a:pt x="1390308" y="35959"/>
                  <a:pt x="1393554" y="33438"/>
                  <a:pt x="1396823" y="31804"/>
                </a:cubicBezTo>
                <a:cubicBezTo>
                  <a:pt x="1400092" y="30124"/>
                  <a:pt x="1403384" y="29284"/>
                  <a:pt x="1406699" y="29284"/>
                </a:cubicBezTo>
                <a:cubicBezTo>
                  <a:pt x="1410785" y="29284"/>
                  <a:pt x="1414214" y="29989"/>
                  <a:pt x="1416983" y="31395"/>
                </a:cubicBezTo>
                <a:cubicBezTo>
                  <a:pt x="1419797" y="32758"/>
                  <a:pt x="1422066" y="34596"/>
                  <a:pt x="1423792" y="36913"/>
                </a:cubicBezTo>
                <a:cubicBezTo>
                  <a:pt x="1425518" y="39228"/>
                  <a:pt x="1426744" y="41954"/>
                  <a:pt x="1427470" y="45086"/>
                </a:cubicBezTo>
                <a:cubicBezTo>
                  <a:pt x="1428241" y="48172"/>
                  <a:pt x="1428627" y="51918"/>
                  <a:pt x="1428627" y="56321"/>
                </a:cubicBezTo>
                <a:lnTo>
                  <a:pt x="1428627" y="93643"/>
                </a:lnTo>
                <a:close/>
                <a:moveTo>
                  <a:pt x="1514235" y="7152"/>
                </a:moveTo>
                <a:cubicBezTo>
                  <a:pt x="1514235" y="8012"/>
                  <a:pt x="1514189" y="8718"/>
                  <a:pt x="1514098" y="9261"/>
                </a:cubicBezTo>
                <a:cubicBezTo>
                  <a:pt x="1514009" y="9761"/>
                  <a:pt x="1513895" y="10170"/>
                  <a:pt x="1513758" y="10487"/>
                </a:cubicBezTo>
                <a:cubicBezTo>
                  <a:pt x="1513669" y="10807"/>
                  <a:pt x="1513532" y="11033"/>
                  <a:pt x="1513349" y="11170"/>
                </a:cubicBezTo>
                <a:cubicBezTo>
                  <a:pt x="1513169" y="11261"/>
                  <a:pt x="1512941" y="11304"/>
                  <a:pt x="1512669" y="11304"/>
                </a:cubicBezTo>
                <a:cubicBezTo>
                  <a:pt x="1512352" y="11304"/>
                  <a:pt x="1511943" y="11216"/>
                  <a:pt x="1511443" y="11033"/>
                </a:cubicBezTo>
                <a:cubicBezTo>
                  <a:pt x="1510989" y="10807"/>
                  <a:pt x="1510420" y="10578"/>
                  <a:pt x="1509740" y="10353"/>
                </a:cubicBezTo>
                <a:cubicBezTo>
                  <a:pt x="1509060" y="10078"/>
                  <a:pt x="1508243" y="9853"/>
                  <a:pt x="1507288" y="9670"/>
                </a:cubicBezTo>
                <a:cubicBezTo>
                  <a:pt x="1506380" y="9444"/>
                  <a:pt x="1505314" y="9330"/>
                  <a:pt x="1504088" y="9330"/>
                </a:cubicBezTo>
                <a:cubicBezTo>
                  <a:pt x="1502408" y="9330"/>
                  <a:pt x="1500979" y="9604"/>
                  <a:pt x="1499796" y="10147"/>
                </a:cubicBezTo>
                <a:cubicBezTo>
                  <a:pt x="1498616" y="10693"/>
                  <a:pt x="1497664" y="11556"/>
                  <a:pt x="1496936" y="12736"/>
                </a:cubicBezTo>
                <a:cubicBezTo>
                  <a:pt x="1496210" y="13870"/>
                  <a:pt x="1495690" y="15368"/>
                  <a:pt x="1495370" y="17231"/>
                </a:cubicBezTo>
                <a:cubicBezTo>
                  <a:pt x="1495053" y="19045"/>
                  <a:pt x="1494893" y="21271"/>
                  <a:pt x="1494893" y="23906"/>
                </a:cubicBezTo>
                <a:lnTo>
                  <a:pt x="1494893" y="30578"/>
                </a:lnTo>
                <a:lnTo>
                  <a:pt x="1508583" y="30578"/>
                </a:lnTo>
                <a:cubicBezTo>
                  <a:pt x="1508946" y="30578"/>
                  <a:pt x="1509240" y="30670"/>
                  <a:pt x="1509469" y="30852"/>
                </a:cubicBezTo>
                <a:cubicBezTo>
                  <a:pt x="1509740" y="30987"/>
                  <a:pt x="1509969" y="31261"/>
                  <a:pt x="1510149" y="31670"/>
                </a:cubicBezTo>
                <a:cubicBezTo>
                  <a:pt x="1510377" y="32033"/>
                  <a:pt x="1510535" y="32510"/>
                  <a:pt x="1510626" y="33098"/>
                </a:cubicBezTo>
                <a:cubicBezTo>
                  <a:pt x="1510763" y="33690"/>
                  <a:pt x="1510829" y="34416"/>
                  <a:pt x="1510829" y="35279"/>
                </a:cubicBezTo>
                <a:cubicBezTo>
                  <a:pt x="1510829" y="36913"/>
                  <a:pt x="1510626" y="38093"/>
                  <a:pt x="1510217" y="38819"/>
                </a:cubicBezTo>
                <a:cubicBezTo>
                  <a:pt x="1509809" y="39545"/>
                  <a:pt x="1509263" y="39911"/>
                  <a:pt x="1508583" y="39911"/>
                </a:cubicBezTo>
                <a:lnTo>
                  <a:pt x="1494893" y="39911"/>
                </a:lnTo>
                <a:lnTo>
                  <a:pt x="1494893" y="93643"/>
                </a:lnTo>
                <a:cubicBezTo>
                  <a:pt x="1494893" y="94006"/>
                  <a:pt x="1494804" y="94326"/>
                  <a:pt x="1494621" y="94598"/>
                </a:cubicBezTo>
                <a:cubicBezTo>
                  <a:pt x="1494441" y="94823"/>
                  <a:pt x="1494121" y="95029"/>
                  <a:pt x="1493667" y="95209"/>
                </a:cubicBezTo>
                <a:cubicBezTo>
                  <a:pt x="1493258" y="95392"/>
                  <a:pt x="1492692" y="95529"/>
                  <a:pt x="1491966" y="95618"/>
                </a:cubicBezTo>
                <a:cubicBezTo>
                  <a:pt x="1491238" y="95709"/>
                  <a:pt x="1490332" y="95755"/>
                  <a:pt x="1489240" y="95755"/>
                </a:cubicBezTo>
                <a:cubicBezTo>
                  <a:pt x="1488152" y="95755"/>
                  <a:pt x="1487243" y="95709"/>
                  <a:pt x="1486517" y="95618"/>
                </a:cubicBezTo>
                <a:cubicBezTo>
                  <a:pt x="1485791" y="95529"/>
                  <a:pt x="1485200" y="95392"/>
                  <a:pt x="1484746" y="95209"/>
                </a:cubicBezTo>
                <a:cubicBezTo>
                  <a:pt x="1484337" y="95029"/>
                  <a:pt x="1484043" y="94823"/>
                  <a:pt x="1483860" y="94598"/>
                </a:cubicBezTo>
                <a:cubicBezTo>
                  <a:pt x="1483680" y="94326"/>
                  <a:pt x="1483588" y="94006"/>
                  <a:pt x="1483588" y="93643"/>
                </a:cubicBezTo>
                <a:lnTo>
                  <a:pt x="1483588" y="39911"/>
                </a:lnTo>
                <a:lnTo>
                  <a:pt x="1474939" y="39911"/>
                </a:lnTo>
                <a:cubicBezTo>
                  <a:pt x="1474213" y="39911"/>
                  <a:pt x="1473667" y="39545"/>
                  <a:pt x="1473304" y="38819"/>
                </a:cubicBezTo>
                <a:cubicBezTo>
                  <a:pt x="1472941" y="38093"/>
                  <a:pt x="1472758" y="36913"/>
                  <a:pt x="1472758" y="35279"/>
                </a:cubicBezTo>
                <a:cubicBezTo>
                  <a:pt x="1472758" y="34416"/>
                  <a:pt x="1472804" y="33690"/>
                  <a:pt x="1472896" y="33098"/>
                </a:cubicBezTo>
                <a:cubicBezTo>
                  <a:pt x="1472987" y="32510"/>
                  <a:pt x="1473124" y="32033"/>
                  <a:pt x="1473304" y="31670"/>
                </a:cubicBezTo>
                <a:cubicBezTo>
                  <a:pt x="1473487" y="31261"/>
                  <a:pt x="1473713" y="30987"/>
                  <a:pt x="1473987" y="30852"/>
                </a:cubicBezTo>
                <a:cubicBezTo>
                  <a:pt x="1474259" y="30670"/>
                  <a:pt x="1474576" y="30578"/>
                  <a:pt x="1474939" y="30578"/>
                </a:cubicBezTo>
                <a:lnTo>
                  <a:pt x="1483588" y="30578"/>
                </a:lnTo>
                <a:lnTo>
                  <a:pt x="1483588" y="24246"/>
                </a:lnTo>
                <a:cubicBezTo>
                  <a:pt x="1483588" y="19977"/>
                  <a:pt x="1483974" y="16322"/>
                  <a:pt x="1484746" y="13282"/>
                </a:cubicBezTo>
                <a:cubicBezTo>
                  <a:pt x="1485563" y="10193"/>
                  <a:pt x="1486789" y="7672"/>
                  <a:pt x="1488423" y="5721"/>
                </a:cubicBezTo>
                <a:cubicBezTo>
                  <a:pt x="1490058" y="3769"/>
                  <a:pt x="1492101" y="2337"/>
                  <a:pt x="1494553" y="1432"/>
                </a:cubicBezTo>
                <a:cubicBezTo>
                  <a:pt x="1497050" y="477"/>
                  <a:pt x="1499979" y="0"/>
                  <a:pt x="1503339" y="0"/>
                </a:cubicBezTo>
                <a:cubicBezTo>
                  <a:pt x="1504928" y="0"/>
                  <a:pt x="1506471" y="160"/>
                  <a:pt x="1507968" y="477"/>
                </a:cubicBezTo>
                <a:cubicBezTo>
                  <a:pt x="1509469" y="749"/>
                  <a:pt x="1510626" y="1066"/>
                  <a:pt x="1511443" y="1432"/>
                </a:cubicBezTo>
                <a:cubicBezTo>
                  <a:pt x="1512260" y="1749"/>
                  <a:pt x="1512806" y="2043"/>
                  <a:pt x="1513078" y="2315"/>
                </a:cubicBezTo>
                <a:cubicBezTo>
                  <a:pt x="1513349" y="2589"/>
                  <a:pt x="1513578" y="2952"/>
                  <a:pt x="1513758" y="3406"/>
                </a:cubicBezTo>
                <a:cubicBezTo>
                  <a:pt x="1513941" y="3815"/>
                  <a:pt x="1514055" y="4335"/>
                  <a:pt x="1514098" y="4972"/>
                </a:cubicBezTo>
                <a:cubicBezTo>
                  <a:pt x="1514189" y="5561"/>
                  <a:pt x="1514235" y="6289"/>
                  <a:pt x="1514235" y="7152"/>
                </a:cubicBezTo>
                <a:close/>
                <a:moveTo>
                  <a:pt x="1577300" y="62316"/>
                </a:moveTo>
                <a:cubicBezTo>
                  <a:pt x="1577300" y="67311"/>
                  <a:pt x="1576643" y="71918"/>
                  <a:pt x="1575325" y="76141"/>
                </a:cubicBezTo>
                <a:cubicBezTo>
                  <a:pt x="1574008" y="80319"/>
                  <a:pt x="1572034" y="83928"/>
                  <a:pt x="1569399" y="86971"/>
                </a:cubicBezTo>
                <a:cubicBezTo>
                  <a:pt x="1566813" y="90011"/>
                  <a:pt x="1563544" y="92394"/>
                  <a:pt x="1559592" y="94120"/>
                </a:cubicBezTo>
                <a:cubicBezTo>
                  <a:pt x="1555689" y="95801"/>
                  <a:pt x="1551148" y="96641"/>
                  <a:pt x="1545973" y="96641"/>
                </a:cubicBezTo>
                <a:cubicBezTo>
                  <a:pt x="1540933" y="96641"/>
                  <a:pt x="1536529" y="95892"/>
                  <a:pt x="1532760" y="94392"/>
                </a:cubicBezTo>
                <a:cubicBezTo>
                  <a:pt x="1529037" y="92894"/>
                  <a:pt x="1525928" y="90714"/>
                  <a:pt x="1523430" y="87854"/>
                </a:cubicBezTo>
                <a:cubicBezTo>
                  <a:pt x="1520933" y="84993"/>
                  <a:pt x="1519070" y="81522"/>
                  <a:pt x="1517844" y="77435"/>
                </a:cubicBezTo>
                <a:cubicBezTo>
                  <a:pt x="1516618" y="73349"/>
                  <a:pt x="1516007" y="68717"/>
                  <a:pt x="1516007" y="63542"/>
                </a:cubicBezTo>
                <a:cubicBezTo>
                  <a:pt x="1516007" y="58547"/>
                  <a:pt x="1516641" y="53961"/>
                  <a:pt x="1517913" y="49783"/>
                </a:cubicBezTo>
                <a:cubicBezTo>
                  <a:pt x="1519230" y="45563"/>
                  <a:pt x="1521182" y="41931"/>
                  <a:pt x="1523770" y="38888"/>
                </a:cubicBezTo>
                <a:cubicBezTo>
                  <a:pt x="1526402" y="35844"/>
                  <a:pt x="1529671" y="33484"/>
                  <a:pt x="1533577" y="31804"/>
                </a:cubicBezTo>
                <a:cubicBezTo>
                  <a:pt x="1537481" y="30124"/>
                  <a:pt x="1542044" y="29284"/>
                  <a:pt x="1547265" y="29284"/>
                </a:cubicBezTo>
                <a:cubicBezTo>
                  <a:pt x="1552305" y="29284"/>
                  <a:pt x="1556686" y="30035"/>
                  <a:pt x="1560409" y="31533"/>
                </a:cubicBezTo>
                <a:cubicBezTo>
                  <a:pt x="1564178" y="33030"/>
                  <a:pt x="1567310" y="35210"/>
                  <a:pt x="1569808" y="38070"/>
                </a:cubicBezTo>
                <a:cubicBezTo>
                  <a:pt x="1572305" y="40931"/>
                  <a:pt x="1574168" y="44406"/>
                  <a:pt x="1575394" y="48492"/>
                </a:cubicBezTo>
                <a:cubicBezTo>
                  <a:pt x="1576666" y="52578"/>
                  <a:pt x="1577300" y="57184"/>
                  <a:pt x="1577300" y="62316"/>
                </a:cubicBezTo>
                <a:close/>
                <a:moveTo>
                  <a:pt x="1565450" y="63065"/>
                </a:moveTo>
                <a:cubicBezTo>
                  <a:pt x="1565450" y="59750"/>
                  <a:pt x="1565133" y="56619"/>
                  <a:pt x="1564496" y="53667"/>
                </a:cubicBezTo>
                <a:cubicBezTo>
                  <a:pt x="1563907" y="50715"/>
                  <a:pt x="1562907" y="48126"/>
                  <a:pt x="1561501" y="45903"/>
                </a:cubicBezTo>
                <a:cubicBezTo>
                  <a:pt x="1560092" y="43677"/>
                  <a:pt x="1558186" y="41931"/>
                  <a:pt x="1555780" y="40659"/>
                </a:cubicBezTo>
                <a:cubicBezTo>
                  <a:pt x="1553374" y="39342"/>
                  <a:pt x="1550377" y="38685"/>
                  <a:pt x="1546790" y="38685"/>
                </a:cubicBezTo>
                <a:cubicBezTo>
                  <a:pt x="1543476" y="38685"/>
                  <a:pt x="1540615" y="39273"/>
                  <a:pt x="1538209" y="40454"/>
                </a:cubicBezTo>
                <a:cubicBezTo>
                  <a:pt x="1535846" y="41634"/>
                  <a:pt x="1533895" y="43314"/>
                  <a:pt x="1532352" y="45494"/>
                </a:cubicBezTo>
                <a:cubicBezTo>
                  <a:pt x="1530808" y="47629"/>
                  <a:pt x="1529651" y="50169"/>
                  <a:pt x="1528877" y="53121"/>
                </a:cubicBezTo>
                <a:cubicBezTo>
                  <a:pt x="1528151" y="56073"/>
                  <a:pt x="1527788" y="59296"/>
                  <a:pt x="1527788" y="62794"/>
                </a:cubicBezTo>
                <a:cubicBezTo>
                  <a:pt x="1527788" y="66151"/>
                  <a:pt x="1528082" y="69309"/>
                  <a:pt x="1528674" y="72258"/>
                </a:cubicBezTo>
                <a:cubicBezTo>
                  <a:pt x="1529308" y="75209"/>
                  <a:pt x="1530331" y="77798"/>
                  <a:pt x="1531737" y="80021"/>
                </a:cubicBezTo>
                <a:cubicBezTo>
                  <a:pt x="1533192" y="82202"/>
                  <a:pt x="1535120" y="83950"/>
                  <a:pt x="1537526" y="85268"/>
                </a:cubicBezTo>
                <a:cubicBezTo>
                  <a:pt x="1539932" y="86539"/>
                  <a:pt x="1542930" y="87174"/>
                  <a:pt x="1546516" y="87174"/>
                </a:cubicBezTo>
                <a:cubicBezTo>
                  <a:pt x="1549785" y="87174"/>
                  <a:pt x="1552623" y="86582"/>
                  <a:pt x="1555029" y="85402"/>
                </a:cubicBezTo>
                <a:cubicBezTo>
                  <a:pt x="1557438" y="84222"/>
                  <a:pt x="1559412" y="82565"/>
                  <a:pt x="1560955" y="80430"/>
                </a:cubicBezTo>
                <a:cubicBezTo>
                  <a:pt x="1562498" y="78298"/>
                  <a:pt x="1563633" y="75755"/>
                  <a:pt x="1564361" y="72803"/>
                </a:cubicBezTo>
                <a:cubicBezTo>
                  <a:pt x="1565087" y="69852"/>
                  <a:pt x="1565450" y="66605"/>
                  <a:pt x="1565450" y="63065"/>
                </a:cubicBezTo>
                <a:close/>
                <a:moveTo>
                  <a:pt x="1646357" y="93643"/>
                </a:moveTo>
                <a:cubicBezTo>
                  <a:pt x="1646357" y="94006"/>
                  <a:pt x="1646269" y="94326"/>
                  <a:pt x="1646086" y="94598"/>
                </a:cubicBezTo>
                <a:cubicBezTo>
                  <a:pt x="1645949" y="94823"/>
                  <a:pt x="1645677" y="95029"/>
                  <a:pt x="1645268" y="95209"/>
                </a:cubicBezTo>
                <a:cubicBezTo>
                  <a:pt x="1644860" y="95392"/>
                  <a:pt x="1644314" y="95529"/>
                  <a:pt x="1643634" y="95618"/>
                </a:cubicBezTo>
                <a:cubicBezTo>
                  <a:pt x="1643000" y="95709"/>
                  <a:pt x="1642202" y="95755"/>
                  <a:pt x="1641251" y="95755"/>
                </a:cubicBezTo>
                <a:cubicBezTo>
                  <a:pt x="1640205" y="95755"/>
                  <a:pt x="1639342" y="95709"/>
                  <a:pt x="1638662" y="95618"/>
                </a:cubicBezTo>
                <a:cubicBezTo>
                  <a:pt x="1638028" y="95529"/>
                  <a:pt x="1637505" y="95392"/>
                  <a:pt x="1637096" y="95209"/>
                </a:cubicBezTo>
                <a:cubicBezTo>
                  <a:pt x="1636733" y="95029"/>
                  <a:pt x="1636482" y="94823"/>
                  <a:pt x="1636347" y="94598"/>
                </a:cubicBezTo>
                <a:cubicBezTo>
                  <a:pt x="1636210" y="94326"/>
                  <a:pt x="1636142" y="94006"/>
                  <a:pt x="1636142" y="93643"/>
                </a:cubicBezTo>
                <a:lnTo>
                  <a:pt x="1636142" y="85539"/>
                </a:lnTo>
                <a:cubicBezTo>
                  <a:pt x="1632647" y="89400"/>
                  <a:pt x="1629195" y="92214"/>
                  <a:pt x="1625792" y="93983"/>
                </a:cubicBezTo>
                <a:cubicBezTo>
                  <a:pt x="1622386" y="95755"/>
                  <a:pt x="1618934" y="96641"/>
                  <a:pt x="1615439" y="96641"/>
                </a:cubicBezTo>
                <a:cubicBezTo>
                  <a:pt x="1611353" y="96641"/>
                  <a:pt x="1607901" y="95961"/>
                  <a:pt x="1605086" y="94598"/>
                </a:cubicBezTo>
                <a:cubicBezTo>
                  <a:pt x="1602317" y="93235"/>
                  <a:pt x="1600069" y="91397"/>
                  <a:pt x="1598345" y="89080"/>
                </a:cubicBezTo>
                <a:cubicBezTo>
                  <a:pt x="1596620" y="86719"/>
                  <a:pt x="1595371" y="83996"/>
                  <a:pt x="1594599" y="80907"/>
                </a:cubicBezTo>
                <a:cubicBezTo>
                  <a:pt x="1593873" y="77775"/>
                  <a:pt x="1593508" y="73984"/>
                  <a:pt x="1593508" y="69534"/>
                </a:cubicBezTo>
                <a:lnTo>
                  <a:pt x="1593508" y="32350"/>
                </a:lnTo>
                <a:cubicBezTo>
                  <a:pt x="1593508" y="31987"/>
                  <a:pt x="1593576" y="31693"/>
                  <a:pt x="1593713" y="31464"/>
                </a:cubicBezTo>
                <a:cubicBezTo>
                  <a:pt x="1593896" y="31192"/>
                  <a:pt x="1594214" y="30964"/>
                  <a:pt x="1594668" y="30784"/>
                </a:cubicBezTo>
                <a:cubicBezTo>
                  <a:pt x="1595122" y="30555"/>
                  <a:pt x="1595711" y="30421"/>
                  <a:pt x="1596437" y="30375"/>
                </a:cubicBezTo>
                <a:cubicBezTo>
                  <a:pt x="1597165" y="30284"/>
                  <a:pt x="1598071" y="30238"/>
                  <a:pt x="1599163" y="30238"/>
                </a:cubicBezTo>
                <a:cubicBezTo>
                  <a:pt x="1600251" y="30238"/>
                  <a:pt x="1601160" y="30284"/>
                  <a:pt x="1601886" y="30375"/>
                </a:cubicBezTo>
                <a:cubicBezTo>
                  <a:pt x="1602612" y="30421"/>
                  <a:pt x="1603180" y="30555"/>
                  <a:pt x="1603589" y="30784"/>
                </a:cubicBezTo>
                <a:cubicBezTo>
                  <a:pt x="1604043" y="30964"/>
                  <a:pt x="1604361" y="31192"/>
                  <a:pt x="1604543" y="31464"/>
                </a:cubicBezTo>
                <a:cubicBezTo>
                  <a:pt x="1604723" y="31693"/>
                  <a:pt x="1604815" y="31987"/>
                  <a:pt x="1604815" y="32350"/>
                </a:cubicBezTo>
                <a:lnTo>
                  <a:pt x="1604815" y="68037"/>
                </a:lnTo>
                <a:cubicBezTo>
                  <a:pt x="1604815" y="71623"/>
                  <a:pt x="1605063" y="74506"/>
                  <a:pt x="1605564" y="76687"/>
                </a:cubicBezTo>
                <a:cubicBezTo>
                  <a:pt x="1606109" y="78818"/>
                  <a:pt x="1606904" y="80659"/>
                  <a:pt x="1607947" y="82202"/>
                </a:cubicBezTo>
                <a:cubicBezTo>
                  <a:pt x="1609038" y="83702"/>
                  <a:pt x="1610398" y="84882"/>
                  <a:pt x="1612033" y="85745"/>
                </a:cubicBezTo>
                <a:cubicBezTo>
                  <a:pt x="1613667" y="86562"/>
                  <a:pt x="1615576" y="86971"/>
                  <a:pt x="1617754" y="86971"/>
                </a:cubicBezTo>
                <a:cubicBezTo>
                  <a:pt x="1620568" y="86971"/>
                  <a:pt x="1623363" y="85971"/>
                  <a:pt x="1626132" y="83973"/>
                </a:cubicBezTo>
                <a:cubicBezTo>
                  <a:pt x="1628946" y="81976"/>
                  <a:pt x="1631921" y="79047"/>
                  <a:pt x="1635053" y="75187"/>
                </a:cubicBezTo>
                <a:lnTo>
                  <a:pt x="1635053" y="32350"/>
                </a:lnTo>
                <a:cubicBezTo>
                  <a:pt x="1635053" y="31987"/>
                  <a:pt x="1635122" y="31693"/>
                  <a:pt x="1635256" y="31464"/>
                </a:cubicBezTo>
                <a:cubicBezTo>
                  <a:pt x="1635439" y="31192"/>
                  <a:pt x="1635756" y="30964"/>
                  <a:pt x="1636210" y="30784"/>
                </a:cubicBezTo>
                <a:cubicBezTo>
                  <a:pt x="1636665" y="30555"/>
                  <a:pt x="1637233" y="30421"/>
                  <a:pt x="1637913" y="30375"/>
                </a:cubicBezTo>
                <a:cubicBezTo>
                  <a:pt x="1638639" y="30284"/>
                  <a:pt x="1639571" y="30238"/>
                  <a:pt x="1640705" y="30238"/>
                </a:cubicBezTo>
                <a:cubicBezTo>
                  <a:pt x="1641794" y="30238"/>
                  <a:pt x="1642702" y="30284"/>
                  <a:pt x="1643428" y="30375"/>
                </a:cubicBezTo>
                <a:cubicBezTo>
                  <a:pt x="1644157" y="30421"/>
                  <a:pt x="1644723" y="30555"/>
                  <a:pt x="1645131" y="30784"/>
                </a:cubicBezTo>
                <a:cubicBezTo>
                  <a:pt x="1645540" y="30964"/>
                  <a:pt x="1645837" y="31192"/>
                  <a:pt x="1646017" y="31464"/>
                </a:cubicBezTo>
                <a:cubicBezTo>
                  <a:pt x="1646246" y="31693"/>
                  <a:pt x="1646357" y="31987"/>
                  <a:pt x="1646357" y="32350"/>
                </a:cubicBezTo>
                <a:lnTo>
                  <a:pt x="1646357" y="93643"/>
                </a:lnTo>
                <a:close/>
                <a:moveTo>
                  <a:pt x="1702953" y="36367"/>
                </a:moveTo>
                <a:cubicBezTo>
                  <a:pt x="1702953" y="37368"/>
                  <a:pt x="1702930" y="38208"/>
                  <a:pt x="1702884" y="38888"/>
                </a:cubicBezTo>
                <a:cubicBezTo>
                  <a:pt x="1702839" y="39568"/>
                  <a:pt x="1702750" y="40114"/>
                  <a:pt x="1702613" y="40522"/>
                </a:cubicBezTo>
                <a:cubicBezTo>
                  <a:pt x="1702476" y="40885"/>
                  <a:pt x="1702296" y="41179"/>
                  <a:pt x="1702067" y="41408"/>
                </a:cubicBezTo>
                <a:cubicBezTo>
                  <a:pt x="1701887" y="41588"/>
                  <a:pt x="1701613" y="41679"/>
                  <a:pt x="1701250" y="41679"/>
                </a:cubicBezTo>
                <a:cubicBezTo>
                  <a:pt x="1700887" y="41679"/>
                  <a:pt x="1700433" y="41588"/>
                  <a:pt x="1699890" y="41408"/>
                </a:cubicBezTo>
                <a:cubicBezTo>
                  <a:pt x="1699390" y="41179"/>
                  <a:pt x="1698798" y="40977"/>
                  <a:pt x="1698118" y="40794"/>
                </a:cubicBezTo>
                <a:cubicBezTo>
                  <a:pt x="1697481" y="40568"/>
                  <a:pt x="1696755" y="40362"/>
                  <a:pt x="1695938" y="40182"/>
                </a:cubicBezTo>
                <a:cubicBezTo>
                  <a:pt x="1695120" y="39999"/>
                  <a:pt x="1694235" y="39911"/>
                  <a:pt x="1693283" y="39911"/>
                </a:cubicBezTo>
                <a:cubicBezTo>
                  <a:pt x="1692146" y="39911"/>
                  <a:pt x="1691034" y="40136"/>
                  <a:pt x="1689946" y="40591"/>
                </a:cubicBezTo>
                <a:cubicBezTo>
                  <a:pt x="1688854" y="41045"/>
                  <a:pt x="1687697" y="41794"/>
                  <a:pt x="1686471" y="42837"/>
                </a:cubicBezTo>
                <a:cubicBezTo>
                  <a:pt x="1685291" y="43883"/>
                  <a:pt x="1684042" y="45266"/>
                  <a:pt x="1682725" y="46992"/>
                </a:cubicBezTo>
                <a:cubicBezTo>
                  <a:pt x="1681410" y="48718"/>
                  <a:pt x="1679956" y="50829"/>
                  <a:pt x="1678367" y="53327"/>
                </a:cubicBezTo>
                <a:lnTo>
                  <a:pt x="1678367" y="93643"/>
                </a:lnTo>
                <a:cubicBezTo>
                  <a:pt x="1678367" y="94006"/>
                  <a:pt x="1678275" y="94326"/>
                  <a:pt x="1678095" y="94598"/>
                </a:cubicBezTo>
                <a:cubicBezTo>
                  <a:pt x="1677913" y="94823"/>
                  <a:pt x="1677618" y="95029"/>
                  <a:pt x="1677210" y="95209"/>
                </a:cubicBezTo>
                <a:cubicBezTo>
                  <a:pt x="1676801" y="95392"/>
                  <a:pt x="1676232" y="95529"/>
                  <a:pt x="1675507" y="95618"/>
                </a:cubicBezTo>
                <a:cubicBezTo>
                  <a:pt x="1674781" y="95709"/>
                  <a:pt x="1673849" y="95755"/>
                  <a:pt x="1672715" y="95755"/>
                </a:cubicBezTo>
                <a:cubicBezTo>
                  <a:pt x="1671626" y="95755"/>
                  <a:pt x="1670717" y="95709"/>
                  <a:pt x="1669992" y="95618"/>
                </a:cubicBezTo>
                <a:cubicBezTo>
                  <a:pt x="1669263" y="95529"/>
                  <a:pt x="1668674" y="95392"/>
                  <a:pt x="1668220" y="95209"/>
                </a:cubicBezTo>
                <a:cubicBezTo>
                  <a:pt x="1667811" y="95029"/>
                  <a:pt x="1667517" y="94823"/>
                  <a:pt x="1667334" y="94598"/>
                </a:cubicBezTo>
                <a:cubicBezTo>
                  <a:pt x="1667197" y="94326"/>
                  <a:pt x="1667131" y="94006"/>
                  <a:pt x="1667131" y="93643"/>
                </a:cubicBezTo>
                <a:lnTo>
                  <a:pt x="1667131" y="32350"/>
                </a:lnTo>
                <a:cubicBezTo>
                  <a:pt x="1667131" y="31987"/>
                  <a:pt x="1667197" y="31693"/>
                  <a:pt x="1667334" y="31464"/>
                </a:cubicBezTo>
                <a:cubicBezTo>
                  <a:pt x="1667471" y="31192"/>
                  <a:pt x="1667743" y="30964"/>
                  <a:pt x="1668151" y="30784"/>
                </a:cubicBezTo>
                <a:cubicBezTo>
                  <a:pt x="1668560" y="30555"/>
                  <a:pt x="1669083" y="30421"/>
                  <a:pt x="1669717" y="30375"/>
                </a:cubicBezTo>
                <a:cubicBezTo>
                  <a:pt x="1670354" y="30284"/>
                  <a:pt x="1671195" y="30238"/>
                  <a:pt x="1672238" y="30238"/>
                </a:cubicBezTo>
                <a:cubicBezTo>
                  <a:pt x="1673238" y="30238"/>
                  <a:pt x="1674055" y="30284"/>
                  <a:pt x="1674689" y="30375"/>
                </a:cubicBezTo>
                <a:cubicBezTo>
                  <a:pt x="1675369" y="30421"/>
                  <a:pt x="1675892" y="30555"/>
                  <a:pt x="1676255" y="30784"/>
                </a:cubicBezTo>
                <a:cubicBezTo>
                  <a:pt x="1676618" y="30964"/>
                  <a:pt x="1676870" y="31192"/>
                  <a:pt x="1677004" y="31464"/>
                </a:cubicBezTo>
                <a:cubicBezTo>
                  <a:pt x="1677187" y="31693"/>
                  <a:pt x="1677278" y="31987"/>
                  <a:pt x="1677278" y="32350"/>
                </a:cubicBezTo>
                <a:lnTo>
                  <a:pt x="1677278" y="41271"/>
                </a:lnTo>
                <a:cubicBezTo>
                  <a:pt x="1678958" y="38819"/>
                  <a:pt x="1680524" y="36822"/>
                  <a:pt x="1681976" y="35279"/>
                </a:cubicBezTo>
                <a:cubicBezTo>
                  <a:pt x="1683476" y="33736"/>
                  <a:pt x="1684882" y="32533"/>
                  <a:pt x="1686199" y="31670"/>
                </a:cubicBezTo>
                <a:cubicBezTo>
                  <a:pt x="1687517" y="30761"/>
                  <a:pt x="1688811" y="30147"/>
                  <a:pt x="1690080" y="29829"/>
                </a:cubicBezTo>
                <a:cubicBezTo>
                  <a:pt x="1691397" y="29467"/>
                  <a:pt x="1692714" y="29284"/>
                  <a:pt x="1694032" y="29284"/>
                </a:cubicBezTo>
                <a:cubicBezTo>
                  <a:pt x="1694620" y="29284"/>
                  <a:pt x="1695280" y="29329"/>
                  <a:pt x="1696006" y="29421"/>
                </a:cubicBezTo>
                <a:cubicBezTo>
                  <a:pt x="1696778" y="29467"/>
                  <a:pt x="1697572" y="29581"/>
                  <a:pt x="1698389" y="29761"/>
                </a:cubicBezTo>
                <a:cubicBezTo>
                  <a:pt x="1699207" y="29944"/>
                  <a:pt x="1699932" y="30147"/>
                  <a:pt x="1700570" y="30375"/>
                </a:cubicBezTo>
                <a:cubicBezTo>
                  <a:pt x="1701250" y="30601"/>
                  <a:pt x="1701727" y="30830"/>
                  <a:pt x="1701998" y="31055"/>
                </a:cubicBezTo>
                <a:cubicBezTo>
                  <a:pt x="1702273" y="31284"/>
                  <a:pt x="1702453" y="31510"/>
                  <a:pt x="1702544" y="31735"/>
                </a:cubicBezTo>
                <a:cubicBezTo>
                  <a:pt x="1702636" y="31918"/>
                  <a:pt x="1702704" y="32167"/>
                  <a:pt x="1702750" y="32487"/>
                </a:cubicBezTo>
                <a:cubicBezTo>
                  <a:pt x="1702839" y="32804"/>
                  <a:pt x="1702884" y="33281"/>
                  <a:pt x="1702884" y="33916"/>
                </a:cubicBezTo>
                <a:cubicBezTo>
                  <a:pt x="1702930" y="34507"/>
                  <a:pt x="1702953" y="35324"/>
                  <a:pt x="1702953" y="36367"/>
                </a:cubicBezTo>
                <a:close/>
                <a:moveTo>
                  <a:pt x="1785769" y="76958"/>
                </a:moveTo>
                <a:cubicBezTo>
                  <a:pt x="1785769" y="80090"/>
                  <a:pt x="1785177" y="82885"/>
                  <a:pt x="1783997" y="85336"/>
                </a:cubicBezTo>
                <a:cubicBezTo>
                  <a:pt x="1782863" y="87788"/>
                  <a:pt x="1781228" y="89851"/>
                  <a:pt x="1779094" y="91531"/>
                </a:cubicBezTo>
                <a:cubicBezTo>
                  <a:pt x="1776959" y="93212"/>
                  <a:pt x="1774416" y="94483"/>
                  <a:pt x="1771467" y="95346"/>
                </a:cubicBezTo>
                <a:cubicBezTo>
                  <a:pt x="1768515" y="96209"/>
                  <a:pt x="1765269" y="96641"/>
                  <a:pt x="1761726" y="96641"/>
                </a:cubicBezTo>
                <a:cubicBezTo>
                  <a:pt x="1759548" y="96641"/>
                  <a:pt x="1757460" y="96458"/>
                  <a:pt x="1755462" y="96095"/>
                </a:cubicBezTo>
                <a:cubicBezTo>
                  <a:pt x="1753511" y="95778"/>
                  <a:pt x="1751739" y="95369"/>
                  <a:pt x="1750150" y="94869"/>
                </a:cubicBezTo>
                <a:cubicBezTo>
                  <a:pt x="1748607" y="94326"/>
                  <a:pt x="1747290" y="93780"/>
                  <a:pt x="1746198" y="93235"/>
                </a:cubicBezTo>
                <a:cubicBezTo>
                  <a:pt x="1745110" y="92646"/>
                  <a:pt x="1744315" y="92123"/>
                  <a:pt x="1743815" y="91669"/>
                </a:cubicBezTo>
                <a:cubicBezTo>
                  <a:pt x="1743315" y="91214"/>
                  <a:pt x="1742952" y="90580"/>
                  <a:pt x="1742726" y="89763"/>
                </a:cubicBezTo>
                <a:cubicBezTo>
                  <a:pt x="1742498" y="88945"/>
                  <a:pt x="1742386" y="87831"/>
                  <a:pt x="1742386" y="86425"/>
                </a:cubicBezTo>
                <a:cubicBezTo>
                  <a:pt x="1742386" y="85562"/>
                  <a:pt x="1742432" y="84836"/>
                  <a:pt x="1742521" y="84245"/>
                </a:cubicBezTo>
                <a:cubicBezTo>
                  <a:pt x="1742612" y="83656"/>
                  <a:pt x="1742726" y="83179"/>
                  <a:pt x="1742864" y="82816"/>
                </a:cubicBezTo>
                <a:cubicBezTo>
                  <a:pt x="1742998" y="82453"/>
                  <a:pt x="1743181" y="82202"/>
                  <a:pt x="1743406" y="82067"/>
                </a:cubicBezTo>
                <a:cubicBezTo>
                  <a:pt x="1743681" y="81885"/>
                  <a:pt x="1743975" y="81793"/>
                  <a:pt x="1744292" y="81793"/>
                </a:cubicBezTo>
                <a:cubicBezTo>
                  <a:pt x="1744792" y="81793"/>
                  <a:pt x="1745518" y="82110"/>
                  <a:pt x="1746473" y="82747"/>
                </a:cubicBezTo>
                <a:cubicBezTo>
                  <a:pt x="1747470" y="83336"/>
                  <a:pt x="1748673" y="83996"/>
                  <a:pt x="1750082" y="84722"/>
                </a:cubicBezTo>
                <a:cubicBezTo>
                  <a:pt x="1751533" y="85448"/>
                  <a:pt x="1753236" y="86131"/>
                  <a:pt x="1755188" y="86765"/>
                </a:cubicBezTo>
                <a:cubicBezTo>
                  <a:pt x="1757142" y="87357"/>
                  <a:pt x="1759388" y="87651"/>
                  <a:pt x="1761932" y="87651"/>
                </a:cubicBezTo>
                <a:cubicBezTo>
                  <a:pt x="1763838" y="87651"/>
                  <a:pt x="1765564" y="87445"/>
                  <a:pt x="1767107" y="87037"/>
                </a:cubicBezTo>
                <a:cubicBezTo>
                  <a:pt x="1768652" y="86628"/>
                  <a:pt x="1769990" y="86039"/>
                  <a:pt x="1771124" y="85268"/>
                </a:cubicBezTo>
                <a:cubicBezTo>
                  <a:pt x="1772262" y="84451"/>
                  <a:pt x="1773124" y="83428"/>
                  <a:pt x="1773713" y="82202"/>
                </a:cubicBezTo>
                <a:cubicBezTo>
                  <a:pt x="1774350" y="80976"/>
                  <a:pt x="1774668" y="79524"/>
                  <a:pt x="1774668" y="77844"/>
                </a:cubicBezTo>
                <a:cubicBezTo>
                  <a:pt x="1774668" y="76118"/>
                  <a:pt x="1774213" y="74666"/>
                  <a:pt x="1773304" y="73483"/>
                </a:cubicBezTo>
                <a:cubicBezTo>
                  <a:pt x="1772442" y="72303"/>
                  <a:pt x="1771284" y="71260"/>
                  <a:pt x="1769833" y="70352"/>
                </a:cubicBezTo>
                <a:cubicBezTo>
                  <a:pt x="1768378" y="69443"/>
                  <a:pt x="1766744" y="68649"/>
                  <a:pt x="1764929" y="67968"/>
                </a:cubicBezTo>
                <a:cubicBezTo>
                  <a:pt x="1763112" y="67243"/>
                  <a:pt x="1761229" y="66494"/>
                  <a:pt x="1759274" y="65720"/>
                </a:cubicBezTo>
                <a:cubicBezTo>
                  <a:pt x="1757368" y="64948"/>
                  <a:pt x="1755485" y="64085"/>
                  <a:pt x="1753622" y="63134"/>
                </a:cubicBezTo>
                <a:cubicBezTo>
                  <a:pt x="1751808" y="62133"/>
                  <a:pt x="1750173" y="60930"/>
                  <a:pt x="1748719" y="59525"/>
                </a:cubicBezTo>
                <a:cubicBezTo>
                  <a:pt x="1747267" y="58116"/>
                  <a:pt x="1746087" y="56436"/>
                  <a:pt x="1745178" y="54484"/>
                </a:cubicBezTo>
                <a:cubicBezTo>
                  <a:pt x="1744315" y="52532"/>
                  <a:pt x="1743884" y="50192"/>
                  <a:pt x="1743884" y="47469"/>
                </a:cubicBezTo>
                <a:cubicBezTo>
                  <a:pt x="1743884" y="45063"/>
                  <a:pt x="1744338" y="42771"/>
                  <a:pt x="1745247" y="40591"/>
                </a:cubicBezTo>
                <a:cubicBezTo>
                  <a:pt x="1746198" y="38365"/>
                  <a:pt x="1747607" y="36436"/>
                  <a:pt x="1749467" y="34801"/>
                </a:cubicBezTo>
                <a:cubicBezTo>
                  <a:pt x="1751330" y="33121"/>
                  <a:pt x="1753645" y="31781"/>
                  <a:pt x="1756414" y="30784"/>
                </a:cubicBezTo>
                <a:cubicBezTo>
                  <a:pt x="1759231" y="29784"/>
                  <a:pt x="1762500" y="29284"/>
                  <a:pt x="1766221" y="29284"/>
                </a:cubicBezTo>
                <a:cubicBezTo>
                  <a:pt x="1767855" y="29284"/>
                  <a:pt x="1769490" y="29421"/>
                  <a:pt x="1771124" y="29692"/>
                </a:cubicBezTo>
                <a:cubicBezTo>
                  <a:pt x="1772759" y="29967"/>
                  <a:pt x="1774236" y="30307"/>
                  <a:pt x="1775553" y="30715"/>
                </a:cubicBezTo>
                <a:cubicBezTo>
                  <a:pt x="1776868" y="31124"/>
                  <a:pt x="1777982" y="31578"/>
                  <a:pt x="1778891" y="32078"/>
                </a:cubicBezTo>
                <a:cubicBezTo>
                  <a:pt x="1779842" y="32533"/>
                  <a:pt x="1780545" y="32941"/>
                  <a:pt x="1781000" y="33304"/>
                </a:cubicBezTo>
                <a:cubicBezTo>
                  <a:pt x="1781500" y="33667"/>
                  <a:pt x="1781817" y="33984"/>
                  <a:pt x="1781954" y="34256"/>
                </a:cubicBezTo>
                <a:cubicBezTo>
                  <a:pt x="1782137" y="34530"/>
                  <a:pt x="1782248" y="34847"/>
                  <a:pt x="1782294" y="35210"/>
                </a:cubicBezTo>
                <a:cubicBezTo>
                  <a:pt x="1782386" y="35527"/>
                  <a:pt x="1782454" y="35936"/>
                  <a:pt x="1782500" y="36436"/>
                </a:cubicBezTo>
                <a:cubicBezTo>
                  <a:pt x="1782589" y="36936"/>
                  <a:pt x="1782634" y="37548"/>
                  <a:pt x="1782634" y="38276"/>
                </a:cubicBezTo>
                <a:cubicBezTo>
                  <a:pt x="1782634" y="39048"/>
                  <a:pt x="1782589" y="39728"/>
                  <a:pt x="1782500" y="40319"/>
                </a:cubicBezTo>
                <a:cubicBezTo>
                  <a:pt x="1782454" y="40862"/>
                  <a:pt x="1782340" y="41317"/>
                  <a:pt x="1782160" y="41679"/>
                </a:cubicBezTo>
                <a:cubicBezTo>
                  <a:pt x="1782023" y="42042"/>
                  <a:pt x="1781840" y="42317"/>
                  <a:pt x="1781614" y="42497"/>
                </a:cubicBezTo>
                <a:cubicBezTo>
                  <a:pt x="1781386" y="42634"/>
                  <a:pt x="1781137" y="42702"/>
                  <a:pt x="1780865" y="42702"/>
                </a:cubicBezTo>
                <a:cubicBezTo>
                  <a:pt x="1780457" y="42702"/>
                  <a:pt x="1779865" y="42451"/>
                  <a:pt x="1779094" y="41954"/>
                </a:cubicBezTo>
                <a:cubicBezTo>
                  <a:pt x="1778322" y="41454"/>
                  <a:pt x="1777322" y="40931"/>
                  <a:pt x="1776096" y="40385"/>
                </a:cubicBezTo>
                <a:cubicBezTo>
                  <a:pt x="1774870" y="39796"/>
                  <a:pt x="1773419" y="39251"/>
                  <a:pt x="1771739" y="38751"/>
                </a:cubicBezTo>
                <a:cubicBezTo>
                  <a:pt x="1770104" y="38253"/>
                  <a:pt x="1768221" y="38002"/>
                  <a:pt x="1766086" y="38002"/>
                </a:cubicBezTo>
                <a:cubicBezTo>
                  <a:pt x="1764178" y="38002"/>
                  <a:pt x="1762500" y="38230"/>
                  <a:pt x="1761046" y="38685"/>
                </a:cubicBezTo>
                <a:cubicBezTo>
                  <a:pt x="1759594" y="39093"/>
                  <a:pt x="1758391" y="39705"/>
                  <a:pt x="1757437" y="40522"/>
                </a:cubicBezTo>
                <a:cubicBezTo>
                  <a:pt x="1756528" y="41294"/>
                  <a:pt x="1755825" y="42225"/>
                  <a:pt x="1755325" y="43314"/>
                </a:cubicBezTo>
                <a:cubicBezTo>
                  <a:pt x="1754871" y="44406"/>
                  <a:pt x="1754645" y="45586"/>
                  <a:pt x="1754645" y="46857"/>
                </a:cubicBezTo>
                <a:cubicBezTo>
                  <a:pt x="1754645" y="48626"/>
                  <a:pt x="1755099" y="50126"/>
                  <a:pt x="1756005" y="51352"/>
                </a:cubicBezTo>
                <a:cubicBezTo>
                  <a:pt x="1756914" y="52532"/>
                  <a:pt x="1758094" y="53575"/>
                  <a:pt x="1759548" y="54484"/>
                </a:cubicBezTo>
                <a:cubicBezTo>
                  <a:pt x="1761000" y="55393"/>
                  <a:pt x="1762657" y="56210"/>
                  <a:pt x="1764521" y="56936"/>
                </a:cubicBezTo>
                <a:cubicBezTo>
                  <a:pt x="1766381" y="57661"/>
                  <a:pt x="1768264" y="58410"/>
                  <a:pt x="1770173" y="59182"/>
                </a:cubicBezTo>
                <a:cubicBezTo>
                  <a:pt x="1772124" y="59956"/>
                  <a:pt x="1774030" y="60816"/>
                  <a:pt x="1775893" y="61771"/>
                </a:cubicBezTo>
                <a:cubicBezTo>
                  <a:pt x="1777799" y="62725"/>
                  <a:pt x="1779480" y="63882"/>
                  <a:pt x="1780934" y="65245"/>
                </a:cubicBezTo>
                <a:cubicBezTo>
                  <a:pt x="1782386" y="66605"/>
                  <a:pt x="1783543" y="68240"/>
                  <a:pt x="1784406" y="70149"/>
                </a:cubicBezTo>
                <a:cubicBezTo>
                  <a:pt x="1785315" y="72055"/>
                  <a:pt x="1785769" y="74324"/>
                  <a:pt x="1785769" y="76958"/>
                </a:cubicBezTo>
                <a:close/>
                <a:moveTo>
                  <a:pt x="1832146" y="89148"/>
                </a:moveTo>
                <a:cubicBezTo>
                  <a:pt x="1832146" y="90466"/>
                  <a:pt x="1832058" y="91509"/>
                  <a:pt x="1831875" y="92283"/>
                </a:cubicBezTo>
                <a:cubicBezTo>
                  <a:pt x="1831695" y="93054"/>
                  <a:pt x="1831420" y="93620"/>
                  <a:pt x="1831057" y="93983"/>
                </a:cubicBezTo>
                <a:cubicBezTo>
                  <a:pt x="1830695" y="94346"/>
                  <a:pt x="1830149" y="94689"/>
                  <a:pt x="1829423" y="95006"/>
                </a:cubicBezTo>
                <a:cubicBezTo>
                  <a:pt x="1828697" y="95323"/>
                  <a:pt x="1827857" y="95575"/>
                  <a:pt x="1826903" y="95755"/>
                </a:cubicBezTo>
                <a:cubicBezTo>
                  <a:pt x="1825994" y="95981"/>
                  <a:pt x="1825020" y="96163"/>
                  <a:pt x="1823974" y="96301"/>
                </a:cubicBezTo>
                <a:cubicBezTo>
                  <a:pt x="1822931" y="96435"/>
                  <a:pt x="1821885" y="96503"/>
                  <a:pt x="1820842" y="96503"/>
                </a:cubicBezTo>
                <a:cubicBezTo>
                  <a:pt x="1817664" y="96503"/>
                  <a:pt x="1814938" y="96095"/>
                  <a:pt x="1812669" y="95278"/>
                </a:cubicBezTo>
                <a:cubicBezTo>
                  <a:pt x="1810401" y="94415"/>
                  <a:pt x="1808537" y="93143"/>
                  <a:pt x="1807086" y="91466"/>
                </a:cubicBezTo>
                <a:cubicBezTo>
                  <a:pt x="1805631" y="89740"/>
                  <a:pt x="1804566" y="87582"/>
                  <a:pt x="1803883" y="84993"/>
                </a:cubicBezTo>
                <a:cubicBezTo>
                  <a:pt x="1803248" y="82362"/>
                  <a:pt x="1802931" y="79273"/>
                  <a:pt x="1802931" y="75732"/>
                </a:cubicBezTo>
                <a:lnTo>
                  <a:pt x="1802931" y="39911"/>
                </a:lnTo>
                <a:lnTo>
                  <a:pt x="1794350" y="39911"/>
                </a:lnTo>
                <a:cubicBezTo>
                  <a:pt x="1793667" y="39911"/>
                  <a:pt x="1793124" y="39545"/>
                  <a:pt x="1792715" y="38819"/>
                </a:cubicBezTo>
                <a:cubicBezTo>
                  <a:pt x="1792307" y="38093"/>
                  <a:pt x="1792101" y="36913"/>
                  <a:pt x="1792101" y="35279"/>
                </a:cubicBezTo>
                <a:cubicBezTo>
                  <a:pt x="1792101" y="34416"/>
                  <a:pt x="1792147" y="33690"/>
                  <a:pt x="1792238" y="33098"/>
                </a:cubicBezTo>
                <a:cubicBezTo>
                  <a:pt x="1792375" y="32510"/>
                  <a:pt x="1792533" y="32033"/>
                  <a:pt x="1792715" y="31670"/>
                </a:cubicBezTo>
                <a:cubicBezTo>
                  <a:pt x="1792896" y="31261"/>
                  <a:pt x="1793124" y="30987"/>
                  <a:pt x="1793396" y="30852"/>
                </a:cubicBezTo>
                <a:cubicBezTo>
                  <a:pt x="1793713" y="30670"/>
                  <a:pt x="1794053" y="30578"/>
                  <a:pt x="1794419" y="30578"/>
                </a:cubicBezTo>
                <a:lnTo>
                  <a:pt x="1802931" y="30578"/>
                </a:lnTo>
                <a:lnTo>
                  <a:pt x="1802931" y="16005"/>
                </a:lnTo>
                <a:cubicBezTo>
                  <a:pt x="1802931" y="15688"/>
                  <a:pt x="1803000" y="15390"/>
                  <a:pt x="1803134" y="15119"/>
                </a:cubicBezTo>
                <a:cubicBezTo>
                  <a:pt x="1803317" y="14848"/>
                  <a:pt x="1803611" y="14619"/>
                  <a:pt x="1804020" y="14439"/>
                </a:cubicBezTo>
                <a:cubicBezTo>
                  <a:pt x="1804474" y="14210"/>
                  <a:pt x="1805066" y="14053"/>
                  <a:pt x="1805791" y="13962"/>
                </a:cubicBezTo>
                <a:cubicBezTo>
                  <a:pt x="1806517" y="13870"/>
                  <a:pt x="1807426" y="13825"/>
                  <a:pt x="1808515" y="13825"/>
                </a:cubicBezTo>
                <a:cubicBezTo>
                  <a:pt x="1809649" y="13825"/>
                  <a:pt x="1810581" y="13870"/>
                  <a:pt x="1811306" y="13962"/>
                </a:cubicBezTo>
                <a:cubicBezTo>
                  <a:pt x="1812035" y="14053"/>
                  <a:pt x="1812601" y="14210"/>
                  <a:pt x="1813009" y="14439"/>
                </a:cubicBezTo>
                <a:cubicBezTo>
                  <a:pt x="1813418" y="14619"/>
                  <a:pt x="1813712" y="14848"/>
                  <a:pt x="1813895" y="15119"/>
                </a:cubicBezTo>
                <a:cubicBezTo>
                  <a:pt x="1814078" y="15390"/>
                  <a:pt x="1814167" y="15688"/>
                  <a:pt x="1814167" y="16005"/>
                </a:cubicBezTo>
                <a:lnTo>
                  <a:pt x="1814167" y="30578"/>
                </a:lnTo>
                <a:lnTo>
                  <a:pt x="1829900" y="30578"/>
                </a:lnTo>
                <a:cubicBezTo>
                  <a:pt x="1830263" y="30578"/>
                  <a:pt x="1830580" y="30670"/>
                  <a:pt x="1830855" y="30852"/>
                </a:cubicBezTo>
                <a:cubicBezTo>
                  <a:pt x="1831126" y="30987"/>
                  <a:pt x="1831352" y="31261"/>
                  <a:pt x="1831535" y="31670"/>
                </a:cubicBezTo>
                <a:cubicBezTo>
                  <a:pt x="1831760" y="32033"/>
                  <a:pt x="1831920" y="32510"/>
                  <a:pt x="1832012" y="33098"/>
                </a:cubicBezTo>
                <a:cubicBezTo>
                  <a:pt x="1832100" y="33690"/>
                  <a:pt x="1832146" y="34416"/>
                  <a:pt x="1832146" y="35279"/>
                </a:cubicBezTo>
                <a:cubicBezTo>
                  <a:pt x="1832146" y="36913"/>
                  <a:pt x="1831943" y="38093"/>
                  <a:pt x="1831535" y="38819"/>
                </a:cubicBezTo>
                <a:cubicBezTo>
                  <a:pt x="1831126" y="39545"/>
                  <a:pt x="1830580" y="39911"/>
                  <a:pt x="1829900" y="39911"/>
                </a:cubicBezTo>
                <a:lnTo>
                  <a:pt x="1814167" y="39911"/>
                </a:lnTo>
                <a:lnTo>
                  <a:pt x="1814167" y="74098"/>
                </a:lnTo>
                <a:cubicBezTo>
                  <a:pt x="1814167" y="78321"/>
                  <a:pt x="1814781" y="81522"/>
                  <a:pt x="1816007" y="83702"/>
                </a:cubicBezTo>
                <a:cubicBezTo>
                  <a:pt x="1817279" y="85834"/>
                  <a:pt x="1819525" y="86902"/>
                  <a:pt x="1822748" y="86902"/>
                </a:cubicBezTo>
                <a:cubicBezTo>
                  <a:pt x="1823794" y="86902"/>
                  <a:pt x="1824725" y="86811"/>
                  <a:pt x="1825542" y="86628"/>
                </a:cubicBezTo>
                <a:cubicBezTo>
                  <a:pt x="1826360" y="86402"/>
                  <a:pt x="1827086" y="86174"/>
                  <a:pt x="1827720" y="85948"/>
                </a:cubicBezTo>
                <a:cubicBezTo>
                  <a:pt x="1828357" y="85722"/>
                  <a:pt x="1828900" y="85516"/>
                  <a:pt x="1829354" y="85336"/>
                </a:cubicBezTo>
                <a:cubicBezTo>
                  <a:pt x="1829809" y="85108"/>
                  <a:pt x="1830217" y="84993"/>
                  <a:pt x="1830580" y="84993"/>
                </a:cubicBezTo>
                <a:cubicBezTo>
                  <a:pt x="1830809" y="84993"/>
                  <a:pt x="1831012" y="85062"/>
                  <a:pt x="1831195" y="85199"/>
                </a:cubicBezTo>
                <a:cubicBezTo>
                  <a:pt x="1831420" y="85291"/>
                  <a:pt x="1831580" y="85494"/>
                  <a:pt x="1831672" y="85811"/>
                </a:cubicBezTo>
                <a:cubicBezTo>
                  <a:pt x="1831806" y="86131"/>
                  <a:pt x="1831920" y="86562"/>
                  <a:pt x="1832012" y="87105"/>
                </a:cubicBezTo>
                <a:cubicBezTo>
                  <a:pt x="1832100" y="87651"/>
                  <a:pt x="1832146" y="88331"/>
                  <a:pt x="1832146" y="89148"/>
                </a:cubicBezTo>
                <a:close/>
                <a:moveTo>
                  <a:pt x="1882818" y="36367"/>
                </a:moveTo>
                <a:cubicBezTo>
                  <a:pt x="1882818" y="37368"/>
                  <a:pt x="1882795" y="38208"/>
                  <a:pt x="1882750" y="38888"/>
                </a:cubicBezTo>
                <a:cubicBezTo>
                  <a:pt x="1882704" y="39568"/>
                  <a:pt x="1882612" y="40114"/>
                  <a:pt x="1882475" y="40522"/>
                </a:cubicBezTo>
                <a:cubicBezTo>
                  <a:pt x="1882341" y="40885"/>
                  <a:pt x="1882158" y="41179"/>
                  <a:pt x="1881932" y="41408"/>
                </a:cubicBezTo>
                <a:cubicBezTo>
                  <a:pt x="1881749" y="41588"/>
                  <a:pt x="1881478" y="41679"/>
                  <a:pt x="1881115" y="41679"/>
                </a:cubicBezTo>
                <a:cubicBezTo>
                  <a:pt x="1880752" y="41679"/>
                  <a:pt x="1880298" y="41588"/>
                  <a:pt x="1879752" y="41408"/>
                </a:cubicBezTo>
                <a:cubicBezTo>
                  <a:pt x="1879252" y="41179"/>
                  <a:pt x="1878663" y="40977"/>
                  <a:pt x="1877980" y="40794"/>
                </a:cubicBezTo>
                <a:cubicBezTo>
                  <a:pt x="1877346" y="40568"/>
                  <a:pt x="1876620" y="40362"/>
                  <a:pt x="1875803" y="40182"/>
                </a:cubicBezTo>
                <a:cubicBezTo>
                  <a:pt x="1874986" y="39999"/>
                  <a:pt x="1874100" y="39911"/>
                  <a:pt x="1873146" y="39911"/>
                </a:cubicBezTo>
                <a:cubicBezTo>
                  <a:pt x="1872011" y="39911"/>
                  <a:pt x="1870900" y="40136"/>
                  <a:pt x="1869808" y="40591"/>
                </a:cubicBezTo>
                <a:cubicBezTo>
                  <a:pt x="1868719" y="41045"/>
                  <a:pt x="1867562" y="41794"/>
                  <a:pt x="1866336" y="42837"/>
                </a:cubicBezTo>
                <a:cubicBezTo>
                  <a:pt x="1865156" y="43883"/>
                  <a:pt x="1863907" y="45266"/>
                  <a:pt x="1862590" y="46992"/>
                </a:cubicBezTo>
                <a:cubicBezTo>
                  <a:pt x="1861273" y="48718"/>
                  <a:pt x="1859821" y="50829"/>
                  <a:pt x="1858232" y="53327"/>
                </a:cubicBezTo>
                <a:lnTo>
                  <a:pt x="1858232" y="93643"/>
                </a:lnTo>
                <a:cubicBezTo>
                  <a:pt x="1858232" y="94006"/>
                  <a:pt x="1858141" y="94326"/>
                  <a:pt x="1857958" y="94598"/>
                </a:cubicBezTo>
                <a:cubicBezTo>
                  <a:pt x="1857778" y="94823"/>
                  <a:pt x="1857481" y="95029"/>
                  <a:pt x="1857072" y="95209"/>
                </a:cubicBezTo>
                <a:cubicBezTo>
                  <a:pt x="1856663" y="95392"/>
                  <a:pt x="1856098" y="95529"/>
                  <a:pt x="1855372" y="95618"/>
                </a:cubicBezTo>
                <a:cubicBezTo>
                  <a:pt x="1854643" y="95709"/>
                  <a:pt x="1853715" y="95755"/>
                  <a:pt x="1852577" y="95755"/>
                </a:cubicBezTo>
                <a:cubicBezTo>
                  <a:pt x="1851489" y="95755"/>
                  <a:pt x="1850580" y="95709"/>
                  <a:pt x="1849854" y="95618"/>
                </a:cubicBezTo>
                <a:cubicBezTo>
                  <a:pt x="1849128" y="95529"/>
                  <a:pt x="1848537" y="95392"/>
                  <a:pt x="1848082" y="95209"/>
                </a:cubicBezTo>
                <a:cubicBezTo>
                  <a:pt x="1847674" y="95029"/>
                  <a:pt x="1847379" y="94823"/>
                  <a:pt x="1847199" y="94598"/>
                </a:cubicBezTo>
                <a:cubicBezTo>
                  <a:pt x="1847062" y="94326"/>
                  <a:pt x="1846994" y="94006"/>
                  <a:pt x="1846994" y="93643"/>
                </a:cubicBezTo>
                <a:lnTo>
                  <a:pt x="1846994" y="32350"/>
                </a:lnTo>
                <a:cubicBezTo>
                  <a:pt x="1846994" y="31987"/>
                  <a:pt x="1847062" y="31693"/>
                  <a:pt x="1847199" y="31464"/>
                </a:cubicBezTo>
                <a:cubicBezTo>
                  <a:pt x="1847334" y="31192"/>
                  <a:pt x="1847608" y="30964"/>
                  <a:pt x="1848017" y="30784"/>
                </a:cubicBezTo>
                <a:cubicBezTo>
                  <a:pt x="1848425" y="30555"/>
                  <a:pt x="1848945" y="30421"/>
                  <a:pt x="1849583" y="30375"/>
                </a:cubicBezTo>
                <a:cubicBezTo>
                  <a:pt x="1850217" y="30284"/>
                  <a:pt x="1851057" y="30238"/>
                  <a:pt x="1852103" y="30238"/>
                </a:cubicBezTo>
                <a:cubicBezTo>
                  <a:pt x="1853100" y="30238"/>
                  <a:pt x="1853917" y="30284"/>
                  <a:pt x="1854555" y="30375"/>
                </a:cubicBezTo>
                <a:cubicBezTo>
                  <a:pt x="1855235" y="30421"/>
                  <a:pt x="1855758" y="30555"/>
                  <a:pt x="1856121" y="30784"/>
                </a:cubicBezTo>
                <a:cubicBezTo>
                  <a:pt x="1856483" y="30964"/>
                  <a:pt x="1856732" y="31192"/>
                  <a:pt x="1856869" y="31464"/>
                </a:cubicBezTo>
                <a:cubicBezTo>
                  <a:pt x="1857052" y="31693"/>
                  <a:pt x="1857141" y="31987"/>
                  <a:pt x="1857141" y="32350"/>
                </a:cubicBezTo>
                <a:lnTo>
                  <a:pt x="1857141" y="41271"/>
                </a:lnTo>
                <a:cubicBezTo>
                  <a:pt x="1858821" y="38819"/>
                  <a:pt x="1860387" y="36822"/>
                  <a:pt x="1861841" y="35279"/>
                </a:cubicBezTo>
                <a:cubicBezTo>
                  <a:pt x="1863339" y="33736"/>
                  <a:pt x="1864747" y="32533"/>
                  <a:pt x="1866065" y="31670"/>
                </a:cubicBezTo>
                <a:cubicBezTo>
                  <a:pt x="1867379" y="30761"/>
                  <a:pt x="1868674" y="30147"/>
                  <a:pt x="1869945" y="29829"/>
                </a:cubicBezTo>
                <a:cubicBezTo>
                  <a:pt x="1871262" y="29467"/>
                  <a:pt x="1872580" y="29284"/>
                  <a:pt x="1873894" y="29284"/>
                </a:cubicBezTo>
                <a:cubicBezTo>
                  <a:pt x="1874486" y="29284"/>
                  <a:pt x="1875143" y="29329"/>
                  <a:pt x="1875872" y="29421"/>
                </a:cubicBezTo>
                <a:cubicBezTo>
                  <a:pt x="1876643" y="29467"/>
                  <a:pt x="1877438" y="29581"/>
                  <a:pt x="1878255" y="29761"/>
                </a:cubicBezTo>
                <a:cubicBezTo>
                  <a:pt x="1879072" y="29944"/>
                  <a:pt x="1879798" y="30147"/>
                  <a:pt x="1880432" y="30375"/>
                </a:cubicBezTo>
                <a:cubicBezTo>
                  <a:pt x="1881115" y="30601"/>
                  <a:pt x="1881592" y="30830"/>
                  <a:pt x="1881864" y="31055"/>
                </a:cubicBezTo>
                <a:cubicBezTo>
                  <a:pt x="1882135" y="31284"/>
                  <a:pt x="1882318" y="31510"/>
                  <a:pt x="1882410" y="31735"/>
                </a:cubicBezTo>
                <a:cubicBezTo>
                  <a:pt x="1882498" y="31918"/>
                  <a:pt x="1882567" y="32167"/>
                  <a:pt x="1882612" y="32487"/>
                </a:cubicBezTo>
                <a:cubicBezTo>
                  <a:pt x="1882704" y="32804"/>
                  <a:pt x="1882750" y="33281"/>
                  <a:pt x="1882750" y="33916"/>
                </a:cubicBezTo>
                <a:cubicBezTo>
                  <a:pt x="1882795" y="34507"/>
                  <a:pt x="1882818" y="35324"/>
                  <a:pt x="1882818" y="36367"/>
                </a:cubicBezTo>
                <a:close/>
                <a:moveTo>
                  <a:pt x="1938934" y="93712"/>
                </a:moveTo>
                <a:cubicBezTo>
                  <a:pt x="1938934" y="94257"/>
                  <a:pt x="1938754" y="94666"/>
                  <a:pt x="1938391" y="94938"/>
                </a:cubicBezTo>
                <a:cubicBezTo>
                  <a:pt x="1938028" y="95209"/>
                  <a:pt x="1937528" y="95415"/>
                  <a:pt x="1936891" y="95552"/>
                </a:cubicBezTo>
                <a:cubicBezTo>
                  <a:pt x="1936256" y="95686"/>
                  <a:pt x="1935325" y="95755"/>
                  <a:pt x="1934099" y="95755"/>
                </a:cubicBezTo>
                <a:cubicBezTo>
                  <a:pt x="1932919" y="95755"/>
                  <a:pt x="1931964" y="95686"/>
                  <a:pt x="1931239" y="95552"/>
                </a:cubicBezTo>
                <a:cubicBezTo>
                  <a:pt x="1930558" y="95415"/>
                  <a:pt x="1930058" y="95209"/>
                  <a:pt x="1929741" y="94938"/>
                </a:cubicBezTo>
                <a:cubicBezTo>
                  <a:pt x="1929424" y="94666"/>
                  <a:pt x="1929264" y="94257"/>
                  <a:pt x="1929264" y="93712"/>
                </a:cubicBezTo>
                <a:lnTo>
                  <a:pt x="1929264" y="87582"/>
                </a:lnTo>
                <a:cubicBezTo>
                  <a:pt x="1926587" y="90443"/>
                  <a:pt x="1923589" y="92669"/>
                  <a:pt x="1920274" y="94257"/>
                </a:cubicBezTo>
                <a:cubicBezTo>
                  <a:pt x="1917005" y="95846"/>
                  <a:pt x="1913533" y="96641"/>
                  <a:pt x="1909856" y="96641"/>
                </a:cubicBezTo>
                <a:cubicBezTo>
                  <a:pt x="1906630" y="96641"/>
                  <a:pt x="1903704" y="96209"/>
                  <a:pt x="1901069" y="95346"/>
                </a:cubicBezTo>
                <a:cubicBezTo>
                  <a:pt x="1898480" y="94529"/>
                  <a:pt x="1896257" y="93326"/>
                  <a:pt x="1894394" y="91737"/>
                </a:cubicBezTo>
                <a:cubicBezTo>
                  <a:pt x="1892579" y="90148"/>
                  <a:pt x="1891148" y="88197"/>
                  <a:pt x="1890105" y="85879"/>
                </a:cubicBezTo>
                <a:cubicBezTo>
                  <a:pt x="1889105" y="83565"/>
                  <a:pt x="1888605" y="80930"/>
                  <a:pt x="1888605" y="77978"/>
                </a:cubicBezTo>
                <a:cubicBezTo>
                  <a:pt x="1888605" y="74529"/>
                  <a:pt x="1889310" y="71532"/>
                  <a:pt x="1890716" y="68989"/>
                </a:cubicBezTo>
                <a:cubicBezTo>
                  <a:pt x="1892125" y="66448"/>
                  <a:pt x="1894145" y="64337"/>
                  <a:pt x="1896777" y="62656"/>
                </a:cubicBezTo>
                <a:cubicBezTo>
                  <a:pt x="1899412" y="60976"/>
                  <a:pt x="1902635" y="59727"/>
                  <a:pt x="1906450" y="58910"/>
                </a:cubicBezTo>
                <a:cubicBezTo>
                  <a:pt x="1910264" y="58047"/>
                  <a:pt x="1914554" y="57616"/>
                  <a:pt x="1919320" y="57616"/>
                </a:cubicBezTo>
                <a:lnTo>
                  <a:pt x="1927767" y="57616"/>
                </a:lnTo>
                <a:lnTo>
                  <a:pt x="1927767" y="52849"/>
                </a:lnTo>
                <a:cubicBezTo>
                  <a:pt x="1927767" y="50489"/>
                  <a:pt x="1927515" y="48400"/>
                  <a:pt x="1927018" y="46583"/>
                </a:cubicBezTo>
                <a:cubicBezTo>
                  <a:pt x="1926518" y="44768"/>
                  <a:pt x="1925701" y="43268"/>
                  <a:pt x="1924566" y="42088"/>
                </a:cubicBezTo>
                <a:cubicBezTo>
                  <a:pt x="1923475" y="40862"/>
                  <a:pt x="1922046" y="39954"/>
                  <a:pt x="1920274" y="39365"/>
                </a:cubicBezTo>
                <a:cubicBezTo>
                  <a:pt x="1918503" y="38728"/>
                  <a:pt x="1916325" y="38411"/>
                  <a:pt x="1913736" y="38411"/>
                </a:cubicBezTo>
                <a:cubicBezTo>
                  <a:pt x="1910967" y="38411"/>
                  <a:pt x="1908470" y="38751"/>
                  <a:pt x="1906244" y="39433"/>
                </a:cubicBezTo>
                <a:cubicBezTo>
                  <a:pt x="1904067" y="40068"/>
                  <a:pt x="1902135" y="40794"/>
                  <a:pt x="1900455" y="41611"/>
                </a:cubicBezTo>
                <a:cubicBezTo>
                  <a:pt x="1898820" y="42382"/>
                  <a:pt x="1897437" y="43111"/>
                  <a:pt x="1896303" y="43791"/>
                </a:cubicBezTo>
                <a:cubicBezTo>
                  <a:pt x="1895211" y="44426"/>
                  <a:pt x="1894394" y="44746"/>
                  <a:pt x="1893851" y="44746"/>
                </a:cubicBezTo>
                <a:cubicBezTo>
                  <a:pt x="1893485" y="44746"/>
                  <a:pt x="1893168" y="44654"/>
                  <a:pt x="1892897" y="44471"/>
                </a:cubicBezTo>
                <a:cubicBezTo>
                  <a:pt x="1892625" y="44291"/>
                  <a:pt x="1892374" y="44017"/>
                  <a:pt x="1892148" y="43654"/>
                </a:cubicBezTo>
                <a:cubicBezTo>
                  <a:pt x="1891965" y="43291"/>
                  <a:pt x="1891831" y="42837"/>
                  <a:pt x="1891739" y="42294"/>
                </a:cubicBezTo>
                <a:cubicBezTo>
                  <a:pt x="1891648" y="41702"/>
                  <a:pt x="1891602" y="41068"/>
                  <a:pt x="1891602" y="40385"/>
                </a:cubicBezTo>
                <a:cubicBezTo>
                  <a:pt x="1891602" y="39251"/>
                  <a:pt x="1891671" y="38365"/>
                  <a:pt x="1891808" y="37730"/>
                </a:cubicBezTo>
                <a:cubicBezTo>
                  <a:pt x="1891988" y="37047"/>
                  <a:pt x="1892374" y="36413"/>
                  <a:pt x="1892965" y="35822"/>
                </a:cubicBezTo>
                <a:cubicBezTo>
                  <a:pt x="1893600" y="35233"/>
                  <a:pt x="1894668" y="34553"/>
                  <a:pt x="1896166" y="33779"/>
                </a:cubicBezTo>
                <a:cubicBezTo>
                  <a:pt x="1897663" y="32961"/>
                  <a:pt x="1899389" y="32235"/>
                  <a:pt x="1901340" y="31601"/>
                </a:cubicBezTo>
                <a:cubicBezTo>
                  <a:pt x="1903295" y="30918"/>
                  <a:pt x="1905427" y="30375"/>
                  <a:pt x="1907744" y="29967"/>
                </a:cubicBezTo>
                <a:cubicBezTo>
                  <a:pt x="1910059" y="29512"/>
                  <a:pt x="1912396" y="29284"/>
                  <a:pt x="1914759" y="29284"/>
                </a:cubicBezTo>
                <a:cubicBezTo>
                  <a:pt x="1919163" y="29284"/>
                  <a:pt x="1922909" y="29784"/>
                  <a:pt x="1925995" y="30784"/>
                </a:cubicBezTo>
                <a:cubicBezTo>
                  <a:pt x="1929084" y="31781"/>
                  <a:pt x="1931579" y="33258"/>
                  <a:pt x="1933487" y="35210"/>
                </a:cubicBezTo>
                <a:cubicBezTo>
                  <a:pt x="1935393" y="37116"/>
                  <a:pt x="1936779" y="39502"/>
                  <a:pt x="1937642" y="42362"/>
                </a:cubicBezTo>
                <a:cubicBezTo>
                  <a:pt x="1938502" y="45223"/>
                  <a:pt x="1938934" y="48557"/>
                  <a:pt x="1938934" y="52372"/>
                </a:cubicBezTo>
                <a:lnTo>
                  <a:pt x="1938934" y="93712"/>
                </a:lnTo>
                <a:close/>
                <a:moveTo>
                  <a:pt x="1927767" y="65720"/>
                </a:moveTo>
                <a:lnTo>
                  <a:pt x="1918163" y="65720"/>
                </a:lnTo>
                <a:cubicBezTo>
                  <a:pt x="1915076" y="65720"/>
                  <a:pt x="1912396" y="65994"/>
                  <a:pt x="1910127" y="66537"/>
                </a:cubicBezTo>
                <a:cubicBezTo>
                  <a:pt x="1907856" y="67037"/>
                  <a:pt x="1905973" y="67808"/>
                  <a:pt x="1904475" y="68854"/>
                </a:cubicBezTo>
                <a:cubicBezTo>
                  <a:pt x="1902975" y="69852"/>
                  <a:pt x="1901863" y="71077"/>
                  <a:pt x="1901138" y="72532"/>
                </a:cubicBezTo>
                <a:cubicBezTo>
                  <a:pt x="1900455" y="73938"/>
                  <a:pt x="1900115" y="75572"/>
                  <a:pt x="1900115" y="77435"/>
                </a:cubicBezTo>
                <a:cubicBezTo>
                  <a:pt x="1900115" y="80613"/>
                  <a:pt x="1901115" y="83156"/>
                  <a:pt x="1903112" y="85062"/>
                </a:cubicBezTo>
                <a:cubicBezTo>
                  <a:pt x="1905155" y="86925"/>
                  <a:pt x="1907993" y="87854"/>
                  <a:pt x="1911625" y="87854"/>
                </a:cubicBezTo>
                <a:cubicBezTo>
                  <a:pt x="1914576" y="87854"/>
                  <a:pt x="1917300" y="87105"/>
                  <a:pt x="1919797" y="85608"/>
                </a:cubicBezTo>
                <a:cubicBezTo>
                  <a:pt x="1922340" y="84111"/>
                  <a:pt x="1924998" y="81816"/>
                  <a:pt x="1927767" y="78730"/>
                </a:cubicBezTo>
                <a:lnTo>
                  <a:pt x="1927767" y="65720"/>
                </a:lnTo>
                <a:close/>
                <a:moveTo>
                  <a:pt x="1970809" y="93643"/>
                </a:moveTo>
                <a:cubicBezTo>
                  <a:pt x="1970809" y="94006"/>
                  <a:pt x="1970718" y="94326"/>
                  <a:pt x="1970535" y="94598"/>
                </a:cubicBezTo>
                <a:cubicBezTo>
                  <a:pt x="1970355" y="94823"/>
                  <a:pt x="1970058" y="95029"/>
                  <a:pt x="1969649" y="95209"/>
                </a:cubicBezTo>
                <a:cubicBezTo>
                  <a:pt x="1969240" y="95392"/>
                  <a:pt x="1968675" y="95529"/>
                  <a:pt x="1967949" y="95618"/>
                </a:cubicBezTo>
                <a:cubicBezTo>
                  <a:pt x="1967220" y="95709"/>
                  <a:pt x="1966291" y="95755"/>
                  <a:pt x="1965154" y="95755"/>
                </a:cubicBezTo>
                <a:cubicBezTo>
                  <a:pt x="1964065" y="95755"/>
                  <a:pt x="1963157" y="95709"/>
                  <a:pt x="1962431" y="95618"/>
                </a:cubicBezTo>
                <a:cubicBezTo>
                  <a:pt x="1961705" y="95529"/>
                  <a:pt x="1961114" y="95392"/>
                  <a:pt x="1960659" y="95209"/>
                </a:cubicBezTo>
                <a:cubicBezTo>
                  <a:pt x="1960251" y="95029"/>
                  <a:pt x="1959956" y="94823"/>
                  <a:pt x="1959776" y="94598"/>
                </a:cubicBezTo>
                <a:cubicBezTo>
                  <a:pt x="1959639" y="94326"/>
                  <a:pt x="1959571" y="94006"/>
                  <a:pt x="1959571" y="93643"/>
                </a:cubicBezTo>
                <a:lnTo>
                  <a:pt x="1959571" y="32350"/>
                </a:lnTo>
                <a:cubicBezTo>
                  <a:pt x="1959571" y="32033"/>
                  <a:pt x="1959639" y="31735"/>
                  <a:pt x="1959776" y="31464"/>
                </a:cubicBezTo>
                <a:cubicBezTo>
                  <a:pt x="1959956" y="31192"/>
                  <a:pt x="1960251" y="30964"/>
                  <a:pt x="1960659" y="30784"/>
                </a:cubicBezTo>
                <a:cubicBezTo>
                  <a:pt x="1961114" y="30601"/>
                  <a:pt x="1961705" y="30467"/>
                  <a:pt x="1962431" y="30375"/>
                </a:cubicBezTo>
                <a:cubicBezTo>
                  <a:pt x="1963157" y="30284"/>
                  <a:pt x="1964065" y="30238"/>
                  <a:pt x="1965154" y="30238"/>
                </a:cubicBezTo>
                <a:cubicBezTo>
                  <a:pt x="1966291" y="30238"/>
                  <a:pt x="1967220" y="30284"/>
                  <a:pt x="1967949" y="30375"/>
                </a:cubicBezTo>
                <a:cubicBezTo>
                  <a:pt x="1968675" y="30467"/>
                  <a:pt x="1969240" y="30601"/>
                  <a:pt x="1969649" y="30784"/>
                </a:cubicBezTo>
                <a:cubicBezTo>
                  <a:pt x="1970058" y="30964"/>
                  <a:pt x="1970355" y="31192"/>
                  <a:pt x="1970535" y="31464"/>
                </a:cubicBezTo>
                <a:cubicBezTo>
                  <a:pt x="1970718" y="31735"/>
                  <a:pt x="1970809" y="32033"/>
                  <a:pt x="1970809" y="32350"/>
                </a:cubicBezTo>
                <a:lnTo>
                  <a:pt x="1970809" y="93643"/>
                </a:lnTo>
                <a:close/>
                <a:moveTo>
                  <a:pt x="1972101" y="11647"/>
                </a:moveTo>
                <a:cubicBezTo>
                  <a:pt x="1972101" y="14279"/>
                  <a:pt x="1971604" y="16073"/>
                  <a:pt x="1970603" y="17025"/>
                </a:cubicBezTo>
                <a:cubicBezTo>
                  <a:pt x="1969606" y="17979"/>
                  <a:pt x="1967766" y="18457"/>
                  <a:pt x="1965088" y="18457"/>
                </a:cubicBezTo>
                <a:cubicBezTo>
                  <a:pt x="1962454" y="18457"/>
                  <a:pt x="1960636" y="18002"/>
                  <a:pt x="1959639" y="17094"/>
                </a:cubicBezTo>
                <a:cubicBezTo>
                  <a:pt x="1958685" y="16142"/>
                  <a:pt x="1958208" y="14370"/>
                  <a:pt x="1958208" y="11781"/>
                </a:cubicBezTo>
                <a:cubicBezTo>
                  <a:pt x="1958208" y="9150"/>
                  <a:pt x="1958708" y="7355"/>
                  <a:pt x="1959708" y="6401"/>
                </a:cubicBezTo>
                <a:cubicBezTo>
                  <a:pt x="1960705" y="5449"/>
                  <a:pt x="1962545" y="4972"/>
                  <a:pt x="1965223" y="4972"/>
                </a:cubicBezTo>
                <a:cubicBezTo>
                  <a:pt x="1967857" y="4972"/>
                  <a:pt x="1969649" y="5449"/>
                  <a:pt x="1970603" y="6401"/>
                </a:cubicBezTo>
                <a:cubicBezTo>
                  <a:pt x="1971604" y="7309"/>
                  <a:pt x="1972101" y="9058"/>
                  <a:pt x="1972101" y="11647"/>
                </a:cubicBezTo>
                <a:close/>
                <a:moveTo>
                  <a:pt x="2042795" y="35142"/>
                </a:moveTo>
                <a:cubicBezTo>
                  <a:pt x="2042795" y="36730"/>
                  <a:pt x="2042567" y="37888"/>
                  <a:pt x="2042112" y="38616"/>
                </a:cubicBezTo>
                <a:cubicBezTo>
                  <a:pt x="2041704" y="39296"/>
                  <a:pt x="2041161" y="39636"/>
                  <a:pt x="2040478" y="39636"/>
                </a:cubicBezTo>
                <a:lnTo>
                  <a:pt x="2031694" y="39636"/>
                </a:lnTo>
                <a:cubicBezTo>
                  <a:pt x="2033283" y="41271"/>
                  <a:pt x="2034394" y="43088"/>
                  <a:pt x="2035031" y="45086"/>
                </a:cubicBezTo>
                <a:cubicBezTo>
                  <a:pt x="2035666" y="47037"/>
                  <a:pt x="2035983" y="49080"/>
                  <a:pt x="2035983" y="51215"/>
                </a:cubicBezTo>
                <a:cubicBezTo>
                  <a:pt x="2035983" y="54755"/>
                  <a:pt x="2035417" y="57890"/>
                  <a:pt x="2034280" y="60613"/>
                </a:cubicBezTo>
                <a:cubicBezTo>
                  <a:pt x="2033146" y="63336"/>
                  <a:pt x="2031511" y="65654"/>
                  <a:pt x="2029376" y="67560"/>
                </a:cubicBezTo>
                <a:cubicBezTo>
                  <a:pt x="2027291" y="69420"/>
                  <a:pt x="2024793" y="70852"/>
                  <a:pt x="2021887" y="71849"/>
                </a:cubicBezTo>
                <a:cubicBezTo>
                  <a:pt x="2018981" y="72849"/>
                  <a:pt x="2015758" y="73349"/>
                  <a:pt x="2012214" y="73349"/>
                </a:cubicBezTo>
                <a:cubicBezTo>
                  <a:pt x="2009720" y="73349"/>
                  <a:pt x="2007334" y="73032"/>
                  <a:pt x="2005065" y="72395"/>
                </a:cubicBezTo>
                <a:cubicBezTo>
                  <a:pt x="2002839" y="71715"/>
                  <a:pt x="2001116" y="70875"/>
                  <a:pt x="1999890" y="69874"/>
                </a:cubicBezTo>
                <a:cubicBezTo>
                  <a:pt x="1999073" y="70692"/>
                  <a:pt x="1998390" y="71623"/>
                  <a:pt x="1997847" y="72666"/>
                </a:cubicBezTo>
                <a:cubicBezTo>
                  <a:pt x="1997347" y="73712"/>
                  <a:pt x="1997095" y="74915"/>
                  <a:pt x="1997095" y="76278"/>
                </a:cubicBezTo>
                <a:cubicBezTo>
                  <a:pt x="1997095" y="77867"/>
                  <a:pt x="1997824" y="79184"/>
                  <a:pt x="1999276" y="80227"/>
                </a:cubicBezTo>
                <a:cubicBezTo>
                  <a:pt x="2000773" y="81270"/>
                  <a:pt x="2002750" y="81839"/>
                  <a:pt x="2005202" y="81930"/>
                </a:cubicBezTo>
                <a:lnTo>
                  <a:pt x="2021204" y="82610"/>
                </a:lnTo>
                <a:cubicBezTo>
                  <a:pt x="2024247" y="82702"/>
                  <a:pt x="2027039" y="83133"/>
                  <a:pt x="2029582" y="83905"/>
                </a:cubicBezTo>
                <a:cubicBezTo>
                  <a:pt x="2032125" y="84631"/>
                  <a:pt x="2034326" y="85699"/>
                  <a:pt x="2036189" y="87105"/>
                </a:cubicBezTo>
                <a:cubicBezTo>
                  <a:pt x="2038049" y="88468"/>
                  <a:pt x="2039503" y="90171"/>
                  <a:pt x="2040546" y="92214"/>
                </a:cubicBezTo>
                <a:cubicBezTo>
                  <a:pt x="2041592" y="94212"/>
                  <a:pt x="2042112" y="96549"/>
                  <a:pt x="2042112" y="99230"/>
                </a:cubicBezTo>
                <a:cubicBezTo>
                  <a:pt x="2042112" y="102044"/>
                  <a:pt x="2041524" y="104722"/>
                  <a:pt x="2040344" y="107265"/>
                </a:cubicBezTo>
                <a:cubicBezTo>
                  <a:pt x="2039163" y="109808"/>
                  <a:pt x="2037346" y="112031"/>
                  <a:pt x="2034894" y="113940"/>
                </a:cubicBezTo>
                <a:cubicBezTo>
                  <a:pt x="2032488" y="115892"/>
                  <a:pt x="2029399" y="117412"/>
                  <a:pt x="2025633" y="118501"/>
                </a:cubicBezTo>
                <a:cubicBezTo>
                  <a:pt x="2021864" y="119638"/>
                  <a:pt x="2017415" y="120204"/>
                  <a:pt x="2012283" y="120204"/>
                </a:cubicBezTo>
                <a:cubicBezTo>
                  <a:pt x="2007334" y="120204"/>
                  <a:pt x="2003113" y="119772"/>
                  <a:pt x="1999616" y="118909"/>
                </a:cubicBezTo>
                <a:cubicBezTo>
                  <a:pt x="1996167" y="118092"/>
                  <a:pt x="1993329" y="116957"/>
                  <a:pt x="1991103" y="115506"/>
                </a:cubicBezTo>
                <a:cubicBezTo>
                  <a:pt x="1988877" y="114051"/>
                  <a:pt x="1987266" y="112305"/>
                  <a:pt x="1986268" y="110262"/>
                </a:cubicBezTo>
                <a:cubicBezTo>
                  <a:pt x="1985268" y="108262"/>
                  <a:pt x="1984768" y="106085"/>
                  <a:pt x="1984768" y="103724"/>
                </a:cubicBezTo>
                <a:cubicBezTo>
                  <a:pt x="1984768" y="102224"/>
                  <a:pt x="1984951" y="100773"/>
                  <a:pt x="1985314" y="99364"/>
                </a:cubicBezTo>
                <a:cubicBezTo>
                  <a:pt x="1985677" y="97958"/>
                  <a:pt x="1986223" y="96618"/>
                  <a:pt x="1986948" y="95346"/>
                </a:cubicBezTo>
                <a:cubicBezTo>
                  <a:pt x="1987720" y="94075"/>
                  <a:pt x="1988651" y="92872"/>
                  <a:pt x="1989740" y="91737"/>
                </a:cubicBezTo>
                <a:cubicBezTo>
                  <a:pt x="1990877" y="90557"/>
                  <a:pt x="1992169" y="89400"/>
                  <a:pt x="1993623" y="88262"/>
                </a:cubicBezTo>
                <a:cubicBezTo>
                  <a:pt x="1991397" y="87128"/>
                  <a:pt x="1989740" y="85699"/>
                  <a:pt x="1988651" y="83973"/>
                </a:cubicBezTo>
                <a:cubicBezTo>
                  <a:pt x="1987608" y="82247"/>
                  <a:pt x="1987085" y="80387"/>
                  <a:pt x="1987085" y="78387"/>
                </a:cubicBezTo>
                <a:cubicBezTo>
                  <a:pt x="1987085" y="75618"/>
                  <a:pt x="1987651" y="73143"/>
                  <a:pt x="1988789" y="70966"/>
                </a:cubicBezTo>
                <a:cubicBezTo>
                  <a:pt x="1989923" y="68786"/>
                  <a:pt x="1991329" y="66834"/>
                  <a:pt x="1993009" y="65108"/>
                </a:cubicBezTo>
                <a:cubicBezTo>
                  <a:pt x="1991603" y="63428"/>
                  <a:pt x="1990489" y="61545"/>
                  <a:pt x="1989672" y="59456"/>
                </a:cubicBezTo>
                <a:cubicBezTo>
                  <a:pt x="1988854" y="57321"/>
                  <a:pt x="1988446" y="54755"/>
                  <a:pt x="1988446" y="51761"/>
                </a:cubicBezTo>
                <a:cubicBezTo>
                  <a:pt x="1988446" y="48263"/>
                  <a:pt x="1989037" y="45131"/>
                  <a:pt x="1990217" y="42362"/>
                </a:cubicBezTo>
                <a:cubicBezTo>
                  <a:pt x="1991397" y="39591"/>
                  <a:pt x="1993032" y="37253"/>
                  <a:pt x="1995121" y="35347"/>
                </a:cubicBezTo>
                <a:cubicBezTo>
                  <a:pt x="1997210" y="33438"/>
                  <a:pt x="1999707" y="31987"/>
                  <a:pt x="2002613" y="30987"/>
                </a:cubicBezTo>
                <a:cubicBezTo>
                  <a:pt x="2005565" y="29944"/>
                  <a:pt x="2008765" y="29421"/>
                  <a:pt x="2012214" y="29421"/>
                </a:cubicBezTo>
                <a:cubicBezTo>
                  <a:pt x="2014077" y="29421"/>
                  <a:pt x="2015803" y="29535"/>
                  <a:pt x="2017392" y="29761"/>
                </a:cubicBezTo>
                <a:cubicBezTo>
                  <a:pt x="2019027" y="29944"/>
                  <a:pt x="2020547" y="30215"/>
                  <a:pt x="2021956" y="30578"/>
                </a:cubicBezTo>
                <a:lnTo>
                  <a:pt x="2040478" y="30578"/>
                </a:lnTo>
                <a:cubicBezTo>
                  <a:pt x="2041249" y="30578"/>
                  <a:pt x="2041818" y="30964"/>
                  <a:pt x="2042181" y="31735"/>
                </a:cubicBezTo>
                <a:cubicBezTo>
                  <a:pt x="2042590" y="32464"/>
                  <a:pt x="2042795" y="33598"/>
                  <a:pt x="2042795" y="35142"/>
                </a:cubicBezTo>
                <a:close/>
                <a:moveTo>
                  <a:pt x="2025225" y="51284"/>
                </a:moveTo>
                <a:cubicBezTo>
                  <a:pt x="2025225" y="47106"/>
                  <a:pt x="2024064" y="43860"/>
                  <a:pt x="2021750" y="41545"/>
                </a:cubicBezTo>
                <a:cubicBezTo>
                  <a:pt x="2019481" y="39182"/>
                  <a:pt x="2016235" y="38002"/>
                  <a:pt x="2012011" y="38002"/>
                </a:cubicBezTo>
                <a:cubicBezTo>
                  <a:pt x="2009831" y="38002"/>
                  <a:pt x="2007925" y="38365"/>
                  <a:pt x="2006291" y="39093"/>
                </a:cubicBezTo>
                <a:cubicBezTo>
                  <a:pt x="2004702" y="39819"/>
                  <a:pt x="2003362" y="40817"/>
                  <a:pt x="2002273" y="42088"/>
                </a:cubicBezTo>
                <a:cubicBezTo>
                  <a:pt x="2001227" y="43360"/>
                  <a:pt x="2000433" y="44834"/>
                  <a:pt x="1999890" y="46514"/>
                </a:cubicBezTo>
                <a:cubicBezTo>
                  <a:pt x="1999390" y="48149"/>
                  <a:pt x="1999138" y="49875"/>
                  <a:pt x="1999138" y="51692"/>
                </a:cubicBezTo>
                <a:cubicBezTo>
                  <a:pt x="1999138" y="55733"/>
                  <a:pt x="2000276" y="58910"/>
                  <a:pt x="2002545" y="61225"/>
                </a:cubicBezTo>
                <a:cubicBezTo>
                  <a:pt x="2004859" y="63542"/>
                  <a:pt x="2008085" y="64700"/>
                  <a:pt x="2012214" y="64700"/>
                </a:cubicBezTo>
                <a:cubicBezTo>
                  <a:pt x="2014440" y="64700"/>
                  <a:pt x="2016369" y="64359"/>
                  <a:pt x="2018004" y="63677"/>
                </a:cubicBezTo>
                <a:cubicBezTo>
                  <a:pt x="2019638" y="62951"/>
                  <a:pt x="2020978" y="61976"/>
                  <a:pt x="2022021" y="60750"/>
                </a:cubicBezTo>
                <a:cubicBezTo>
                  <a:pt x="2023113" y="59479"/>
                  <a:pt x="2023907" y="58024"/>
                  <a:pt x="2024407" y="56390"/>
                </a:cubicBezTo>
                <a:cubicBezTo>
                  <a:pt x="2024950" y="54755"/>
                  <a:pt x="2025225" y="53052"/>
                  <a:pt x="2025225" y="51284"/>
                </a:cubicBezTo>
                <a:close/>
                <a:moveTo>
                  <a:pt x="2030877" y="99841"/>
                </a:moveTo>
                <a:cubicBezTo>
                  <a:pt x="2030877" y="97209"/>
                  <a:pt x="2029785" y="95186"/>
                  <a:pt x="2027608" y="93780"/>
                </a:cubicBezTo>
                <a:cubicBezTo>
                  <a:pt x="2025473" y="92326"/>
                  <a:pt x="2022567" y="91554"/>
                  <a:pt x="2018889" y="91466"/>
                </a:cubicBezTo>
                <a:lnTo>
                  <a:pt x="2003022" y="90920"/>
                </a:lnTo>
                <a:cubicBezTo>
                  <a:pt x="2001567" y="92054"/>
                  <a:pt x="2000364" y="93143"/>
                  <a:pt x="1999413" y="94189"/>
                </a:cubicBezTo>
                <a:cubicBezTo>
                  <a:pt x="1998504" y="95186"/>
                  <a:pt x="1997778" y="96141"/>
                  <a:pt x="1997232" y="97049"/>
                </a:cubicBezTo>
                <a:cubicBezTo>
                  <a:pt x="1996687" y="98004"/>
                  <a:pt x="1996301" y="98932"/>
                  <a:pt x="1996075" y="99841"/>
                </a:cubicBezTo>
                <a:cubicBezTo>
                  <a:pt x="1995892" y="100750"/>
                  <a:pt x="1995801" y="101681"/>
                  <a:pt x="1995801" y="102633"/>
                </a:cubicBezTo>
                <a:cubicBezTo>
                  <a:pt x="1995801" y="105585"/>
                  <a:pt x="1997301" y="107811"/>
                  <a:pt x="2000299" y="109308"/>
                </a:cubicBezTo>
                <a:cubicBezTo>
                  <a:pt x="2003293" y="110851"/>
                  <a:pt x="2007471" y="111623"/>
                  <a:pt x="2012829" y="111623"/>
                </a:cubicBezTo>
                <a:cubicBezTo>
                  <a:pt x="2016235" y="111623"/>
                  <a:pt x="2019072" y="111282"/>
                  <a:pt x="2021341" y="110602"/>
                </a:cubicBezTo>
                <a:cubicBezTo>
                  <a:pt x="2023656" y="109965"/>
                  <a:pt x="2025519" y="109102"/>
                  <a:pt x="2026925" y="108013"/>
                </a:cubicBezTo>
                <a:cubicBezTo>
                  <a:pt x="2028334" y="106925"/>
                  <a:pt x="2029334" y="105676"/>
                  <a:pt x="2029922" y="104267"/>
                </a:cubicBezTo>
                <a:cubicBezTo>
                  <a:pt x="2030560" y="102861"/>
                  <a:pt x="2030877" y="101384"/>
                  <a:pt x="2030877" y="99841"/>
                </a:cubicBezTo>
                <a:close/>
                <a:moveTo>
                  <a:pt x="2110012" y="93643"/>
                </a:moveTo>
                <a:cubicBezTo>
                  <a:pt x="2110012" y="94006"/>
                  <a:pt x="2109924" y="94326"/>
                  <a:pt x="2109741" y="94598"/>
                </a:cubicBezTo>
                <a:cubicBezTo>
                  <a:pt x="2109561" y="94823"/>
                  <a:pt x="2109264" y="95029"/>
                  <a:pt x="2108855" y="95209"/>
                </a:cubicBezTo>
                <a:cubicBezTo>
                  <a:pt x="2108446" y="95392"/>
                  <a:pt x="2107881" y="95529"/>
                  <a:pt x="2107152" y="95618"/>
                </a:cubicBezTo>
                <a:cubicBezTo>
                  <a:pt x="2106426" y="95709"/>
                  <a:pt x="2105517" y="95755"/>
                  <a:pt x="2104429" y="95755"/>
                </a:cubicBezTo>
                <a:cubicBezTo>
                  <a:pt x="2103294" y="95755"/>
                  <a:pt x="2102363" y="95709"/>
                  <a:pt x="2101637" y="95618"/>
                </a:cubicBezTo>
                <a:cubicBezTo>
                  <a:pt x="2100911" y="95529"/>
                  <a:pt x="2100343" y="95392"/>
                  <a:pt x="2099934" y="95209"/>
                </a:cubicBezTo>
                <a:cubicBezTo>
                  <a:pt x="2099525" y="95029"/>
                  <a:pt x="2099231" y="94823"/>
                  <a:pt x="2099048" y="94598"/>
                </a:cubicBezTo>
                <a:cubicBezTo>
                  <a:pt x="2098868" y="94326"/>
                  <a:pt x="2098777" y="94006"/>
                  <a:pt x="2098777" y="93643"/>
                </a:cubicBezTo>
                <a:lnTo>
                  <a:pt x="2098777" y="57753"/>
                </a:lnTo>
                <a:cubicBezTo>
                  <a:pt x="2098777" y="54255"/>
                  <a:pt x="2098505" y="51441"/>
                  <a:pt x="2097959" y="49309"/>
                </a:cubicBezTo>
                <a:cubicBezTo>
                  <a:pt x="2097414" y="47174"/>
                  <a:pt x="2096619" y="45334"/>
                  <a:pt x="2095576" y="43791"/>
                </a:cubicBezTo>
                <a:cubicBezTo>
                  <a:pt x="2094530" y="42248"/>
                  <a:pt x="2093170" y="41068"/>
                  <a:pt x="2091490" y="40251"/>
                </a:cubicBezTo>
                <a:cubicBezTo>
                  <a:pt x="2089855" y="39433"/>
                  <a:pt x="2087947" y="39025"/>
                  <a:pt x="2085769" y="39025"/>
                </a:cubicBezTo>
                <a:cubicBezTo>
                  <a:pt x="2082955" y="39025"/>
                  <a:pt x="2080137" y="40022"/>
                  <a:pt x="2077322" y="42020"/>
                </a:cubicBezTo>
                <a:cubicBezTo>
                  <a:pt x="2074508" y="44017"/>
                  <a:pt x="2071556" y="46946"/>
                  <a:pt x="2068470" y="50806"/>
                </a:cubicBezTo>
                <a:lnTo>
                  <a:pt x="2068470" y="93643"/>
                </a:lnTo>
                <a:cubicBezTo>
                  <a:pt x="2068470" y="94006"/>
                  <a:pt x="2068379" y="94326"/>
                  <a:pt x="2068198" y="94598"/>
                </a:cubicBezTo>
                <a:cubicBezTo>
                  <a:pt x="2068016" y="94823"/>
                  <a:pt x="2067721" y="95029"/>
                  <a:pt x="2067313" y="95209"/>
                </a:cubicBezTo>
                <a:cubicBezTo>
                  <a:pt x="2066904" y="95392"/>
                  <a:pt x="2066335" y="95529"/>
                  <a:pt x="2065610" y="95618"/>
                </a:cubicBezTo>
                <a:cubicBezTo>
                  <a:pt x="2064884" y="95709"/>
                  <a:pt x="2063952" y="95755"/>
                  <a:pt x="2062818" y="95755"/>
                </a:cubicBezTo>
                <a:cubicBezTo>
                  <a:pt x="2061726" y="95755"/>
                  <a:pt x="2060820" y="95709"/>
                  <a:pt x="2060092" y="95618"/>
                </a:cubicBezTo>
                <a:cubicBezTo>
                  <a:pt x="2059366" y="95529"/>
                  <a:pt x="2058777" y="95392"/>
                  <a:pt x="2058323" y="95209"/>
                </a:cubicBezTo>
                <a:cubicBezTo>
                  <a:pt x="2057914" y="95029"/>
                  <a:pt x="2057617" y="94823"/>
                  <a:pt x="2057437" y="94598"/>
                </a:cubicBezTo>
                <a:cubicBezTo>
                  <a:pt x="2057300" y="94326"/>
                  <a:pt x="2057231" y="94006"/>
                  <a:pt x="2057231" y="93643"/>
                </a:cubicBezTo>
                <a:lnTo>
                  <a:pt x="2057231" y="2657"/>
                </a:lnTo>
                <a:cubicBezTo>
                  <a:pt x="2057231" y="2292"/>
                  <a:pt x="2057300" y="1975"/>
                  <a:pt x="2057437" y="1703"/>
                </a:cubicBezTo>
                <a:cubicBezTo>
                  <a:pt x="2057617" y="1432"/>
                  <a:pt x="2057914" y="1203"/>
                  <a:pt x="2058323" y="1023"/>
                </a:cubicBezTo>
                <a:cubicBezTo>
                  <a:pt x="2058777" y="840"/>
                  <a:pt x="2059366" y="703"/>
                  <a:pt x="2060092" y="614"/>
                </a:cubicBezTo>
                <a:cubicBezTo>
                  <a:pt x="2060820" y="523"/>
                  <a:pt x="2061726" y="477"/>
                  <a:pt x="2062818" y="477"/>
                </a:cubicBezTo>
                <a:cubicBezTo>
                  <a:pt x="2063952" y="477"/>
                  <a:pt x="2064884" y="523"/>
                  <a:pt x="2065610" y="614"/>
                </a:cubicBezTo>
                <a:cubicBezTo>
                  <a:pt x="2066335" y="703"/>
                  <a:pt x="2066904" y="840"/>
                  <a:pt x="2067313" y="1023"/>
                </a:cubicBezTo>
                <a:cubicBezTo>
                  <a:pt x="2067721" y="1203"/>
                  <a:pt x="2068016" y="1432"/>
                  <a:pt x="2068198" y="1703"/>
                </a:cubicBezTo>
                <a:cubicBezTo>
                  <a:pt x="2068379" y="1975"/>
                  <a:pt x="2068470" y="2292"/>
                  <a:pt x="2068470" y="2657"/>
                </a:cubicBezTo>
                <a:lnTo>
                  <a:pt x="2068470" y="39365"/>
                </a:lnTo>
                <a:cubicBezTo>
                  <a:pt x="2071693" y="35959"/>
                  <a:pt x="2074939" y="33438"/>
                  <a:pt x="2078208" y="31804"/>
                </a:cubicBezTo>
                <a:cubicBezTo>
                  <a:pt x="2081477" y="30124"/>
                  <a:pt x="2084769" y="29284"/>
                  <a:pt x="2088084" y="29284"/>
                </a:cubicBezTo>
                <a:cubicBezTo>
                  <a:pt x="2092170" y="29284"/>
                  <a:pt x="2095599" y="29989"/>
                  <a:pt x="2098368" y="31395"/>
                </a:cubicBezTo>
                <a:cubicBezTo>
                  <a:pt x="2101183" y="32758"/>
                  <a:pt x="2103454" y="34596"/>
                  <a:pt x="2105177" y="36913"/>
                </a:cubicBezTo>
                <a:cubicBezTo>
                  <a:pt x="2106903" y="39228"/>
                  <a:pt x="2108129" y="41954"/>
                  <a:pt x="2108855" y="45086"/>
                </a:cubicBezTo>
                <a:cubicBezTo>
                  <a:pt x="2109627" y="48172"/>
                  <a:pt x="2110012" y="51918"/>
                  <a:pt x="2110012" y="56321"/>
                </a:cubicBezTo>
                <a:lnTo>
                  <a:pt x="2110012" y="93643"/>
                </a:lnTo>
                <a:close/>
                <a:moveTo>
                  <a:pt x="2161093" y="89148"/>
                </a:moveTo>
                <a:cubicBezTo>
                  <a:pt x="2161093" y="90466"/>
                  <a:pt x="2161002" y="91509"/>
                  <a:pt x="2160819" y="92283"/>
                </a:cubicBezTo>
                <a:cubicBezTo>
                  <a:pt x="2160639" y="93054"/>
                  <a:pt x="2160364" y="93620"/>
                  <a:pt x="2160001" y="93983"/>
                </a:cubicBezTo>
                <a:cubicBezTo>
                  <a:pt x="2159638" y="94346"/>
                  <a:pt x="2159096" y="94689"/>
                  <a:pt x="2158367" y="95006"/>
                </a:cubicBezTo>
                <a:cubicBezTo>
                  <a:pt x="2157641" y="95323"/>
                  <a:pt x="2156801" y="95575"/>
                  <a:pt x="2155847" y="95755"/>
                </a:cubicBezTo>
                <a:cubicBezTo>
                  <a:pt x="2154941" y="95981"/>
                  <a:pt x="2153963" y="96163"/>
                  <a:pt x="2152921" y="96301"/>
                </a:cubicBezTo>
                <a:cubicBezTo>
                  <a:pt x="2151875" y="96435"/>
                  <a:pt x="2150832" y="96503"/>
                  <a:pt x="2149786" y="96503"/>
                </a:cubicBezTo>
                <a:cubicBezTo>
                  <a:pt x="2146608" y="96503"/>
                  <a:pt x="2143885" y="96095"/>
                  <a:pt x="2141613" y="95278"/>
                </a:cubicBezTo>
                <a:cubicBezTo>
                  <a:pt x="2139345" y="94415"/>
                  <a:pt x="2137481" y="93143"/>
                  <a:pt x="2136030" y="91466"/>
                </a:cubicBezTo>
                <a:cubicBezTo>
                  <a:pt x="2134575" y="89740"/>
                  <a:pt x="2133510" y="87582"/>
                  <a:pt x="2132829" y="84993"/>
                </a:cubicBezTo>
                <a:cubicBezTo>
                  <a:pt x="2132192" y="82362"/>
                  <a:pt x="2131875" y="79273"/>
                  <a:pt x="2131875" y="75732"/>
                </a:cubicBezTo>
                <a:lnTo>
                  <a:pt x="2131875" y="39911"/>
                </a:lnTo>
                <a:lnTo>
                  <a:pt x="2123294" y="39911"/>
                </a:lnTo>
                <a:cubicBezTo>
                  <a:pt x="2122614" y="39911"/>
                  <a:pt x="2122068" y="39545"/>
                  <a:pt x="2121659" y="38819"/>
                </a:cubicBezTo>
                <a:cubicBezTo>
                  <a:pt x="2121251" y="38093"/>
                  <a:pt x="2121045" y="36913"/>
                  <a:pt x="2121045" y="35279"/>
                </a:cubicBezTo>
                <a:cubicBezTo>
                  <a:pt x="2121045" y="34416"/>
                  <a:pt x="2121091" y="33690"/>
                  <a:pt x="2121182" y="33098"/>
                </a:cubicBezTo>
                <a:cubicBezTo>
                  <a:pt x="2121319" y="32510"/>
                  <a:pt x="2121477" y="32033"/>
                  <a:pt x="2121659" y="31670"/>
                </a:cubicBezTo>
                <a:cubicBezTo>
                  <a:pt x="2121842" y="31261"/>
                  <a:pt x="2122068" y="30987"/>
                  <a:pt x="2122340" y="30852"/>
                </a:cubicBezTo>
                <a:cubicBezTo>
                  <a:pt x="2122660" y="30670"/>
                  <a:pt x="2123000" y="30578"/>
                  <a:pt x="2123363" y="30578"/>
                </a:cubicBezTo>
                <a:lnTo>
                  <a:pt x="2131875" y="30578"/>
                </a:lnTo>
                <a:lnTo>
                  <a:pt x="2131875" y="16005"/>
                </a:lnTo>
                <a:cubicBezTo>
                  <a:pt x="2131875" y="15688"/>
                  <a:pt x="2131944" y="15390"/>
                  <a:pt x="2132081" y="15119"/>
                </a:cubicBezTo>
                <a:cubicBezTo>
                  <a:pt x="2132261" y="14848"/>
                  <a:pt x="2132555" y="14619"/>
                  <a:pt x="2132964" y="14439"/>
                </a:cubicBezTo>
                <a:cubicBezTo>
                  <a:pt x="2133418" y="14210"/>
                  <a:pt x="2134010" y="14053"/>
                  <a:pt x="2134735" y="13962"/>
                </a:cubicBezTo>
                <a:cubicBezTo>
                  <a:pt x="2135461" y="13870"/>
                  <a:pt x="2136370" y="13825"/>
                  <a:pt x="2137459" y="13825"/>
                </a:cubicBezTo>
                <a:cubicBezTo>
                  <a:pt x="2138596" y="13825"/>
                  <a:pt x="2139525" y="13870"/>
                  <a:pt x="2140253" y="13962"/>
                </a:cubicBezTo>
                <a:cubicBezTo>
                  <a:pt x="2140979" y="14053"/>
                  <a:pt x="2141545" y="14210"/>
                  <a:pt x="2141953" y="14439"/>
                </a:cubicBezTo>
                <a:cubicBezTo>
                  <a:pt x="2142362" y="14619"/>
                  <a:pt x="2142659" y="14848"/>
                  <a:pt x="2142839" y="15119"/>
                </a:cubicBezTo>
                <a:cubicBezTo>
                  <a:pt x="2143022" y="15390"/>
                  <a:pt x="2143114" y="15688"/>
                  <a:pt x="2143114" y="16005"/>
                </a:cubicBezTo>
                <a:lnTo>
                  <a:pt x="2143114" y="30578"/>
                </a:lnTo>
                <a:lnTo>
                  <a:pt x="2158844" y="30578"/>
                </a:lnTo>
                <a:cubicBezTo>
                  <a:pt x="2159207" y="30578"/>
                  <a:pt x="2159524" y="30670"/>
                  <a:pt x="2159799" y="30852"/>
                </a:cubicBezTo>
                <a:cubicBezTo>
                  <a:pt x="2160070" y="30987"/>
                  <a:pt x="2160299" y="31261"/>
                  <a:pt x="2160479" y="31670"/>
                </a:cubicBezTo>
                <a:cubicBezTo>
                  <a:pt x="2160707" y="32033"/>
                  <a:pt x="2160864" y="32510"/>
                  <a:pt x="2160956" y="33098"/>
                </a:cubicBezTo>
                <a:cubicBezTo>
                  <a:pt x="2161047" y="33690"/>
                  <a:pt x="2161093" y="34416"/>
                  <a:pt x="2161093" y="35279"/>
                </a:cubicBezTo>
                <a:cubicBezTo>
                  <a:pt x="2161093" y="36913"/>
                  <a:pt x="2160887" y="38093"/>
                  <a:pt x="2160479" y="38819"/>
                </a:cubicBezTo>
                <a:cubicBezTo>
                  <a:pt x="2160070" y="39545"/>
                  <a:pt x="2159524" y="39911"/>
                  <a:pt x="2158844" y="39911"/>
                </a:cubicBezTo>
                <a:lnTo>
                  <a:pt x="2143114" y="39911"/>
                </a:lnTo>
                <a:lnTo>
                  <a:pt x="2143114" y="74098"/>
                </a:lnTo>
                <a:cubicBezTo>
                  <a:pt x="2143114" y="78321"/>
                  <a:pt x="2143725" y="81522"/>
                  <a:pt x="2144951" y="83702"/>
                </a:cubicBezTo>
                <a:cubicBezTo>
                  <a:pt x="2146223" y="85834"/>
                  <a:pt x="2148469" y="86902"/>
                  <a:pt x="2151695" y="86902"/>
                </a:cubicBezTo>
                <a:cubicBezTo>
                  <a:pt x="2152738" y="86902"/>
                  <a:pt x="2153669" y="86811"/>
                  <a:pt x="2154486" y="86628"/>
                </a:cubicBezTo>
                <a:cubicBezTo>
                  <a:pt x="2155304" y="86402"/>
                  <a:pt x="2156029" y="86174"/>
                  <a:pt x="2156664" y="85948"/>
                </a:cubicBezTo>
                <a:cubicBezTo>
                  <a:pt x="2157301" y="85722"/>
                  <a:pt x="2157847" y="85516"/>
                  <a:pt x="2158298" y="85336"/>
                </a:cubicBezTo>
                <a:cubicBezTo>
                  <a:pt x="2158753" y="85108"/>
                  <a:pt x="2159161" y="84993"/>
                  <a:pt x="2159524" y="84993"/>
                </a:cubicBezTo>
                <a:cubicBezTo>
                  <a:pt x="2159753" y="84993"/>
                  <a:pt x="2159956" y="85062"/>
                  <a:pt x="2160139" y="85199"/>
                </a:cubicBezTo>
                <a:cubicBezTo>
                  <a:pt x="2160364" y="85291"/>
                  <a:pt x="2160524" y="85494"/>
                  <a:pt x="2160616" y="85811"/>
                </a:cubicBezTo>
                <a:cubicBezTo>
                  <a:pt x="2160750" y="86131"/>
                  <a:pt x="2160864" y="86562"/>
                  <a:pt x="2160956" y="87105"/>
                </a:cubicBezTo>
                <a:cubicBezTo>
                  <a:pt x="2161047" y="87651"/>
                  <a:pt x="2161093" y="88331"/>
                  <a:pt x="2161093" y="89148"/>
                </a:cubicBezTo>
                <a:close/>
                <a:moveTo>
                  <a:pt x="2218709" y="93643"/>
                </a:moveTo>
                <a:cubicBezTo>
                  <a:pt x="2218709" y="94006"/>
                  <a:pt x="2218617" y="94326"/>
                  <a:pt x="2218437" y="94598"/>
                </a:cubicBezTo>
                <a:cubicBezTo>
                  <a:pt x="2218254" y="94823"/>
                  <a:pt x="2217960" y="95029"/>
                  <a:pt x="2217551" y="95209"/>
                </a:cubicBezTo>
                <a:cubicBezTo>
                  <a:pt x="2217143" y="95392"/>
                  <a:pt x="2216574" y="95529"/>
                  <a:pt x="2215848" y="95618"/>
                </a:cubicBezTo>
                <a:cubicBezTo>
                  <a:pt x="2215123" y="95709"/>
                  <a:pt x="2214191" y="95755"/>
                  <a:pt x="2213057" y="95755"/>
                </a:cubicBezTo>
                <a:cubicBezTo>
                  <a:pt x="2211965" y="95755"/>
                  <a:pt x="2211059" y="95709"/>
                  <a:pt x="2210331" y="95618"/>
                </a:cubicBezTo>
                <a:cubicBezTo>
                  <a:pt x="2209605" y="95529"/>
                  <a:pt x="2209013" y="95392"/>
                  <a:pt x="2208562" y="95209"/>
                </a:cubicBezTo>
                <a:cubicBezTo>
                  <a:pt x="2208153" y="95029"/>
                  <a:pt x="2207856" y="94823"/>
                  <a:pt x="2207676" y="94598"/>
                </a:cubicBezTo>
                <a:cubicBezTo>
                  <a:pt x="2207539" y="94326"/>
                  <a:pt x="2207470" y="94006"/>
                  <a:pt x="2207470" y="93643"/>
                </a:cubicBezTo>
                <a:lnTo>
                  <a:pt x="2207470" y="2657"/>
                </a:lnTo>
                <a:cubicBezTo>
                  <a:pt x="2207470" y="2292"/>
                  <a:pt x="2207539" y="1975"/>
                  <a:pt x="2207676" y="1703"/>
                </a:cubicBezTo>
                <a:cubicBezTo>
                  <a:pt x="2207856" y="1432"/>
                  <a:pt x="2208153" y="1203"/>
                  <a:pt x="2208562" y="1023"/>
                </a:cubicBezTo>
                <a:cubicBezTo>
                  <a:pt x="2209016" y="840"/>
                  <a:pt x="2209605" y="703"/>
                  <a:pt x="2210331" y="614"/>
                </a:cubicBezTo>
                <a:cubicBezTo>
                  <a:pt x="2211059" y="523"/>
                  <a:pt x="2211965" y="477"/>
                  <a:pt x="2213057" y="477"/>
                </a:cubicBezTo>
                <a:cubicBezTo>
                  <a:pt x="2214191" y="477"/>
                  <a:pt x="2215123" y="523"/>
                  <a:pt x="2215848" y="614"/>
                </a:cubicBezTo>
                <a:cubicBezTo>
                  <a:pt x="2216574" y="703"/>
                  <a:pt x="2217143" y="840"/>
                  <a:pt x="2217551" y="1023"/>
                </a:cubicBezTo>
                <a:cubicBezTo>
                  <a:pt x="2217960" y="1203"/>
                  <a:pt x="2218254" y="1432"/>
                  <a:pt x="2218437" y="1703"/>
                </a:cubicBezTo>
                <a:cubicBezTo>
                  <a:pt x="2218617" y="1975"/>
                  <a:pt x="2218709" y="2292"/>
                  <a:pt x="2218709" y="2657"/>
                </a:cubicBezTo>
                <a:lnTo>
                  <a:pt x="2218709" y="93643"/>
                </a:lnTo>
                <a:close/>
                <a:moveTo>
                  <a:pt x="2291784" y="60342"/>
                </a:moveTo>
                <a:cubicBezTo>
                  <a:pt x="2291784" y="62111"/>
                  <a:pt x="2291329" y="63382"/>
                  <a:pt x="2290423" y="64154"/>
                </a:cubicBezTo>
                <a:cubicBezTo>
                  <a:pt x="2289560" y="64880"/>
                  <a:pt x="2288560" y="65245"/>
                  <a:pt x="2287426" y="65245"/>
                </a:cubicBezTo>
                <a:lnTo>
                  <a:pt x="2247244" y="65245"/>
                </a:lnTo>
                <a:cubicBezTo>
                  <a:pt x="2247244" y="68649"/>
                  <a:pt x="2247584" y="71715"/>
                  <a:pt x="2248267" y="74438"/>
                </a:cubicBezTo>
                <a:cubicBezTo>
                  <a:pt x="2248947" y="77161"/>
                  <a:pt x="2250081" y="79501"/>
                  <a:pt x="2251670" y="81453"/>
                </a:cubicBezTo>
                <a:cubicBezTo>
                  <a:pt x="2253259" y="83405"/>
                  <a:pt x="2255325" y="84905"/>
                  <a:pt x="2257868" y="85948"/>
                </a:cubicBezTo>
                <a:cubicBezTo>
                  <a:pt x="2260411" y="86991"/>
                  <a:pt x="2263520" y="87514"/>
                  <a:pt x="2267198" y="87514"/>
                </a:cubicBezTo>
                <a:cubicBezTo>
                  <a:pt x="2270104" y="87514"/>
                  <a:pt x="2272693" y="87288"/>
                  <a:pt x="2274961" y="86834"/>
                </a:cubicBezTo>
                <a:cubicBezTo>
                  <a:pt x="2277233" y="86334"/>
                  <a:pt x="2279185" y="85788"/>
                  <a:pt x="2280819" y="85199"/>
                </a:cubicBezTo>
                <a:cubicBezTo>
                  <a:pt x="2282500" y="84608"/>
                  <a:pt x="2283863" y="84088"/>
                  <a:pt x="2284906" y="83633"/>
                </a:cubicBezTo>
                <a:cubicBezTo>
                  <a:pt x="2285994" y="83133"/>
                  <a:pt x="2286812" y="82885"/>
                  <a:pt x="2287357" y="82885"/>
                </a:cubicBezTo>
                <a:cubicBezTo>
                  <a:pt x="2287674" y="82885"/>
                  <a:pt x="2287949" y="82973"/>
                  <a:pt x="2288175" y="83156"/>
                </a:cubicBezTo>
                <a:cubicBezTo>
                  <a:pt x="2288446" y="83293"/>
                  <a:pt x="2288652" y="83519"/>
                  <a:pt x="2288789" y="83836"/>
                </a:cubicBezTo>
                <a:cubicBezTo>
                  <a:pt x="2288923" y="84153"/>
                  <a:pt x="2289015" y="84608"/>
                  <a:pt x="2289060" y="85199"/>
                </a:cubicBezTo>
                <a:cubicBezTo>
                  <a:pt x="2289152" y="85745"/>
                  <a:pt x="2289198" y="86425"/>
                  <a:pt x="2289198" y="87242"/>
                </a:cubicBezTo>
                <a:cubicBezTo>
                  <a:pt x="2289198" y="87831"/>
                  <a:pt x="2289175" y="88354"/>
                  <a:pt x="2289129" y="88808"/>
                </a:cubicBezTo>
                <a:cubicBezTo>
                  <a:pt x="2289083" y="89217"/>
                  <a:pt x="2289015" y="89603"/>
                  <a:pt x="2288923" y="89966"/>
                </a:cubicBezTo>
                <a:cubicBezTo>
                  <a:pt x="2288878" y="90283"/>
                  <a:pt x="2288766" y="90580"/>
                  <a:pt x="2288583" y="90851"/>
                </a:cubicBezTo>
                <a:cubicBezTo>
                  <a:pt x="2288446" y="91123"/>
                  <a:pt x="2288243" y="91397"/>
                  <a:pt x="2287972" y="91669"/>
                </a:cubicBezTo>
                <a:cubicBezTo>
                  <a:pt x="2287743" y="91894"/>
                  <a:pt x="2287017" y="92303"/>
                  <a:pt x="2285791" y="92894"/>
                </a:cubicBezTo>
                <a:cubicBezTo>
                  <a:pt x="2284566" y="93440"/>
                  <a:pt x="2282977" y="93983"/>
                  <a:pt x="2281025" y="94529"/>
                </a:cubicBezTo>
                <a:cubicBezTo>
                  <a:pt x="2279071" y="95075"/>
                  <a:pt x="2276802" y="95552"/>
                  <a:pt x="2274213" y="95961"/>
                </a:cubicBezTo>
                <a:cubicBezTo>
                  <a:pt x="2271670" y="96412"/>
                  <a:pt x="2268946" y="96641"/>
                  <a:pt x="2266040" y="96641"/>
                </a:cubicBezTo>
                <a:cubicBezTo>
                  <a:pt x="2261003" y="96641"/>
                  <a:pt x="2256573" y="95938"/>
                  <a:pt x="2252762" y="94529"/>
                </a:cubicBezTo>
                <a:cubicBezTo>
                  <a:pt x="2248993" y="93120"/>
                  <a:pt x="2245815" y="91034"/>
                  <a:pt x="2243226" y="88262"/>
                </a:cubicBezTo>
                <a:cubicBezTo>
                  <a:pt x="2240637" y="85494"/>
                  <a:pt x="2238686" y="82022"/>
                  <a:pt x="2237368" y="77844"/>
                </a:cubicBezTo>
                <a:cubicBezTo>
                  <a:pt x="2236054" y="73666"/>
                  <a:pt x="2235394" y="68809"/>
                  <a:pt x="2235394" y="63268"/>
                </a:cubicBezTo>
                <a:cubicBezTo>
                  <a:pt x="2235394" y="58002"/>
                  <a:pt x="2236074" y="53281"/>
                  <a:pt x="2237437" y="49103"/>
                </a:cubicBezTo>
                <a:cubicBezTo>
                  <a:pt x="2238800" y="44880"/>
                  <a:pt x="2240751" y="41317"/>
                  <a:pt x="2243295" y="38411"/>
                </a:cubicBezTo>
                <a:cubicBezTo>
                  <a:pt x="2245881" y="35459"/>
                  <a:pt x="2248993" y="33213"/>
                  <a:pt x="2252624" y="31670"/>
                </a:cubicBezTo>
                <a:cubicBezTo>
                  <a:pt x="2256256" y="30081"/>
                  <a:pt x="2260320" y="29284"/>
                  <a:pt x="2264814" y="29284"/>
                </a:cubicBezTo>
                <a:cubicBezTo>
                  <a:pt x="2269627" y="29284"/>
                  <a:pt x="2273713" y="30058"/>
                  <a:pt x="2277073" y="31601"/>
                </a:cubicBezTo>
                <a:cubicBezTo>
                  <a:pt x="2280479" y="33144"/>
                  <a:pt x="2283271" y="35233"/>
                  <a:pt x="2285451" y="37868"/>
                </a:cubicBezTo>
                <a:cubicBezTo>
                  <a:pt x="2287629" y="40454"/>
                  <a:pt x="2289220" y="43520"/>
                  <a:pt x="2290218" y="47060"/>
                </a:cubicBezTo>
                <a:cubicBezTo>
                  <a:pt x="2291264" y="50555"/>
                  <a:pt x="2291784" y="54301"/>
                  <a:pt x="2291784" y="58299"/>
                </a:cubicBezTo>
                <a:lnTo>
                  <a:pt x="2291784" y="60342"/>
                </a:lnTo>
                <a:close/>
                <a:moveTo>
                  <a:pt x="2280479" y="57004"/>
                </a:moveTo>
                <a:cubicBezTo>
                  <a:pt x="2280616" y="51101"/>
                  <a:pt x="2279299" y="46469"/>
                  <a:pt x="2276530" y="43111"/>
                </a:cubicBezTo>
                <a:cubicBezTo>
                  <a:pt x="2273804" y="39751"/>
                  <a:pt x="2269741" y="38070"/>
                  <a:pt x="2264337" y="38070"/>
                </a:cubicBezTo>
                <a:cubicBezTo>
                  <a:pt x="2261568" y="38070"/>
                  <a:pt x="2259140" y="38593"/>
                  <a:pt x="2257051" y="39636"/>
                </a:cubicBezTo>
                <a:cubicBezTo>
                  <a:pt x="2254962" y="40682"/>
                  <a:pt x="2253216" y="42065"/>
                  <a:pt x="2251807" y="43791"/>
                </a:cubicBezTo>
                <a:cubicBezTo>
                  <a:pt x="2250398" y="45517"/>
                  <a:pt x="2249310" y="47537"/>
                  <a:pt x="2248538" y="49852"/>
                </a:cubicBezTo>
                <a:cubicBezTo>
                  <a:pt x="2247767" y="52124"/>
                  <a:pt x="2247335" y="54507"/>
                  <a:pt x="2247244" y="57004"/>
                </a:cubicBezTo>
                <a:lnTo>
                  <a:pt x="2280479" y="57004"/>
                </a:lnTo>
                <a:close/>
                <a:moveTo>
                  <a:pt x="2360092" y="35142"/>
                </a:moveTo>
                <a:cubicBezTo>
                  <a:pt x="2360092" y="36730"/>
                  <a:pt x="2359866" y="37888"/>
                  <a:pt x="2359412" y="38616"/>
                </a:cubicBezTo>
                <a:cubicBezTo>
                  <a:pt x="2359003" y="39296"/>
                  <a:pt x="2358458" y="39636"/>
                  <a:pt x="2357778" y="39636"/>
                </a:cubicBezTo>
                <a:lnTo>
                  <a:pt x="2348994" y="39636"/>
                </a:lnTo>
                <a:cubicBezTo>
                  <a:pt x="2350582" y="41271"/>
                  <a:pt x="2351694" y="43088"/>
                  <a:pt x="2352328" y="45086"/>
                </a:cubicBezTo>
                <a:cubicBezTo>
                  <a:pt x="2352966" y="47037"/>
                  <a:pt x="2353283" y="49080"/>
                  <a:pt x="2353283" y="51215"/>
                </a:cubicBezTo>
                <a:cubicBezTo>
                  <a:pt x="2353283" y="54755"/>
                  <a:pt x="2352714" y="57890"/>
                  <a:pt x="2351580" y="60613"/>
                </a:cubicBezTo>
                <a:cubicBezTo>
                  <a:pt x="2350445" y="63336"/>
                  <a:pt x="2348811" y="65654"/>
                  <a:pt x="2346676" y="67560"/>
                </a:cubicBezTo>
                <a:cubicBezTo>
                  <a:pt x="2344587" y="69420"/>
                  <a:pt x="2342090" y="70852"/>
                  <a:pt x="2339187" y="71849"/>
                </a:cubicBezTo>
                <a:cubicBezTo>
                  <a:pt x="2336281" y="72849"/>
                  <a:pt x="2333054" y="73349"/>
                  <a:pt x="2329514" y="73349"/>
                </a:cubicBezTo>
                <a:cubicBezTo>
                  <a:pt x="2327017" y="73349"/>
                  <a:pt x="2324633" y="73032"/>
                  <a:pt x="2322365" y="72395"/>
                </a:cubicBezTo>
                <a:cubicBezTo>
                  <a:pt x="2320139" y="71715"/>
                  <a:pt x="2318413" y="70875"/>
                  <a:pt x="2317187" y="69874"/>
                </a:cubicBezTo>
                <a:cubicBezTo>
                  <a:pt x="2316370" y="70692"/>
                  <a:pt x="2315689" y="71623"/>
                  <a:pt x="2315144" y="72666"/>
                </a:cubicBezTo>
                <a:cubicBezTo>
                  <a:pt x="2314644" y="73712"/>
                  <a:pt x="2314395" y="74915"/>
                  <a:pt x="2314395" y="76278"/>
                </a:cubicBezTo>
                <a:cubicBezTo>
                  <a:pt x="2314395" y="77867"/>
                  <a:pt x="2315121" y="79184"/>
                  <a:pt x="2316575" y="80227"/>
                </a:cubicBezTo>
                <a:cubicBezTo>
                  <a:pt x="2318073" y="81270"/>
                  <a:pt x="2320047" y="81839"/>
                  <a:pt x="2322499" y="81930"/>
                </a:cubicBezTo>
                <a:lnTo>
                  <a:pt x="2338504" y="82610"/>
                </a:lnTo>
                <a:cubicBezTo>
                  <a:pt x="2341547" y="82702"/>
                  <a:pt x="2344339" y="83133"/>
                  <a:pt x="2346882" y="83905"/>
                </a:cubicBezTo>
                <a:cubicBezTo>
                  <a:pt x="2349422" y="84631"/>
                  <a:pt x="2351625" y="85699"/>
                  <a:pt x="2353488" y="87105"/>
                </a:cubicBezTo>
                <a:cubicBezTo>
                  <a:pt x="2355349" y="88468"/>
                  <a:pt x="2356800" y="90171"/>
                  <a:pt x="2357846" y="92214"/>
                </a:cubicBezTo>
                <a:cubicBezTo>
                  <a:pt x="2358889" y="94212"/>
                  <a:pt x="2359412" y="96549"/>
                  <a:pt x="2359412" y="99230"/>
                </a:cubicBezTo>
                <a:cubicBezTo>
                  <a:pt x="2359412" y="102044"/>
                  <a:pt x="2358821" y="104722"/>
                  <a:pt x="2357640" y="107265"/>
                </a:cubicBezTo>
                <a:cubicBezTo>
                  <a:pt x="2356460" y="109808"/>
                  <a:pt x="2354646" y="112031"/>
                  <a:pt x="2352194" y="113940"/>
                </a:cubicBezTo>
                <a:cubicBezTo>
                  <a:pt x="2349788" y="115892"/>
                  <a:pt x="2346699" y="117412"/>
                  <a:pt x="2342930" y="118501"/>
                </a:cubicBezTo>
                <a:cubicBezTo>
                  <a:pt x="2339164" y="119638"/>
                  <a:pt x="2334715" y="120204"/>
                  <a:pt x="2329583" y="120204"/>
                </a:cubicBezTo>
                <a:cubicBezTo>
                  <a:pt x="2324633" y="120204"/>
                  <a:pt x="2320410" y="119772"/>
                  <a:pt x="2316915" y="118909"/>
                </a:cubicBezTo>
                <a:cubicBezTo>
                  <a:pt x="2313463" y="118092"/>
                  <a:pt x="2310626" y="116957"/>
                  <a:pt x="2308403" y="115506"/>
                </a:cubicBezTo>
                <a:cubicBezTo>
                  <a:pt x="2306177" y="114051"/>
                  <a:pt x="2304565" y="112305"/>
                  <a:pt x="2303568" y="110262"/>
                </a:cubicBezTo>
                <a:cubicBezTo>
                  <a:pt x="2302568" y="108262"/>
                  <a:pt x="2302068" y="106085"/>
                  <a:pt x="2302068" y="103724"/>
                </a:cubicBezTo>
                <a:cubicBezTo>
                  <a:pt x="2302068" y="102224"/>
                  <a:pt x="2302251" y="100773"/>
                  <a:pt x="2302614" y="99364"/>
                </a:cubicBezTo>
                <a:cubicBezTo>
                  <a:pt x="2302976" y="97958"/>
                  <a:pt x="2303522" y="96618"/>
                  <a:pt x="2304248" y="95346"/>
                </a:cubicBezTo>
                <a:cubicBezTo>
                  <a:pt x="2305020" y="94075"/>
                  <a:pt x="2305951" y="92872"/>
                  <a:pt x="2307040" y="91737"/>
                </a:cubicBezTo>
                <a:cubicBezTo>
                  <a:pt x="2308174" y="90557"/>
                  <a:pt x="2309469" y="89400"/>
                  <a:pt x="2310923" y="88262"/>
                </a:cubicBezTo>
                <a:cubicBezTo>
                  <a:pt x="2308697" y="87128"/>
                  <a:pt x="2307040" y="85699"/>
                  <a:pt x="2305951" y="83973"/>
                </a:cubicBezTo>
                <a:cubicBezTo>
                  <a:pt x="2304905" y="82247"/>
                  <a:pt x="2304385" y="80387"/>
                  <a:pt x="2304385" y="78387"/>
                </a:cubicBezTo>
                <a:cubicBezTo>
                  <a:pt x="2304385" y="75618"/>
                  <a:pt x="2304951" y="73143"/>
                  <a:pt x="2306085" y="70966"/>
                </a:cubicBezTo>
                <a:cubicBezTo>
                  <a:pt x="2307223" y="68786"/>
                  <a:pt x="2308629" y="66834"/>
                  <a:pt x="2310309" y="65108"/>
                </a:cubicBezTo>
                <a:cubicBezTo>
                  <a:pt x="2308900" y="63428"/>
                  <a:pt x="2307788" y="61545"/>
                  <a:pt x="2306971" y="59456"/>
                </a:cubicBezTo>
                <a:cubicBezTo>
                  <a:pt x="2306154" y="57321"/>
                  <a:pt x="2305745" y="54755"/>
                  <a:pt x="2305745" y="51761"/>
                </a:cubicBezTo>
                <a:cubicBezTo>
                  <a:pt x="2305745" y="48263"/>
                  <a:pt x="2306337" y="45131"/>
                  <a:pt x="2307517" y="42362"/>
                </a:cubicBezTo>
                <a:cubicBezTo>
                  <a:pt x="2308697" y="39591"/>
                  <a:pt x="2310332" y="37253"/>
                  <a:pt x="2312420" y="35347"/>
                </a:cubicBezTo>
                <a:cubicBezTo>
                  <a:pt x="2314509" y="33438"/>
                  <a:pt x="2317007" y="31987"/>
                  <a:pt x="2319913" y="30987"/>
                </a:cubicBezTo>
                <a:cubicBezTo>
                  <a:pt x="2322862" y="29944"/>
                  <a:pt x="2326065" y="29421"/>
                  <a:pt x="2329514" y="29421"/>
                </a:cubicBezTo>
                <a:cubicBezTo>
                  <a:pt x="2331377" y="29421"/>
                  <a:pt x="2333100" y="29535"/>
                  <a:pt x="2334689" y="29761"/>
                </a:cubicBezTo>
                <a:cubicBezTo>
                  <a:pt x="2336323" y="29944"/>
                  <a:pt x="2337846" y="30215"/>
                  <a:pt x="2339252" y="30578"/>
                </a:cubicBezTo>
                <a:lnTo>
                  <a:pt x="2357778" y="30578"/>
                </a:lnTo>
                <a:cubicBezTo>
                  <a:pt x="2358549" y="30578"/>
                  <a:pt x="2359118" y="30964"/>
                  <a:pt x="2359481" y="31735"/>
                </a:cubicBezTo>
                <a:cubicBezTo>
                  <a:pt x="2359889" y="32464"/>
                  <a:pt x="2360092" y="33598"/>
                  <a:pt x="2360092" y="35142"/>
                </a:cubicBezTo>
                <a:close/>
                <a:moveTo>
                  <a:pt x="2342521" y="51284"/>
                </a:moveTo>
                <a:cubicBezTo>
                  <a:pt x="2342521" y="47106"/>
                  <a:pt x="2341364" y="43860"/>
                  <a:pt x="2339049" y="41545"/>
                </a:cubicBezTo>
                <a:cubicBezTo>
                  <a:pt x="2336778" y="39182"/>
                  <a:pt x="2333532" y="38002"/>
                  <a:pt x="2329311" y="38002"/>
                </a:cubicBezTo>
                <a:cubicBezTo>
                  <a:pt x="2327131" y="38002"/>
                  <a:pt x="2325225" y="38365"/>
                  <a:pt x="2323590" y="39093"/>
                </a:cubicBezTo>
                <a:cubicBezTo>
                  <a:pt x="2322002" y="39819"/>
                  <a:pt x="2320661" y="40817"/>
                  <a:pt x="2319570" y="42088"/>
                </a:cubicBezTo>
                <a:cubicBezTo>
                  <a:pt x="2318527" y="43360"/>
                  <a:pt x="2317733" y="44834"/>
                  <a:pt x="2317187" y="46514"/>
                </a:cubicBezTo>
                <a:cubicBezTo>
                  <a:pt x="2316687" y="48149"/>
                  <a:pt x="2316438" y="49875"/>
                  <a:pt x="2316438" y="51692"/>
                </a:cubicBezTo>
                <a:cubicBezTo>
                  <a:pt x="2316438" y="55733"/>
                  <a:pt x="2317573" y="58910"/>
                  <a:pt x="2319844" y="61225"/>
                </a:cubicBezTo>
                <a:cubicBezTo>
                  <a:pt x="2322159" y="63542"/>
                  <a:pt x="2325382" y="64700"/>
                  <a:pt x="2329514" y="64700"/>
                </a:cubicBezTo>
                <a:cubicBezTo>
                  <a:pt x="2331740" y="64700"/>
                  <a:pt x="2333669" y="64359"/>
                  <a:pt x="2335303" y="63677"/>
                </a:cubicBezTo>
                <a:cubicBezTo>
                  <a:pt x="2336938" y="62951"/>
                  <a:pt x="2338278" y="61976"/>
                  <a:pt x="2339321" y="60750"/>
                </a:cubicBezTo>
                <a:cubicBezTo>
                  <a:pt x="2340410" y="59479"/>
                  <a:pt x="2341207" y="58024"/>
                  <a:pt x="2341704" y="56390"/>
                </a:cubicBezTo>
                <a:cubicBezTo>
                  <a:pt x="2342250" y="54755"/>
                  <a:pt x="2342521" y="53052"/>
                  <a:pt x="2342521" y="51284"/>
                </a:cubicBezTo>
                <a:close/>
                <a:moveTo>
                  <a:pt x="2348176" y="99841"/>
                </a:moveTo>
                <a:cubicBezTo>
                  <a:pt x="2348176" y="97209"/>
                  <a:pt x="2347085" y="95186"/>
                  <a:pt x="2344907" y="93780"/>
                </a:cubicBezTo>
                <a:cubicBezTo>
                  <a:pt x="2342773" y="92326"/>
                  <a:pt x="2339867" y="91554"/>
                  <a:pt x="2336189" y="91466"/>
                </a:cubicBezTo>
                <a:lnTo>
                  <a:pt x="2320321" y="90920"/>
                </a:lnTo>
                <a:cubicBezTo>
                  <a:pt x="2318867" y="92054"/>
                  <a:pt x="2317664" y="93143"/>
                  <a:pt x="2316710" y="94189"/>
                </a:cubicBezTo>
                <a:cubicBezTo>
                  <a:pt x="2315804" y="95186"/>
                  <a:pt x="2315075" y="96141"/>
                  <a:pt x="2314532" y="97049"/>
                </a:cubicBezTo>
                <a:cubicBezTo>
                  <a:pt x="2313986" y="98004"/>
                  <a:pt x="2313601" y="98932"/>
                  <a:pt x="2313375" y="99841"/>
                </a:cubicBezTo>
                <a:cubicBezTo>
                  <a:pt x="2313192" y="100750"/>
                  <a:pt x="2313101" y="101681"/>
                  <a:pt x="2313101" y="102633"/>
                </a:cubicBezTo>
                <a:cubicBezTo>
                  <a:pt x="2313101" y="105585"/>
                  <a:pt x="2314601" y="107811"/>
                  <a:pt x="2317595" y="109308"/>
                </a:cubicBezTo>
                <a:cubicBezTo>
                  <a:pt x="2320593" y="110851"/>
                  <a:pt x="2324771" y="111623"/>
                  <a:pt x="2330128" y="111623"/>
                </a:cubicBezTo>
                <a:cubicBezTo>
                  <a:pt x="2333532" y="111623"/>
                  <a:pt x="2336369" y="111282"/>
                  <a:pt x="2338641" y="110602"/>
                </a:cubicBezTo>
                <a:cubicBezTo>
                  <a:pt x="2340955" y="109965"/>
                  <a:pt x="2342819" y="109102"/>
                  <a:pt x="2344224" y="108013"/>
                </a:cubicBezTo>
                <a:cubicBezTo>
                  <a:pt x="2345633" y="106925"/>
                  <a:pt x="2346630" y="105676"/>
                  <a:pt x="2347222" y="104267"/>
                </a:cubicBezTo>
                <a:cubicBezTo>
                  <a:pt x="2347856" y="102861"/>
                  <a:pt x="2348176" y="101384"/>
                  <a:pt x="2348176" y="99841"/>
                </a:cubicBezTo>
                <a:close/>
                <a:moveTo>
                  <a:pt x="2413010" y="76958"/>
                </a:moveTo>
                <a:cubicBezTo>
                  <a:pt x="2413010" y="80090"/>
                  <a:pt x="2412422" y="82885"/>
                  <a:pt x="2411239" y="85336"/>
                </a:cubicBezTo>
                <a:cubicBezTo>
                  <a:pt x="2410104" y="87788"/>
                  <a:pt x="2408470" y="89851"/>
                  <a:pt x="2406335" y="91531"/>
                </a:cubicBezTo>
                <a:cubicBezTo>
                  <a:pt x="2404203" y="93212"/>
                  <a:pt x="2401660" y="94483"/>
                  <a:pt x="2398708" y="95346"/>
                </a:cubicBezTo>
                <a:cubicBezTo>
                  <a:pt x="2395757" y="96209"/>
                  <a:pt x="2392510" y="96641"/>
                  <a:pt x="2388970" y="96641"/>
                </a:cubicBezTo>
                <a:cubicBezTo>
                  <a:pt x="2386790" y="96641"/>
                  <a:pt x="2384701" y="96458"/>
                  <a:pt x="2382704" y="96095"/>
                </a:cubicBezTo>
                <a:cubicBezTo>
                  <a:pt x="2380752" y="95778"/>
                  <a:pt x="2378980" y="95369"/>
                  <a:pt x="2377391" y="94869"/>
                </a:cubicBezTo>
                <a:cubicBezTo>
                  <a:pt x="2375848" y="94326"/>
                  <a:pt x="2374531" y="93780"/>
                  <a:pt x="2373442" y="93235"/>
                </a:cubicBezTo>
                <a:cubicBezTo>
                  <a:pt x="2372351" y="92646"/>
                  <a:pt x="2371556" y="92123"/>
                  <a:pt x="2371059" y="91669"/>
                </a:cubicBezTo>
                <a:cubicBezTo>
                  <a:pt x="2370559" y="91214"/>
                  <a:pt x="2370196" y="90580"/>
                  <a:pt x="2369968" y="89763"/>
                </a:cubicBezTo>
                <a:cubicBezTo>
                  <a:pt x="2369742" y="88945"/>
                  <a:pt x="2369628" y="87831"/>
                  <a:pt x="2369628" y="86425"/>
                </a:cubicBezTo>
                <a:cubicBezTo>
                  <a:pt x="2369628" y="85562"/>
                  <a:pt x="2369673" y="84836"/>
                  <a:pt x="2369765" y="84245"/>
                </a:cubicBezTo>
                <a:cubicBezTo>
                  <a:pt x="2369853" y="83656"/>
                  <a:pt x="2369968" y="83179"/>
                  <a:pt x="2370105" y="82816"/>
                </a:cubicBezTo>
                <a:cubicBezTo>
                  <a:pt x="2370242" y="82453"/>
                  <a:pt x="2370422" y="82202"/>
                  <a:pt x="2370651" y="82067"/>
                </a:cubicBezTo>
                <a:cubicBezTo>
                  <a:pt x="2370922" y="81885"/>
                  <a:pt x="2371216" y="81793"/>
                  <a:pt x="2371534" y="81793"/>
                </a:cubicBezTo>
                <a:cubicBezTo>
                  <a:pt x="2372034" y="81793"/>
                  <a:pt x="2372759" y="82110"/>
                  <a:pt x="2373714" y="82747"/>
                </a:cubicBezTo>
                <a:cubicBezTo>
                  <a:pt x="2374714" y="83336"/>
                  <a:pt x="2375917" y="83996"/>
                  <a:pt x="2377323" y="84722"/>
                </a:cubicBezTo>
                <a:cubicBezTo>
                  <a:pt x="2378777" y="85448"/>
                  <a:pt x="2380480" y="86131"/>
                  <a:pt x="2382432" y="86765"/>
                </a:cubicBezTo>
                <a:cubicBezTo>
                  <a:pt x="2384384" y="87357"/>
                  <a:pt x="2386633" y="87651"/>
                  <a:pt x="2389173" y="87651"/>
                </a:cubicBezTo>
                <a:cubicBezTo>
                  <a:pt x="2391082" y="87651"/>
                  <a:pt x="2392805" y="87445"/>
                  <a:pt x="2394351" y="87037"/>
                </a:cubicBezTo>
                <a:cubicBezTo>
                  <a:pt x="2395894" y="86628"/>
                  <a:pt x="2397234" y="86039"/>
                  <a:pt x="2398368" y="85268"/>
                </a:cubicBezTo>
                <a:cubicBezTo>
                  <a:pt x="2399503" y="84451"/>
                  <a:pt x="2400366" y="83428"/>
                  <a:pt x="2400957" y="82202"/>
                </a:cubicBezTo>
                <a:cubicBezTo>
                  <a:pt x="2401592" y="80976"/>
                  <a:pt x="2401909" y="79524"/>
                  <a:pt x="2401909" y="77844"/>
                </a:cubicBezTo>
                <a:cubicBezTo>
                  <a:pt x="2401909" y="76118"/>
                  <a:pt x="2401454" y="74666"/>
                  <a:pt x="2400549" y="73483"/>
                </a:cubicBezTo>
                <a:cubicBezTo>
                  <a:pt x="2399686" y="72303"/>
                  <a:pt x="2398525" y="71260"/>
                  <a:pt x="2397074" y="70352"/>
                </a:cubicBezTo>
                <a:cubicBezTo>
                  <a:pt x="2395622" y="69443"/>
                  <a:pt x="2393988" y="68649"/>
                  <a:pt x="2392170" y="67968"/>
                </a:cubicBezTo>
                <a:cubicBezTo>
                  <a:pt x="2390353" y="67243"/>
                  <a:pt x="2388470" y="66494"/>
                  <a:pt x="2386518" y="65720"/>
                </a:cubicBezTo>
                <a:cubicBezTo>
                  <a:pt x="2384609" y="64948"/>
                  <a:pt x="2382726" y="64085"/>
                  <a:pt x="2380866" y="63134"/>
                </a:cubicBezTo>
                <a:cubicBezTo>
                  <a:pt x="2379049" y="62133"/>
                  <a:pt x="2377414" y="60930"/>
                  <a:pt x="2375963" y="59525"/>
                </a:cubicBezTo>
                <a:cubicBezTo>
                  <a:pt x="2374508" y="58116"/>
                  <a:pt x="2373328" y="56436"/>
                  <a:pt x="2372419" y="54484"/>
                </a:cubicBezTo>
                <a:cubicBezTo>
                  <a:pt x="2371556" y="52532"/>
                  <a:pt x="2371125" y="50192"/>
                  <a:pt x="2371125" y="47469"/>
                </a:cubicBezTo>
                <a:cubicBezTo>
                  <a:pt x="2371125" y="45063"/>
                  <a:pt x="2371579" y="42771"/>
                  <a:pt x="2372488" y="40591"/>
                </a:cubicBezTo>
                <a:cubicBezTo>
                  <a:pt x="2373442" y="38365"/>
                  <a:pt x="2374848" y="36436"/>
                  <a:pt x="2376711" y="34801"/>
                </a:cubicBezTo>
                <a:cubicBezTo>
                  <a:pt x="2378572" y="33121"/>
                  <a:pt x="2380889" y="31781"/>
                  <a:pt x="2383658" y="30784"/>
                </a:cubicBezTo>
                <a:cubicBezTo>
                  <a:pt x="2386473" y="29784"/>
                  <a:pt x="2389742" y="29284"/>
                  <a:pt x="2393465" y="29284"/>
                </a:cubicBezTo>
                <a:cubicBezTo>
                  <a:pt x="2395099" y="29284"/>
                  <a:pt x="2396734" y="29421"/>
                  <a:pt x="2398368" y="29692"/>
                </a:cubicBezTo>
                <a:cubicBezTo>
                  <a:pt x="2400003" y="29967"/>
                  <a:pt x="2401477" y="30307"/>
                  <a:pt x="2402795" y="30715"/>
                </a:cubicBezTo>
                <a:cubicBezTo>
                  <a:pt x="2404112" y="31124"/>
                  <a:pt x="2405223" y="31578"/>
                  <a:pt x="2406132" y="32078"/>
                </a:cubicBezTo>
                <a:cubicBezTo>
                  <a:pt x="2407087" y="32533"/>
                  <a:pt x="2407790" y="32941"/>
                  <a:pt x="2408244" y="33304"/>
                </a:cubicBezTo>
                <a:cubicBezTo>
                  <a:pt x="2408744" y="33667"/>
                  <a:pt x="2409061" y="33984"/>
                  <a:pt x="2409195" y="34256"/>
                </a:cubicBezTo>
                <a:cubicBezTo>
                  <a:pt x="2409378" y="34530"/>
                  <a:pt x="2409493" y="34847"/>
                  <a:pt x="2409538" y="35210"/>
                </a:cubicBezTo>
                <a:cubicBezTo>
                  <a:pt x="2409627" y="35527"/>
                  <a:pt x="2409695" y="35936"/>
                  <a:pt x="2409741" y="36436"/>
                </a:cubicBezTo>
                <a:cubicBezTo>
                  <a:pt x="2409833" y="36936"/>
                  <a:pt x="2409878" y="37548"/>
                  <a:pt x="2409878" y="38276"/>
                </a:cubicBezTo>
                <a:cubicBezTo>
                  <a:pt x="2409878" y="39048"/>
                  <a:pt x="2409833" y="39728"/>
                  <a:pt x="2409741" y="40319"/>
                </a:cubicBezTo>
                <a:cubicBezTo>
                  <a:pt x="2409695" y="40862"/>
                  <a:pt x="2409581" y="41317"/>
                  <a:pt x="2409401" y="41679"/>
                </a:cubicBezTo>
                <a:cubicBezTo>
                  <a:pt x="2409264" y="42042"/>
                  <a:pt x="2409084" y="42317"/>
                  <a:pt x="2408855" y="42497"/>
                </a:cubicBezTo>
                <a:cubicBezTo>
                  <a:pt x="2408630" y="42634"/>
                  <a:pt x="2408378" y="42702"/>
                  <a:pt x="2408107" y="42702"/>
                </a:cubicBezTo>
                <a:cubicBezTo>
                  <a:pt x="2407698" y="42702"/>
                  <a:pt x="2407109" y="42451"/>
                  <a:pt x="2406335" y="41954"/>
                </a:cubicBezTo>
                <a:cubicBezTo>
                  <a:pt x="2405564" y="41454"/>
                  <a:pt x="2404566" y="40931"/>
                  <a:pt x="2403340" y="40385"/>
                </a:cubicBezTo>
                <a:cubicBezTo>
                  <a:pt x="2402115" y="39796"/>
                  <a:pt x="2400660" y="39251"/>
                  <a:pt x="2398980" y="38751"/>
                </a:cubicBezTo>
                <a:cubicBezTo>
                  <a:pt x="2397345" y="38253"/>
                  <a:pt x="2395462" y="38002"/>
                  <a:pt x="2393328" y="38002"/>
                </a:cubicBezTo>
                <a:cubicBezTo>
                  <a:pt x="2391422" y="38002"/>
                  <a:pt x="2389742" y="38230"/>
                  <a:pt x="2388290" y="38685"/>
                </a:cubicBezTo>
                <a:cubicBezTo>
                  <a:pt x="2386835" y="39093"/>
                  <a:pt x="2385632" y="39705"/>
                  <a:pt x="2384678" y="40522"/>
                </a:cubicBezTo>
                <a:cubicBezTo>
                  <a:pt x="2383772" y="41294"/>
                  <a:pt x="2383066" y="42225"/>
                  <a:pt x="2382566" y="43314"/>
                </a:cubicBezTo>
                <a:cubicBezTo>
                  <a:pt x="2382115" y="44406"/>
                  <a:pt x="2381886" y="45586"/>
                  <a:pt x="2381886" y="46857"/>
                </a:cubicBezTo>
                <a:cubicBezTo>
                  <a:pt x="2381886" y="48626"/>
                  <a:pt x="2382341" y="50126"/>
                  <a:pt x="2383249" y="51352"/>
                </a:cubicBezTo>
                <a:cubicBezTo>
                  <a:pt x="2384158" y="52532"/>
                  <a:pt x="2385338" y="53575"/>
                  <a:pt x="2386790" y="54484"/>
                </a:cubicBezTo>
                <a:cubicBezTo>
                  <a:pt x="2388244" y="55393"/>
                  <a:pt x="2389902" y="56210"/>
                  <a:pt x="2391762" y="56936"/>
                </a:cubicBezTo>
                <a:cubicBezTo>
                  <a:pt x="2393622" y="57661"/>
                  <a:pt x="2395508" y="58410"/>
                  <a:pt x="2397414" y="59182"/>
                </a:cubicBezTo>
                <a:cubicBezTo>
                  <a:pt x="2399366" y="59956"/>
                  <a:pt x="2401274" y="60816"/>
                  <a:pt x="2403135" y="61771"/>
                </a:cubicBezTo>
                <a:cubicBezTo>
                  <a:pt x="2405043" y="62725"/>
                  <a:pt x="2406724" y="63882"/>
                  <a:pt x="2408175" y="65245"/>
                </a:cubicBezTo>
                <a:cubicBezTo>
                  <a:pt x="2409627" y="66605"/>
                  <a:pt x="2410787" y="68240"/>
                  <a:pt x="2411647" y="70149"/>
                </a:cubicBezTo>
                <a:cubicBezTo>
                  <a:pt x="2412556" y="72055"/>
                  <a:pt x="2413010" y="74324"/>
                  <a:pt x="2413010" y="76958"/>
                </a:cubicBezTo>
                <a:close/>
                <a:moveTo>
                  <a:pt x="2443588" y="87922"/>
                </a:moveTo>
                <a:cubicBezTo>
                  <a:pt x="2443588" y="91146"/>
                  <a:pt x="2443045" y="93303"/>
                  <a:pt x="2441954" y="94392"/>
                </a:cubicBezTo>
                <a:cubicBezTo>
                  <a:pt x="2440911" y="95438"/>
                  <a:pt x="2438982" y="95961"/>
                  <a:pt x="2436167" y="95961"/>
                </a:cubicBezTo>
                <a:cubicBezTo>
                  <a:pt x="2433441" y="95961"/>
                  <a:pt x="2431558" y="95438"/>
                  <a:pt x="2430512" y="94392"/>
                </a:cubicBezTo>
                <a:cubicBezTo>
                  <a:pt x="2429469" y="93349"/>
                  <a:pt x="2428946" y="91260"/>
                  <a:pt x="2428946" y="88128"/>
                </a:cubicBezTo>
                <a:cubicBezTo>
                  <a:pt x="2428946" y="84905"/>
                  <a:pt x="2429469" y="82770"/>
                  <a:pt x="2430512" y="81725"/>
                </a:cubicBezTo>
                <a:cubicBezTo>
                  <a:pt x="2431604" y="80636"/>
                  <a:pt x="2433556" y="80090"/>
                  <a:pt x="2436370" y="80090"/>
                </a:cubicBezTo>
                <a:cubicBezTo>
                  <a:pt x="2439093" y="80090"/>
                  <a:pt x="2440979" y="80613"/>
                  <a:pt x="2442022" y="81659"/>
                </a:cubicBezTo>
                <a:cubicBezTo>
                  <a:pt x="2443068" y="82702"/>
                  <a:pt x="2443588" y="84791"/>
                  <a:pt x="2443588" y="87922"/>
                </a:cubicBezTo>
                <a:close/>
                <a:moveTo>
                  <a:pt x="2548333" y="90306"/>
                </a:moveTo>
                <a:cubicBezTo>
                  <a:pt x="2548333" y="91123"/>
                  <a:pt x="2548267" y="91851"/>
                  <a:pt x="2548130" y="92486"/>
                </a:cubicBezTo>
                <a:cubicBezTo>
                  <a:pt x="2548038" y="93120"/>
                  <a:pt x="2547881" y="93666"/>
                  <a:pt x="2547653" y="94120"/>
                </a:cubicBezTo>
                <a:cubicBezTo>
                  <a:pt x="2547473" y="94529"/>
                  <a:pt x="2547198" y="94846"/>
                  <a:pt x="2546835" y="95075"/>
                </a:cubicBezTo>
                <a:cubicBezTo>
                  <a:pt x="2546518" y="95255"/>
                  <a:pt x="2546155" y="95346"/>
                  <a:pt x="2545747" y="95346"/>
                </a:cubicBezTo>
                <a:lnTo>
                  <a:pt x="2497052" y="95346"/>
                </a:lnTo>
                <a:cubicBezTo>
                  <a:pt x="2496415" y="95346"/>
                  <a:pt x="2495849" y="95278"/>
                  <a:pt x="2495349" y="95143"/>
                </a:cubicBezTo>
                <a:cubicBezTo>
                  <a:pt x="2494895" y="94960"/>
                  <a:pt x="2494486" y="94689"/>
                  <a:pt x="2494123" y="94326"/>
                </a:cubicBezTo>
                <a:cubicBezTo>
                  <a:pt x="2493806" y="93960"/>
                  <a:pt x="2493555" y="93440"/>
                  <a:pt x="2493374" y="92757"/>
                </a:cubicBezTo>
                <a:cubicBezTo>
                  <a:pt x="2493237" y="92077"/>
                  <a:pt x="2493169" y="91237"/>
                  <a:pt x="2493169" y="90240"/>
                </a:cubicBezTo>
                <a:cubicBezTo>
                  <a:pt x="2493169" y="89331"/>
                  <a:pt x="2493192" y="88537"/>
                  <a:pt x="2493237" y="87854"/>
                </a:cubicBezTo>
                <a:cubicBezTo>
                  <a:pt x="2493329" y="87174"/>
                  <a:pt x="2493486" y="86582"/>
                  <a:pt x="2493715" y="86085"/>
                </a:cubicBezTo>
                <a:cubicBezTo>
                  <a:pt x="2493940" y="85539"/>
                  <a:pt x="2494215" y="85016"/>
                  <a:pt x="2494532" y="84519"/>
                </a:cubicBezTo>
                <a:cubicBezTo>
                  <a:pt x="2494895" y="83973"/>
                  <a:pt x="2495349" y="83405"/>
                  <a:pt x="2495895" y="82816"/>
                </a:cubicBezTo>
                <a:lnTo>
                  <a:pt x="2512988" y="64700"/>
                </a:lnTo>
                <a:cubicBezTo>
                  <a:pt x="2516937" y="60522"/>
                  <a:pt x="2520092" y="56776"/>
                  <a:pt x="2522455" y="53461"/>
                </a:cubicBezTo>
                <a:cubicBezTo>
                  <a:pt x="2524861" y="50146"/>
                  <a:pt x="2526699" y="47129"/>
                  <a:pt x="2527970" y="44406"/>
                </a:cubicBezTo>
                <a:cubicBezTo>
                  <a:pt x="2529288" y="41679"/>
                  <a:pt x="2530151" y="39205"/>
                  <a:pt x="2530559" y="36982"/>
                </a:cubicBezTo>
                <a:cubicBezTo>
                  <a:pt x="2530968" y="34756"/>
                  <a:pt x="2531171" y="32667"/>
                  <a:pt x="2531171" y="30715"/>
                </a:cubicBezTo>
                <a:cubicBezTo>
                  <a:pt x="2531171" y="28764"/>
                  <a:pt x="2530853" y="26923"/>
                  <a:pt x="2530219" y="25197"/>
                </a:cubicBezTo>
                <a:cubicBezTo>
                  <a:pt x="2529582" y="23429"/>
                  <a:pt x="2528653" y="21886"/>
                  <a:pt x="2527427" y="20568"/>
                </a:cubicBezTo>
                <a:cubicBezTo>
                  <a:pt x="2526244" y="19251"/>
                  <a:pt x="2524747" y="18208"/>
                  <a:pt x="2522930" y="17434"/>
                </a:cubicBezTo>
                <a:cubicBezTo>
                  <a:pt x="2521115" y="16662"/>
                  <a:pt x="2519026" y="16276"/>
                  <a:pt x="2516666" y="16276"/>
                </a:cubicBezTo>
                <a:cubicBezTo>
                  <a:pt x="2513897" y="16276"/>
                  <a:pt x="2511400" y="16662"/>
                  <a:pt x="2509174" y="17434"/>
                </a:cubicBezTo>
                <a:cubicBezTo>
                  <a:pt x="2506996" y="18208"/>
                  <a:pt x="2505065" y="19045"/>
                  <a:pt x="2503384" y="19954"/>
                </a:cubicBezTo>
                <a:cubicBezTo>
                  <a:pt x="2501750" y="20863"/>
                  <a:pt x="2500367" y="21703"/>
                  <a:pt x="2499230" y="22474"/>
                </a:cubicBezTo>
                <a:cubicBezTo>
                  <a:pt x="2498141" y="23246"/>
                  <a:pt x="2497324" y="23632"/>
                  <a:pt x="2496778" y="23632"/>
                </a:cubicBezTo>
                <a:cubicBezTo>
                  <a:pt x="2496461" y="23632"/>
                  <a:pt x="2496166" y="23540"/>
                  <a:pt x="2495895" y="23360"/>
                </a:cubicBezTo>
                <a:cubicBezTo>
                  <a:pt x="2495666" y="23177"/>
                  <a:pt x="2495463" y="22883"/>
                  <a:pt x="2495280" y="22474"/>
                </a:cubicBezTo>
                <a:cubicBezTo>
                  <a:pt x="2495143" y="22066"/>
                  <a:pt x="2495032" y="21520"/>
                  <a:pt x="2494940" y="20840"/>
                </a:cubicBezTo>
                <a:cubicBezTo>
                  <a:pt x="2494849" y="20160"/>
                  <a:pt x="2494803" y="19342"/>
                  <a:pt x="2494803" y="18388"/>
                </a:cubicBezTo>
                <a:cubicBezTo>
                  <a:pt x="2494803" y="17708"/>
                  <a:pt x="2494826" y="17116"/>
                  <a:pt x="2494872" y="16616"/>
                </a:cubicBezTo>
                <a:cubicBezTo>
                  <a:pt x="2494918" y="16119"/>
                  <a:pt x="2494986" y="15688"/>
                  <a:pt x="2495078" y="15325"/>
                </a:cubicBezTo>
                <a:cubicBezTo>
                  <a:pt x="2495212" y="14959"/>
                  <a:pt x="2495372" y="14619"/>
                  <a:pt x="2495552" y="14302"/>
                </a:cubicBezTo>
                <a:cubicBezTo>
                  <a:pt x="2495735" y="13985"/>
                  <a:pt x="2496098" y="13599"/>
                  <a:pt x="2496643" y="13145"/>
                </a:cubicBezTo>
                <a:cubicBezTo>
                  <a:pt x="2497186" y="12644"/>
                  <a:pt x="2498118" y="11987"/>
                  <a:pt x="2499435" y="11170"/>
                </a:cubicBezTo>
                <a:cubicBezTo>
                  <a:pt x="2500798" y="10353"/>
                  <a:pt x="2502478" y="9558"/>
                  <a:pt x="2504476" y="8787"/>
                </a:cubicBezTo>
                <a:cubicBezTo>
                  <a:pt x="2506519" y="7970"/>
                  <a:pt x="2508742" y="7287"/>
                  <a:pt x="2511148" y="6744"/>
                </a:cubicBezTo>
                <a:cubicBezTo>
                  <a:pt x="2513600" y="6198"/>
                  <a:pt x="2516166" y="5926"/>
                  <a:pt x="2518843" y="5926"/>
                </a:cubicBezTo>
                <a:cubicBezTo>
                  <a:pt x="2523112" y="5926"/>
                  <a:pt x="2526836" y="6538"/>
                  <a:pt x="2530013" y="7764"/>
                </a:cubicBezTo>
                <a:cubicBezTo>
                  <a:pt x="2533237" y="8944"/>
                  <a:pt x="2535894" y="10578"/>
                  <a:pt x="2537983" y="12667"/>
                </a:cubicBezTo>
                <a:cubicBezTo>
                  <a:pt x="2540115" y="14756"/>
                  <a:pt x="2541706" y="17185"/>
                  <a:pt x="2542749" y="19954"/>
                </a:cubicBezTo>
                <a:cubicBezTo>
                  <a:pt x="2543795" y="22723"/>
                  <a:pt x="2544315" y="25675"/>
                  <a:pt x="2544315" y="28809"/>
                </a:cubicBezTo>
                <a:cubicBezTo>
                  <a:pt x="2544315" y="31624"/>
                  <a:pt x="2544067" y="34439"/>
                  <a:pt x="2543566" y="37253"/>
                </a:cubicBezTo>
                <a:cubicBezTo>
                  <a:pt x="2543066" y="40022"/>
                  <a:pt x="2542001" y="43043"/>
                  <a:pt x="2540366" y="46312"/>
                </a:cubicBezTo>
                <a:cubicBezTo>
                  <a:pt x="2538777" y="49535"/>
                  <a:pt x="2536460" y="53144"/>
                  <a:pt x="2533419" y="57139"/>
                </a:cubicBezTo>
                <a:cubicBezTo>
                  <a:pt x="2530376" y="61090"/>
                  <a:pt x="2526336" y="65654"/>
                  <a:pt x="2521295" y="70829"/>
                </a:cubicBezTo>
                <a:lnTo>
                  <a:pt x="2507336" y="85402"/>
                </a:lnTo>
                <a:lnTo>
                  <a:pt x="2545678" y="85402"/>
                </a:lnTo>
                <a:cubicBezTo>
                  <a:pt x="2546041" y="85402"/>
                  <a:pt x="2546381" y="85516"/>
                  <a:pt x="2546698" y="85745"/>
                </a:cubicBezTo>
                <a:cubicBezTo>
                  <a:pt x="2547064" y="85925"/>
                  <a:pt x="2547358" y="86219"/>
                  <a:pt x="2547584" y="86628"/>
                </a:cubicBezTo>
                <a:cubicBezTo>
                  <a:pt x="2547858" y="87037"/>
                  <a:pt x="2548038" y="87560"/>
                  <a:pt x="2548130" y="88197"/>
                </a:cubicBezTo>
                <a:cubicBezTo>
                  <a:pt x="2548267" y="88785"/>
                  <a:pt x="2548333" y="89488"/>
                  <a:pt x="2548333" y="90306"/>
                </a:cubicBezTo>
                <a:close/>
                <a:moveTo>
                  <a:pt x="2581025" y="87922"/>
                </a:moveTo>
                <a:cubicBezTo>
                  <a:pt x="2581025" y="91146"/>
                  <a:pt x="2580480" y="93303"/>
                  <a:pt x="2579391" y="94392"/>
                </a:cubicBezTo>
                <a:cubicBezTo>
                  <a:pt x="2578345" y="95438"/>
                  <a:pt x="2576416" y="95961"/>
                  <a:pt x="2573602" y="95961"/>
                </a:cubicBezTo>
                <a:cubicBezTo>
                  <a:pt x="2570876" y="95961"/>
                  <a:pt x="2568993" y="95438"/>
                  <a:pt x="2567950" y="94392"/>
                </a:cubicBezTo>
                <a:cubicBezTo>
                  <a:pt x="2566904" y="93349"/>
                  <a:pt x="2566381" y="91260"/>
                  <a:pt x="2566381" y="88128"/>
                </a:cubicBezTo>
                <a:cubicBezTo>
                  <a:pt x="2566381" y="84905"/>
                  <a:pt x="2566904" y="82770"/>
                  <a:pt x="2567950" y="81725"/>
                </a:cubicBezTo>
                <a:cubicBezTo>
                  <a:pt x="2569038" y="80636"/>
                  <a:pt x="2570990" y="80090"/>
                  <a:pt x="2573805" y="80090"/>
                </a:cubicBezTo>
                <a:cubicBezTo>
                  <a:pt x="2576531" y="80090"/>
                  <a:pt x="2578414" y="80613"/>
                  <a:pt x="2579457" y="81659"/>
                </a:cubicBezTo>
                <a:cubicBezTo>
                  <a:pt x="2580503" y="82702"/>
                  <a:pt x="2581025" y="84791"/>
                  <a:pt x="2581025" y="87922"/>
                </a:cubicBezTo>
                <a:close/>
                <a:moveTo>
                  <a:pt x="2689788" y="12259"/>
                </a:moveTo>
                <a:cubicBezTo>
                  <a:pt x="2689788" y="13122"/>
                  <a:pt x="2689742" y="13870"/>
                  <a:pt x="2689650" y="14508"/>
                </a:cubicBezTo>
                <a:cubicBezTo>
                  <a:pt x="2689559" y="15142"/>
                  <a:pt x="2689402" y="15665"/>
                  <a:pt x="2689173" y="16073"/>
                </a:cubicBezTo>
                <a:cubicBezTo>
                  <a:pt x="2688993" y="16436"/>
                  <a:pt x="2688742" y="16708"/>
                  <a:pt x="2688425" y="16891"/>
                </a:cubicBezTo>
                <a:cubicBezTo>
                  <a:pt x="2688153" y="17071"/>
                  <a:pt x="2687836" y="17162"/>
                  <a:pt x="2687470" y="17162"/>
                </a:cubicBezTo>
                <a:lnTo>
                  <a:pt x="2662681" y="17162"/>
                </a:lnTo>
                <a:lnTo>
                  <a:pt x="2662681" y="93575"/>
                </a:lnTo>
                <a:cubicBezTo>
                  <a:pt x="2662681" y="93937"/>
                  <a:pt x="2662590" y="94257"/>
                  <a:pt x="2662410" y="94529"/>
                </a:cubicBezTo>
                <a:cubicBezTo>
                  <a:pt x="2662227" y="94800"/>
                  <a:pt x="2661910" y="95029"/>
                  <a:pt x="2661455" y="95209"/>
                </a:cubicBezTo>
                <a:cubicBezTo>
                  <a:pt x="2661001" y="95346"/>
                  <a:pt x="2660390" y="95461"/>
                  <a:pt x="2659618" y="95552"/>
                </a:cubicBezTo>
                <a:cubicBezTo>
                  <a:pt x="2658889" y="95686"/>
                  <a:pt x="2657961" y="95755"/>
                  <a:pt x="2656823" y="95755"/>
                </a:cubicBezTo>
                <a:cubicBezTo>
                  <a:pt x="2655735" y="95755"/>
                  <a:pt x="2654803" y="95686"/>
                  <a:pt x="2654032" y="95552"/>
                </a:cubicBezTo>
                <a:cubicBezTo>
                  <a:pt x="2653260" y="95461"/>
                  <a:pt x="2652649" y="95346"/>
                  <a:pt x="2652194" y="95209"/>
                </a:cubicBezTo>
                <a:cubicBezTo>
                  <a:pt x="2651740" y="95029"/>
                  <a:pt x="2651423" y="94800"/>
                  <a:pt x="2651240" y="94529"/>
                </a:cubicBezTo>
                <a:cubicBezTo>
                  <a:pt x="2651057" y="94257"/>
                  <a:pt x="2650968" y="93937"/>
                  <a:pt x="2650968" y="93575"/>
                </a:cubicBezTo>
                <a:lnTo>
                  <a:pt x="2650968" y="17162"/>
                </a:lnTo>
                <a:lnTo>
                  <a:pt x="2626177" y="17162"/>
                </a:lnTo>
                <a:cubicBezTo>
                  <a:pt x="2625814" y="17162"/>
                  <a:pt x="2625474" y="17071"/>
                  <a:pt x="2625157" y="16891"/>
                </a:cubicBezTo>
                <a:cubicBezTo>
                  <a:pt x="2624882" y="16708"/>
                  <a:pt x="2624657" y="16436"/>
                  <a:pt x="2624474" y="16073"/>
                </a:cubicBezTo>
                <a:cubicBezTo>
                  <a:pt x="2624294" y="15665"/>
                  <a:pt x="2624134" y="15142"/>
                  <a:pt x="2623999" y="14508"/>
                </a:cubicBezTo>
                <a:cubicBezTo>
                  <a:pt x="2623908" y="13870"/>
                  <a:pt x="2623862" y="13122"/>
                  <a:pt x="2623862" y="12259"/>
                </a:cubicBezTo>
                <a:cubicBezTo>
                  <a:pt x="2623862" y="11396"/>
                  <a:pt x="2623908" y="10647"/>
                  <a:pt x="2623999" y="10013"/>
                </a:cubicBezTo>
                <a:cubicBezTo>
                  <a:pt x="2624134" y="9330"/>
                  <a:pt x="2624294" y="8787"/>
                  <a:pt x="2624474" y="8378"/>
                </a:cubicBezTo>
                <a:cubicBezTo>
                  <a:pt x="2624657" y="7970"/>
                  <a:pt x="2624882" y="7672"/>
                  <a:pt x="2625157" y="7492"/>
                </a:cubicBezTo>
                <a:cubicBezTo>
                  <a:pt x="2625474" y="7309"/>
                  <a:pt x="2625814" y="7218"/>
                  <a:pt x="2626177" y="7218"/>
                </a:cubicBezTo>
                <a:lnTo>
                  <a:pt x="2687470" y="7218"/>
                </a:lnTo>
                <a:cubicBezTo>
                  <a:pt x="2687836" y="7218"/>
                  <a:pt x="2688153" y="7309"/>
                  <a:pt x="2688425" y="7492"/>
                </a:cubicBezTo>
                <a:cubicBezTo>
                  <a:pt x="2688742" y="7672"/>
                  <a:pt x="2688993" y="7970"/>
                  <a:pt x="2689173" y="8378"/>
                </a:cubicBezTo>
                <a:cubicBezTo>
                  <a:pt x="2689402" y="8787"/>
                  <a:pt x="2689559" y="9330"/>
                  <a:pt x="2689650" y="10013"/>
                </a:cubicBezTo>
                <a:cubicBezTo>
                  <a:pt x="2689742" y="10647"/>
                  <a:pt x="2689788" y="11396"/>
                  <a:pt x="2689788" y="12259"/>
                </a:cubicBezTo>
                <a:close/>
                <a:moveTo>
                  <a:pt x="2736508" y="93712"/>
                </a:moveTo>
                <a:cubicBezTo>
                  <a:pt x="2736508" y="94257"/>
                  <a:pt x="2736325" y="94666"/>
                  <a:pt x="2735962" y="94938"/>
                </a:cubicBezTo>
                <a:cubicBezTo>
                  <a:pt x="2735599" y="95209"/>
                  <a:pt x="2735099" y="95415"/>
                  <a:pt x="2734465" y="95552"/>
                </a:cubicBezTo>
                <a:cubicBezTo>
                  <a:pt x="2733827" y="95686"/>
                  <a:pt x="2732896" y="95755"/>
                  <a:pt x="2731670" y="95755"/>
                </a:cubicBezTo>
                <a:cubicBezTo>
                  <a:pt x="2730490" y="95755"/>
                  <a:pt x="2729538" y="95686"/>
                  <a:pt x="2728810" y="95552"/>
                </a:cubicBezTo>
                <a:cubicBezTo>
                  <a:pt x="2728130" y="95415"/>
                  <a:pt x="2727629" y="95209"/>
                  <a:pt x="2727312" y="94938"/>
                </a:cubicBezTo>
                <a:cubicBezTo>
                  <a:pt x="2726995" y="94666"/>
                  <a:pt x="2726835" y="94257"/>
                  <a:pt x="2726835" y="93712"/>
                </a:cubicBezTo>
                <a:lnTo>
                  <a:pt x="2726835" y="87582"/>
                </a:lnTo>
                <a:cubicBezTo>
                  <a:pt x="2724158" y="90443"/>
                  <a:pt x="2721160" y="92669"/>
                  <a:pt x="2717845" y="94257"/>
                </a:cubicBezTo>
                <a:cubicBezTo>
                  <a:pt x="2714576" y="95846"/>
                  <a:pt x="2711105" y="96641"/>
                  <a:pt x="2707427" y="96641"/>
                </a:cubicBezTo>
                <a:cubicBezTo>
                  <a:pt x="2704204" y="96641"/>
                  <a:pt x="2701275" y="96209"/>
                  <a:pt x="2698640" y="95346"/>
                </a:cubicBezTo>
                <a:cubicBezTo>
                  <a:pt x="2696054" y="94529"/>
                  <a:pt x="2693828" y="93326"/>
                  <a:pt x="2691968" y="91737"/>
                </a:cubicBezTo>
                <a:cubicBezTo>
                  <a:pt x="2690151" y="90148"/>
                  <a:pt x="2688719" y="88197"/>
                  <a:pt x="2687676" y="85879"/>
                </a:cubicBezTo>
                <a:cubicBezTo>
                  <a:pt x="2686676" y="83565"/>
                  <a:pt x="2686179" y="80930"/>
                  <a:pt x="2686179" y="77978"/>
                </a:cubicBezTo>
                <a:cubicBezTo>
                  <a:pt x="2686179" y="74529"/>
                  <a:pt x="2686882" y="71532"/>
                  <a:pt x="2688287" y="68989"/>
                </a:cubicBezTo>
                <a:cubicBezTo>
                  <a:pt x="2689696" y="66448"/>
                  <a:pt x="2691716" y="64337"/>
                  <a:pt x="2694351" y="62656"/>
                </a:cubicBezTo>
                <a:cubicBezTo>
                  <a:pt x="2696983" y="60976"/>
                  <a:pt x="2700206" y="59727"/>
                  <a:pt x="2704021" y="58910"/>
                </a:cubicBezTo>
                <a:cubicBezTo>
                  <a:pt x="2707836" y="58047"/>
                  <a:pt x="2712125" y="57616"/>
                  <a:pt x="2716894" y="57616"/>
                </a:cubicBezTo>
                <a:lnTo>
                  <a:pt x="2725338" y="57616"/>
                </a:lnTo>
                <a:lnTo>
                  <a:pt x="2725338" y="52849"/>
                </a:lnTo>
                <a:cubicBezTo>
                  <a:pt x="2725338" y="50489"/>
                  <a:pt x="2725089" y="48400"/>
                  <a:pt x="2724589" y="46583"/>
                </a:cubicBezTo>
                <a:cubicBezTo>
                  <a:pt x="2724089" y="44768"/>
                  <a:pt x="2723272" y="43268"/>
                  <a:pt x="2722137" y="42088"/>
                </a:cubicBezTo>
                <a:cubicBezTo>
                  <a:pt x="2721046" y="40862"/>
                  <a:pt x="2719617" y="39954"/>
                  <a:pt x="2717845" y="39365"/>
                </a:cubicBezTo>
                <a:cubicBezTo>
                  <a:pt x="2716077" y="38728"/>
                  <a:pt x="2713896" y="38411"/>
                  <a:pt x="2711307" y="38411"/>
                </a:cubicBezTo>
                <a:cubicBezTo>
                  <a:pt x="2708539" y="38411"/>
                  <a:pt x="2706041" y="38751"/>
                  <a:pt x="2703818" y="39433"/>
                </a:cubicBezTo>
                <a:cubicBezTo>
                  <a:pt x="2701638" y="40068"/>
                  <a:pt x="2699709" y="40794"/>
                  <a:pt x="2698029" y="41611"/>
                </a:cubicBezTo>
                <a:cubicBezTo>
                  <a:pt x="2696394" y="42382"/>
                  <a:pt x="2695008" y="43111"/>
                  <a:pt x="2693874" y="43791"/>
                </a:cubicBezTo>
                <a:cubicBezTo>
                  <a:pt x="2692785" y="44426"/>
                  <a:pt x="2691968" y="44746"/>
                  <a:pt x="2691422" y="44746"/>
                </a:cubicBezTo>
                <a:cubicBezTo>
                  <a:pt x="2691059" y="44746"/>
                  <a:pt x="2690739" y="44654"/>
                  <a:pt x="2690468" y="44471"/>
                </a:cubicBezTo>
                <a:cubicBezTo>
                  <a:pt x="2690196" y="44291"/>
                  <a:pt x="2689945" y="44017"/>
                  <a:pt x="2689719" y="43654"/>
                </a:cubicBezTo>
                <a:cubicBezTo>
                  <a:pt x="2689536" y="43291"/>
                  <a:pt x="2689402" y="42837"/>
                  <a:pt x="2689310" y="42294"/>
                </a:cubicBezTo>
                <a:cubicBezTo>
                  <a:pt x="2689219" y="41702"/>
                  <a:pt x="2689173" y="41068"/>
                  <a:pt x="2689173" y="40385"/>
                </a:cubicBezTo>
                <a:cubicBezTo>
                  <a:pt x="2689173" y="39251"/>
                  <a:pt x="2689242" y="38365"/>
                  <a:pt x="2689379" y="37730"/>
                </a:cubicBezTo>
                <a:cubicBezTo>
                  <a:pt x="2689559" y="37047"/>
                  <a:pt x="2689948" y="36413"/>
                  <a:pt x="2690536" y="35822"/>
                </a:cubicBezTo>
                <a:cubicBezTo>
                  <a:pt x="2691171" y="35233"/>
                  <a:pt x="2692239" y="34553"/>
                  <a:pt x="2693737" y="33779"/>
                </a:cubicBezTo>
                <a:cubicBezTo>
                  <a:pt x="2695237" y="32961"/>
                  <a:pt x="2696960" y="32235"/>
                  <a:pt x="2698912" y="31601"/>
                </a:cubicBezTo>
                <a:cubicBezTo>
                  <a:pt x="2700866" y="30918"/>
                  <a:pt x="2703001" y="30375"/>
                  <a:pt x="2705315" y="29967"/>
                </a:cubicBezTo>
                <a:cubicBezTo>
                  <a:pt x="2707630" y="29512"/>
                  <a:pt x="2709967" y="29284"/>
                  <a:pt x="2712330" y="29284"/>
                </a:cubicBezTo>
                <a:cubicBezTo>
                  <a:pt x="2716734" y="29284"/>
                  <a:pt x="2720480" y="29784"/>
                  <a:pt x="2723566" y="30784"/>
                </a:cubicBezTo>
                <a:cubicBezTo>
                  <a:pt x="2726655" y="31781"/>
                  <a:pt x="2729153" y="33258"/>
                  <a:pt x="2731058" y="35210"/>
                </a:cubicBezTo>
                <a:cubicBezTo>
                  <a:pt x="2732964" y="37116"/>
                  <a:pt x="2734350" y="39502"/>
                  <a:pt x="2735213" y="42362"/>
                </a:cubicBezTo>
                <a:cubicBezTo>
                  <a:pt x="2736076" y="45223"/>
                  <a:pt x="2736508" y="48557"/>
                  <a:pt x="2736508" y="52372"/>
                </a:cubicBezTo>
                <a:lnTo>
                  <a:pt x="2736508" y="93712"/>
                </a:lnTo>
                <a:close/>
                <a:moveTo>
                  <a:pt x="2725338" y="65720"/>
                </a:moveTo>
                <a:lnTo>
                  <a:pt x="2715734" y="65720"/>
                </a:lnTo>
                <a:cubicBezTo>
                  <a:pt x="2712648" y="65720"/>
                  <a:pt x="2709970" y="65994"/>
                  <a:pt x="2707698" y="66537"/>
                </a:cubicBezTo>
                <a:cubicBezTo>
                  <a:pt x="2705430" y="67037"/>
                  <a:pt x="2703544" y="67808"/>
                  <a:pt x="2702046" y="68854"/>
                </a:cubicBezTo>
                <a:cubicBezTo>
                  <a:pt x="2700549" y="69852"/>
                  <a:pt x="2699435" y="71077"/>
                  <a:pt x="2698709" y="72532"/>
                </a:cubicBezTo>
                <a:cubicBezTo>
                  <a:pt x="2698029" y="73938"/>
                  <a:pt x="2697689" y="75572"/>
                  <a:pt x="2697689" y="77435"/>
                </a:cubicBezTo>
                <a:cubicBezTo>
                  <a:pt x="2697689" y="80613"/>
                  <a:pt x="2698686" y="83156"/>
                  <a:pt x="2700683" y="85062"/>
                </a:cubicBezTo>
                <a:cubicBezTo>
                  <a:pt x="2702726" y="86925"/>
                  <a:pt x="2705564" y="87854"/>
                  <a:pt x="2709196" y="87854"/>
                </a:cubicBezTo>
                <a:cubicBezTo>
                  <a:pt x="2712148" y="87854"/>
                  <a:pt x="2714874" y="87105"/>
                  <a:pt x="2717368" y="85608"/>
                </a:cubicBezTo>
                <a:cubicBezTo>
                  <a:pt x="2719911" y="84111"/>
                  <a:pt x="2722569" y="81816"/>
                  <a:pt x="2725338" y="78730"/>
                </a:cubicBezTo>
                <a:lnTo>
                  <a:pt x="2725338" y="65720"/>
                </a:lnTo>
                <a:close/>
                <a:moveTo>
                  <a:pt x="2768380" y="93643"/>
                </a:moveTo>
                <a:cubicBezTo>
                  <a:pt x="2768380" y="94006"/>
                  <a:pt x="2768289" y="94326"/>
                  <a:pt x="2768106" y="94598"/>
                </a:cubicBezTo>
                <a:cubicBezTo>
                  <a:pt x="2767926" y="94823"/>
                  <a:pt x="2767632" y="95029"/>
                  <a:pt x="2767223" y="95209"/>
                </a:cubicBezTo>
                <a:cubicBezTo>
                  <a:pt x="2766814" y="95392"/>
                  <a:pt x="2766246" y="95529"/>
                  <a:pt x="2765520" y="95618"/>
                </a:cubicBezTo>
                <a:cubicBezTo>
                  <a:pt x="2764794" y="95709"/>
                  <a:pt x="2763863" y="95755"/>
                  <a:pt x="2762728" y="95755"/>
                </a:cubicBezTo>
                <a:cubicBezTo>
                  <a:pt x="2761637" y="95755"/>
                  <a:pt x="2760731" y="95709"/>
                  <a:pt x="2760002" y="95618"/>
                </a:cubicBezTo>
                <a:cubicBezTo>
                  <a:pt x="2759276" y="95529"/>
                  <a:pt x="2758685" y="95392"/>
                  <a:pt x="2758233" y="95209"/>
                </a:cubicBezTo>
                <a:cubicBezTo>
                  <a:pt x="2757825" y="95029"/>
                  <a:pt x="2757528" y="94823"/>
                  <a:pt x="2757347" y="94598"/>
                </a:cubicBezTo>
                <a:cubicBezTo>
                  <a:pt x="2757210" y="94326"/>
                  <a:pt x="2757142" y="94006"/>
                  <a:pt x="2757142" y="93643"/>
                </a:cubicBezTo>
                <a:lnTo>
                  <a:pt x="2757142" y="2657"/>
                </a:lnTo>
                <a:cubicBezTo>
                  <a:pt x="2757142" y="2292"/>
                  <a:pt x="2757210" y="1975"/>
                  <a:pt x="2757347" y="1703"/>
                </a:cubicBezTo>
                <a:cubicBezTo>
                  <a:pt x="2757528" y="1432"/>
                  <a:pt x="2757825" y="1203"/>
                  <a:pt x="2758233" y="1023"/>
                </a:cubicBezTo>
                <a:cubicBezTo>
                  <a:pt x="2758688" y="840"/>
                  <a:pt x="2759276" y="703"/>
                  <a:pt x="2760002" y="614"/>
                </a:cubicBezTo>
                <a:cubicBezTo>
                  <a:pt x="2760731" y="523"/>
                  <a:pt x="2761637" y="477"/>
                  <a:pt x="2762728" y="477"/>
                </a:cubicBezTo>
                <a:cubicBezTo>
                  <a:pt x="2763863" y="477"/>
                  <a:pt x="2764794" y="523"/>
                  <a:pt x="2765520" y="614"/>
                </a:cubicBezTo>
                <a:cubicBezTo>
                  <a:pt x="2766246" y="703"/>
                  <a:pt x="2766814" y="840"/>
                  <a:pt x="2767223" y="1023"/>
                </a:cubicBezTo>
                <a:cubicBezTo>
                  <a:pt x="2767632" y="1203"/>
                  <a:pt x="2767926" y="1432"/>
                  <a:pt x="2768106" y="1703"/>
                </a:cubicBezTo>
                <a:cubicBezTo>
                  <a:pt x="2768289" y="1975"/>
                  <a:pt x="2768380" y="2292"/>
                  <a:pt x="2768380" y="2657"/>
                </a:cubicBezTo>
                <a:lnTo>
                  <a:pt x="2768380" y="93643"/>
                </a:lnTo>
                <a:close/>
                <a:moveTo>
                  <a:pt x="2800390" y="93643"/>
                </a:moveTo>
                <a:cubicBezTo>
                  <a:pt x="2800390" y="94006"/>
                  <a:pt x="2800299" y="94326"/>
                  <a:pt x="2800116" y="94598"/>
                </a:cubicBezTo>
                <a:cubicBezTo>
                  <a:pt x="2799936" y="94823"/>
                  <a:pt x="2799638" y="95029"/>
                  <a:pt x="2799230" y="95209"/>
                </a:cubicBezTo>
                <a:cubicBezTo>
                  <a:pt x="2798821" y="95392"/>
                  <a:pt x="2798255" y="95529"/>
                  <a:pt x="2797530" y="95618"/>
                </a:cubicBezTo>
                <a:cubicBezTo>
                  <a:pt x="2796801" y="95709"/>
                  <a:pt x="2795872" y="95755"/>
                  <a:pt x="2794735" y="95755"/>
                </a:cubicBezTo>
                <a:cubicBezTo>
                  <a:pt x="2793646" y="95755"/>
                  <a:pt x="2792738" y="95709"/>
                  <a:pt x="2792012" y="95618"/>
                </a:cubicBezTo>
                <a:cubicBezTo>
                  <a:pt x="2791286" y="95529"/>
                  <a:pt x="2790695" y="95392"/>
                  <a:pt x="2790240" y="95209"/>
                </a:cubicBezTo>
                <a:cubicBezTo>
                  <a:pt x="2789832" y="95029"/>
                  <a:pt x="2789537" y="94823"/>
                  <a:pt x="2789357" y="94598"/>
                </a:cubicBezTo>
                <a:cubicBezTo>
                  <a:pt x="2789220" y="94326"/>
                  <a:pt x="2789151" y="94006"/>
                  <a:pt x="2789151" y="93643"/>
                </a:cubicBezTo>
                <a:lnTo>
                  <a:pt x="2789151" y="2657"/>
                </a:lnTo>
                <a:cubicBezTo>
                  <a:pt x="2789151" y="2292"/>
                  <a:pt x="2789220" y="1975"/>
                  <a:pt x="2789357" y="1703"/>
                </a:cubicBezTo>
                <a:cubicBezTo>
                  <a:pt x="2789537" y="1432"/>
                  <a:pt x="2789832" y="1203"/>
                  <a:pt x="2790240" y="1023"/>
                </a:cubicBezTo>
                <a:cubicBezTo>
                  <a:pt x="2790695" y="840"/>
                  <a:pt x="2791286" y="703"/>
                  <a:pt x="2792012" y="614"/>
                </a:cubicBezTo>
                <a:cubicBezTo>
                  <a:pt x="2792738" y="523"/>
                  <a:pt x="2793646" y="477"/>
                  <a:pt x="2794735" y="477"/>
                </a:cubicBezTo>
                <a:cubicBezTo>
                  <a:pt x="2795872" y="477"/>
                  <a:pt x="2796801" y="523"/>
                  <a:pt x="2797530" y="614"/>
                </a:cubicBezTo>
                <a:cubicBezTo>
                  <a:pt x="2798255" y="703"/>
                  <a:pt x="2798821" y="840"/>
                  <a:pt x="2799230" y="1023"/>
                </a:cubicBezTo>
                <a:cubicBezTo>
                  <a:pt x="2799638" y="1203"/>
                  <a:pt x="2799936" y="1432"/>
                  <a:pt x="2800116" y="1703"/>
                </a:cubicBezTo>
                <a:cubicBezTo>
                  <a:pt x="2800299" y="1975"/>
                  <a:pt x="2800390" y="2292"/>
                  <a:pt x="2800390" y="2657"/>
                </a:cubicBezTo>
                <a:lnTo>
                  <a:pt x="2800390" y="93643"/>
                </a:lnTo>
                <a:close/>
                <a:moveTo>
                  <a:pt x="2896756" y="84313"/>
                </a:moveTo>
                <a:cubicBezTo>
                  <a:pt x="2896756" y="85085"/>
                  <a:pt x="2896733" y="85765"/>
                  <a:pt x="2896688" y="86357"/>
                </a:cubicBezTo>
                <a:cubicBezTo>
                  <a:pt x="2896642" y="86902"/>
                  <a:pt x="2896553" y="87379"/>
                  <a:pt x="2896416" y="87788"/>
                </a:cubicBezTo>
                <a:cubicBezTo>
                  <a:pt x="2896325" y="88151"/>
                  <a:pt x="2896191" y="88491"/>
                  <a:pt x="2896008" y="88808"/>
                </a:cubicBezTo>
                <a:cubicBezTo>
                  <a:pt x="2895871" y="89080"/>
                  <a:pt x="2895508" y="89511"/>
                  <a:pt x="2894919" y="90103"/>
                </a:cubicBezTo>
                <a:cubicBezTo>
                  <a:pt x="2894373" y="90648"/>
                  <a:pt x="2893419" y="91351"/>
                  <a:pt x="2892059" y="92214"/>
                </a:cubicBezTo>
                <a:cubicBezTo>
                  <a:pt x="2890696" y="93032"/>
                  <a:pt x="2889153" y="93780"/>
                  <a:pt x="2887427" y="94460"/>
                </a:cubicBezTo>
                <a:cubicBezTo>
                  <a:pt x="2885746" y="95098"/>
                  <a:pt x="2883906" y="95618"/>
                  <a:pt x="2881909" y="96026"/>
                </a:cubicBezTo>
                <a:cubicBezTo>
                  <a:pt x="2879911" y="96435"/>
                  <a:pt x="2877845" y="96641"/>
                  <a:pt x="2875714" y="96641"/>
                </a:cubicBezTo>
                <a:cubicBezTo>
                  <a:pt x="2871307" y="96641"/>
                  <a:pt x="2867404" y="95915"/>
                  <a:pt x="2863998" y="94460"/>
                </a:cubicBezTo>
                <a:cubicBezTo>
                  <a:pt x="2860595" y="93009"/>
                  <a:pt x="2857731" y="90897"/>
                  <a:pt x="2855417" y="88128"/>
                </a:cubicBezTo>
                <a:cubicBezTo>
                  <a:pt x="2853148" y="85314"/>
                  <a:pt x="2851399" y="81885"/>
                  <a:pt x="2850173" y="77844"/>
                </a:cubicBezTo>
                <a:cubicBezTo>
                  <a:pt x="2848993" y="73758"/>
                  <a:pt x="2848402" y="69057"/>
                  <a:pt x="2848402" y="63745"/>
                </a:cubicBezTo>
                <a:cubicBezTo>
                  <a:pt x="2848402" y="57707"/>
                  <a:pt x="2849130" y="52532"/>
                  <a:pt x="2850582" y="48217"/>
                </a:cubicBezTo>
                <a:cubicBezTo>
                  <a:pt x="2852079" y="43860"/>
                  <a:pt x="2854100" y="40296"/>
                  <a:pt x="2856643" y="37525"/>
                </a:cubicBezTo>
                <a:cubicBezTo>
                  <a:pt x="2859232" y="34756"/>
                  <a:pt x="2862249" y="32713"/>
                  <a:pt x="2865701" y="31395"/>
                </a:cubicBezTo>
                <a:cubicBezTo>
                  <a:pt x="2869196" y="30035"/>
                  <a:pt x="2872965" y="29352"/>
                  <a:pt x="2877005" y="29352"/>
                </a:cubicBezTo>
                <a:cubicBezTo>
                  <a:pt x="2878960" y="29352"/>
                  <a:pt x="2880843" y="29535"/>
                  <a:pt x="2882660" y="29898"/>
                </a:cubicBezTo>
                <a:cubicBezTo>
                  <a:pt x="2884521" y="30261"/>
                  <a:pt x="2886224" y="30738"/>
                  <a:pt x="2887767" y="31327"/>
                </a:cubicBezTo>
                <a:cubicBezTo>
                  <a:pt x="2889310" y="31918"/>
                  <a:pt x="2890673" y="32598"/>
                  <a:pt x="2891853" y="33370"/>
                </a:cubicBezTo>
                <a:cubicBezTo>
                  <a:pt x="2893079" y="34144"/>
                  <a:pt x="2893965" y="34801"/>
                  <a:pt x="2894510" y="35347"/>
                </a:cubicBezTo>
                <a:cubicBezTo>
                  <a:pt x="2895053" y="35890"/>
                  <a:pt x="2895416" y="36322"/>
                  <a:pt x="2895599" y="36639"/>
                </a:cubicBezTo>
                <a:cubicBezTo>
                  <a:pt x="2895825" y="36959"/>
                  <a:pt x="2896008" y="37345"/>
                  <a:pt x="2896145" y="37799"/>
                </a:cubicBezTo>
                <a:cubicBezTo>
                  <a:pt x="2896279" y="38208"/>
                  <a:pt x="2896371" y="38685"/>
                  <a:pt x="2896416" y="39228"/>
                </a:cubicBezTo>
                <a:cubicBezTo>
                  <a:pt x="2896462" y="39774"/>
                  <a:pt x="2896485" y="40454"/>
                  <a:pt x="2896485" y="41271"/>
                </a:cubicBezTo>
                <a:cubicBezTo>
                  <a:pt x="2896485" y="43043"/>
                  <a:pt x="2896279" y="44291"/>
                  <a:pt x="2895871" y="45017"/>
                </a:cubicBezTo>
                <a:cubicBezTo>
                  <a:pt x="2895462" y="45697"/>
                  <a:pt x="2894965" y="46040"/>
                  <a:pt x="2894373" y="46040"/>
                </a:cubicBezTo>
                <a:cubicBezTo>
                  <a:pt x="2893693" y="46040"/>
                  <a:pt x="2892899" y="45674"/>
                  <a:pt x="2891990" y="44948"/>
                </a:cubicBezTo>
                <a:cubicBezTo>
                  <a:pt x="2891127" y="44177"/>
                  <a:pt x="2890015" y="43337"/>
                  <a:pt x="2888652" y="42428"/>
                </a:cubicBezTo>
                <a:cubicBezTo>
                  <a:pt x="2887289" y="41522"/>
                  <a:pt x="2885632" y="40705"/>
                  <a:pt x="2883680" y="39976"/>
                </a:cubicBezTo>
                <a:cubicBezTo>
                  <a:pt x="2881774" y="39205"/>
                  <a:pt x="2879503" y="38819"/>
                  <a:pt x="2876871" y="38819"/>
                </a:cubicBezTo>
                <a:cubicBezTo>
                  <a:pt x="2871467" y="38819"/>
                  <a:pt x="2867313" y="40908"/>
                  <a:pt x="2864407" y="45086"/>
                </a:cubicBezTo>
                <a:cubicBezTo>
                  <a:pt x="2861546" y="49218"/>
                  <a:pt x="2860117" y="55233"/>
                  <a:pt x="2860117" y="63134"/>
                </a:cubicBezTo>
                <a:cubicBezTo>
                  <a:pt x="2860117" y="67083"/>
                  <a:pt x="2860480" y="70557"/>
                  <a:pt x="2861206" y="73552"/>
                </a:cubicBezTo>
                <a:cubicBezTo>
                  <a:pt x="2861978" y="76504"/>
                  <a:pt x="2863089" y="78978"/>
                  <a:pt x="2864544" y="80976"/>
                </a:cubicBezTo>
                <a:cubicBezTo>
                  <a:pt x="2865995" y="82973"/>
                  <a:pt x="2867767" y="84473"/>
                  <a:pt x="2869856" y="85471"/>
                </a:cubicBezTo>
                <a:cubicBezTo>
                  <a:pt x="2871990" y="86425"/>
                  <a:pt x="2874419" y="86902"/>
                  <a:pt x="2877142" y="86902"/>
                </a:cubicBezTo>
                <a:cubicBezTo>
                  <a:pt x="2879731" y="86902"/>
                  <a:pt x="2882000" y="86494"/>
                  <a:pt x="2883952" y="85676"/>
                </a:cubicBezTo>
                <a:cubicBezTo>
                  <a:pt x="2885906" y="84859"/>
                  <a:pt x="2887587" y="83973"/>
                  <a:pt x="2888993" y="83019"/>
                </a:cubicBezTo>
                <a:cubicBezTo>
                  <a:pt x="2890444" y="82022"/>
                  <a:pt x="2891650" y="81136"/>
                  <a:pt x="2892602" y="80364"/>
                </a:cubicBezTo>
                <a:cubicBezTo>
                  <a:pt x="2893602" y="79547"/>
                  <a:pt x="2894373" y="79138"/>
                  <a:pt x="2894919" y="79138"/>
                </a:cubicBezTo>
                <a:cubicBezTo>
                  <a:pt x="2895236" y="79138"/>
                  <a:pt x="2895508" y="79227"/>
                  <a:pt x="2895736" y="79410"/>
                </a:cubicBezTo>
                <a:cubicBezTo>
                  <a:pt x="2895962" y="79593"/>
                  <a:pt x="2896145" y="79910"/>
                  <a:pt x="2896279" y="80364"/>
                </a:cubicBezTo>
                <a:cubicBezTo>
                  <a:pt x="2896462" y="80773"/>
                  <a:pt x="2896576" y="81316"/>
                  <a:pt x="2896619" y="81999"/>
                </a:cubicBezTo>
                <a:cubicBezTo>
                  <a:pt x="2896711" y="82633"/>
                  <a:pt x="2896756" y="83405"/>
                  <a:pt x="2896756" y="84313"/>
                </a:cubicBezTo>
                <a:close/>
                <a:moveTo>
                  <a:pt x="2964453" y="93643"/>
                </a:moveTo>
                <a:cubicBezTo>
                  <a:pt x="2964453" y="94006"/>
                  <a:pt x="2964362" y="94326"/>
                  <a:pt x="2964179" y="94598"/>
                </a:cubicBezTo>
                <a:cubicBezTo>
                  <a:pt x="2963999" y="94823"/>
                  <a:pt x="2963705" y="95029"/>
                  <a:pt x="2963296" y="95209"/>
                </a:cubicBezTo>
                <a:cubicBezTo>
                  <a:pt x="2962887" y="95392"/>
                  <a:pt x="2962319" y="95529"/>
                  <a:pt x="2961593" y="95618"/>
                </a:cubicBezTo>
                <a:cubicBezTo>
                  <a:pt x="2960864" y="95709"/>
                  <a:pt x="2959959" y="95755"/>
                  <a:pt x="2958867" y="95755"/>
                </a:cubicBezTo>
                <a:cubicBezTo>
                  <a:pt x="2957733" y="95755"/>
                  <a:pt x="2956801" y="95709"/>
                  <a:pt x="2956075" y="95618"/>
                </a:cubicBezTo>
                <a:cubicBezTo>
                  <a:pt x="2955349" y="95529"/>
                  <a:pt x="2954781" y="95392"/>
                  <a:pt x="2954372" y="95209"/>
                </a:cubicBezTo>
                <a:cubicBezTo>
                  <a:pt x="2953963" y="95029"/>
                  <a:pt x="2953669" y="94823"/>
                  <a:pt x="2953489" y="94598"/>
                </a:cubicBezTo>
                <a:cubicBezTo>
                  <a:pt x="2953306" y="94326"/>
                  <a:pt x="2953215" y="94006"/>
                  <a:pt x="2953215" y="93643"/>
                </a:cubicBezTo>
                <a:lnTo>
                  <a:pt x="2953215" y="57753"/>
                </a:lnTo>
                <a:cubicBezTo>
                  <a:pt x="2953215" y="54255"/>
                  <a:pt x="2952943" y="51441"/>
                  <a:pt x="2952398" y="49309"/>
                </a:cubicBezTo>
                <a:cubicBezTo>
                  <a:pt x="2951855" y="47174"/>
                  <a:pt x="2951057" y="45334"/>
                  <a:pt x="2950014" y="43791"/>
                </a:cubicBezTo>
                <a:cubicBezTo>
                  <a:pt x="2948971" y="42248"/>
                  <a:pt x="2947608" y="41068"/>
                  <a:pt x="2945928" y="40251"/>
                </a:cubicBezTo>
                <a:cubicBezTo>
                  <a:pt x="2944294" y="39433"/>
                  <a:pt x="2942388" y="39025"/>
                  <a:pt x="2940207" y="39025"/>
                </a:cubicBezTo>
                <a:cubicBezTo>
                  <a:pt x="2937393" y="39025"/>
                  <a:pt x="2934578" y="40022"/>
                  <a:pt x="2931764" y="42020"/>
                </a:cubicBezTo>
                <a:cubicBezTo>
                  <a:pt x="2928949" y="44017"/>
                  <a:pt x="2925997" y="46946"/>
                  <a:pt x="2922908" y="50806"/>
                </a:cubicBezTo>
                <a:lnTo>
                  <a:pt x="2922908" y="93643"/>
                </a:lnTo>
                <a:cubicBezTo>
                  <a:pt x="2922908" y="94006"/>
                  <a:pt x="2922817" y="94326"/>
                  <a:pt x="2922637" y="94598"/>
                </a:cubicBezTo>
                <a:cubicBezTo>
                  <a:pt x="2922454" y="94823"/>
                  <a:pt x="2922160" y="95029"/>
                  <a:pt x="2921751" y="95209"/>
                </a:cubicBezTo>
                <a:cubicBezTo>
                  <a:pt x="2921342" y="95392"/>
                  <a:pt x="2920774" y="95529"/>
                  <a:pt x="2920048" y="95618"/>
                </a:cubicBezTo>
                <a:cubicBezTo>
                  <a:pt x="2919322" y="95709"/>
                  <a:pt x="2918390" y="95755"/>
                  <a:pt x="2917256" y="95755"/>
                </a:cubicBezTo>
                <a:cubicBezTo>
                  <a:pt x="2916167" y="95755"/>
                  <a:pt x="2915259" y="95709"/>
                  <a:pt x="2914533" y="95618"/>
                </a:cubicBezTo>
                <a:cubicBezTo>
                  <a:pt x="2913804" y="95529"/>
                  <a:pt x="2913216" y="95392"/>
                  <a:pt x="2912761" y="95209"/>
                </a:cubicBezTo>
                <a:cubicBezTo>
                  <a:pt x="2912353" y="95029"/>
                  <a:pt x="2912058" y="94823"/>
                  <a:pt x="2911875" y="94598"/>
                </a:cubicBezTo>
                <a:cubicBezTo>
                  <a:pt x="2911741" y="94326"/>
                  <a:pt x="2911672" y="94006"/>
                  <a:pt x="2911672" y="93643"/>
                </a:cubicBezTo>
                <a:lnTo>
                  <a:pt x="2911672" y="2657"/>
                </a:lnTo>
                <a:cubicBezTo>
                  <a:pt x="2911672" y="2292"/>
                  <a:pt x="2911741" y="1975"/>
                  <a:pt x="2911875" y="1703"/>
                </a:cubicBezTo>
                <a:cubicBezTo>
                  <a:pt x="2912058" y="1432"/>
                  <a:pt x="2912353" y="1203"/>
                  <a:pt x="2912761" y="1023"/>
                </a:cubicBezTo>
                <a:cubicBezTo>
                  <a:pt x="2913216" y="840"/>
                  <a:pt x="2913807" y="703"/>
                  <a:pt x="2914533" y="614"/>
                </a:cubicBezTo>
                <a:cubicBezTo>
                  <a:pt x="2915259" y="523"/>
                  <a:pt x="2916167" y="477"/>
                  <a:pt x="2917256" y="477"/>
                </a:cubicBezTo>
                <a:cubicBezTo>
                  <a:pt x="2918390" y="477"/>
                  <a:pt x="2919322" y="523"/>
                  <a:pt x="2920048" y="614"/>
                </a:cubicBezTo>
                <a:cubicBezTo>
                  <a:pt x="2920774" y="703"/>
                  <a:pt x="2921342" y="840"/>
                  <a:pt x="2921751" y="1023"/>
                </a:cubicBezTo>
                <a:cubicBezTo>
                  <a:pt x="2922160" y="1203"/>
                  <a:pt x="2922454" y="1432"/>
                  <a:pt x="2922637" y="1703"/>
                </a:cubicBezTo>
                <a:cubicBezTo>
                  <a:pt x="2922817" y="1975"/>
                  <a:pt x="2922908" y="2292"/>
                  <a:pt x="2922908" y="2657"/>
                </a:cubicBezTo>
                <a:lnTo>
                  <a:pt x="2922908" y="39365"/>
                </a:lnTo>
                <a:cubicBezTo>
                  <a:pt x="2926131" y="35959"/>
                  <a:pt x="2929378" y="33438"/>
                  <a:pt x="2932647" y="31804"/>
                </a:cubicBezTo>
                <a:cubicBezTo>
                  <a:pt x="2935916" y="30124"/>
                  <a:pt x="2939207" y="29284"/>
                  <a:pt x="2942522" y="29284"/>
                </a:cubicBezTo>
                <a:cubicBezTo>
                  <a:pt x="2946608" y="29284"/>
                  <a:pt x="2950037" y="29989"/>
                  <a:pt x="2952806" y="31395"/>
                </a:cubicBezTo>
                <a:cubicBezTo>
                  <a:pt x="2955621" y="32758"/>
                  <a:pt x="2957893" y="34596"/>
                  <a:pt x="2959616" y="36913"/>
                </a:cubicBezTo>
                <a:cubicBezTo>
                  <a:pt x="2961342" y="39228"/>
                  <a:pt x="2962567" y="41954"/>
                  <a:pt x="2963296" y="45086"/>
                </a:cubicBezTo>
                <a:cubicBezTo>
                  <a:pt x="2964068" y="48172"/>
                  <a:pt x="2964453" y="51918"/>
                  <a:pt x="2964453" y="56321"/>
                </a:cubicBezTo>
                <a:lnTo>
                  <a:pt x="2964453" y="93643"/>
                </a:lnTo>
                <a:close/>
                <a:moveTo>
                  <a:pt x="3031127" y="93712"/>
                </a:moveTo>
                <a:cubicBezTo>
                  <a:pt x="3031127" y="94257"/>
                  <a:pt x="3030945" y="94666"/>
                  <a:pt x="3030582" y="94938"/>
                </a:cubicBezTo>
                <a:cubicBezTo>
                  <a:pt x="3030219" y="95209"/>
                  <a:pt x="3029719" y="95415"/>
                  <a:pt x="3029084" y="95552"/>
                </a:cubicBezTo>
                <a:cubicBezTo>
                  <a:pt x="3028447" y="95686"/>
                  <a:pt x="3027518" y="95755"/>
                  <a:pt x="3026293" y="95755"/>
                </a:cubicBezTo>
                <a:cubicBezTo>
                  <a:pt x="3025112" y="95755"/>
                  <a:pt x="3024158" y="95686"/>
                  <a:pt x="3023432" y="95552"/>
                </a:cubicBezTo>
                <a:cubicBezTo>
                  <a:pt x="3022749" y="95415"/>
                  <a:pt x="3022252" y="95209"/>
                  <a:pt x="3021932" y="94938"/>
                </a:cubicBezTo>
                <a:cubicBezTo>
                  <a:pt x="3021615" y="94666"/>
                  <a:pt x="3021455" y="94257"/>
                  <a:pt x="3021455" y="93712"/>
                </a:cubicBezTo>
                <a:lnTo>
                  <a:pt x="3021455" y="87582"/>
                </a:lnTo>
                <a:cubicBezTo>
                  <a:pt x="3018777" y="90443"/>
                  <a:pt x="3015780" y="92669"/>
                  <a:pt x="3012465" y="94257"/>
                </a:cubicBezTo>
                <a:cubicBezTo>
                  <a:pt x="3009196" y="95846"/>
                  <a:pt x="3005724" y="96641"/>
                  <a:pt x="3002047" y="96641"/>
                </a:cubicBezTo>
                <a:cubicBezTo>
                  <a:pt x="2998823" y="96641"/>
                  <a:pt x="2995894" y="96209"/>
                  <a:pt x="2993260" y="95346"/>
                </a:cubicBezTo>
                <a:cubicBezTo>
                  <a:pt x="2990674" y="94529"/>
                  <a:pt x="2988448" y="93326"/>
                  <a:pt x="2986588" y="91737"/>
                </a:cubicBezTo>
                <a:cubicBezTo>
                  <a:pt x="2984770" y="90148"/>
                  <a:pt x="2983341" y="88197"/>
                  <a:pt x="2982296" y="85879"/>
                </a:cubicBezTo>
                <a:cubicBezTo>
                  <a:pt x="2981298" y="83565"/>
                  <a:pt x="2980798" y="80930"/>
                  <a:pt x="2980798" y="77978"/>
                </a:cubicBezTo>
                <a:cubicBezTo>
                  <a:pt x="2980798" y="74529"/>
                  <a:pt x="2981501" y="71532"/>
                  <a:pt x="2982910" y="68989"/>
                </a:cubicBezTo>
                <a:cubicBezTo>
                  <a:pt x="2984316" y="66448"/>
                  <a:pt x="2986336" y="64337"/>
                  <a:pt x="2988971" y="62656"/>
                </a:cubicBezTo>
                <a:cubicBezTo>
                  <a:pt x="2991602" y="60976"/>
                  <a:pt x="2994829" y="59727"/>
                  <a:pt x="2998640" y="58910"/>
                </a:cubicBezTo>
                <a:cubicBezTo>
                  <a:pt x="3002455" y="58047"/>
                  <a:pt x="3006744" y="57616"/>
                  <a:pt x="3011514" y="57616"/>
                </a:cubicBezTo>
                <a:lnTo>
                  <a:pt x="3019957" y="57616"/>
                </a:lnTo>
                <a:lnTo>
                  <a:pt x="3019957" y="52849"/>
                </a:lnTo>
                <a:cubicBezTo>
                  <a:pt x="3019957" y="50489"/>
                  <a:pt x="3019709" y="48400"/>
                  <a:pt x="3019209" y="46583"/>
                </a:cubicBezTo>
                <a:cubicBezTo>
                  <a:pt x="3018709" y="44768"/>
                  <a:pt x="3017891" y="43268"/>
                  <a:pt x="3016757" y="42088"/>
                </a:cubicBezTo>
                <a:cubicBezTo>
                  <a:pt x="3015668" y="40862"/>
                  <a:pt x="3014237" y="39954"/>
                  <a:pt x="3012465" y="39365"/>
                </a:cubicBezTo>
                <a:cubicBezTo>
                  <a:pt x="3010696" y="38728"/>
                  <a:pt x="3008516" y="38411"/>
                  <a:pt x="3005927" y="38411"/>
                </a:cubicBezTo>
                <a:cubicBezTo>
                  <a:pt x="3003158" y="38411"/>
                  <a:pt x="3000661" y="38751"/>
                  <a:pt x="2998438" y="39433"/>
                </a:cubicBezTo>
                <a:cubicBezTo>
                  <a:pt x="2996257" y="40068"/>
                  <a:pt x="2994329" y="40794"/>
                  <a:pt x="2992648" y="41611"/>
                </a:cubicBezTo>
                <a:cubicBezTo>
                  <a:pt x="2991014" y="42382"/>
                  <a:pt x="2989628" y="43111"/>
                  <a:pt x="2988494" y="43791"/>
                </a:cubicBezTo>
                <a:cubicBezTo>
                  <a:pt x="2987405" y="44426"/>
                  <a:pt x="2986588" y="44746"/>
                  <a:pt x="2986042" y="44746"/>
                </a:cubicBezTo>
                <a:cubicBezTo>
                  <a:pt x="2985679" y="44746"/>
                  <a:pt x="2985362" y="44654"/>
                  <a:pt x="2985087" y="44471"/>
                </a:cubicBezTo>
                <a:cubicBezTo>
                  <a:pt x="2984816" y="44291"/>
                  <a:pt x="2984567" y="44017"/>
                  <a:pt x="2984339" y="43654"/>
                </a:cubicBezTo>
                <a:cubicBezTo>
                  <a:pt x="2984159" y="43291"/>
                  <a:pt x="2984022" y="42837"/>
                  <a:pt x="2983930" y="42294"/>
                </a:cubicBezTo>
                <a:cubicBezTo>
                  <a:pt x="2983839" y="41702"/>
                  <a:pt x="2983793" y="41068"/>
                  <a:pt x="2983793" y="40385"/>
                </a:cubicBezTo>
                <a:cubicBezTo>
                  <a:pt x="2983793" y="39251"/>
                  <a:pt x="2983862" y="38365"/>
                  <a:pt x="2983999" y="37730"/>
                </a:cubicBezTo>
                <a:cubicBezTo>
                  <a:pt x="2984182" y="37047"/>
                  <a:pt x="2984567" y="36413"/>
                  <a:pt x="2985156" y="35822"/>
                </a:cubicBezTo>
                <a:cubicBezTo>
                  <a:pt x="2985793" y="35233"/>
                  <a:pt x="2986859" y="34553"/>
                  <a:pt x="2988356" y="33779"/>
                </a:cubicBezTo>
                <a:cubicBezTo>
                  <a:pt x="2989857" y="32961"/>
                  <a:pt x="2991580" y="32235"/>
                  <a:pt x="2993534" y="31601"/>
                </a:cubicBezTo>
                <a:cubicBezTo>
                  <a:pt x="2995486" y="30918"/>
                  <a:pt x="2997620" y="30375"/>
                  <a:pt x="2999935" y="29967"/>
                </a:cubicBezTo>
                <a:cubicBezTo>
                  <a:pt x="3002250" y="29512"/>
                  <a:pt x="3004590" y="29284"/>
                  <a:pt x="3006950" y="29284"/>
                </a:cubicBezTo>
                <a:cubicBezTo>
                  <a:pt x="3011354" y="29284"/>
                  <a:pt x="3015100" y="29784"/>
                  <a:pt x="3018186" y="30784"/>
                </a:cubicBezTo>
                <a:cubicBezTo>
                  <a:pt x="3021275" y="31781"/>
                  <a:pt x="3023772" y="33258"/>
                  <a:pt x="3025678" y="35210"/>
                </a:cubicBezTo>
                <a:cubicBezTo>
                  <a:pt x="3027584" y="37116"/>
                  <a:pt x="3028970" y="39502"/>
                  <a:pt x="3029833" y="42362"/>
                </a:cubicBezTo>
                <a:cubicBezTo>
                  <a:pt x="3030696" y="45223"/>
                  <a:pt x="3031127" y="48557"/>
                  <a:pt x="3031127" y="52372"/>
                </a:cubicBezTo>
                <a:lnTo>
                  <a:pt x="3031127" y="93712"/>
                </a:lnTo>
                <a:close/>
                <a:moveTo>
                  <a:pt x="3019957" y="65720"/>
                </a:moveTo>
                <a:lnTo>
                  <a:pt x="3010356" y="65720"/>
                </a:lnTo>
                <a:cubicBezTo>
                  <a:pt x="3007267" y="65720"/>
                  <a:pt x="3004590" y="65994"/>
                  <a:pt x="3002318" y="66537"/>
                </a:cubicBezTo>
                <a:cubicBezTo>
                  <a:pt x="3000049" y="67037"/>
                  <a:pt x="2998163" y="67808"/>
                  <a:pt x="2996666" y="68854"/>
                </a:cubicBezTo>
                <a:cubicBezTo>
                  <a:pt x="2995169" y="69852"/>
                  <a:pt x="2994054" y="71077"/>
                  <a:pt x="2993328" y="72532"/>
                </a:cubicBezTo>
                <a:cubicBezTo>
                  <a:pt x="2992648" y="73938"/>
                  <a:pt x="2992308" y="75572"/>
                  <a:pt x="2992308" y="77435"/>
                </a:cubicBezTo>
                <a:cubicBezTo>
                  <a:pt x="2992308" y="80613"/>
                  <a:pt x="2993306" y="83156"/>
                  <a:pt x="2995303" y="85062"/>
                </a:cubicBezTo>
                <a:cubicBezTo>
                  <a:pt x="2997346" y="86925"/>
                  <a:pt x="3000184" y="87854"/>
                  <a:pt x="3003818" y="87854"/>
                </a:cubicBezTo>
                <a:cubicBezTo>
                  <a:pt x="3006767" y="87854"/>
                  <a:pt x="3009493" y="87105"/>
                  <a:pt x="3011991" y="85608"/>
                </a:cubicBezTo>
                <a:cubicBezTo>
                  <a:pt x="3014531" y="84111"/>
                  <a:pt x="3017189" y="81816"/>
                  <a:pt x="3019957" y="78730"/>
                </a:cubicBezTo>
                <a:lnTo>
                  <a:pt x="3019957" y="65720"/>
                </a:lnTo>
                <a:close/>
                <a:moveTo>
                  <a:pt x="3063000" y="93643"/>
                </a:moveTo>
                <a:cubicBezTo>
                  <a:pt x="3063000" y="94006"/>
                  <a:pt x="3062909" y="94326"/>
                  <a:pt x="3062729" y="94598"/>
                </a:cubicBezTo>
                <a:cubicBezTo>
                  <a:pt x="3062546" y="94823"/>
                  <a:pt x="3062251" y="95029"/>
                  <a:pt x="3061843" y="95209"/>
                </a:cubicBezTo>
                <a:cubicBezTo>
                  <a:pt x="3061434" y="95392"/>
                  <a:pt x="3060865" y="95529"/>
                  <a:pt x="3060140" y="95618"/>
                </a:cubicBezTo>
                <a:cubicBezTo>
                  <a:pt x="3059414" y="95709"/>
                  <a:pt x="3058482" y="95755"/>
                  <a:pt x="3057348" y="95755"/>
                </a:cubicBezTo>
                <a:cubicBezTo>
                  <a:pt x="3056256" y="95755"/>
                  <a:pt x="3055350" y="95709"/>
                  <a:pt x="3054622" y="95618"/>
                </a:cubicBezTo>
                <a:cubicBezTo>
                  <a:pt x="3053896" y="95529"/>
                  <a:pt x="3053307" y="95392"/>
                  <a:pt x="3052853" y="95209"/>
                </a:cubicBezTo>
                <a:cubicBezTo>
                  <a:pt x="3052444" y="95029"/>
                  <a:pt x="3052147" y="94823"/>
                  <a:pt x="3051967" y="94598"/>
                </a:cubicBezTo>
                <a:cubicBezTo>
                  <a:pt x="3051830" y="94326"/>
                  <a:pt x="3051761" y="94006"/>
                  <a:pt x="3051761" y="93643"/>
                </a:cubicBezTo>
                <a:lnTo>
                  <a:pt x="3051761" y="32350"/>
                </a:lnTo>
                <a:cubicBezTo>
                  <a:pt x="3051761" y="32033"/>
                  <a:pt x="3051830" y="31735"/>
                  <a:pt x="3051967" y="31464"/>
                </a:cubicBezTo>
                <a:cubicBezTo>
                  <a:pt x="3052147" y="31192"/>
                  <a:pt x="3052444" y="30964"/>
                  <a:pt x="3052853" y="30784"/>
                </a:cubicBezTo>
                <a:cubicBezTo>
                  <a:pt x="3053307" y="30601"/>
                  <a:pt x="3053896" y="30467"/>
                  <a:pt x="3054622" y="30375"/>
                </a:cubicBezTo>
                <a:cubicBezTo>
                  <a:pt x="3055350" y="30284"/>
                  <a:pt x="3056256" y="30238"/>
                  <a:pt x="3057348" y="30238"/>
                </a:cubicBezTo>
                <a:cubicBezTo>
                  <a:pt x="3058482" y="30238"/>
                  <a:pt x="3059414" y="30284"/>
                  <a:pt x="3060140" y="30375"/>
                </a:cubicBezTo>
                <a:cubicBezTo>
                  <a:pt x="3060865" y="30467"/>
                  <a:pt x="3061434" y="30601"/>
                  <a:pt x="3061843" y="30784"/>
                </a:cubicBezTo>
                <a:cubicBezTo>
                  <a:pt x="3062251" y="30964"/>
                  <a:pt x="3062546" y="31192"/>
                  <a:pt x="3062729" y="31464"/>
                </a:cubicBezTo>
                <a:cubicBezTo>
                  <a:pt x="3062909" y="31735"/>
                  <a:pt x="3063000" y="32033"/>
                  <a:pt x="3063000" y="32350"/>
                </a:cubicBezTo>
                <a:lnTo>
                  <a:pt x="3063000" y="93643"/>
                </a:lnTo>
                <a:close/>
                <a:moveTo>
                  <a:pt x="3064294" y="11647"/>
                </a:moveTo>
                <a:cubicBezTo>
                  <a:pt x="3064294" y="14279"/>
                  <a:pt x="3063794" y="16073"/>
                  <a:pt x="3062794" y="17025"/>
                </a:cubicBezTo>
                <a:cubicBezTo>
                  <a:pt x="3061797" y="17979"/>
                  <a:pt x="3059957" y="18457"/>
                  <a:pt x="3057279" y="18457"/>
                </a:cubicBezTo>
                <a:cubicBezTo>
                  <a:pt x="3054645" y="18457"/>
                  <a:pt x="3052830" y="18002"/>
                  <a:pt x="3051830" y="17094"/>
                </a:cubicBezTo>
                <a:cubicBezTo>
                  <a:pt x="3050878" y="16142"/>
                  <a:pt x="3050401" y="14370"/>
                  <a:pt x="3050401" y="11781"/>
                </a:cubicBezTo>
                <a:cubicBezTo>
                  <a:pt x="3050401" y="9150"/>
                  <a:pt x="3050898" y="7355"/>
                  <a:pt x="3051899" y="6401"/>
                </a:cubicBezTo>
                <a:cubicBezTo>
                  <a:pt x="3052899" y="5449"/>
                  <a:pt x="3054736" y="4972"/>
                  <a:pt x="3057416" y="4972"/>
                </a:cubicBezTo>
                <a:cubicBezTo>
                  <a:pt x="3060048" y="4972"/>
                  <a:pt x="3061843" y="5449"/>
                  <a:pt x="3062794" y="6401"/>
                </a:cubicBezTo>
                <a:cubicBezTo>
                  <a:pt x="3063794" y="7309"/>
                  <a:pt x="3064294" y="9058"/>
                  <a:pt x="3064294" y="11647"/>
                </a:cubicBezTo>
                <a:close/>
                <a:moveTo>
                  <a:pt x="3119596" y="36367"/>
                </a:moveTo>
                <a:cubicBezTo>
                  <a:pt x="3119596" y="37368"/>
                  <a:pt x="3119573" y="38208"/>
                  <a:pt x="3119527" y="38888"/>
                </a:cubicBezTo>
                <a:cubicBezTo>
                  <a:pt x="3119481" y="39568"/>
                  <a:pt x="3119390" y="40114"/>
                  <a:pt x="3119253" y="40522"/>
                </a:cubicBezTo>
                <a:cubicBezTo>
                  <a:pt x="3119118" y="40885"/>
                  <a:pt x="3118936" y="41179"/>
                  <a:pt x="3118710" y="41408"/>
                </a:cubicBezTo>
                <a:cubicBezTo>
                  <a:pt x="3118527" y="41588"/>
                  <a:pt x="3118255" y="41679"/>
                  <a:pt x="3117893" y="41679"/>
                </a:cubicBezTo>
                <a:cubicBezTo>
                  <a:pt x="3117530" y="41679"/>
                  <a:pt x="3117075" y="41588"/>
                  <a:pt x="3116530" y="41408"/>
                </a:cubicBezTo>
                <a:cubicBezTo>
                  <a:pt x="3116029" y="41179"/>
                  <a:pt x="3115441" y="40977"/>
                  <a:pt x="3114758" y="40794"/>
                </a:cubicBezTo>
                <a:cubicBezTo>
                  <a:pt x="3114124" y="40568"/>
                  <a:pt x="3113398" y="40362"/>
                  <a:pt x="3112580" y="40182"/>
                </a:cubicBezTo>
                <a:cubicBezTo>
                  <a:pt x="3111763" y="39999"/>
                  <a:pt x="3110877" y="39911"/>
                  <a:pt x="3109923" y="39911"/>
                </a:cubicBezTo>
                <a:cubicBezTo>
                  <a:pt x="3108789" y="39911"/>
                  <a:pt x="3107677" y="40136"/>
                  <a:pt x="3106585" y="40591"/>
                </a:cubicBezTo>
                <a:cubicBezTo>
                  <a:pt x="3105497" y="41045"/>
                  <a:pt x="3104339" y="41794"/>
                  <a:pt x="3103114" y="42837"/>
                </a:cubicBezTo>
                <a:cubicBezTo>
                  <a:pt x="3101933" y="43883"/>
                  <a:pt x="3100685" y="45266"/>
                  <a:pt x="3099367" y="46992"/>
                </a:cubicBezTo>
                <a:cubicBezTo>
                  <a:pt x="3098050" y="48718"/>
                  <a:pt x="3096598" y="50829"/>
                  <a:pt x="3095010" y="53327"/>
                </a:cubicBezTo>
                <a:lnTo>
                  <a:pt x="3095010" y="93643"/>
                </a:lnTo>
                <a:cubicBezTo>
                  <a:pt x="3095010" y="94006"/>
                  <a:pt x="3094918" y="94326"/>
                  <a:pt x="3094735" y="94598"/>
                </a:cubicBezTo>
                <a:cubicBezTo>
                  <a:pt x="3094555" y="94823"/>
                  <a:pt x="3094261" y="95029"/>
                  <a:pt x="3093852" y="95209"/>
                </a:cubicBezTo>
                <a:cubicBezTo>
                  <a:pt x="3093444" y="95392"/>
                  <a:pt x="3092875" y="95529"/>
                  <a:pt x="3092149" y="95618"/>
                </a:cubicBezTo>
                <a:cubicBezTo>
                  <a:pt x="3091421" y="95709"/>
                  <a:pt x="3090492" y="95755"/>
                  <a:pt x="3089358" y="95755"/>
                </a:cubicBezTo>
                <a:cubicBezTo>
                  <a:pt x="3088266" y="95755"/>
                  <a:pt x="3087357" y="95709"/>
                  <a:pt x="3086631" y="95618"/>
                </a:cubicBezTo>
                <a:cubicBezTo>
                  <a:pt x="3085906" y="95529"/>
                  <a:pt x="3085314" y="95392"/>
                  <a:pt x="3084863" y="95209"/>
                </a:cubicBezTo>
                <a:cubicBezTo>
                  <a:pt x="3084454" y="95029"/>
                  <a:pt x="3084157" y="94823"/>
                  <a:pt x="3083977" y="94598"/>
                </a:cubicBezTo>
                <a:cubicBezTo>
                  <a:pt x="3083840" y="94326"/>
                  <a:pt x="3083771" y="94006"/>
                  <a:pt x="3083771" y="93643"/>
                </a:cubicBezTo>
                <a:lnTo>
                  <a:pt x="3083771" y="32350"/>
                </a:lnTo>
                <a:cubicBezTo>
                  <a:pt x="3083771" y="31987"/>
                  <a:pt x="3083840" y="31693"/>
                  <a:pt x="3083977" y="31464"/>
                </a:cubicBezTo>
                <a:cubicBezTo>
                  <a:pt x="3084111" y="31192"/>
                  <a:pt x="3084386" y="30964"/>
                  <a:pt x="3084794" y="30784"/>
                </a:cubicBezTo>
                <a:cubicBezTo>
                  <a:pt x="3085203" y="30555"/>
                  <a:pt x="3085723" y="30421"/>
                  <a:pt x="3086360" y="30375"/>
                </a:cubicBezTo>
                <a:cubicBezTo>
                  <a:pt x="3086994" y="30284"/>
                  <a:pt x="3087835" y="30238"/>
                  <a:pt x="3088880" y="30238"/>
                </a:cubicBezTo>
                <a:cubicBezTo>
                  <a:pt x="3089878" y="30238"/>
                  <a:pt x="3090695" y="30284"/>
                  <a:pt x="3091332" y="30375"/>
                </a:cubicBezTo>
                <a:cubicBezTo>
                  <a:pt x="3092012" y="30421"/>
                  <a:pt x="3092535" y="30555"/>
                  <a:pt x="3092898" y="30784"/>
                </a:cubicBezTo>
                <a:cubicBezTo>
                  <a:pt x="3093261" y="30964"/>
                  <a:pt x="3093509" y="31192"/>
                  <a:pt x="3093647" y="31464"/>
                </a:cubicBezTo>
                <a:cubicBezTo>
                  <a:pt x="3093830" y="31693"/>
                  <a:pt x="3093918" y="31987"/>
                  <a:pt x="3093918" y="32350"/>
                </a:cubicBezTo>
                <a:lnTo>
                  <a:pt x="3093918" y="41271"/>
                </a:lnTo>
                <a:cubicBezTo>
                  <a:pt x="3095598" y="38819"/>
                  <a:pt x="3097164" y="36822"/>
                  <a:pt x="3098619" y="35279"/>
                </a:cubicBezTo>
                <a:cubicBezTo>
                  <a:pt x="3100116" y="33736"/>
                  <a:pt x="3101525" y="32533"/>
                  <a:pt x="3102842" y="31670"/>
                </a:cubicBezTo>
                <a:cubicBezTo>
                  <a:pt x="3104157" y="30761"/>
                  <a:pt x="3105451" y="30147"/>
                  <a:pt x="3106723" y="29829"/>
                </a:cubicBezTo>
                <a:cubicBezTo>
                  <a:pt x="3108040" y="29467"/>
                  <a:pt x="3109357" y="29284"/>
                  <a:pt x="3110672" y="29284"/>
                </a:cubicBezTo>
                <a:cubicBezTo>
                  <a:pt x="3111263" y="29284"/>
                  <a:pt x="3111920" y="29329"/>
                  <a:pt x="3112649" y="29421"/>
                </a:cubicBezTo>
                <a:cubicBezTo>
                  <a:pt x="3113421" y="29467"/>
                  <a:pt x="3114215" y="29581"/>
                  <a:pt x="3115032" y="29761"/>
                </a:cubicBezTo>
                <a:cubicBezTo>
                  <a:pt x="3115849" y="29944"/>
                  <a:pt x="3116575" y="30147"/>
                  <a:pt x="3117212" y="30375"/>
                </a:cubicBezTo>
                <a:cubicBezTo>
                  <a:pt x="3117893" y="30601"/>
                  <a:pt x="3118370" y="30830"/>
                  <a:pt x="3118641" y="31055"/>
                </a:cubicBezTo>
                <a:cubicBezTo>
                  <a:pt x="3118913" y="31284"/>
                  <a:pt x="3119096" y="31510"/>
                  <a:pt x="3119187" y="31735"/>
                </a:cubicBezTo>
                <a:cubicBezTo>
                  <a:pt x="3119276" y="31918"/>
                  <a:pt x="3119344" y="32167"/>
                  <a:pt x="3119390" y="32487"/>
                </a:cubicBezTo>
                <a:cubicBezTo>
                  <a:pt x="3119481" y="32804"/>
                  <a:pt x="3119527" y="33281"/>
                  <a:pt x="3119527" y="33916"/>
                </a:cubicBezTo>
                <a:cubicBezTo>
                  <a:pt x="3119573" y="34507"/>
                  <a:pt x="3119596" y="35324"/>
                  <a:pt x="3119596" y="36367"/>
                </a:cubicBezTo>
                <a:close/>
                <a:moveTo>
                  <a:pt x="3249675" y="32213"/>
                </a:moveTo>
                <a:cubicBezTo>
                  <a:pt x="3249675" y="32533"/>
                  <a:pt x="3249629" y="32918"/>
                  <a:pt x="3249538" y="33370"/>
                </a:cubicBezTo>
                <a:cubicBezTo>
                  <a:pt x="3249446" y="33824"/>
                  <a:pt x="3249289" y="34393"/>
                  <a:pt x="3249060" y="35073"/>
                </a:cubicBezTo>
                <a:lnTo>
                  <a:pt x="3231012" y="93303"/>
                </a:lnTo>
                <a:cubicBezTo>
                  <a:pt x="3230878" y="93803"/>
                  <a:pt x="3230649" y="94212"/>
                  <a:pt x="3230332" y="94529"/>
                </a:cubicBezTo>
                <a:cubicBezTo>
                  <a:pt x="3230061" y="94846"/>
                  <a:pt x="3229652" y="95098"/>
                  <a:pt x="3229106" y="95278"/>
                </a:cubicBezTo>
                <a:cubicBezTo>
                  <a:pt x="3228606" y="95461"/>
                  <a:pt x="3227903" y="95575"/>
                  <a:pt x="3226995" y="95618"/>
                </a:cubicBezTo>
                <a:cubicBezTo>
                  <a:pt x="3226086" y="95709"/>
                  <a:pt x="3224952" y="95755"/>
                  <a:pt x="3223591" y="95755"/>
                </a:cubicBezTo>
                <a:cubicBezTo>
                  <a:pt x="3222183" y="95755"/>
                  <a:pt x="3221003" y="95709"/>
                  <a:pt x="3220048" y="95618"/>
                </a:cubicBezTo>
                <a:cubicBezTo>
                  <a:pt x="3219097" y="95529"/>
                  <a:pt x="3218322" y="95392"/>
                  <a:pt x="3217734" y="95209"/>
                </a:cubicBezTo>
                <a:cubicBezTo>
                  <a:pt x="3217188" y="95029"/>
                  <a:pt x="3216779" y="94778"/>
                  <a:pt x="3216508" y="94460"/>
                </a:cubicBezTo>
                <a:cubicBezTo>
                  <a:pt x="3216233" y="94143"/>
                  <a:pt x="3216031" y="93757"/>
                  <a:pt x="3215893" y="93303"/>
                </a:cubicBezTo>
                <a:lnTo>
                  <a:pt x="3203023" y="48832"/>
                </a:lnTo>
                <a:lnTo>
                  <a:pt x="3202886" y="48217"/>
                </a:lnTo>
                <a:lnTo>
                  <a:pt x="3202752" y="48832"/>
                </a:lnTo>
                <a:lnTo>
                  <a:pt x="3190833" y="93303"/>
                </a:lnTo>
                <a:cubicBezTo>
                  <a:pt x="3190696" y="93803"/>
                  <a:pt x="3190470" y="94212"/>
                  <a:pt x="3190150" y="94529"/>
                </a:cubicBezTo>
                <a:cubicBezTo>
                  <a:pt x="3189879" y="94846"/>
                  <a:pt x="3189447" y="95098"/>
                  <a:pt x="3188856" y="95278"/>
                </a:cubicBezTo>
                <a:cubicBezTo>
                  <a:pt x="3188267" y="95461"/>
                  <a:pt x="3187496" y="95575"/>
                  <a:pt x="3186541" y="95618"/>
                </a:cubicBezTo>
                <a:cubicBezTo>
                  <a:pt x="3185632" y="95709"/>
                  <a:pt x="3184498" y="95755"/>
                  <a:pt x="3183135" y="95755"/>
                </a:cubicBezTo>
                <a:cubicBezTo>
                  <a:pt x="3181729" y="95755"/>
                  <a:pt x="3180572" y="95709"/>
                  <a:pt x="3179663" y="95618"/>
                </a:cubicBezTo>
                <a:cubicBezTo>
                  <a:pt x="3178800" y="95529"/>
                  <a:pt x="3178074" y="95392"/>
                  <a:pt x="3177483" y="95209"/>
                </a:cubicBezTo>
                <a:cubicBezTo>
                  <a:pt x="3176940" y="95029"/>
                  <a:pt x="3176531" y="94778"/>
                  <a:pt x="3176257" y="94460"/>
                </a:cubicBezTo>
                <a:cubicBezTo>
                  <a:pt x="3175986" y="94143"/>
                  <a:pt x="3175780" y="93757"/>
                  <a:pt x="3175645" y="93303"/>
                </a:cubicBezTo>
                <a:lnTo>
                  <a:pt x="3157732" y="35073"/>
                </a:lnTo>
                <a:cubicBezTo>
                  <a:pt x="3157506" y="34393"/>
                  <a:pt x="3157346" y="33824"/>
                  <a:pt x="3157257" y="33370"/>
                </a:cubicBezTo>
                <a:cubicBezTo>
                  <a:pt x="3157166" y="32918"/>
                  <a:pt x="3157120" y="32533"/>
                  <a:pt x="3157120" y="32213"/>
                </a:cubicBezTo>
                <a:cubicBezTo>
                  <a:pt x="3157120" y="31804"/>
                  <a:pt x="3157212" y="31487"/>
                  <a:pt x="3157392" y="31261"/>
                </a:cubicBezTo>
                <a:cubicBezTo>
                  <a:pt x="3157575" y="30987"/>
                  <a:pt x="3157869" y="30784"/>
                  <a:pt x="3158278" y="30647"/>
                </a:cubicBezTo>
                <a:cubicBezTo>
                  <a:pt x="3158732" y="30467"/>
                  <a:pt x="3159323" y="30352"/>
                  <a:pt x="3160049" y="30307"/>
                </a:cubicBezTo>
                <a:cubicBezTo>
                  <a:pt x="3160775" y="30261"/>
                  <a:pt x="3161661" y="30238"/>
                  <a:pt x="3162704" y="30238"/>
                </a:cubicBezTo>
                <a:cubicBezTo>
                  <a:pt x="3163975" y="30238"/>
                  <a:pt x="3164998" y="30284"/>
                  <a:pt x="3165770" y="30375"/>
                </a:cubicBezTo>
                <a:cubicBezTo>
                  <a:pt x="3166541" y="30421"/>
                  <a:pt x="3167130" y="30532"/>
                  <a:pt x="3167539" y="30715"/>
                </a:cubicBezTo>
                <a:cubicBezTo>
                  <a:pt x="3167947" y="30852"/>
                  <a:pt x="3168245" y="31078"/>
                  <a:pt x="3168425" y="31395"/>
                </a:cubicBezTo>
                <a:cubicBezTo>
                  <a:pt x="3168607" y="31670"/>
                  <a:pt x="3168767" y="32010"/>
                  <a:pt x="3168902" y="32418"/>
                </a:cubicBezTo>
                <a:lnTo>
                  <a:pt x="3183681" y="82950"/>
                </a:lnTo>
                <a:lnTo>
                  <a:pt x="3183818" y="83565"/>
                </a:lnTo>
                <a:lnTo>
                  <a:pt x="3183952" y="82950"/>
                </a:lnTo>
                <a:lnTo>
                  <a:pt x="3197505" y="32418"/>
                </a:lnTo>
                <a:cubicBezTo>
                  <a:pt x="3197597" y="32010"/>
                  <a:pt x="3197734" y="31670"/>
                  <a:pt x="3197914" y="31395"/>
                </a:cubicBezTo>
                <a:cubicBezTo>
                  <a:pt x="3198143" y="31078"/>
                  <a:pt x="3198460" y="30852"/>
                  <a:pt x="3198868" y="30715"/>
                </a:cubicBezTo>
                <a:cubicBezTo>
                  <a:pt x="3199277" y="30532"/>
                  <a:pt x="3199823" y="30421"/>
                  <a:pt x="3200503" y="30375"/>
                </a:cubicBezTo>
                <a:cubicBezTo>
                  <a:pt x="3201229" y="30284"/>
                  <a:pt x="3202160" y="30238"/>
                  <a:pt x="3203295" y="30238"/>
                </a:cubicBezTo>
                <a:cubicBezTo>
                  <a:pt x="3204386" y="30238"/>
                  <a:pt x="3205269" y="30284"/>
                  <a:pt x="3205952" y="30375"/>
                </a:cubicBezTo>
                <a:cubicBezTo>
                  <a:pt x="3206678" y="30421"/>
                  <a:pt x="3207244" y="30532"/>
                  <a:pt x="3207655" y="30715"/>
                </a:cubicBezTo>
                <a:cubicBezTo>
                  <a:pt x="3208061" y="30852"/>
                  <a:pt x="3208358" y="31055"/>
                  <a:pt x="3208538" y="31327"/>
                </a:cubicBezTo>
                <a:cubicBezTo>
                  <a:pt x="3208721" y="31601"/>
                  <a:pt x="3208858" y="31918"/>
                  <a:pt x="3208947" y="32281"/>
                </a:cubicBezTo>
                <a:lnTo>
                  <a:pt x="3223591" y="82950"/>
                </a:lnTo>
                <a:lnTo>
                  <a:pt x="3223726" y="83565"/>
                </a:lnTo>
                <a:lnTo>
                  <a:pt x="3223794" y="82950"/>
                </a:lnTo>
                <a:lnTo>
                  <a:pt x="3238368" y="32418"/>
                </a:lnTo>
                <a:cubicBezTo>
                  <a:pt x="3238459" y="32010"/>
                  <a:pt x="3238596" y="31670"/>
                  <a:pt x="3238776" y="31395"/>
                </a:cubicBezTo>
                <a:cubicBezTo>
                  <a:pt x="3239005" y="31078"/>
                  <a:pt x="3239322" y="30852"/>
                  <a:pt x="3239731" y="30715"/>
                </a:cubicBezTo>
                <a:cubicBezTo>
                  <a:pt x="3240185" y="30532"/>
                  <a:pt x="3240776" y="30421"/>
                  <a:pt x="3241502" y="30375"/>
                </a:cubicBezTo>
                <a:cubicBezTo>
                  <a:pt x="3242274" y="30284"/>
                  <a:pt x="3243248" y="30238"/>
                  <a:pt x="3244431" y="30238"/>
                </a:cubicBezTo>
                <a:cubicBezTo>
                  <a:pt x="3245520" y="30238"/>
                  <a:pt x="3246383" y="30261"/>
                  <a:pt x="3247017" y="30307"/>
                </a:cubicBezTo>
                <a:cubicBezTo>
                  <a:pt x="3247700" y="30352"/>
                  <a:pt x="3248220" y="30467"/>
                  <a:pt x="3248583" y="30647"/>
                </a:cubicBezTo>
                <a:cubicBezTo>
                  <a:pt x="3248992" y="30830"/>
                  <a:pt x="3249266" y="31032"/>
                  <a:pt x="3249400" y="31261"/>
                </a:cubicBezTo>
                <a:cubicBezTo>
                  <a:pt x="3249583" y="31487"/>
                  <a:pt x="3249675" y="31804"/>
                  <a:pt x="3249675" y="32213"/>
                </a:cubicBezTo>
                <a:close/>
                <a:moveTo>
                  <a:pt x="3274872" y="93643"/>
                </a:moveTo>
                <a:cubicBezTo>
                  <a:pt x="3274872" y="94006"/>
                  <a:pt x="3274781" y="94326"/>
                  <a:pt x="3274601" y="94598"/>
                </a:cubicBezTo>
                <a:cubicBezTo>
                  <a:pt x="3274418" y="94823"/>
                  <a:pt x="3274123" y="95029"/>
                  <a:pt x="3273715" y="95209"/>
                </a:cubicBezTo>
                <a:cubicBezTo>
                  <a:pt x="3273306" y="95392"/>
                  <a:pt x="3272740" y="95529"/>
                  <a:pt x="3272012" y="95618"/>
                </a:cubicBezTo>
                <a:cubicBezTo>
                  <a:pt x="3271286" y="95709"/>
                  <a:pt x="3270354" y="95755"/>
                  <a:pt x="3269220" y="95755"/>
                </a:cubicBezTo>
                <a:cubicBezTo>
                  <a:pt x="3268131" y="95755"/>
                  <a:pt x="3267223" y="95709"/>
                  <a:pt x="3266497" y="95618"/>
                </a:cubicBezTo>
                <a:cubicBezTo>
                  <a:pt x="3265768" y="95529"/>
                  <a:pt x="3265180" y="95392"/>
                  <a:pt x="3264725" y="95209"/>
                </a:cubicBezTo>
                <a:cubicBezTo>
                  <a:pt x="3264317" y="95029"/>
                  <a:pt x="3264022" y="94823"/>
                  <a:pt x="3263839" y="94598"/>
                </a:cubicBezTo>
                <a:cubicBezTo>
                  <a:pt x="3263705" y="94326"/>
                  <a:pt x="3263636" y="94006"/>
                  <a:pt x="3263636" y="93643"/>
                </a:cubicBezTo>
                <a:lnTo>
                  <a:pt x="3263636" y="32350"/>
                </a:lnTo>
                <a:cubicBezTo>
                  <a:pt x="3263636" y="32033"/>
                  <a:pt x="3263705" y="31735"/>
                  <a:pt x="3263839" y="31464"/>
                </a:cubicBezTo>
                <a:cubicBezTo>
                  <a:pt x="3264022" y="31192"/>
                  <a:pt x="3264317" y="30964"/>
                  <a:pt x="3264725" y="30784"/>
                </a:cubicBezTo>
                <a:cubicBezTo>
                  <a:pt x="3265180" y="30601"/>
                  <a:pt x="3265771" y="30467"/>
                  <a:pt x="3266497" y="30375"/>
                </a:cubicBezTo>
                <a:cubicBezTo>
                  <a:pt x="3267223" y="30284"/>
                  <a:pt x="3268131" y="30238"/>
                  <a:pt x="3269220" y="30238"/>
                </a:cubicBezTo>
                <a:cubicBezTo>
                  <a:pt x="3270354" y="30238"/>
                  <a:pt x="3271286" y="30284"/>
                  <a:pt x="3272012" y="30375"/>
                </a:cubicBezTo>
                <a:cubicBezTo>
                  <a:pt x="3272740" y="30467"/>
                  <a:pt x="3273306" y="30601"/>
                  <a:pt x="3273715" y="30784"/>
                </a:cubicBezTo>
                <a:cubicBezTo>
                  <a:pt x="3274123" y="30964"/>
                  <a:pt x="3274418" y="31192"/>
                  <a:pt x="3274601" y="31464"/>
                </a:cubicBezTo>
                <a:cubicBezTo>
                  <a:pt x="3274781" y="31735"/>
                  <a:pt x="3274872" y="32033"/>
                  <a:pt x="3274872" y="32350"/>
                </a:cubicBezTo>
                <a:lnTo>
                  <a:pt x="3274872" y="93643"/>
                </a:lnTo>
                <a:close/>
                <a:moveTo>
                  <a:pt x="3276167" y="11647"/>
                </a:moveTo>
                <a:cubicBezTo>
                  <a:pt x="3276167" y="14279"/>
                  <a:pt x="3275667" y="16073"/>
                  <a:pt x="3274669" y="17025"/>
                </a:cubicBezTo>
                <a:cubicBezTo>
                  <a:pt x="3273669" y="17979"/>
                  <a:pt x="3271832" y="18457"/>
                  <a:pt x="3269151" y="18457"/>
                </a:cubicBezTo>
                <a:cubicBezTo>
                  <a:pt x="3266520" y="18457"/>
                  <a:pt x="3264702" y="18002"/>
                  <a:pt x="3263705" y="17094"/>
                </a:cubicBezTo>
                <a:cubicBezTo>
                  <a:pt x="3262751" y="16142"/>
                  <a:pt x="3262273" y="14370"/>
                  <a:pt x="3262273" y="11781"/>
                </a:cubicBezTo>
                <a:cubicBezTo>
                  <a:pt x="3262273" y="9150"/>
                  <a:pt x="3262774" y="7355"/>
                  <a:pt x="3263771" y="6401"/>
                </a:cubicBezTo>
                <a:cubicBezTo>
                  <a:pt x="3264771" y="5449"/>
                  <a:pt x="3266608" y="4972"/>
                  <a:pt x="3269289" y="4972"/>
                </a:cubicBezTo>
                <a:cubicBezTo>
                  <a:pt x="3271923" y="4972"/>
                  <a:pt x="3273715" y="5449"/>
                  <a:pt x="3274669" y="6401"/>
                </a:cubicBezTo>
                <a:cubicBezTo>
                  <a:pt x="3275667" y="7309"/>
                  <a:pt x="3276167" y="9058"/>
                  <a:pt x="3276167" y="11647"/>
                </a:cubicBezTo>
                <a:close/>
                <a:moveTo>
                  <a:pt x="3327519" y="89148"/>
                </a:moveTo>
                <a:cubicBezTo>
                  <a:pt x="3327519" y="90466"/>
                  <a:pt x="3327427" y="91509"/>
                  <a:pt x="3327244" y="92283"/>
                </a:cubicBezTo>
                <a:cubicBezTo>
                  <a:pt x="3327064" y="93054"/>
                  <a:pt x="3326790" y="93620"/>
                  <a:pt x="3326427" y="93983"/>
                </a:cubicBezTo>
                <a:cubicBezTo>
                  <a:pt x="3326064" y="94346"/>
                  <a:pt x="3325521" y="94689"/>
                  <a:pt x="3324793" y="95006"/>
                </a:cubicBezTo>
                <a:cubicBezTo>
                  <a:pt x="3324067" y="95323"/>
                  <a:pt x="3323227" y="95575"/>
                  <a:pt x="3322272" y="95755"/>
                </a:cubicBezTo>
                <a:cubicBezTo>
                  <a:pt x="3321367" y="95981"/>
                  <a:pt x="3320389" y="96163"/>
                  <a:pt x="3319346" y="96301"/>
                </a:cubicBezTo>
                <a:cubicBezTo>
                  <a:pt x="3318300" y="96435"/>
                  <a:pt x="3317257" y="96503"/>
                  <a:pt x="3316212" y="96503"/>
                </a:cubicBezTo>
                <a:cubicBezTo>
                  <a:pt x="3313034" y="96503"/>
                  <a:pt x="3310311" y="96095"/>
                  <a:pt x="3308039" y="95278"/>
                </a:cubicBezTo>
                <a:cubicBezTo>
                  <a:pt x="3305770" y="94415"/>
                  <a:pt x="3303907" y="93143"/>
                  <a:pt x="3302456" y="91466"/>
                </a:cubicBezTo>
                <a:cubicBezTo>
                  <a:pt x="3301001" y="89740"/>
                  <a:pt x="3299935" y="87582"/>
                  <a:pt x="3299255" y="84993"/>
                </a:cubicBezTo>
                <a:cubicBezTo>
                  <a:pt x="3298618" y="82362"/>
                  <a:pt x="3298301" y="79273"/>
                  <a:pt x="3298301" y="75732"/>
                </a:cubicBezTo>
                <a:lnTo>
                  <a:pt x="3298301" y="39911"/>
                </a:lnTo>
                <a:lnTo>
                  <a:pt x="3289720" y="39911"/>
                </a:lnTo>
                <a:cubicBezTo>
                  <a:pt x="3289040" y="39911"/>
                  <a:pt x="3288494" y="39545"/>
                  <a:pt x="3288085" y="38819"/>
                </a:cubicBezTo>
                <a:cubicBezTo>
                  <a:pt x="3287677" y="38093"/>
                  <a:pt x="3287471" y="36913"/>
                  <a:pt x="3287471" y="35279"/>
                </a:cubicBezTo>
                <a:cubicBezTo>
                  <a:pt x="3287471" y="34416"/>
                  <a:pt x="3287517" y="33690"/>
                  <a:pt x="3287608" y="33098"/>
                </a:cubicBezTo>
                <a:cubicBezTo>
                  <a:pt x="3287745" y="32510"/>
                  <a:pt x="3287902" y="32033"/>
                  <a:pt x="3288085" y="31670"/>
                </a:cubicBezTo>
                <a:cubicBezTo>
                  <a:pt x="3288268" y="31261"/>
                  <a:pt x="3288494" y="30987"/>
                  <a:pt x="3288765" y="30852"/>
                </a:cubicBezTo>
                <a:cubicBezTo>
                  <a:pt x="3289085" y="30670"/>
                  <a:pt x="3289425" y="30578"/>
                  <a:pt x="3289788" y="30578"/>
                </a:cubicBezTo>
                <a:lnTo>
                  <a:pt x="3298301" y="30578"/>
                </a:lnTo>
                <a:lnTo>
                  <a:pt x="3298301" y="16005"/>
                </a:lnTo>
                <a:cubicBezTo>
                  <a:pt x="3298301" y="15688"/>
                  <a:pt x="3298369" y="15390"/>
                  <a:pt x="3298504" y="15119"/>
                </a:cubicBezTo>
                <a:cubicBezTo>
                  <a:pt x="3298687" y="14848"/>
                  <a:pt x="3298981" y="14619"/>
                  <a:pt x="3299390" y="14439"/>
                </a:cubicBezTo>
                <a:cubicBezTo>
                  <a:pt x="3299844" y="14210"/>
                  <a:pt x="3300435" y="14053"/>
                  <a:pt x="3301161" y="13962"/>
                </a:cubicBezTo>
                <a:cubicBezTo>
                  <a:pt x="3301887" y="13870"/>
                  <a:pt x="3302796" y="13825"/>
                  <a:pt x="3303884" y="13825"/>
                </a:cubicBezTo>
                <a:cubicBezTo>
                  <a:pt x="3305022" y="13825"/>
                  <a:pt x="3305950" y="13870"/>
                  <a:pt x="3306676" y="13962"/>
                </a:cubicBezTo>
                <a:cubicBezTo>
                  <a:pt x="3307405" y="14053"/>
                  <a:pt x="3307971" y="14210"/>
                  <a:pt x="3308379" y="14439"/>
                </a:cubicBezTo>
                <a:cubicBezTo>
                  <a:pt x="3308788" y="14619"/>
                  <a:pt x="3309085" y="14848"/>
                  <a:pt x="3309265" y="15119"/>
                </a:cubicBezTo>
                <a:cubicBezTo>
                  <a:pt x="3309448" y="15390"/>
                  <a:pt x="3309539" y="15688"/>
                  <a:pt x="3309539" y="16005"/>
                </a:cubicBezTo>
                <a:lnTo>
                  <a:pt x="3309539" y="30578"/>
                </a:lnTo>
                <a:lnTo>
                  <a:pt x="3325270" y="30578"/>
                </a:lnTo>
                <a:cubicBezTo>
                  <a:pt x="3325633" y="30578"/>
                  <a:pt x="3325950" y="30670"/>
                  <a:pt x="3326224" y="30852"/>
                </a:cubicBezTo>
                <a:cubicBezTo>
                  <a:pt x="3326496" y="30987"/>
                  <a:pt x="3326724" y="31261"/>
                  <a:pt x="3326904" y="31670"/>
                </a:cubicBezTo>
                <a:cubicBezTo>
                  <a:pt x="3327133" y="32033"/>
                  <a:pt x="3327290" y="32510"/>
                  <a:pt x="3327382" y="33098"/>
                </a:cubicBezTo>
                <a:cubicBezTo>
                  <a:pt x="3327473" y="33690"/>
                  <a:pt x="3327519" y="34416"/>
                  <a:pt x="3327519" y="35279"/>
                </a:cubicBezTo>
                <a:cubicBezTo>
                  <a:pt x="3327519" y="36913"/>
                  <a:pt x="3327313" y="38093"/>
                  <a:pt x="3326904" y="38819"/>
                </a:cubicBezTo>
                <a:cubicBezTo>
                  <a:pt x="3326496" y="39545"/>
                  <a:pt x="3325950" y="39911"/>
                  <a:pt x="3325270" y="39911"/>
                </a:cubicBezTo>
                <a:lnTo>
                  <a:pt x="3309539" y="39911"/>
                </a:lnTo>
                <a:lnTo>
                  <a:pt x="3309539" y="74098"/>
                </a:lnTo>
                <a:cubicBezTo>
                  <a:pt x="3309539" y="78321"/>
                  <a:pt x="3310151" y="81522"/>
                  <a:pt x="3311377" y="83702"/>
                </a:cubicBezTo>
                <a:cubicBezTo>
                  <a:pt x="3312648" y="85834"/>
                  <a:pt x="3314894" y="86902"/>
                  <a:pt x="3318120" y="86902"/>
                </a:cubicBezTo>
                <a:cubicBezTo>
                  <a:pt x="3319163" y="86902"/>
                  <a:pt x="3320095" y="86811"/>
                  <a:pt x="3320912" y="86628"/>
                </a:cubicBezTo>
                <a:cubicBezTo>
                  <a:pt x="3321729" y="86402"/>
                  <a:pt x="3322455" y="86174"/>
                  <a:pt x="3323090" y="85948"/>
                </a:cubicBezTo>
                <a:cubicBezTo>
                  <a:pt x="3323727" y="85722"/>
                  <a:pt x="3324273" y="85516"/>
                  <a:pt x="3324724" y="85336"/>
                </a:cubicBezTo>
                <a:cubicBezTo>
                  <a:pt x="3325178" y="85108"/>
                  <a:pt x="3325587" y="84993"/>
                  <a:pt x="3325950" y="84993"/>
                </a:cubicBezTo>
                <a:cubicBezTo>
                  <a:pt x="3326179" y="84993"/>
                  <a:pt x="3326381" y="85062"/>
                  <a:pt x="3326564" y="85199"/>
                </a:cubicBezTo>
                <a:cubicBezTo>
                  <a:pt x="3326790" y="85291"/>
                  <a:pt x="3326950" y="85494"/>
                  <a:pt x="3327042" y="85811"/>
                </a:cubicBezTo>
                <a:cubicBezTo>
                  <a:pt x="3327176" y="86131"/>
                  <a:pt x="3327290" y="86562"/>
                  <a:pt x="3327382" y="87105"/>
                </a:cubicBezTo>
                <a:cubicBezTo>
                  <a:pt x="3327473" y="87651"/>
                  <a:pt x="3327519" y="88331"/>
                  <a:pt x="3327519" y="89148"/>
                </a:cubicBezTo>
                <a:close/>
                <a:moveTo>
                  <a:pt x="3395144" y="93643"/>
                </a:moveTo>
                <a:cubicBezTo>
                  <a:pt x="3395144" y="94006"/>
                  <a:pt x="3395056" y="94326"/>
                  <a:pt x="3394873" y="94598"/>
                </a:cubicBezTo>
                <a:cubicBezTo>
                  <a:pt x="3394690" y="94823"/>
                  <a:pt x="3394396" y="95029"/>
                  <a:pt x="3393987" y="95209"/>
                </a:cubicBezTo>
                <a:cubicBezTo>
                  <a:pt x="3393578" y="95392"/>
                  <a:pt x="3393013" y="95529"/>
                  <a:pt x="3392284" y="95618"/>
                </a:cubicBezTo>
                <a:cubicBezTo>
                  <a:pt x="3391558" y="95709"/>
                  <a:pt x="3390649" y="95755"/>
                  <a:pt x="3389561" y="95755"/>
                </a:cubicBezTo>
                <a:cubicBezTo>
                  <a:pt x="3388426" y="95755"/>
                  <a:pt x="3387495" y="95709"/>
                  <a:pt x="3386769" y="95618"/>
                </a:cubicBezTo>
                <a:cubicBezTo>
                  <a:pt x="3386043" y="95529"/>
                  <a:pt x="3385475" y="95392"/>
                  <a:pt x="3385066" y="95209"/>
                </a:cubicBezTo>
                <a:cubicBezTo>
                  <a:pt x="3384657" y="95029"/>
                  <a:pt x="3384363" y="94823"/>
                  <a:pt x="3384180" y="94598"/>
                </a:cubicBezTo>
                <a:cubicBezTo>
                  <a:pt x="3384000" y="94326"/>
                  <a:pt x="3383909" y="94006"/>
                  <a:pt x="3383909" y="93643"/>
                </a:cubicBezTo>
                <a:lnTo>
                  <a:pt x="3383909" y="57753"/>
                </a:lnTo>
                <a:cubicBezTo>
                  <a:pt x="3383909" y="54255"/>
                  <a:pt x="3383637" y="51441"/>
                  <a:pt x="3383091" y="49309"/>
                </a:cubicBezTo>
                <a:cubicBezTo>
                  <a:pt x="3382546" y="47174"/>
                  <a:pt x="3381751" y="45334"/>
                  <a:pt x="3380708" y="43791"/>
                </a:cubicBezTo>
                <a:cubicBezTo>
                  <a:pt x="3379662" y="42248"/>
                  <a:pt x="3378302" y="41068"/>
                  <a:pt x="3376622" y="40251"/>
                </a:cubicBezTo>
                <a:cubicBezTo>
                  <a:pt x="3374988" y="39433"/>
                  <a:pt x="3373079" y="39025"/>
                  <a:pt x="3370901" y="39025"/>
                </a:cubicBezTo>
                <a:cubicBezTo>
                  <a:pt x="3368087" y="39025"/>
                  <a:pt x="3365269" y="40022"/>
                  <a:pt x="3362455" y="42020"/>
                </a:cubicBezTo>
                <a:cubicBezTo>
                  <a:pt x="3359640" y="44017"/>
                  <a:pt x="3356688" y="46946"/>
                  <a:pt x="3353602" y="50806"/>
                </a:cubicBezTo>
                <a:lnTo>
                  <a:pt x="3353602" y="93643"/>
                </a:lnTo>
                <a:cubicBezTo>
                  <a:pt x="3353602" y="94006"/>
                  <a:pt x="3353511" y="94326"/>
                  <a:pt x="3353331" y="94598"/>
                </a:cubicBezTo>
                <a:cubicBezTo>
                  <a:pt x="3353148" y="94823"/>
                  <a:pt x="3352853" y="95029"/>
                  <a:pt x="3352445" y="95209"/>
                </a:cubicBezTo>
                <a:cubicBezTo>
                  <a:pt x="3352036" y="95392"/>
                  <a:pt x="3351467" y="95529"/>
                  <a:pt x="3350742" y="95618"/>
                </a:cubicBezTo>
                <a:cubicBezTo>
                  <a:pt x="3350016" y="95709"/>
                  <a:pt x="3349084" y="95755"/>
                  <a:pt x="3347950" y="95755"/>
                </a:cubicBezTo>
                <a:cubicBezTo>
                  <a:pt x="3346858" y="95755"/>
                  <a:pt x="3345952" y="95709"/>
                  <a:pt x="3345224" y="95618"/>
                </a:cubicBezTo>
                <a:cubicBezTo>
                  <a:pt x="3344498" y="95529"/>
                  <a:pt x="3343907" y="95392"/>
                  <a:pt x="3343455" y="95209"/>
                </a:cubicBezTo>
                <a:cubicBezTo>
                  <a:pt x="3343046" y="95029"/>
                  <a:pt x="3342749" y="94823"/>
                  <a:pt x="3342569" y="94598"/>
                </a:cubicBezTo>
                <a:cubicBezTo>
                  <a:pt x="3342432" y="94326"/>
                  <a:pt x="3342363" y="94006"/>
                  <a:pt x="3342363" y="93643"/>
                </a:cubicBezTo>
                <a:lnTo>
                  <a:pt x="3342363" y="2657"/>
                </a:lnTo>
                <a:cubicBezTo>
                  <a:pt x="3342363" y="2292"/>
                  <a:pt x="3342432" y="1975"/>
                  <a:pt x="3342569" y="1703"/>
                </a:cubicBezTo>
                <a:cubicBezTo>
                  <a:pt x="3342749" y="1432"/>
                  <a:pt x="3343046" y="1203"/>
                  <a:pt x="3343455" y="1023"/>
                </a:cubicBezTo>
                <a:cubicBezTo>
                  <a:pt x="3343909" y="840"/>
                  <a:pt x="3344498" y="703"/>
                  <a:pt x="3345224" y="614"/>
                </a:cubicBezTo>
                <a:cubicBezTo>
                  <a:pt x="3345952" y="523"/>
                  <a:pt x="3346858" y="477"/>
                  <a:pt x="3347950" y="477"/>
                </a:cubicBezTo>
                <a:cubicBezTo>
                  <a:pt x="3349084" y="477"/>
                  <a:pt x="3350016" y="523"/>
                  <a:pt x="3350742" y="614"/>
                </a:cubicBezTo>
                <a:cubicBezTo>
                  <a:pt x="3351467" y="703"/>
                  <a:pt x="3352036" y="840"/>
                  <a:pt x="3352445" y="1023"/>
                </a:cubicBezTo>
                <a:cubicBezTo>
                  <a:pt x="3352853" y="1203"/>
                  <a:pt x="3353148" y="1432"/>
                  <a:pt x="3353331" y="1703"/>
                </a:cubicBezTo>
                <a:cubicBezTo>
                  <a:pt x="3353511" y="1975"/>
                  <a:pt x="3353602" y="2292"/>
                  <a:pt x="3353602" y="2657"/>
                </a:cubicBezTo>
                <a:lnTo>
                  <a:pt x="3353602" y="39365"/>
                </a:lnTo>
                <a:cubicBezTo>
                  <a:pt x="3356825" y="35959"/>
                  <a:pt x="3360071" y="33438"/>
                  <a:pt x="3363340" y="31804"/>
                </a:cubicBezTo>
                <a:cubicBezTo>
                  <a:pt x="3366609" y="30124"/>
                  <a:pt x="3369901" y="29284"/>
                  <a:pt x="3373216" y="29284"/>
                </a:cubicBezTo>
                <a:cubicBezTo>
                  <a:pt x="3377302" y="29284"/>
                  <a:pt x="3380731" y="29989"/>
                  <a:pt x="3383500" y="31395"/>
                </a:cubicBezTo>
                <a:cubicBezTo>
                  <a:pt x="3386315" y="32758"/>
                  <a:pt x="3388584" y="34596"/>
                  <a:pt x="3390309" y="36913"/>
                </a:cubicBezTo>
                <a:cubicBezTo>
                  <a:pt x="3392035" y="39228"/>
                  <a:pt x="3393261" y="41954"/>
                  <a:pt x="3393987" y="45086"/>
                </a:cubicBezTo>
                <a:cubicBezTo>
                  <a:pt x="3394759" y="48172"/>
                  <a:pt x="3395144" y="51918"/>
                  <a:pt x="3395144" y="56321"/>
                </a:cubicBezTo>
                <a:lnTo>
                  <a:pt x="3395144" y="93643"/>
                </a:lnTo>
                <a:close/>
                <a:moveTo>
                  <a:pt x="3493351" y="93712"/>
                </a:moveTo>
                <a:cubicBezTo>
                  <a:pt x="3493351" y="94257"/>
                  <a:pt x="3493171" y="94666"/>
                  <a:pt x="3492808" y="94938"/>
                </a:cubicBezTo>
                <a:cubicBezTo>
                  <a:pt x="3492445" y="95209"/>
                  <a:pt x="3491945" y="95415"/>
                  <a:pt x="3491308" y="95552"/>
                </a:cubicBezTo>
                <a:cubicBezTo>
                  <a:pt x="3490673" y="95686"/>
                  <a:pt x="3489742" y="95755"/>
                  <a:pt x="3488516" y="95755"/>
                </a:cubicBezTo>
                <a:cubicBezTo>
                  <a:pt x="3487336" y="95755"/>
                  <a:pt x="3486381" y="95686"/>
                  <a:pt x="3485656" y="95552"/>
                </a:cubicBezTo>
                <a:cubicBezTo>
                  <a:pt x="3484976" y="95415"/>
                  <a:pt x="3484476" y="95209"/>
                  <a:pt x="3484158" y="94938"/>
                </a:cubicBezTo>
                <a:cubicBezTo>
                  <a:pt x="3483841" y="94666"/>
                  <a:pt x="3483681" y="94257"/>
                  <a:pt x="3483681" y="93712"/>
                </a:cubicBezTo>
                <a:lnTo>
                  <a:pt x="3483681" y="87582"/>
                </a:lnTo>
                <a:cubicBezTo>
                  <a:pt x="3481004" y="90443"/>
                  <a:pt x="3478006" y="92669"/>
                  <a:pt x="3474691" y="94257"/>
                </a:cubicBezTo>
                <a:cubicBezTo>
                  <a:pt x="3471422" y="95846"/>
                  <a:pt x="3467948" y="96641"/>
                  <a:pt x="3464273" y="96641"/>
                </a:cubicBezTo>
                <a:cubicBezTo>
                  <a:pt x="3461047" y="96641"/>
                  <a:pt x="3458121" y="96209"/>
                  <a:pt x="3455486" y="95346"/>
                </a:cubicBezTo>
                <a:cubicBezTo>
                  <a:pt x="3452897" y="94529"/>
                  <a:pt x="3450674" y="93326"/>
                  <a:pt x="3448811" y="91737"/>
                </a:cubicBezTo>
                <a:cubicBezTo>
                  <a:pt x="3446997" y="90148"/>
                  <a:pt x="3445565" y="88197"/>
                  <a:pt x="3444522" y="85879"/>
                </a:cubicBezTo>
                <a:cubicBezTo>
                  <a:pt x="3443522" y="83565"/>
                  <a:pt x="3443022" y="80930"/>
                  <a:pt x="3443022" y="77978"/>
                </a:cubicBezTo>
                <a:cubicBezTo>
                  <a:pt x="3443022" y="74529"/>
                  <a:pt x="3443728" y="71532"/>
                  <a:pt x="3445133" y="68989"/>
                </a:cubicBezTo>
                <a:cubicBezTo>
                  <a:pt x="3446542" y="66448"/>
                  <a:pt x="3448562" y="64337"/>
                  <a:pt x="3451194" y="62656"/>
                </a:cubicBezTo>
                <a:cubicBezTo>
                  <a:pt x="3453829" y="60976"/>
                  <a:pt x="3457052" y="59727"/>
                  <a:pt x="3460867" y="58910"/>
                </a:cubicBezTo>
                <a:cubicBezTo>
                  <a:pt x="3464679" y="58047"/>
                  <a:pt x="3468971" y="57616"/>
                  <a:pt x="3473737" y="57616"/>
                </a:cubicBezTo>
                <a:lnTo>
                  <a:pt x="3482184" y="57616"/>
                </a:lnTo>
                <a:lnTo>
                  <a:pt x="3482184" y="52849"/>
                </a:lnTo>
                <a:cubicBezTo>
                  <a:pt x="3482184" y="50489"/>
                  <a:pt x="3481932" y="48400"/>
                  <a:pt x="3481435" y="46583"/>
                </a:cubicBezTo>
                <a:cubicBezTo>
                  <a:pt x="3480935" y="44768"/>
                  <a:pt x="3480118" y="43268"/>
                  <a:pt x="3478983" y="42088"/>
                </a:cubicBezTo>
                <a:cubicBezTo>
                  <a:pt x="3477892" y="40862"/>
                  <a:pt x="3476463" y="39954"/>
                  <a:pt x="3474691" y="39365"/>
                </a:cubicBezTo>
                <a:cubicBezTo>
                  <a:pt x="3472920" y="38728"/>
                  <a:pt x="3470742" y="38411"/>
                  <a:pt x="3468153" y="38411"/>
                </a:cubicBezTo>
                <a:cubicBezTo>
                  <a:pt x="3465385" y="38411"/>
                  <a:pt x="3462887" y="38751"/>
                  <a:pt x="3460661" y="39433"/>
                </a:cubicBezTo>
                <a:cubicBezTo>
                  <a:pt x="3458484" y="40068"/>
                  <a:pt x="3456552" y="40794"/>
                  <a:pt x="3454872" y="41611"/>
                </a:cubicBezTo>
                <a:cubicBezTo>
                  <a:pt x="3453237" y="42382"/>
                  <a:pt x="3451854" y="43111"/>
                  <a:pt x="3450720" y="43791"/>
                </a:cubicBezTo>
                <a:cubicBezTo>
                  <a:pt x="3449628" y="44426"/>
                  <a:pt x="3448811" y="44746"/>
                  <a:pt x="3448268" y="44746"/>
                </a:cubicBezTo>
                <a:cubicBezTo>
                  <a:pt x="3447905" y="44746"/>
                  <a:pt x="3447585" y="44654"/>
                  <a:pt x="3447314" y="44471"/>
                </a:cubicBezTo>
                <a:cubicBezTo>
                  <a:pt x="3447042" y="44291"/>
                  <a:pt x="3446791" y="44017"/>
                  <a:pt x="3446565" y="43654"/>
                </a:cubicBezTo>
                <a:cubicBezTo>
                  <a:pt x="3446382" y="43291"/>
                  <a:pt x="3446245" y="42837"/>
                  <a:pt x="3446156" y="42294"/>
                </a:cubicBezTo>
                <a:cubicBezTo>
                  <a:pt x="3446065" y="41702"/>
                  <a:pt x="3446019" y="41068"/>
                  <a:pt x="3446019" y="40385"/>
                </a:cubicBezTo>
                <a:cubicBezTo>
                  <a:pt x="3446019" y="39251"/>
                  <a:pt x="3446088" y="38365"/>
                  <a:pt x="3446225" y="37730"/>
                </a:cubicBezTo>
                <a:cubicBezTo>
                  <a:pt x="3446405" y="37047"/>
                  <a:pt x="3446791" y="36413"/>
                  <a:pt x="3447382" y="35822"/>
                </a:cubicBezTo>
                <a:cubicBezTo>
                  <a:pt x="3448017" y="35233"/>
                  <a:pt x="3449085" y="34553"/>
                  <a:pt x="3450583" y="33779"/>
                </a:cubicBezTo>
                <a:cubicBezTo>
                  <a:pt x="3452080" y="32961"/>
                  <a:pt x="3453806" y="32235"/>
                  <a:pt x="3455758" y="31601"/>
                </a:cubicBezTo>
                <a:cubicBezTo>
                  <a:pt x="3457712" y="30918"/>
                  <a:pt x="3459844" y="30375"/>
                  <a:pt x="3462161" y="29967"/>
                </a:cubicBezTo>
                <a:cubicBezTo>
                  <a:pt x="3464476" y="29512"/>
                  <a:pt x="3466813" y="29284"/>
                  <a:pt x="3469176" y="29284"/>
                </a:cubicBezTo>
                <a:cubicBezTo>
                  <a:pt x="3473580" y="29284"/>
                  <a:pt x="3477326" y="29784"/>
                  <a:pt x="3480412" y="30784"/>
                </a:cubicBezTo>
                <a:cubicBezTo>
                  <a:pt x="3483498" y="31781"/>
                  <a:pt x="3485996" y="33258"/>
                  <a:pt x="3487905" y="35210"/>
                </a:cubicBezTo>
                <a:cubicBezTo>
                  <a:pt x="3489810" y="37116"/>
                  <a:pt x="3491196" y="39502"/>
                  <a:pt x="3492059" y="42362"/>
                </a:cubicBezTo>
                <a:cubicBezTo>
                  <a:pt x="3492919" y="45223"/>
                  <a:pt x="3493351" y="48557"/>
                  <a:pt x="3493351" y="52372"/>
                </a:cubicBezTo>
                <a:lnTo>
                  <a:pt x="3493351" y="93712"/>
                </a:lnTo>
                <a:close/>
                <a:moveTo>
                  <a:pt x="3482184" y="65720"/>
                </a:moveTo>
                <a:lnTo>
                  <a:pt x="3472580" y="65720"/>
                </a:lnTo>
                <a:cubicBezTo>
                  <a:pt x="3469494" y="65720"/>
                  <a:pt x="3466813" y="65994"/>
                  <a:pt x="3464544" y="66537"/>
                </a:cubicBezTo>
                <a:cubicBezTo>
                  <a:pt x="3462273" y="67037"/>
                  <a:pt x="3460390" y="67808"/>
                  <a:pt x="3458892" y="68854"/>
                </a:cubicBezTo>
                <a:cubicBezTo>
                  <a:pt x="3457392" y="69852"/>
                  <a:pt x="3456281" y="71077"/>
                  <a:pt x="3455555" y="72532"/>
                </a:cubicBezTo>
                <a:cubicBezTo>
                  <a:pt x="3454872" y="73938"/>
                  <a:pt x="3454532" y="75572"/>
                  <a:pt x="3454532" y="77435"/>
                </a:cubicBezTo>
                <a:cubicBezTo>
                  <a:pt x="3454532" y="80613"/>
                  <a:pt x="3455532" y="83156"/>
                  <a:pt x="3457529" y="85062"/>
                </a:cubicBezTo>
                <a:cubicBezTo>
                  <a:pt x="3459572" y="86925"/>
                  <a:pt x="3462410" y="87854"/>
                  <a:pt x="3466042" y="87854"/>
                </a:cubicBezTo>
                <a:cubicBezTo>
                  <a:pt x="3468994" y="87854"/>
                  <a:pt x="3471717" y="87105"/>
                  <a:pt x="3474214" y="85608"/>
                </a:cubicBezTo>
                <a:cubicBezTo>
                  <a:pt x="3476757" y="84111"/>
                  <a:pt x="3479412" y="81816"/>
                  <a:pt x="3482184" y="78730"/>
                </a:cubicBezTo>
                <a:lnTo>
                  <a:pt x="3482184" y="65720"/>
                </a:lnTo>
                <a:close/>
                <a:moveTo>
                  <a:pt x="3579096" y="7152"/>
                </a:moveTo>
                <a:cubicBezTo>
                  <a:pt x="3579096" y="8012"/>
                  <a:pt x="3579050" y="8718"/>
                  <a:pt x="3578959" y="9261"/>
                </a:cubicBezTo>
                <a:cubicBezTo>
                  <a:pt x="3578867" y="9761"/>
                  <a:pt x="3578756" y="10170"/>
                  <a:pt x="3578619" y="10487"/>
                </a:cubicBezTo>
                <a:cubicBezTo>
                  <a:pt x="3578527" y="10807"/>
                  <a:pt x="3578393" y="11033"/>
                  <a:pt x="3578210" y="11170"/>
                </a:cubicBezTo>
                <a:cubicBezTo>
                  <a:pt x="3578027" y="11261"/>
                  <a:pt x="3577801" y="11304"/>
                  <a:pt x="3577530" y="11304"/>
                </a:cubicBezTo>
                <a:cubicBezTo>
                  <a:pt x="3577210" y="11304"/>
                  <a:pt x="3576801" y="11216"/>
                  <a:pt x="3576304" y="11033"/>
                </a:cubicBezTo>
                <a:cubicBezTo>
                  <a:pt x="3575850" y="10807"/>
                  <a:pt x="3575281" y="10578"/>
                  <a:pt x="3574601" y="10353"/>
                </a:cubicBezTo>
                <a:cubicBezTo>
                  <a:pt x="3573921" y="10078"/>
                  <a:pt x="3573104" y="9853"/>
                  <a:pt x="3572149" y="9670"/>
                </a:cubicBezTo>
                <a:cubicBezTo>
                  <a:pt x="3571241" y="9444"/>
                  <a:pt x="3570175" y="9330"/>
                  <a:pt x="3568949" y="9330"/>
                </a:cubicBezTo>
                <a:cubicBezTo>
                  <a:pt x="3567269" y="9330"/>
                  <a:pt x="3565837" y="9604"/>
                  <a:pt x="3564657" y="10147"/>
                </a:cubicBezTo>
                <a:cubicBezTo>
                  <a:pt x="3563477" y="10693"/>
                  <a:pt x="3562522" y="11556"/>
                  <a:pt x="3561797" y="12736"/>
                </a:cubicBezTo>
                <a:cubicBezTo>
                  <a:pt x="3561071" y="13870"/>
                  <a:pt x="3560548" y="15368"/>
                  <a:pt x="3560231" y="17231"/>
                </a:cubicBezTo>
                <a:cubicBezTo>
                  <a:pt x="3559914" y="19045"/>
                  <a:pt x="3559753" y="21271"/>
                  <a:pt x="3559753" y="23906"/>
                </a:cubicBezTo>
                <a:lnTo>
                  <a:pt x="3559753" y="30578"/>
                </a:lnTo>
                <a:lnTo>
                  <a:pt x="3573444" y="30578"/>
                </a:lnTo>
                <a:cubicBezTo>
                  <a:pt x="3573807" y="30578"/>
                  <a:pt x="3574101" y="30670"/>
                  <a:pt x="3574330" y="30852"/>
                </a:cubicBezTo>
                <a:cubicBezTo>
                  <a:pt x="3574601" y="30987"/>
                  <a:pt x="3574827" y="31261"/>
                  <a:pt x="3575010" y="31670"/>
                </a:cubicBezTo>
                <a:cubicBezTo>
                  <a:pt x="3575235" y="32033"/>
                  <a:pt x="3575395" y="32510"/>
                  <a:pt x="3575487" y="33098"/>
                </a:cubicBezTo>
                <a:cubicBezTo>
                  <a:pt x="3575621" y="33690"/>
                  <a:pt x="3575690" y="34416"/>
                  <a:pt x="3575690" y="35279"/>
                </a:cubicBezTo>
                <a:cubicBezTo>
                  <a:pt x="3575690" y="36913"/>
                  <a:pt x="3575487" y="38093"/>
                  <a:pt x="3575078" y="38819"/>
                </a:cubicBezTo>
                <a:cubicBezTo>
                  <a:pt x="3574670" y="39545"/>
                  <a:pt x="3574124" y="39911"/>
                  <a:pt x="3573444" y="39911"/>
                </a:cubicBezTo>
                <a:lnTo>
                  <a:pt x="3559753" y="39911"/>
                </a:lnTo>
                <a:lnTo>
                  <a:pt x="3559753" y="93643"/>
                </a:lnTo>
                <a:cubicBezTo>
                  <a:pt x="3559753" y="94006"/>
                  <a:pt x="3559662" y="94326"/>
                  <a:pt x="3559482" y="94598"/>
                </a:cubicBezTo>
                <a:cubicBezTo>
                  <a:pt x="3559299" y="94823"/>
                  <a:pt x="3558982" y="95029"/>
                  <a:pt x="3558528" y="95209"/>
                </a:cubicBezTo>
                <a:cubicBezTo>
                  <a:pt x="3558119" y="95392"/>
                  <a:pt x="3557553" y="95529"/>
                  <a:pt x="3556825" y="95618"/>
                </a:cubicBezTo>
                <a:cubicBezTo>
                  <a:pt x="3556099" y="95709"/>
                  <a:pt x="3555190" y="95755"/>
                  <a:pt x="3554101" y="95755"/>
                </a:cubicBezTo>
                <a:cubicBezTo>
                  <a:pt x="3553013" y="95755"/>
                  <a:pt x="3552104" y="95709"/>
                  <a:pt x="3551378" y="95618"/>
                </a:cubicBezTo>
                <a:cubicBezTo>
                  <a:pt x="3550649" y="95529"/>
                  <a:pt x="3550061" y="95392"/>
                  <a:pt x="3549607" y="95209"/>
                </a:cubicBezTo>
                <a:cubicBezTo>
                  <a:pt x="3549198" y="95029"/>
                  <a:pt x="3548904" y="94823"/>
                  <a:pt x="3548721" y="94598"/>
                </a:cubicBezTo>
                <a:cubicBezTo>
                  <a:pt x="3548541" y="94326"/>
                  <a:pt x="3548449" y="94006"/>
                  <a:pt x="3548449" y="93643"/>
                </a:cubicBezTo>
                <a:lnTo>
                  <a:pt x="3548449" y="39911"/>
                </a:lnTo>
                <a:lnTo>
                  <a:pt x="3539800" y="39911"/>
                </a:lnTo>
                <a:cubicBezTo>
                  <a:pt x="3539074" y="39911"/>
                  <a:pt x="3538528" y="39545"/>
                  <a:pt x="3538165" y="38819"/>
                </a:cubicBezTo>
                <a:cubicBezTo>
                  <a:pt x="3537802" y="38093"/>
                  <a:pt x="3537619" y="36913"/>
                  <a:pt x="3537619" y="35279"/>
                </a:cubicBezTo>
                <a:cubicBezTo>
                  <a:pt x="3537619" y="34416"/>
                  <a:pt x="3537665" y="33690"/>
                  <a:pt x="3537756" y="33098"/>
                </a:cubicBezTo>
                <a:cubicBezTo>
                  <a:pt x="3537848" y="32510"/>
                  <a:pt x="3537982" y="32033"/>
                  <a:pt x="3538165" y="31670"/>
                </a:cubicBezTo>
                <a:cubicBezTo>
                  <a:pt x="3538348" y="31261"/>
                  <a:pt x="3538574" y="30987"/>
                  <a:pt x="3538845" y="30852"/>
                </a:cubicBezTo>
                <a:cubicBezTo>
                  <a:pt x="3539119" y="30670"/>
                  <a:pt x="3539437" y="30578"/>
                  <a:pt x="3539800" y="30578"/>
                </a:cubicBezTo>
                <a:lnTo>
                  <a:pt x="3548449" y="30578"/>
                </a:lnTo>
                <a:lnTo>
                  <a:pt x="3548449" y="24246"/>
                </a:lnTo>
                <a:cubicBezTo>
                  <a:pt x="3548449" y="19977"/>
                  <a:pt x="3548835" y="16322"/>
                  <a:pt x="3549607" y="13282"/>
                </a:cubicBezTo>
                <a:cubicBezTo>
                  <a:pt x="3550424" y="10193"/>
                  <a:pt x="3551650" y="7672"/>
                  <a:pt x="3553284" y="5721"/>
                </a:cubicBezTo>
                <a:cubicBezTo>
                  <a:pt x="3554919" y="3769"/>
                  <a:pt x="3556962" y="2337"/>
                  <a:pt x="3559413" y="1432"/>
                </a:cubicBezTo>
                <a:cubicBezTo>
                  <a:pt x="3561911" y="477"/>
                  <a:pt x="3564840" y="0"/>
                  <a:pt x="3568197" y="0"/>
                </a:cubicBezTo>
                <a:cubicBezTo>
                  <a:pt x="3569789" y="0"/>
                  <a:pt x="3571332" y="160"/>
                  <a:pt x="3572829" y="477"/>
                </a:cubicBezTo>
                <a:cubicBezTo>
                  <a:pt x="3574330" y="749"/>
                  <a:pt x="3575487" y="1066"/>
                  <a:pt x="3576304" y="1432"/>
                </a:cubicBezTo>
                <a:cubicBezTo>
                  <a:pt x="3577121" y="1749"/>
                  <a:pt x="3577664" y="2043"/>
                  <a:pt x="3577939" y="2315"/>
                </a:cubicBezTo>
                <a:cubicBezTo>
                  <a:pt x="3578210" y="2589"/>
                  <a:pt x="3578436" y="2952"/>
                  <a:pt x="3578619" y="3406"/>
                </a:cubicBezTo>
                <a:cubicBezTo>
                  <a:pt x="3578802" y="3815"/>
                  <a:pt x="3578913" y="4335"/>
                  <a:pt x="3578959" y="4972"/>
                </a:cubicBezTo>
                <a:cubicBezTo>
                  <a:pt x="3579050" y="5561"/>
                  <a:pt x="3579096" y="6289"/>
                  <a:pt x="3579096" y="7152"/>
                </a:cubicBezTo>
                <a:close/>
                <a:moveTo>
                  <a:pt x="3599321" y="93643"/>
                </a:moveTo>
                <a:cubicBezTo>
                  <a:pt x="3599321" y="94006"/>
                  <a:pt x="3599233" y="94326"/>
                  <a:pt x="3599050" y="94598"/>
                </a:cubicBezTo>
                <a:cubicBezTo>
                  <a:pt x="3598870" y="94823"/>
                  <a:pt x="3598573" y="95029"/>
                  <a:pt x="3598164" y="95209"/>
                </a:cubicBezTo>
                <a:cubicBezTo>
                  <a:pt x="3597755" y="95392"/>
                  <a:pt x="3597190" y="95529"/>
                  <a:pt x="3596461" y="95618"/>
                </a:cubicBezTo>
                <a:cubicBezTo>
                  <a:pt x="3595735" y="95709"/>
                  <a:pt x="3594804" y="95755"/>
                  <a:pt x="3593669" y="95755"/>
                </a:cubicBezTo>
                <a:cubicBezTo>
                  <a:pt x="3592580" y="95755"/>
                  <a:pt x="3591672" y="95709"/>
                  <a:pt x="3590946" y="95618"/>
                </a:cubicBezTo>
                <a:cubicBezTo>
                  <a:pt x="3590220" y="95529"/>
                  <a:pt x="3589629" y="95392"/>
                  <a:pt x="3589174" y="95209"/>
                </a:cubicBezTo>
                <a:cubicBezTo>
                  <a:pt x="3588766" y="95029"/>
                  <a:pt x="3588471" y="94823"/>
                  <a:pt x="3588288" y="94598"/>
                </a:cubicBezTo>
                <a:cubicBezTo>
                  <a:pt x="3588154" y="94326"/>
                  <a:pt x="3588086" y="94006"/>
                  <a:pt x="3588086" y="93643"/>
                </a:cubicBezTo>
                <a:lnTo>
                  <a:pt x="3588086" y="2657"/>
                </a:lnTo>
                <a:cubicBezTo>
                  <a:pt x="3588086" y="2292"/>
                  <a:pt x="3588154" y="1975"/>
                  <a:pt x="3588288" y="1703"/>
                </a:cubicBezTo>
                <a:cubicBezTo>
                  <a:pt x="3588471" y="1432"/>
                  <a:pt x="3588766" y="1203"/>
                  <a:pt x="3589174" y="1023"/>
                </a:cubicBezTo>
                <a:cubicBezTo>
                  <a:pt x="3589629" y="840"/>
                  <a:pt x="3590220" y="703"/>
                  <a:pt x="3590946" y="614"/>
                </a:cubicBezTo>
                <a:cubicBezTo>
                  <a:pt x="3591672" y="523"/>
                  <a:pt x="3592580" y="477"/>
                  <a:pt x="3593669" y="477"/>
                </a:cubicBezTo>
                <a:cubicBezTo>
                  <a:pt x="3594806" y="477"/>
                  <a:pt x="3595735" y="523"/>
                  <a:pt x="3596461" y="614"/>
                </a:cubicBezTo>
                <a:cubicBezTo>
                  <a:pt x="3597190" y="703"/>
                  <a:pt x="3597755" y="840"/>
                  <a:pt x="3598164" y="1023"/>
                </a:cubicBezTo>
                <a:cubicBezTo>
                  <a:pt x="3598573" y="1203"/>
                  <a:pt x="3598870" y="1432"/>
                  <a:pt x="3599050" y="1703"/>
                </a:cubicBezTo>
                <a:cubicBezTo>
                  <a:pt x="3599233" y="1975"/>
                  <a:pt x="3599321" y="2292"/>
                  <a:pt x="3599321" y="2657"/>
                </a:cubicBezTo>
                <a:lnTo>
                  <a:pt x="3599321" y="93643"/>
                </a:lnTo>
                <a:close/>
                <a:moveTo>
                  <a:pt x="3666270" y="93712"/>
                </a:moveTo>
                <a:cubicBezTo>
                  <a:pt x="3666270" y="94257"/>
                  <a:pt x="3666087" y="94666"/>
                  <a:pt x="3665724" y="94938"/>
                </a:cubicBezTo>
                <a:cubicBezTo>
                  <a:pt x="3665361" y="95209"/>
                  <a:pt x="3664861" y="95415"/>
                  <a:pt x="3664227" y="95552"/>
                </a:cubicBezTo>
                <a:cubicBezTo>
                  <a:pt x="3663589" y="95686"/>
                  <a:pt x="3662661" y="95755"/>
                  <a:pt x="3661435" y="95755"/>
                </a:cubicBezTo>
                <a:cubicBezTo>
                  <a:pt x="3660255" y="95755"/>
                  <a:pt x="3659300" y="95686"/>
                  <a:pt x="3658574" y="95552"/>
                </a:cubicBezTo>
                <a:cubicBezTo>
                  <a:pt x="3657891" y="95415"/>
                  <a:pt x="3657394" y="95209"/>
                  <a:pt x="3657074" y="94938"/>
                </a:cubicBezTo>
                <a:cubicBezTo>
                  <a:pt x="3656757" y="94666"/>
                  <a:pt x="3656600" y="94257"/>
                  <a:pt x="3656600" y="93712"/>
                </a:cubicBezTo>
                <a:lnTo>
                  <a:pt x="3656600" y="87582"/>
                </a:lnTo>
                <a:cubicBezTo>
                  <a:pt x="3653920" y="90443"/>
                  <a:pt x="3650922" y="92669"/>
                  <a:pt x="3647610" y="94257"/>
                </a:cubicBezTo>
                <a:cubicBezTo>
                  <a:pt x="3644341" y="95846"/>
                  <a:pt x="3640866" y="96641"/>
                  <a:pt x="3637189" y="96641"/>
                </a:cubicBezTo>
                <a:cubicBezTo>
                  <a:pt x="3633966" y="96641"/>
                  <a:pt x="3631037" y="96209"/>
                  <a:pt x="3628402" y="95346"/>
                </a:cubicBezTo>
                <a:cubicBezTo>
                  <a:pt x="3625816" y="94529"/>
                  <a:pt x="3623590" y="93326"/>
                  <a:pt x="3621730" y="91737"/>
                </a:cubicBezTo>
                <a:cubicBezTo>
                  <a:pt x="3619912" y="90148"/>
                  <a:pt x="3618484" y="88197"/>
                  <a:pt x="3617438" y="85879"/>
                </a:cubicBezTo>
                <a:cubicBezTo>
                  <a:pt x="3616441" y="83565"/>
                  <a:pt x="3615941" y="80930"/>
                  <a:pt x="3615941" y="77978"/>
                </a:cubicBezTo>
                <a:cubicBezTo>
                  <a:pt x="3615941" y="74529"/>
                  <a:pt x="3616643" y="71532"/>
                  <a:pt x="3618052" y="68989"/>
                </a:cubicBezTo>
                <a:cubicBezTo>
                  <a:pt x="3619458" y="66448"/>
                  <a:pt x="3621478" y="64337"/>
                  <a:pt x="3624113" y="62656"/>
                </a:cubicBezTo>
                <a:cubicBezTo>
                  <a:pt x="3626748" y="60976"/>
                  <a:pt x="3629971" y="59727"/>
                  <a:pt x="3633783" y="58910"/>
                </a:cubicBezTo>
                <a:cubicBezTo>
                  <a:pt x="3637597" y="58047"/>
                  <a:pt x="3641889" y="57616"/>
                  <a:pt x="3646656" y="57616"/>
                </a:cubicBezTo>
                <a:lnTo>
                  <a:pt x="3655100" y="57616"/>
                </a:lnTo>
                <a:lnTo>
                  <a:pt x="3655100" y="52849"/>
                </a:lnTo>
                <a:cubicBezTo>
                  <a:pt x="3655100" y="50489"/>
                  <a:pt x="3654851" y="48400"/>
                  <a:pt x="3654351" y="46583"/>
                </a:cubicBezTo>
                <a:cubicBezTo>
                  <a:pt x="3653851" y="44768"/>
                  <a:pt x="3653034" y="43268"/>
                  <a:pt x="3651899" y="42088"/>
                </a:cubicBezTo>
                <a:cubicBezTo>
                  <a:pt x="3650811" y="40862"/>
                  <a:pt x="3649379" y="39954"/>
                  <a:pt x="3647610" y="39365"/>
                </a:cubicBezTo>
                <a:cubicBezTo>
                  <a:pt x="3645839" y="38728"/>
                  <a:pt x="3643658" y="38411"/>
                  <a:pt x="3641072" y="38411"/>
                </a:cubicBezTo>
                <a:cubicBezTo>
                  <a:pt x="3638300" y="38411"/>
                  <a:pt x="3635803" y="38751"/>
                  <a:pt x="3633580" y="39433"/>
                </a:cubicBezTo>
                <a:cubicBezTo>
                  <a:pt x="3631400" y="40068"/>
                  <a:pt x="3629471" y="40794"/>
                  <a:pt x="3627791" y="41611"/>
                </a:cubicBezTo>
                <a:cubicBezTo>
                  <a:pt x="3626156" y="42382"/>
                  <a:pt x="3624770" y="43111"/>
                  <a:pt x="3623636" y="43791"/>
                </a:cubicBezTo>
                <a:cubicBezTo>
                  <a:pt x="3622547" y="44426"/>
                  <a:pt x="3621730" y="44746"/>
                  <a:pt x="3621184" y="44746"/>
                </a:cubicBezTo>
                <a:cubicBezTo>
                  <a:pt x="3620821" y="44746"/>
                  <a:pt x="3620504" y="44654"/>
                  <a:pt x="3620230" y="44471"/>
                </a:cubicBezTo>
                <a:cubicBezTo>
                  <a:pt x="3619958" y="44291"/>
                  <a:pt x="3619710" y="44017"/>
                  <a:pt x="3619481" y="43654"/>
                </a:cubicBezTo>
                <a:cubicBezTo>
                  <a:pt x="3619301" y="43291"/>
                  <a:pt x="3619164" y="42837"/>
                  <a:pt x="3619072" y="42294"/>
                </a:cubicBezTo>
                <a:cubicBezTo>
                  <a:pt x="3618984" y="41702"/>
                  <a:pt x="3618938" y="41068"/>
                  <a:pt x="3618938" y="40385"/>
                </a:cubicBezTo>
                <a:cubicBezTo>
                  <a:pt x="3618938" y="39251"/>
                  <a:pt x="3619004" y="38365"/>
                  <a:pt x="3619141" y="37730"/>
                </a:cubicBezTo>
                <a:cubicBezTo>
                  <a:pt x="3619324" y="37047"/>
                  <a:pt x="3619710" y="36413"/>
                  <a:pt x="3620298" y="35822"/>
                </a:cubicBezTo>
                <a:cubicBezTo>
                  <a:pt x="3620935" y="35233"/>
                  <a:pt x="3622001" y="34553"/>
                  <a:pt x="3623499" y="33779"/>
                </a:cubicBezTo>
                <a:cubicBezTo>
                  <a:pt x="3624999" y="32961"/>
                  <a:pt x="3626725" y="32235"/>
                  <a:pt x="3628676" y="31601"/>
                </a:cubicBezTo>
                <a:cubicBezTo>
                  <a:pt x="3630628" y="30918"/>
                  <a:pt x="3632763" y="30375"/>
                  <a:pt x="3635077" y="29967"/>
                </a:cubicBezTo>
                <a:cubicBezTo>
                  <a:pt x="3637392" y="29512"/>
                  <a:pt x="3639732" y="29284"/>
                  <a:pt x="3642092" y="29284"/>
                </a:cubicBezTo>
                <a:cubicBezTo>
                  <a:pt x="3646496" y="29284"/>
                  <a:pt x="3650242" y="29784"/>
                  <a:pt x="3653331" y="30784"/>
                </a:cubicBezTo>
                <a:cubicBezTo>
                  <a:pt x="3656417" y="31781"/>
                  <a:pt x="3658914" y="33258"/>
                  <a:pt x="3660820" y="35210"/>
                </a:cubicBezTo>
                <a:cubicBezTo>
                  <a:pt x="3662729" y="37116"/>
                  <a:pt x="3664112" y="39502"/>
                  <a:pt x="3664975" y="42362"/>
                </a:cubicBezTo>
                <a:cubicBezTo>
                  <a:pt x="3665838" y="45223"/>
                  <a:pt x="3666270" y="48557"/>
                  <a:pt x="3666270" y="52372"/>
                </a:cubicBezTo>
                <a:lnTo>
                  <a:pt x="3666270" y="93712"/>
                </a:lnTo>
                <a:close/>
                <a:moveTo>
                  <a:pt x="3655100" y="65720"/>
                </a:moveTo>
                <a:lnTo>
                  <a:pt x="3645498" y="65720"/>
                </a:lnTo>
                <a:cubicBezTo>
                  <a:pt x="3642410" y="65720"/>
                  <a:pt x="3639732" y="65994"/>
                  <a:pt x="3637460" y="66537"/>
                </a:cubicBezTo>
                <a:cubicBezTo>
                  <a:pt x="3635191" y="67037"/>
                  <a:pt x="3633306" y="67808"/>
                  <a:pt x="3631808" y="68854"/>
                </a:cubicBezTo>
                <a:cubicBezTo>
                  <a:pt x="3630311" y="69852"/>
                  <a:pt x="3629199" y="71077"/>
                  <a:pt x="3628471" y="72532"/>
                </a:cubicBezTo>
                <a:cubicBezTo>
                  <a:pt x="3627791" y="73938"/>
                  <a:pt x="3627451" y="75572"/>
                  <a:pt x="3627451" y="77435"/>
                </a:cubicBezTo>
                <a:cubicBezTo>
                  <a:pt x="3627451" y="80613"/>
                  <a:pt x="3628448" y="83156"/>
                  <a:pt x="3630445" y="85062"/>
                </a:cubicBezTo>
                <a:cubicBezTo>
                  <a:pt x="3632488" y="86925"/>
                  <a:pt x="3635329" y="87854"/>
                  <a:pt x="3638961" y="87854"/>
                </a:cubicBezTo>
                <a:cubicBezTo>
                  <a:pt x="3641909" y="87854"/>
                  <a:pt x="3644636" y="87105"/>
                  <a:pt x="3647133" y="85608"/>
                </a:cubicBezTo>
                <a:cubicBezTo>
                  <a:pt x="3649673" y="84111"/>
                  <a:pt x="3652331" y="81816"/>
                  <a:pt x="3655100" y="78730"/>
                </a:cubicBezTo>
                <a:lnTo>
                  <a:pt x="3655100" y="65720"/>
                </a:lnTo>
                <a:close/>
                <a:moveTo>
                  <a:pt x="3717485" y="89148"/>
                </a:moveTo>
                <a:cubicBezTo>
                  <a:pt x="3717485" y="90466"/>
                  <a:pt x="3717393" y="91509"/>
                  <a:pt x="3717210" y="92283"/>
                </a:cubicBezTo>
                <a:cubicBezTo>
                  <a:pt x="3717030" y="93054"/>
                  <a:pt x="3716759" y="93620"/>
                  <a:pt x="3716393" y="93983"/>
                </a:cubicBezTo>
                <a:cubicBezTo>
                  <a:pt x="3716030" y="94346"/>
                  <a:pt x="3715487" y="94689"/>
                  <a:pt x="3714759" y="95006"/>
                </a:cubicBezTo>
                <a:cubicBezTo>
                  <a:pt x="3714033" y="95323"/>
                  <a:pt x="3713193" y="95575"/>
                  <a:pt x="3712241" y="95755"/>
                </a:cubicBezTo>
                <a:cubicBezTo>
                  <a:pt x="3711332" y="95981"/>
                  <a:pt x="3710355" y="96163"/>
                  <a:pt x="3709312" y="96301"/>
                </a:cubicBezTo>
                <a:cubicBezTo>
                  <a:pt x="3708266" y="96435"/>
                  <a:pt x="3707223" y="96503"/>
                  <a:pt x="3706177" y="96503"/>
                </a:cubicBezTo>
                <a:cubicBezTo>
                  <a:pt x="3703000" y="96503"/>
                  <a:pt x="3700277" y="96095"/>
                  <a:pt x="3698005" y="95278"/>
                </a:cubicBezTo>
                <a:cubicBezTo>
                  <a:pt x="3695736" y="94415"/>
                  <a:pt x="3693876" y="93143"/>
                  <a:pt x="3692421" y="91466"/>
                </a:cubicBezTo>
                <a:cubicBezTo>
                  <a:pt x="3690970" y="89740"/>
                  <a:pt x="3689901" y="87582"/>
                  <a:pt x="3689221" y="84993"/>
                </a:cubicBezTo>
                <a:cubicBezTo>
                  <a:pt x="3688584" y="82362"/>
                  <a:pt x="3688267" y="79273"/>
                  <a:pt x="3688267" y="75732"/>
                </a:cubicBezTo>
                <a:lnTo>
                  <a:pt x="3688267" y="39911"/>
                </a:lnTo>
                <a:lnTo>
                  <a:pt x="3679686" y="39911"/>
                </a:lnTo>
                <a:cubicBezTo>
                  <a:pt x="3679006" y="39911"/>
                  <a:pt x="3678460" y="39545"/>
                  <a:pt x="3678051" y="38819"/>
                </a:cubicBezTo>
                <a:cubicBezTo>
                  <a:pt x="3677643" y="38093"/>
                  <a:pt x="3677440" y="36913"/>
                  <a:pt x="3677440" y="35279"/>
                </a:cubicBezTo>
                <a:cubicBezTo>
                  <a:pt x="3677440" y="34416"/>
                  <a:pt x="3677485" y="33690"/>
                  <a:pt x="3677574" y="33098"/>
                </a:cubicBezTo>
                <a:cubicBezTo>
                  <a:pt x="3677711" y="32510"/>
                  <a:pt x="3677871" y="32033"/>
                  <a:pt x="3678051" y="31670"/>
                </a:cubicBezTo>
                <a:cubicBezTo>
                  <a:pt x="3678234" y="31261"/>
                  <a:pt x="3678460" y="30987"/>
                  <a:pt x="3678731" y="30852"/>
                </a:cubicBezTo>
                <a:cubicBezTo>
                  <a:pt x="3679051" y="30670"/>
                  <a:pt x="3679391" y="30578"/>
                  <a:pt x="3679754" y="30578"/>
                </a:cubicBezTo>
                <a:lnTo>
                  <a:pt x="3688267" y="30578"/>
                </a:lnTo>
                <a:lnTo>
                  <a:pt x="3688267" y="16005"/>
                </a:lnTo>
                <a:cubicBezTo>
                  <a:pt x="3688267" y="15688"/>
                  <a:pt x="3688335" y="15390"/>
                  <a:pt x="3688472" y="15119"/>
                </a:cubicBezTo>
                <a:cubicBezTo>
                  <a:pt x="3688652" y="14848"/>
                  <a:pt x="3688947" y="14619"/>
                  <a:pt x="3689355" y="14439"/>
                </a:cubicBezTo>
                <a:cubicBezTo>
                  <a:pt x="3689810" y="14210"/>
                  <a:pt x="3690401" y="14053"/>
                  <a:pt x="3691127" y="13962"/>
                </a:cubicBezTo>
                <a:cubicBezTo>
                  <a:pt x="3691853" y="13870"/>
                  <a:pt x="3692762" y="13825"/>
                  <a:pt x="3693853" y="13825"/>
                </a:cubicBezTo>
                <a:cubicBezTo>
                  <a:pt x="3694988" y="13825"/>
                  <a:pt x="3695919" y="13870"/>
                  <a:pt x="3696645" y="13962"/>
                </a:cubicBezTo>
                <a:cubicBezTo>
                  <a:pt x="3697371" y="14053"/>
                  <a:pt x="3697939" y="14210"/>
                  <a:pt x="3698348" y="14439"/>
                </a:cubicBezTo>
                <a:cubicBezTo>
                  <a:pt x="3698757" y="14619"/>
                  <a:pt x="3699051" y="14848"/>
                  <a:pt x="3699231" y="15119"/>
                </a:cubicBezTo>
                <a:cubicBezTo>
                  <a:pt x="3699414" y="15390"/>
                  <a:pt x="3699505" y="15688"/>
                  <a:pt x="3699505" y="16005"/>
                </a:cubicBezTo>
                <a:lnTo>
                  <a:pt x="3699505" y="30578"/>
                </a:lnTo>
                <a:lnTo>
                  <a:pt x="3715236" y="30578"/>
                </a:lnTo>
                <a:cubicBezTo>
                  <a:pt x="3715599" y="30578"/>
                  <a:pt x="3715919" y="30670"/>
                  <a:pt x="3716190" y="30852"/>
                </a:cubicBezTo>
                <a:cubicBezTo>
                  <a:pt x="3716462" y="30987"/>
                  <a:pt x="3716690" y="31261"/>
                  <a:pt x="3716870" y="31670"/>
                </a:cubicBezTo>
                <a:cubicBezTo>
                  <a:pt x="3717099" y="32033"/>
                  <a:pt x="3717256" y="32510"/>
                  <a:pt x="3717347" y="33098"/>
                </a:cubicBezTo>
                <a:cubicBezTo>
                  <a:pt x="3717439" y="33690"/>
                  <a:pt x="3717485" y="34416"/>
                  <a:pt x="3717485" y="35279"/>
                </a:cubicBezTo>
                <a:cubicBezTo>
                  <a:pt x="3717485" y="36913"/>
                  <a:pt x="3717279" y="38093"/>
                  <a:pt x="3716870" y="38819"/>
                </a:cubicBezTo>
                <a:cubicBezTo>
                  <a:pt x="3716462" y="39545"/>
                  <a:pt x="3715919" y="39911"/>
                  <a:pt x="3715236" y="39911"/>
                </a:cubicBezTo>
                <a:lnTo>
                  <a:pt x="3699505" y="39911"/>
                </a:lnTo>
                <a:lnTo>
                  <a:pt x="3699505" y="74098"/>
                </a:lnTo>
                <a:cubicBezTo>
                  <a:pt x="3699505" y="78321"/>
                  <a:pt x="3700117" y="81522"/>
                  <a:pt x="3701343" y="83702"/>
                </a:cubicBezTo>
                <a:cubicBezTo>
                  <a:pt x="3702614" y="85834"/>
                  <a:pt x="3704863" y="86902"/>
                  <a:pt x="3708086" y="86902"/>
                </a:cubicBezTo>
                <a:cubicBezTo>
                  <a:pt x="3709129" y="86902"/>
                  <a:pt x="3710061" y="86811"/>
                  <a:pt x="3710878" y="86628"/>
                </a:cubicBezTo>
                <a:cubicBezTo>
                  <a:pt x="3711695" y="86402"/>
                  <a:pt x="3712421" y="86174"/>
                  <a:pt x="3713058" y="85948"/>
                </a:cubicBezTo>
                <a:cubicBezTo>
                  <a:pt x="3713693" y="85722"/>
                  <a:pt x="3714239" y="85516"/>
                  <a:pt x="3714693" y="85336"/>
                </a:cubicBezTo>
                <a:cubicBezTo>
                  <a:pt x="3715147" y="85108"/>
                  <a:pt x="3715556" y="84993"/>
                  <a:pt x="3715919" y="84993"/>
                </a:cubicBezTo>
                <a:cubicBezTo>
                  <a:pt x="3716144" y="84993"/>
                  <a:pt x="3716350" y="85062"/>
                  <a:pt x="3716530" y="85199"/>
                </a:cubicBezTo>
                <a:cubicBezTo>
                  <a:pt x="3716759" y="85291"/>
                  <a:pt x="3716916" y="85494"/>
                  <a:pt x="3717007" y="85811"/>
                </a:cubicBezTo>
                <a:cubicBezTo>
                  <a:pt x="3717145" y="86131"/>
                  <a:pt x="3717256" y="86562"/>
                  <a:pt x="3717347" y="87105"/>
                </a:cubicBezTo>
                <a:cubicBezTo>
                  <a:pt x="3717439" y="87651"/>
                  <a:pt x="3717485" y="88331"/>
                  <a:pt x="3717485" y="89148"/>
                </a:cubicBezTo>
                <a:close/>
                <a:moveTo>
                  <a:pt x="3802341" y="76958"/>
                </a:moveTo>
                <a:cubicBezTo>
                  <a:pt x="3802341" y="80090"/>
                  <a:pt x="3801752" y="82885"/>
                  <a:pt x="3800572" y="85336"/>
                </a:cubicBezTo>
                <a:cubicBezTo>
                  <a:pt x="3799438" y="87788"/>
                  <a:pt x="3797803" y="89851"/>
                  <a:pt x="3795669" y="91531"/>
                </a:cubicBezTo>
                <a:cubicBezTo>
                  <a:pt x="3793534" y="93212"/>
                  <a:pt x="3790991" y="94483"/>
                  <a:pt x="3788039" y="95346"/>
                </a:cubicBezTo>
                <a:cubicBezTo>
                  <a:pt x="3785090" y="96209"/>
                  <a:pt x="3781844" y="96641"/>
                  <a:pt x="3778301" y="96641"/>
                </a:cubicBezTo>
                <a:cubicBezTo>
                  <a:pt x="3776121" y="96641"/>
                  <a:pt x="3774035" y="96458"/>
                  <a:pt x="3772034" y="96095"/>
                </a:cubicBezTo>
                <a:cubicBezTo>
                  <a:pt x="3770083" y="95778"/>
                  <a:pt x="3768314" y="95369"/>
                  <a:pt x="3766722" y="94869"/>
                </a:cubicBezTo>
                <a:cubicBezTo>
                  <a:pt x="3765179" y="94326"/>
                  <a:pt x="3763862" y="93780"/>
                  <a:pt x="3762773" y="93235"/>
                </a:cubicBezTo>
                <a:cubicBezTo>
                  <a:pt x="3761684" y="92646"/>
                  <a:pt x="3760890" y="92123"/>
                  <a:pt x="3760390" y="91669"/>
                </a:cubicBezTo>
                <a:cubicBezTo>
                  <a:pt x="3759890" y="91214"/>
                  <a:pt x="3759527" y="90580"/>
                  <a:pt x="3759301" y="89763"/>
                </a:cubicBezTo>
                <a:cubicBezTo>
                  <a:pt x="3759073" y="88945"/>
                  <a:pt x="3758958" y="87831"/>
                  <a:pt x="3758958" y="86425"/>
                </a:cubicBezTo>
                <a:cubicBezTo>
                  <a:pt x="3758958" y="85562"/>
                  <a:pt x="3759004" y="84836"/>
                  <a:pt x="3759096" y="84245"/>
                </a:cubicBezTo>
                <a:cubicBezTo>
                  <a:pt x="3759187" y="83656"/>
                  <a:pt x="3759301" y="83179"/>
                  <a:pt x="3759436" y="82816"/>
                </a:cubicBezTo>
                <a:cubicBezTo>
                  <a:pt x="3759573" y="82453"/>
                  <a:pt x="3759756" y="82202"/>
                  <a:pt x="3759981" y="82067"/>
                </a:cubicBezTo>
                <a:cubicBezTo>
                  <a:pt x="3760253" y="81885"/>
                  <a:pt x="3760547" y="81793"/>
                  <a:pt x="3760867" y="81793"/>
                </a:cubicBezTo>
                <a:cubicBezTo>
                  <a:pt x="3761367" y="81793"/>
                  <a:pt x="3762093" y="82110"/>
                  <a:pt x="3763045" y="82747"/>
                </a:cubicBezTo>
                <a:cubicBezTo>
                  <a:pt x="3764045" y="83336"/>
                  <a:pt x="3765248" y="83996"/>
                  <a:pt x="3766656" y="84722"/>
                </a:cubicBezTo>
                <a:cubicBezTo>
                  <a:pt x="3768108" y="85448"/>
                  <a:pt x="3769811" y="86131"/>
                  <a:pt x="3771763" y="86765"/>
                </a:cubicBezTo>
                <a:cubicBezTo>
                  <a:pt x="3773715" y="87357"/>
                  <a:pt x="3775963" y="87651"/>
                  <a:pt x="3778507" y="87651"/>
                </a:cubicBezTo>
                <a:cubicBezTo>
                  <a:pt x="3780412" y="87651"/>
                  <a:pt x="3782138" y="87445"/>
                  <a:pt x="3783681" y="87037"/>
                </a:cubicBezTo>
                <a:cubicBezTo>
                  <a:pt x="3785225" y="86628"/>
                  <a:pt x="3786565" y="86039"/>
                  <a:pt x="3787699" y="85268"/>
                </a:cubicBezTo>
                <a:cubicBezTo>
                  <a:pt x="3788834" y="84451"/>
                  <a:pt x="3789697" y="83428"/>
                  <a:pt x="3790288" y="82202"/>
                </a:cubicBezTo>
                <a:cubicBezTo>
                  <a:pt x="3790922" y="80976"/>
                  <a:pt x="3791242" y="79524"/>
                  <a:pt x="3791242" y="77844"/>
                </a:cubicBezTo>
                <a:cubicBezTo>
                  <a:pt x="3791242" y="76118"/>
                  <a:pt x="3790788" y="74666"/>
                  <a:pt x="3789879" y="73483"/>
                </a:cubicBezTo>
                <a:cubicBezTo>
                  <a:pt x="3789016" y="72303"/>
                  <a:pt x="3787859" y="71260"/>
                  <a:pt x="3786405" y="70352"/>
                </a:cubicBezTo>
                <a:cubicBezTo>
                  <a:pt x="3784953" y="69443"/>
                  <a:pt x="3783319" y="68649"/>
                  <a:pt x="3781501" y="67968"/>
                </a:cubicBezTo>
                <a:cubicBezTo>
                  <a:pt x="3779687" y="67243"/>
                  <a:pt x="3777801" y="66494"/>
                  <a:pt x="3775849" y="65720"/>
                </a:cubicBezTo>
                <a:cubicBezTo>
                  <a:pt x="3773943" y="64948"/>
                  <a:pt x="3772057" y="64085"/>
                  <a:pt x="3770197" y="63134"/>
                </a:cubicBezTo>
                <a:cubicBezTo>
                  <a:pt x="3768380" y="62133"/>
                  <a:pt x="3766745" y="60930"/>
                  <a:pt x="3765293" y="59525"/>
                </a:cubicBezTo>
                <a:cubicBezTo>
                  <a:pt x="3763842" y="58116"/>
                  <a:pt x="3762659" y="56436"/>
                  <a:pt x="3761753" y="54484"/>
                </a:cubicBezTo>
                <a:cubicBezTo>
                  <a:pt x="3760890" y="52532"/>
                  <a:pt x="3760459" y="50192"/>
                  <a:pt x="3760459" y="47469"/>
                </a:cubicBezTo>
                <a:cubicBezTo>
                  <a:pt x="3760459" y="45063"/>
                  <a:pt x="3760913" y="42771"/>
                  <a:pt x="3761819" y="40591"/>
                </a:cubicBezTo>
                <a:cubicBezTo>
                  <a:pt x="3762773" y="38365"/>
                  <a:pt x="3764182" y="36436"/>
                  <a:pt x="3766042" y="34801"/>
                </a:cubicBezTo>
                <a:cubicBezTo>
                  <a:pt x="3767905" y="33121"/>
                  <a:pt x="3770220" y="31781"/>
                  <a:pt x="3772989" y="30784"/>
                </a:cubicBezTo>
                <a:cubicBezTo>
                  <a:pt x="3775803" y="29784"/>
                  <a:pt x="3779072" y="29284"/>
                  <a:pt x="3782796" y="29284"/>
                </a:cubicBezTo>
                <a:cubicBezTo>
                  <a:pt x="3784430" y="29284"/>
                  <a:pt x="3786065" y="29421"/>
                  <a:pt x="3787699" y="29692"/>
                </a:cubicBezTo>
                <a:cubicBezTo>
                  <a:pt x="3789334" y="29967"/>
                  <a:pt x="3790811" y="30307"/>
                  <a:pt x="3792125" y="30715"/>
                </a:cubicBezTo>
                <a:cubicBezTo>
                  <a:pt x="3793443" y="31124"/>
                  <a:pt x="3794554" y="31578"/>
                  <a:pt x="3795463" y="32078"/>
                </a:cubicBezTo>
                <a:cubicBezTo>
                  <a:pt x="3796417" y="32533"/>
                  <a:pt x="3797120" y="32941"/>
                  <a:pt x="3797575" y="33304"/>
                </a:cubicBezTo>
                <a:cubicBezTo>
                  <a:pt x="3798075" y="33667"/>
                  <a:pt x="3798392" y="33984"/>
                  <a:pt x="3798529" y="34256"/>
                </a:cubicBezTo>
                <a:cubicBezTo>
                  <a:pt x="3798709" y="34530"/>
                  <a:pt x="3798823" y="34847"/>
                  <a:pt x="3798869" y="35210"/>
                </a:cubicBezTo>
                <a:cubicBezTo>
                  <a:pt x="3798961" y="35527"/>
                  <a:pt x="3799029" y="35936"/>
                  <a:pt x="3799072" y="36436"/>
                </a:cubicBezTo>
                <a:cubicBezTo>
                  <a:pt x="3799163" y="36936"/>
                  <a:pt x="3799209" y="37548"/>
                  <a:pt x="3799209" y="38276"/>
                </a:cubicBezTo>
                <a:cubicBezTo>
                  <a:pt x="3799209" y="39048"/>
                  <a:pt x="3799163" y="39728"/>
                  <a:pt x="3799072" y="40319"/>
                </a:cubicBezTo>
                <a:cubicBezTo>
                  <a:pt x="3799029" y="40862"/>
                  <a:pt x="3798915" y="41317"/>
                  <a:pt x="3798732" y="41679"/>
                </a:cubicBezTo>
                <a:cubicBezTo>
                  <a:pt x="3798598" y="42042"/>
                  <a:pt x="3798415" y="42317"/>
                  <a:pt x="3798189" y="42497"/>
                </a:cubicBezTo>
                <a:cubicBezTo>
                  <a:pt x="3797960" y="42634"/>
                  <a:pt x="3797712" y="42702"/>
                  <a:pt x="3797437" y="42702"/>
                </a:cubicBezTo>
                <a:cubicBezTo>
                  <a:pt x="3797029" y="42702"/>
                  <a:pt x="3796440" y="42451"/>
                  <a:pt x="3795669" y="41954"/>
                </a:cubicBezTo>
                <a:cubicBezTo>
                  <a:pt x="3794897" y="41454"/>
                  <a:pt x="3793897" y="40931"/>
                  <a:pt x="3792671" y="40385"/>
                </a:cubicBezTo>
                <a:cubicBezTo>
                  <a:pt x="3791445" y="39796"/>
                  <a:pt x="3789994" y="39251"/>
                  <a:pt x="3788313" y="38751"/>
                </a:cubicBezTo>
                <a:cubicBezTo>
                  <a:pt x="3786679" y="38253"/>
                  <a:pt x="3784793" y="38002"/>
                  <a:pt x="3782661" y="38002"/>
                </a:cubicBezTo>
                <a:cubicBezTo>
                  <a:pt x="3780753" y="38002"/>
                  <a:pt x="3779072" y="38230"/>
                  <a:pt x="3777621" y="38685"/>
                </a:cubicBezTo>
                <a:cubicBezTo>
                  <a:pt x="3776166" y="39093"/>
                  <a:pt x="3774963" y="39705"/>
                  <a:pt x="3774012" y="40522"/>
                </a:cubicBezTo>
                <a:cubicBezTo>
                  <a:pt x="3773103" y="41294"/>
                  <a:pt x="3772400" y="42225"/>
                  <a:pt x="3771900" y="43314"/>
                </a:cubicBezTo>
                <a:cubicBezTo>
                  <a:pt x="3771446" y="44406"/>
                  <a:pt x="3771217" y="45586"/>
                  <a:pt x="3771217" y="46857"/>
                </a:cubicBezTo>
                <a:cubicBezTo>
                  <a:pt x="3771217" y="48626"/>
                  <a:pt x="3771671" y="50126"/>
                  <a:pt x="3772580" y="51352"/>
                </a:cubicBezTo>
                <a:cubicBezTo>
                  <a:pt x="3773489" y="52532"/>
                  <a:pt x="3774669" y="53575"/>
                  <a:pt x="3776121" y="54484"/>
                </a:cubicBezTo>
                <a:cubicBezTo>
                  <a:pt x="3777575" y="55393"/>
                  <a:pt x="3779232" y="56210"/>
                  <a:pt x="3781093" y="56936"/>
                </a:cubicBezTo>
                <a:cubicBezTo>
                  <a:pt x="3782956" y="57661"/>
                  <a:pt x="3784839" y="58410"/>
                  <a:pt x="3786748" y="59182"/>
                </a:cubicBezTo>
                <a:cubicBezTo>
                  <a:pt x="3788699" y="59956"/>
                  <a:pt x="3790605" y="60816"/>
                  <a:pt x="3792468" y="61771"/>
                </a:cubicBezTo>
                <a:cubicBezTo>
                  <a:pt x="3794374" y="62725"/>
                  <a:pt x="3796054" y="63882"/>
                  <a:pt x="3797506" y="65245"/>
                </a:cubicBezTo>
                <a:cubicBezTo>
                  <a:pt x="3798961" y="66605"/>
                  <a:pt x="3800118" y="68240"/>
                  <a:pt x="3800981" y="70149"/>
                </a:cubicBezTo>
                <a:cubicBezTo>
                  <a:pt x="3801889" y="72055"/>
                  <a:pt x="3802341" y="74324"/>
                  <a:pt x="3802341" y="76958"/>
                </a:cubicBezTo>
                <a:close/>
                <a:moveTo>
                  <a:pt x="3870718" y="60342"/>
                </a:moveTo>
                <a:cubicBezTo>
                  <a:pt x="3870718" y="62111"/>
                  <a:pt x="3870264" y="63382"/>
                  <a:pt x="3869358" y="64154"/>
                </a:cubicBezTo>
                <a:cubicBezTo>
                  <a:pt x="3868495" y="64880"/>
                  <a:pt x="3867495" y="65245"/>
                  <a:pt x="3866360" y="65245"/>
                </a:cubicBezTo>
                <a:lnTo>
                  <a:pt x="3826178" y="65245"/>
                </a:lnTo>
                <a:cubicBezTo>
                  <a:pt x="3826178" y="68649"/>
                  <a:pt x="3826518" y="71715"/>
                  <a:pt x="3827201" y="74438"/>
                </a:cubicBezTo>
                <a:cubicBezTo>
                  <a:pt x="3827881" y="77161"/>
                  <a:pt x="3829016" y="79501"/>
                  <a:pt x="3830604" y="81453"/>
                </a:cubicBezTo>
                <a:cubicBezTo>
                  <a:pt x="3832193" y="83405"/>
                  <a:pt x="3834259" y="84905"/>
                  <a:pt x="3836802" y="85948"/>
                </a:cubicBezTo>
                <a:cubicBezTo>
                  <a:pt x="3839346" y="86991"/>
                  <a:pt x="3842455" y="87514"/>
                  <a:pt x="3846132" y="87514"/>
                </a:cubicBezTo>
                <a:cubicBezTo>
                  <a:pt x="3849038" y="87514"/>
                  <a:pt x="3851627" y="87288"/>
                  <a:pt x="3853896" y="86834"/>
                </a:cubicBezTo>
                <a:cubicBezTo>
                  <a:pt x="3856168" y="86334"/>
                  <a:pt x="3858119" y="85788"/>
                  <a:pt x="3859754" y="85199"/>
                </a:cubicBezTo>
                <a:cubicBezTo>
                  <a:pt x="3861434" y="84608"/>
                  <a:pt x="3862797" y="84088"/>
                  <a:pt x="3863840" y="83633"/>
                </a:cubicBezTo>
                <a:cubicBezTo>
                  <a:pt x="3864932" y="83133"/>
                  <a:pt x="3865749" y="82885"/>
                  <a:pt x="3866292" y="82885"/>
                </a:cubicBezTo>
                <a:cubicBezTo>
                  <a:pt x="3866609" y="82885"/>
                  <a:pt x="3866883" y="82973"/>
                  <a:pt x="3867109" y="83156"/>
                </a:cubicBezTo>
                <a:cubicBezTo>
                  <a:pt x="3867383" y="83293"/>
                  <a:pt x="3867586" y="83519"/>
                  <a:pt x="3867723" y="83836"/>
                </a:cubicBezTo>
                <a:cubicBezTo>
                  <a:pt x="3867858" y="84153"/>
                  <a:pt x="3867949" y="84608"/>
                  <a:pt x="3867995" y="85199"/>
                </a:cubicBezTo>
                <a:cubicBezTo>
                  <a:pt x="3868086" y="85745"/>
                  <a:pt x="3868132" y="86425"/>
                  <a:pt x="3868132" y="87242"/>
                </a:cubicBezTo>
                <a:cubicBezTo>
                  <a:pt x="3868132" y="87831"/>
                  <a:pt x="3868109" y="88354"/>
                  <a:pt x="3868063" y="88808"/>
                </a:cubicBezTo>
                <a:cubicBezTo>
                  <a:pt x="3868018" y="89217"/>
                  <a:pt x="3867949" y="89603"/>
                  <a:pt x="3867858" y="89966"/>
                </a:cubicBezTo>
                <a:cubicBezTo>
                  <a:pt x="3867812" y="90283"/>
                  <a:pt x="3867701" y="90580"/>
                  <a:pt x="3867518" y="90851"/>
                </a:cubicBezTo>
                <a:cubicBezTo>
                  <a:pt x="3867383" y="91123"/>
                  <a:pt x="3867178" y="91397"/>
                  <a:pt x="3866906" y="91669"/>
                </a:cubicBezTo>
                <a:cubicBezTo>
                  <a:pt x="3866678" y="91894"/>
                  <a:pt x="3865952" y="92303"/>
                  <a:pt x="3864726" y="92894"/>
                </a:cubicBezTo>
                <a:cubicBezTo>
                  <a:pt x="3863500" y="93440"/>
                  <a:pt x="3861911" y="93983"/>
                  <a:pt x="3859960" y="94529"/>
                </a:cubicBezTo>
                <a:cubicBezTo>
                  <a:pt x="3858005" y="95075"/>
                  <a:pt x="3855736" y="95552"/>
                  <a:pt x="3853147" y="95961"/>
                </a:cubicBezTo>
                <a:cubicBezTo>
                  <a:pt x="3850607" y="96412"/>
                  <a:pt x="3847881" y="96641"/>
                  <a:pt x="3844975" y="96641"/>
                </a:cubicBezTo>
                <a:cubicBezTo>
                  <a:pt x="3839937" y="96641"/>
                  <a:pt x="3835508" y="95938"/>
                  <a:pt x="3831696" y="94529"/>
                </a:cubicBezTo>
                <a:cubicBezTo>
                  <a:pt x="3827927" y="93120"/>
                  <a:pt x="3824749" y="91034"/>
                  <a:pt x="3822161" y="88262"/>
                </a:cubicBezTo>
                <a:cubicBezTo>
                  <a:pt x="3819572" y="85494"/>
                  <a:pt x="3817620" y="82022"/>
                  <a:pt x="3816303" y="77844"/>
                </a:cubicBezTo>
                <a:cubicBezTo>
                  <a:pt x="3814988" y="73666"/>
                  <a:pt x="3814328" y="68809"/>
                  <a:pt x="3814328" y="63268"/>
                </a:cubicBezTo>
                <a:cubicBezTo>
                  <a:pt x="3814328" y="58002"/>
                  <a:pt x="3815008" y="53281"/>
                  <a:pt x="3816371" y="49103"/>
                </a:cubicBezTo>
                <a:cubicBezTo>
                  <a:pt x="3817734" y="44880"/>
                  <a:pt x="3819686" y="41317"/>
                  <a:pt x="3822229" y="38411"/>
                </a:cubicBezTo>
                <a:cubicBezTo>
                  <a:pt x="3824815" y="35459"/>
                  <a:pt x="3827927" y="33213"/>
                  <a:pt x="3831559" y="31670"/>
                </a:cubicBezTo>
                <a:cubicBezTo>
                  <a:pt x="3835191" y="30081"/>
                  <a:pt x="3839254" y="29284"/>
                  <a:pt x="3843749" y="29284"/>
                </a:cubicBezTo>
                <a:cubicBezTo>
                  <a:pt x="3848564" y="29284"/>
                  <a:pt x="3852650" y="30058"/>
                  <a:pt x="3856008" y="31601"/>
                </a:cubicBezTo>
                <a:cubicBezTo>
                  <a:pt x="3859414" y="33144"/>
                  <a:pt x="3862206" y="35233"/>
                  <a:pt x="3864386" y="37868"/>
                </a:cubicBezTo>
                <a:cubicBezTo>
                  <a:pt x="3866566" y="40454"/>
                  <a:pt x="3868155" y="43520"/>
                  <a:pt x="3869152" y="47060"/>
                </a:cubicBezTo>
                <a:cubicBezTo>
                  <a:pt x="3870198" y="50555"/>
                  <a:pt x="3870718" y="54301"/>
                  <a:pt x="3870718" y="58299"/>
                </a:cubicBezTo>
                <a:lnTo>
                  <a:pt x="3870718" y="60342"/>
                </a:lnTo>
                <a:close/>
                <a:moveTo>
                  <a:pt x="3859414" y="57004"/>
                </a:moveTo>
                <a:cubicBezTo>
                  <a:pt x="3859551" y="51101"/>
                  <a:pt x="3858234" y="46469"/>
                  <a:pt x="3855465" y="43111"/>
                </a:cubicBezTo>
                <a:cubicBezTo>
                  <a:pt x="3852739" y="39751"/>
                  <a:pt x="3848675" y="38070"/>
                  <a:pt x="3843272" y="38070"/>
                </a:cubicBezTo>
                <a:cubicBezTo>
                  <a:pt x="3840503" y="38070"/>
                  <a:pt x="3838074" y="38593"/>
                  <a:pt x="3835985" y="39636"/>
                </a:cubicBezTo>
                <a:cubicBezTo>
                  <a:pt x="3833896" y="40682"/>
                  <a:pt x="3832150" y="42065"/>
                  <a:pt x="3830742" y="43791"/>
                </a:cubicBezTo>
                <a:cubicBezTo>
                  <a:pt x="3829333" y="45517"/>
                  <a:pt x="3828244" y="47537"/>
                  <a:pt x="3827473" y="49852"/>
                </a:cubicBezTo>
                <a:cubicBezTo>
                  <a:pt x="3826701" y="52124"/>
                  <a:pt x="3826270" y="54507"/>
                  <a:pt x="3826178" y="57004"/>
                </a:cubicBezTo>
                <a:lnTo>
                  <a:pt x="3859414" y="57004"/>
                </a:lnTo>
                <a:close/>
                <a:moveTo>
                  <a:pt x="3933989" y="93712"/>
                </a:moveTo>
                <a:cubicBezTo>
                  <a:pt x="3933989" y="94257"/>
                  <a:pt x="3933806" y="94666"/>
                  <a:pt x="3933443" y="94938"/>
                </a:cubicBezTo>
                <a:cubicBezTo>
                  <a:pt x="3933080" y="95209"/>
                  <a:pt x="3932580" y="95415"/>
                  <a:pt x="3931946" y="95552"/>
                </a:cubicBezTo>
                <a:cubicBezTo>
                  <a:pt x="3931308" y="95686"/>
                  <a:pt x="3930380" y="95755"/>
                  <a:pt x="3929154" y="95755"/>
                </a:cubicBezTo>
                <a:cubicBezTo>
                  <a:pt x="3927971" y="95755"/>
                  <a:pt x="3927019" y="95686"/>
                  <a:pt x="3926294" y="95552"/>
                </a:cubicBezTo>
                <a:cubicBezTo>
                  <a:pt x="3925611" y="95415"/>
                  <a:pt x="3925111" y="95209"/>
                  <a:pt x="3924793" y="94938"/>
                </a:cubicBezTo>
                <a:cubicBezTo>
                  <a:pt x="3924476" y="94666"/>
                  <a:pt x="3924316" y="94257"/>
                  <a:pt x="3924316" y="93712"/>
                </a:cubicBezTo>
                <a:lnTo>
                  <a:pt x="3924316" y="87582"/>
                </a:lnTo>
                <a:cubicBezTo>
                  <a:pt x="3921639" y="90443"/>
                  <a:pt x="3918641" y="92669"/>
                  <a:pt x="3915326" y="94257"/>
                </a:cubicBezTo>
                <a:cubicBezTo>
                  <a:pt x="3912058" y="95846"/>
                  <a:pt x="3908586" y="96641"/>
                  <a:pt x="3904908" y="96641"/>
                </a:cubicBezTo>
                <a:cubicBezTo>
                  <a:pt x="3901685" y="96641"/>
                  <a:pt x="3898756" y="96209"/>
                  <a:pt x="3896121" y="95346"/>
                </a:cubicBezTo>
                <a:cubicBezTo>
                  <a:pt x="3893535" y="94529"/>
                  <a:pt x="3891309" y="93326"/>
                  <a:pt x="3889449" y="91737"/>
                </a:cubicBezTo>
                <a:cubicBezTo>
                  <a:pt x="3887632" y="90148"/>
                  <a:pt x="3886203" y="88197"/>
                  <a:pt x="3885157" y="85879"/>
                </a:cubicBezTo>
                <a:cubicBezTo>
                  <a:pt x="3884160" y="83565"/>
                  <a:pt x="3883660" y="80930"/>
                  <a:pt x="3883660" y="77978"/>
                </a:cubicBezTo>
                <a:cubicBezTo>
                  <a:pt x="3883660" y="74529"/>
                  <a:pt x="3884363" y="71532"/>
                  <a:pt x="3885771" y="68989"/>
                </a:cubicBezTo>
                <a:cubicBezTo>
                  <a:pt x="3887177" y="66448"/>
                  <a:pt x="3889198" y="64337"/>
                  <a:pt x="3891832" y="62656"/>
                </a:cubicBezTo>
                <a:cubicBezTo>
                  <a:pt x="3894464" y="60976"/>
                  <a:pt x="3897690" y="59727"/>
                  <a:pt x="3901502" y="58910"/>
                </a:cubicBezTo>
                <a:cubicBezTo>
                  <a:pt x="3905317" y="58047"/>
                  <a:pt x="3909606" y="57616"/>
                  <a:pt x="3914375" y="57616"/>
                </a:cubicBezTo>
                <a:lnTo>
                  <a:pt x="3922819" y="57616"/>
                </a:lnTo>
                <a:lnTo>
                  <a:pt x="3922819" y="52849"/>
                </a:lnTo>
                <a:cubicBezTo>
                  <a:pt x="3922819" y="50489"/>
                  <a:pt x="3922570" y="48400"/>
                  <a:pt x="3922070" y="46583"/>
                </a:cubicBezTo>
                <a:cubicBezTo>
                  <a:pt x="3921570" y="44768"/>
                  <a:pt x="3920753" y="43268"/>
                  <a:pt x="3919618" y="42088"/>
                </a:cubicBezTo>
                <a:cubicBezTo>
                  <a:pt x="3918530" y="40862"/>
                  <a:pt x="3917098" y="39954"/>
                  <a:pt x="3915326" y="39365"/>
                </a:cubicBezTo>
                <a:cubicBezTo>
                  <a:pt x="3913558" y="38728"/>
                  <a:pt x="3911377" y="38411"/>
                  <a:pt x="3908789" y="38411"/>
                </a:cubicBezTo>
                <a:cubicBezTo>
                  <a:pt x="3906020" y="38411"/>
                  <a:pt x="3903522" y="38751"/>
                  <a:pt x="3901299" y="39433"/>
                </a:cubicBezTo>
                <a:cubicBezTo>
                  <a:pt x="3899119" y="40068"/>
                  <a:pt x="3897190" y="40794"/>
                  <a:pt x="3895510" y="41611"/>
                </a:cubicBezTo>
                <a:cubicBezTo>
                  <a:pt x="3893875" y="42382"/>
                  <a:pt x="3892489" y="43111"/>
                  <a:pt x="3891355" y="43791"/>
                </a:cubicBezTo>
                <a:cubicBezTo>
                  <a:pt x="3890266" y="44426"/>
                  <a:pt x="3889449" y="44746"/>
                  <a:pt x="3888903" y="44746"/>
                </a:cubicBezTo>
                <a:cubicBezTo>
                  <a:pt x="3888540" y="44746"/>
                  <a:pt x="3888223" y="44654"/>
                  <a:pt x="3887949" y="44471"/>
                </a:cubicBezTo>
                <a:cubicBezTo>
                  <a:pt x="3887677" y="44291"/>
                  <a:pt x="3887429" y="44017"/>
                  <a:pt x="3887200" y="43654"/>
                </a:cubicBezTo>
                <a:cubicBezTo>
                  <a:pt x="3887020" y="43291"/>
                  <a:pt x="3886883" y="42837"/>
                  <a:pt x="3886792" y="42294"/>
                </a:cubicBezTo>
                <a:cubicBezTo>
                  <a:pt x="3886700" y="41702"/>
                  <a:pt x="3886654" y="41068"/>
                  <a:pt x="3886654" y="40385"/>
                </a:cubicBezTo>
                <a:cubicBezTo>
                  <a:pt x="3886654" y="39251"/>
                  <a:pt x="3886723" y="38365"/>
                  <a:pt x="3886860" y="37730"/>
                </a:cubicBezTo>
                <a:cubicBezTo>
                  <a:pt x="3887043" y="37047"/>
                  <a:pt x="3887429" y="36413"/>
                  <a:pt x="3888017" y="35822"/>
                </a:cubicBezTo>
                <a:cubicBezTo>
                  <a:pt x="3888655" y="35233"/>
                  <a:pt x="3889720" y="34553"/>
                  <a:pt x="3891218" y="33779"/>
                </a:cubicBezTo>
                <a:cubicBezTo>
                  <a:pt x="3892718" y="32961"/>
                  <a:pt x="3894441" y="32235"/>
                  <a:pt x="3896396" y="31601"/>
                </a:cubicBezTo>
                <a:cubicBezTo>
                  <a:pt x="3898347" y="30918"/>
                  <a:pt x="3900482" y="30375"/>
                  <a:pt x="3902796" y="29967"/>
                </a:cubicBezTo>
                <a:cubicBezTo>
                  <a:pt x="3905111" y="29512"/>
                  <a:pt x="3907451" y="29284"/>
                  <a:pt x="3909812" y="29284"/>
                </a:cubicBezTo>
                <a:cubicBezTo>
                  <a:pt x="3914215" y="29284"/>
                  <a:pt x="3917961" y="29784"/>
                  <a:pt x="3921047" y="30784"/>
                </a:cubicBezTo>
                <a:cubicBezTo>
                  <a:pt x="3924136" y="31781"/>
                  <a:pt x="3926634" y="33258"/>
                  <a:pt x="3928540" y="35210"/>
                </a:cubicBezTo>
                <a:cubicBezTo>
                  <a:pt x="3930446" y="37116"/>
                  <a:pt x="3931831" y="39502"/>
                  <a:pt x="3932694" y="42362"/>
                </a:cubicBezTo>
                <a:cubicBezTo>
                  <a:pt x="3933557" y="45223"/>
                  <a:pt x="3933989" y="48557"/>
                  <a:pt x="3933989" y="52372"/>
                </a:cubicBezTo>
                <a:lnTo>
                  <a:pt x="3933989" y="93712"/>
                </a:lnTo>
                <a:close/>
                <a:moveTo>
                  <a:pt x="3922819" y="65720"/>
                </a:moveTo>
                <a:lnTo>
                  <a:pt x="3913218" y="65720"/>
                </a:lnTo>
                <a:cubicBezTo>
                  <a:pt x="3910129" y="65720"/>
                  <a:pt x="3907451" y="65994"/>
                  <a:pt x="3905180" y="66537"/>
                </a:cubicBezTo>
                <a:cubicBezTo>
                  <a:pt x="3902911" y="67037"/>
                  <a:pt x="3901025" y="67808"/>
                  <a:pt x="3899527" y="68854"/>
                </a:cubicBezTo>
                <a:cubicBezTo>
                  <a:pt x="3898030" y="69852"/>
                  <a:pt x="3896916" y="71077"/>
                  <a:pt x="3896190" y="72532"/>
                </a:cubicBezTo>
                <a:cubicBezTo>
                  <a:pt x="3895510" y="73938"/>
                  <a:pt x="3895170" y="75572"/>
                  <a:pt x="3895170" y="77435"/>
                </a:cubicBezTo>
                <a:cubicBezTo>
                  <a:pt x="3895170" y="80613"/>
                  <a:pt x="3896167" y="83156"/>
                  <a:pt x="3898164" y="85062"/>
                </a:cubicBezTo>
                <a:cubicBezTo>
                  <a:pt x="3900207" y="86925"/>
                  <a:pt x="3903045" y="87854"/>
                  <a:pt x="3906680" y="87854"/>
                </a:cubicBezTo>
                <a:cubicBezTo>
                  <a:pt x="3909629" y="87854"/>
                  <a:pt x="3912355" y="87105"/>
                  <a:pt x="3914852" y="85608"/>
                </a:cubicBezTo>
                <a:cubicBezTo>
                  <a:pt x="3917392" y="84111"/>
                  <a:pt x="3920050" y="81816"/>
                  <a:pt x="3922819" y="78730"/>
                </a:cubicBezTo>
                <a:lnTo>
                  <a:pt x="3922819" y="65720"/>
                </a:lnTo>
                <a:close/>
                <a:moveTo>
                  <a:pt x="3985204" y="89148"/>
                </a:moveTo>
                <a:cubicBezTo>
                  <a:pt x="3985204" y="90466"/>
                  <a:pt x="3985112" y="91509"/>
                  <a:pt x="3984929" y="92283"/>
                </a:cubicBezTo>
                <a:cubicBezTo>
                  <a:pt x="3984749" y="93054"/>
                  <a:pt x="3984475" y="93620"/>
                  <a:pt x="3984112" y="93983"/>
                </a:cubicBezTo>
                <a:cubicBezTo>
                  <a:pt x="3983749" y="94346"/>
                  <a:pt x="3983206" y="94689"/>
                  <a:pt x="3982478" y="95006"/>
                </a:cubicBezTo>
                <a:cubicBezTo>
                  <a:pt x="3981752" y="95323"/>
                  <a:pt x="3980912" y="95575"/>
                  <a:pt x="3979957" y="95755"/>
                </a:cubicBezTo>
                <a:cubicBezTo>
                  <a:pt x="3979052" y="95981"/>
                  <a:pt x="3978074" y="96163"/>
                  <a:pt x="3977031" y="96301"/>
                </a:cubicBezTo>
                <a:cubicBezTo>
                  <a:pt x="3975986" y="96435"/>
                  <a:pt x="3974943" y="96503"/>
                  <a:pt x="3973897" y="96503"/>
                </a:cubicBezTo>
                <a:cubicBezTo>
                  <a:pt x="3970719" y="96503"/>
                  <a:pt x="3967996" y="96095"/>
                  <a:pt x="3965724" y="95278"/>
                </a:cubicBezTo>
                <a:cubicBezTo>
                  <a:pt x="3963455" y="94415"/>
                  <a:pt x="3961592" y="93143"/>
                  <a:pt x="3960141" y="91466"/>
                </a:cubicBezTo>
                <a:cubicBezTo>
                  <a:pt x="3958686" y="89740"/>
                  <a:pt x="3957620" y="87582"/>
                  <a:pt x="3956940" y="84993"/>
                </a:cubicBezTo>
                <a:cubicBezTo>
                  <a:pt x="3956303" y="82362"/>
                  <a:pt x="3955986" y="79273"/>
                  <a:pt x="3955986" y="75732"/>
                </a:cubicBezTo>
                <a:lnTo>
                  <a:pt x="3955986" y="39911"/>
                </a:lnTo>
                <a:lnTo>
                  <a:pt x="3947405" y="39911"/>
                </a:lnTo>
                <a:cubicBezTo>
                  <a:pt x="3946725" y="39911"/>
                  <a:pt x="3946179" y="39545"/>
                  <a:pt x="3945770" y="38819"/>
                </a:cubicBezTo>
                <a:cubicBezTo>
                  <a:pt x="3945362" y="38093"/>
                  <a:pt x="3945156" y="36913"/>
                  <a:pt x="3945156" y="35279"/>
                </a:cubicBezTo>
                <a:cubicBezTo>
                  <a:pt x="3945156" y="34416"/>
                  <a:pt x="3945202" y="33690"/>
                  <a:pt x="3945293" y="33098"/>
                </a:cubicBezTo>
                <a:cubicBezTo>
                  <a:pt x="3945430" y="32510"/>
                  <a:pt x="3945587" y="32033"/>
                  <a:pt x="3945770" y="31670"/>
                </a:cubicBezTo>
                <a:cubicBezTo>
                  <a:pt x="3945953" y="31261"/>
                  <a:pt x="3946179" y="30987"/>
                  <a:pt x="3946450" y="30852"/>
                </a:cubicBezTo>
                <a:cubicBezTo>
                  <a:pt x="3946770" y="30670"/>
                  <a:pt x="3947110" y="30578"/>
                  <a:pt x="3947473" y="30578"/>
                </a:cubicBezTo>
                <a:lnTo>
                  <a:pt x="3955986" y="30578"/>
                </a:lnTo>
                <a:lnTo>
                  <a:pt x="3955986" y="16005"/>
                </a:lnTo>
                <a:cubicBezTo>
                  <a:pt x="3955986" y="15688"/>
                  <a:pt x="3956054" y="15390"/>
                  <a:pt x="3956192" y="15119"/>
                </a:cubicBezTo>
                <a:cubicBezTo>
                  <a:pt x="3956372" y="14848"/>
                  <a:pt x="3956666" y="14619"/>
                  <a:pt x="3957075" y="14439"/>
                </a:cubicBezTo>
                <a:cubicBezTo>
                  <a:pt x="3957529" y="14210"/>
                  <a:pt x="3958120" y="14053"/>
                  <a:pt x="3958846" y="13962"/>
                </a:cubicBezTo>
                <a:cubicBezTo>
                  <a:pt x="3959572" y="13870"/>
                  <a:pt x="3960481" y="13825"/>
                  <a:pt x="3961569" y="13825"/>
                </a:cubicBezTo>
                <a:cubicBezTo>
                  <a:pt x="3962707" y="13825"/>
                  <a:pt x="3963635" y="13870"/>
                  <a:pt x="3964364" y="13962"/>
                </a:cubicBezTo>
                <a:cubicBezTo>
                  <a:pt x="3965090" y="14053"/>
                  <a:pt x="3965656" y="14210"/>
                  <a:pt x="3966064" y="14439"/>
                </a:cubicBezTo>
                <a:cubicBezTo>
                  <a:pt x="3966473" y="14619"/>
                  <a:pt x="3966770" y="14848"/>
                  <a:pt x="3966950" y="15119"/>
                </a:cubicBezTo>
                <a:cubicBezTo>
                  <a:pt x="3967133" y="15390"/>
                  <a:pt x="3967224" y="15688"/>
                  <a:pt x="3967224" y="16005"/>
                </a:cubicBezTo>
                <a:lnTo>
                  <a:pt x="3967224" y="30578"/>
                </a:lnTo>
                <a:lnTo>
                  <a:pt x="3982955" y="30578"/>
                </a:lnTo>
                <a:cubicBezTo>
                  <a:pt x="3983318" y="30578"/>
                  <a:pt x="3983635" y="30670"/>
                  <a:pt x="3983909" y="30852"/>
                </a:cubicBezTo>
                <a:cubicBezTo>
                  <a:pt x="3984181" y="30987"/>
                  <a:pt x="3984409" y="31261"/>
                  <a:pt x="3984589" y="31670"/>
                </a:cubicBezTo>
                <a:cubicBezTo>
                  <a:pt x="3984818" y="32033"/>
                  <a:pt x="3984975" y="32510"/>
                  <a:pt x="3985067" y="33098"/>
                </a:cubicBezTo>
                <a:cubicBezTo>
                  <a:pt x="3985158" y="33690"/>
                  <a:pt x="3985204" y="34416"/>
                  <a:pt x="3985204" y="35279"/>
                </a:cubicBezTo>
                <a:cubicBezTo>
                  <a:pt x="3985204" y="36913"/>
                  <a:pt x="3984998" y="38093"/>
                  <a:pt x="3984589" y="38819"/>
                </a:cubicBezTo>
                <a:cubicBezTo>
                  <a:pt x="3984181" y="39545"/>
                  <a:pt x="3983635" y="39911"/>
                  <a:pt x="3982955" y="39911"/>
                </a:cubicBezTo>
                <a:lnTo>
                  <a:pt x="3967224" y="39911"/>
                </a:lnTo>
                <a:lnTo>
                  <a:pt x="3967224" y="74098"/>
                </a:lnTo>
                <a:cubicBezTo>
                  <a:pt x="3967224" y="78321"/>
                  <a:pt x="3967836" y="81522"/>
                  <a:pt x="3969062" y="83702"/>
                </a:cubicBezTo>
                <a:cubicBezTo>
                  <a:pt x="3970333" y="85834"/>
                  <a:pt x="3972582" y="86902"/>
                  <a:pt x="3975805" y="86902"/>
                </a:cubicBezTo>
                <a:cubicBezTo>
                  <a:pt x="3976848" y="86902"/>
                  <a:pt x="3977780" y="86811"/>
                  <a:pt x="3978597" y="86628"/>
                </a:cubicBezTo>
                <a:cubicBezTo>
                  <a:pt x="3979415" y="86402"/>
                  <a:pt x="3980140" y="86174"/>
                  <a:pt x="3980775" y="85948"/>
                </a:cubicBezTo>
                <a:cubicBezTo>
                  <a:pt x="3981412" y="85722"/>
                  <a:pt x="3981958" y="85516"/>
                  <a:pt x="3982409" y="85336"/>
                </a:cubicBezTo>
                <a:cubicBezTo>
                  <a:pt x="3982864" y="85108"/>
                  <a:pt x="3983272" y="84993"/>
                  <a:pt x="3983635" y="84993"/>
                </a:cubicBezTo>
                <a:cubicBezTo>
                  <a:pt x="3983864" y="84993"/>
                  <a:pt x="3984067" y="85062"/>
                  <a:pt x="3984249" y="85199"/>
                </a:cubicBezTo>
                <a:cubicBezTo>
                  <a:pt x="3984475" y="85291"/>
                  <a:pt x="3984635" y="85494"/>
                  <a:pt x="3984727" y="85811"/>
                </a:cubicBezTo>
                <a:cubicBezTo>
                  <a:pt x="3984864" y="86131"/>
                  <a:pt x="3984975" y="86562"/>
                  <a:pt x="3985067" y="87105"/>
                </a:cubicBezTo>
                <a:cubicBezTo>
                  <a:pt x="3985158" y="87651"/>
                  <a:pt x="3985204" y="88331"/>
                  <a:pt x="3985204" y="89148"/>
                </a:cubicBezTo>
                <a:close/>
                <a:moveTo>
                  <a:pt x="4014896" y="85608"/>
                </a:moveTo>
                <a:cubicBezTo>
                  <a:pt x="4014896" y="87014"/>
                  <a:pt x="4014828" y="88308"/>
                  <a:pt x="4014693" y="89488"/>
                </a:cubicBezTo>
                <a:cubicBezTo>
                  <a:pt x="4014556" y="90668"/>
                  <a:pt x="4014327" y="91783"/>
                  <a:pt x="4014010" y="92826"/>
                </a:cubicBezTo>
                <a:cubicBezTo>
                  <a:pt x="4013693" y="93872"/>
                  <a:pt x="4013262" y="94892"/>
                  <a:pt x="4012716" y="95892"/>
                </a:cubicBezTo>
                <a:cubicBezTo>
                  <a:pt x="4012219" y="96935"/>
                  <a:pt x="4011581" y="98027"/>
                  <a:pt x="4010810" y="99161"/>
                </a:cubicBezTo>
                <a:lnTo>
                  <a:pt x="4001480" y="113188"/>
                </a:lnTo>
                <a:cubicBezTo>
                  <a:pt x="4001252" y="113508"/>
                  <a:pt x="4000980" y="113780"/>
                  <a:pt x="4000663" y="114006"/>
                </a:cubicBezTo>
                <a:cubicBezTo>
                  <a:pt x="4000391" y="114234"/>
                  <a:pt x="4000026" y="114437"/>
                  <a:pt x="3999574" y="114620"/>
                </a:cubicBezTo>
                <a:cubicBezTo>
                  <a:pt x="3999163" y="114803"/>
                  <a:pt x="3998665" y="114914"/>
                  <a:pt x="3998074" y="114960"/>
                </a:cubicBezTo>
                <a:cubicBezTo>
                  <a:pt x="3997528" y="115052"/>
                  <a:pt x="3996825" y="115097"/>
                  <a:pt x="3995962" y="115097"/>
                </a:cubicBezTo>
                <a:cubicBezTo>
                  <a:pt x="3995191" y="115097"/>
                  <a:pt x="3994534" y="115052"/>
                  <a:pt x="3993988" y="114960"/>
                </a:cubicBezTo>
                <a:cubicBezTo>
                  <a:pt x="3993488" y="114914"/>
                  <a:pt x="3993125" y="114803"/>
                  <a:pt x="3992899" y="114620"/>
                </a:cubicBezTo>
                <a:cubicBezTo>
                  <a:pt x="3992670" y="114483"/>
                  <a:pt x="3992536" y="114280"/>
                  <a:pt x="3992490" y="114006"/>
                </a:cubicBezTo>
                <a:cubicBezTo>
                  <a:pt x="3992490" y="113734"/>
                  <a:pt x="3992582" y="113417"/>
                  <a:pt x="3992762" y="113054"/>
                </a:cubicBezTo>
                <a:lnTo>
                  <a:pt x="4001820" y="94326"/>
                </a:lnTo>
                <a:lnTo>
                  <a:pt x="4001820" y="85608"/>
                </a:lnTo>
                <a:cubicBezTo>
                  <a:pt x="4001820" y="84382"/>
                  <a:pt x="4001934" y="83405"/>
                  <a:pt x="4002160" y="82679"/>
                </a:cubicBezTo>
                <a:cubicBezTo>
                  <a:pt x="4002432" y="81953"/>
                  <a:pt x="4002843" y="81407"/>
                  <a:pt x="4003386" y="81044"/>
                </a:cubicBezTo>
                <a:cubicBezTo>
                  <a:pt x="4003932" y="80682"/>
                  <a:pt x="4004612" y="80430"/>
                  <a:pt x="4005429" y="80296"/>
                </a:cubicBezTo>
                <a:cubicBezTo>
                  <a:pt x="4006246" y="80159"/>
                  <a:pt x="4007247" y="80090"/>
                  <a:pt x="4008427" y="80090"/>
                </a:cubicBezTo>
                <a:cubicBezTo>
                  <a:pt x="4009561" y="80090"/>
                  <a:pt x="4010538" y="80159"/>
                  <a:pt x="4011356" y="80296"/>
                </a:cubicBezTo>
                <a:cubicBezTo>
                  <a:pt x="4012173" y="80430"/>
                  <a:pt x="4012830" y="80682"/>
                  <a:pt x="4013330" y="81044"/>
                </a:cubicBezTo>
                <a:cubicBezTo>
                  <a:pt x="4013876" y="81407"/>
                  <a:pt x="4014262" y="81953"/>
                  <a:pt x="4014487" y="82679"/>
                </a:cubicBezTo>
                <a:cubicBezTo>
                  <a:pt x="4014759" y="83405"/>
                  <a:pt x="4014896" y="84382"/>
                  <a:pt x="4014896" y="85608"/>
                </a:cubicBezTo>
                <a:close/>
                <a:moveTo>
                  <a:pt x="4119163" y="93643"/>
                </a:moveTo>
                <a:cubicBezTo>
                  <a:pt x="4119163" y="94006"/>
                  <a:pt x="4119075" y="94326"/>
                  <a:pt x="4118892" y="94598"/>
                </a:cubicBezTo>
                <a:cubicBezTo>
                  <a:pt x="4118709" y="94823"/>
                  <a:pt x="4118415" y="95029"/>
                  <a:pt x="4118006" y="95209"/>
                </a:cubicBezTo>
                <a:cubicBezTo>
                  <a:pt x="4117597" y="95392"/>
                  <a:pt x="4117032" y="95529"/>
                  <a:pt x="4116303" y="95618"/>
                </a:cubicBezTo>
                <a:cubicBezTo>
                  <a:pt x="4115577" y="95709"/>
                  <a:pt x="4114669" y="95755"/>
                  <a:pt x="4113580" y="95755"/>
                </a:cubicBezTo>
                <a:cubicBezTo>
                  <a:pt x="4112445" y="95755"/>
                  <a:pt x="4111514" y="95709"/>
                  <a:pt x="4110788" y="95618"/>
                </a:cubicBezTo>
                <a:cubicBezTo>
                  <a:pt x="4110062" y="95529"/>
                  <a:pt x="4109494" y="95392"/>
                  <a:pt x="4109085" y="95209"/>
                </a:cubicBezTo>
                <a:cubicBezTo>
                  <a:pt x="4108676" y="95029"/>
                  <a:pt x="4108382" y="94823"/>
                  <a:pt x="4108199" y="94598"/>
                </a:cubicBezTo>
                <a:cubicBezTo>
                  <a:pt x="4108019" y="94326"/>
                  <a:pt x="4107928" y="94006"/>
                  <a:pt x="4107928" y="93643"/>
                </a:cubicBezTo>
                <a:lnTo>
                  <a:pt x="4107928" y="57753"/>
                </a:lnTo>
                <a:cubicBezTo>
                  <a:pt x="4107928" y="54255"/>
                  <a:pt x="4107653" y="51441"/>
                  <a:pt x="4107110" y="49309"/>
                </a:cubicBezTo>
                <a:cubicBezTo>
                  <a:pt x="4106565" y="47174"/>
                  <a:pt x="4105770" y="45334"/>
                  <a:pt x="4104727" y="43791"/>
                </a:cubicBezTo>
                <a:cubicBezTo>
                  <a:pt x="4103681" y="42248"/>
                  <a:pt x="4102318" y="41068"/>
                  <a:pt x="4100641" y="40251"/>
                </a:cubicBezTo>
                <a:cubicBezTo>
                  <a:pt x="4099007" y="39433"/>
                  <a:pt x="4097098" y="39025"/>
                  <a:pt x="4094920" y="39025"/>
                </a:cubicBezTo>
                <a:cubicBezTo>
                  <a:pt x="4092103" y="39025"/>
                  <a:pt x="4089288" y="40022"/>
                  <a:pt x="4086474" y="42020"/>
                </a:cubicBezTo>
                <a:cubicBezTo>
                  <a:pt x="4083659" y="44017"/>
                  <a:pt x="4080707" y="46946"/>
                  <a:pt x="4077621" y="50806"/>
                </a:cubicBezTo>
                <a:lnTo>
                  <a:pt x="4077621" y="93643"/>
                </a:lnTo>
                <a:cubicBezTo>
                  <a:pt x="4077621" y="94006"/>
                  <a:pt x="4077530" y="94326"/>
                  <a:pt x="4077347" y="94598"/>
                </a:cubicBezTo>
                <a:cubicBezTo>
                  <a:pt x="4077167" y="94823"/>
                  <a:pt x="4076872" y="95029"/>
                  <a:pt x="4076464" y="95209"/>
                </a:cubicBezTo>
                <a:cubicBezTo>
                  <a:pt x="4076055" y="95392"/>
                  <a:pt x="4075487" y="95529"/>
                  <a:pt x="4074761" y="95618"/>
                </a:cubicBezTo>
                <a:cubicBezTo>
                  <a:pt x="4074035" y="95709"/>
                  <a:pt x="4073103" y="95755"/>
                  <a:pt x="4071969" y="95755"/>
                </a:cubicBezTo>
                <a:cubicBezTo>
                  <a:pt x="4070877" y="95755"/>
                  <a:pt x="4069972" y="95709"/>
                  <a:pt x="4069243" y="95618"/>
                </a:cubicBezTo>
                <a:cubicBezTo>
                  <a:pt x="4068517" y="95529"/>
                  <a:pt x="4067926" y="95392"/>
                  <a:pt x="4067474" y="95209"/>
                </a:cubicBezTo>
                <a:cubicBezTo>
                  <a:pt x="4067065" y="95029"/>
                  <a:pt x="4066768" y="94823"/>
                  <a:pt x="4066588" y="94598"/>
                </a:cubicBezTo>
                <a:cubicBezTo>
                  <a:pt x="4066451" y="94326"/>
                  <a:pt x="4066383" y="94006"/>
                  <a:pt x="4066383" y="93643"/>
                </a:cubicBezTo>
                <a:lnTo>
                  <a:pt x="4066383" y="2657"/>
                </a:lnTo>
                <a:cubicBezTo>
                  <a:pt x="4066383" y="2292"/>
                  <a:pt x="4066451" y="1975"/>
                  <a:pt x="4066588" y="1703"/>
                </a:cubicBezTo>
                <a:cubicBezTo>
                  <a:pt x="4066768" y="1432"/>
                  <a:pt x="4067065" y="1203"/>
                  <a:pt x="4067474" y="1023"/>
                </a:cubicBezTo>
                <a:cubicBezTo>
                  <a:pt x="4067928" y="840"/>
                  <a:pt x="4068517" y="703"/>
                  <a:pt x="4069243" y="614"/>
                </a:cubicBezTo>
                <a:cubicBezTo>
                  <a:pt x="4069972" y="523"/>
                  <a:pt x="4070877" y="477"/>
                  <a:pt x="4071969" y="477"/>
                </a:cubicBezTo>
                <a:cubicBezTo>
                  <a:pt x="4073103" y="477"/>
                  <a:pt x="4074035" y="523"/>
                  <a:pt x="4074761" y="614"/>
                </a:cubicBezTo>
                <a:cubicBezTo>
                  <a:pt x="4075487" y="703"/>
                  <a:pt x="4076055" y="840"/>
                  <a:pt x="4076464" y="1023"/>
                </a:cubicBezTo>
                <a:cubicBezTo>
                  <a:pt x="4076872" y="1203"/>
                  <a:pt x="4077167" y="1432"/>
                  <a:pt x="4077347" y="1703"/>
                </a:cubicBezTo>
                <a:cubicBezTo>
                  <a:pt x="4077530" y="1975"/>
                  <a:pt x="4077621" y="2292"/>
                  <a:pt x="4077621" y="2657"/>
                </a:cubicBezTo>
                <a:lnTo>
                  <a:pt x="4077621" y="39365"/>
                </a:lnTo>
                <a:cubicBezTo>
                  <a:pt x="4080844" y="35959"/>
                  <a:pt x="4084090" y="33438"/>
                  <a:pt x="4087359" y="31804"/>
                </a:cubicBezTo>
                <a:cubicBezTo>
                  <a:pt x="4090628" y="30124"/>
                  <a:pt x="4093920" y="29284"/>
                  <a:pt x="4097235" y="29284"/>
                </a:cubicBezTo>
                <a:cubicBezTo>
                  <a:pt x="4101321" y="29284"/>
                  <a:pt x="4104750" y="29989"/>
                  <a:pt x="4107519" y="31395"/>
                </a:cubicBezTo>
                <a:cubicBezTo>
                  <a:pt x="4110334" y="32758"/>
                  <a:pt x="4112603" y="34596"/>
                  <a:pt x="4114329" y="36913"/>
                </a:cubicBezTo>
                <a:cubicBezTo>
                  <a:pt x="4116054" y="39228"/>
                  <a:pt x="4117280" y="41954"/>
                  <a:pt x="4118006" y="45086"/>
                </a:cubicBezTo>
                <a:cubicBezTo>
                  <a:pt x="4118778" y="48172"/>
                  <a:pt x="4119163" y="51918"/>
                  <a:pt x="4119163" y="56321"/>
                </a:cubicBezTo>
                <a:lnTo>
                  <a:pt x="4119163" y="93643"/>
                </a:lnTo>
                <a:close/>
                <a:moveTo>
                  <a:pt x="4150902" y="93643"/>
                </a:moveTo>
                <a:cubicBezTo>
                  <a:pt x="4150902" y="94006"/>
                  <a:pt x="4150810" y="94326"/>
                  <a:pt x="4150627" y="94598"/>
                </a:cubicBezTo>
                <a:cubicBezTo>
                  <a:pt x="4150447" y="94823"/>
                  <a:pt x="4150153" y="95029"/>
                  <a:pt x="4149744" y="95209"/>
                </a:cubicBezTo>
                <a:cubicBezTo>
                  <a:pt x="4149336" y="95392"/>
                  <a:pt x="4148767" y="95529"/>
                  <a:pt x="4148041" y="95618"/>
                </a:cubicBezTo>
                <a:cubicBezTo>
                  <a:pt x="4147315" y="95709"/>
                  <a:pt x="4146384" y="95755"/>
                  <a:pt x="4145250" y="95755"/>
                </a:cubicBezTo>
                <a:cubicBezTo>
                  <a:pt x="4144158" y="95755"/>
                  <a:pt x="4143249" y="95709"/>
                  <a:pt x="4142523" y="95618"/>
                </a:cubicBezTo>
                <a:cubicBezTo>
                  <a:pt x="4141798" y="95529"/>
                  <a:pt x="4141206" y="95392"/>
                  <a:pt x="4140755" y="95209"/>
                </a:cubicBezTo>
                <a:cubicBezTo>
                  <a:pt x="4140346" y="95029"/>
                  <a:pt x="4140049" y="94823"/>
                  <a:pt x="4139869" y="94598"/>
                </a:cubicBezTo>
                <a:cubicBezTo>
                  <a:pt x="4139732" y="94326"/>
                  <a:pt x="4139663" y="94006"/>
                  <a:pt x="4139663" y="93643"/>
                </a:cubicBezTo>
                <a:lnTo>
                  <a:pt x="4139663" y="32350"/>
                </a:lnTo>
                <a:cubicBezTo>
                  <a:pt x="4139663" y="32033"/>
                  <a:pt x="4139732" y="31735"/>
                  <a:pt x="4139869" y="31464"/>
                </a:cubicBezTo>
                <a:cubicBezTo>
                  <a:pt x="4140049" y="31192"/>
                  <a:pt x="4140346" y="30964"/>
                  <a:pt x="4140755" y="30784"/>
                </a:cubicBezTo>
                <a:cubicBezTo>
                  <a:pt x="4141209" y="30601"/>
                  <a:pt x="4141798" y="30467"/>
                  <a:pt x="4142523" y="30375"/>
                </a:cubicBezTo>
                <a:cubicBezTo>
                  <a:pt x="4143249" y="30284"/>
                  <a:pt x="4144158" y="30238"/>
                  <a:pt x="4145250" y="30238"/>
                </a:cubicBezTo>
                <a:cubicBezTo>
                  <a:pt x="4146384" y="30238"/>
                  <a:pt x="4147315" y="30284"/>
                  <a:pt x="4148041" y="30375"/>
                </a:cubicBezTo>
                <a:cubicBezTo>
                  <a:pt x="4148767" y="30467"/>
                  <a:pt x="4149336" y="30601"/>
                  <a:pt x="4149744" y="30784"/>
                </a:cubicBezTo>
                <a:cubicBezTo>
                  <a:pt x="4150153" y="30964"/>
                  <a:pt x="4150447" y="31192"/>
                  <a:pt x="4150627" y="31464"/>
                </a:cubicBezTo>
                <a:cubicBezTo>
                  <a:pt x="4150810" y="31735"/>
                  <a:pt x="4150902" y="32033"/>
                  <a:pt x="4150902" y="32350"/>
                </a:cubicBezTo>
                <a:lnTo>
                  <a:pt x="4150902" y="93643"/>
                </a:lnTo>
                <a:close/>
                <a:moveTo>
                  <a:pt x="4152196" y="11647"/>
                </a:moveTo>
                <a:cubicBezTo>
                  <a:pt x="4152196" y="14279"/>
                  <a:pt x="4151696" y="16073"/>
                  <a:pt x="4150696" y="17025"/>
                </a:cubicBezTo>
                <a:cubicBezTo>
                  <a:pt x="4149699" y="17979"/>
                  <a:pt x="4147858" y="18457"/>
                  <a:pt x="4145181" y="18457"/>
                </a:cubicBezTo>
                <a:cubicBezTo>
                  <a:pt x="4142546" y="18457"/>
                  <a:pt x="4140732" y="18002"/>
                  <a:pt x="4139732" y="17094"/>
                </a:cubicBezTo>
                <a:cubicBezTo>
                  <a:pt x="4138777" y="16142"/>
                  <a:pt x="4138303" y="14370"/>
                  <a:pt x="4138303" y="11781"/>
                </a:cubicBezTo>
                <a:cubicBezTo>
                  <a:pt x="4138303" y="9150"/>
                  <a:pt x="4138800" y="7355"/>
                  <a:pt x="4139800" y="6401"/>
                </a:cubicBezTo>
                <a:cubicBezTo>
                  <a:pt x="4140798" y="5449"/>
                  <a:pt x="4142638" y="4972"/>
                  <a:pt x="4145315" y="4972"/>
                </a:cubicBezTo>
                <a:cubicBezTo>
                  <a:pt x="4147950" y="4972"/>
                  <a:pt x="4149744" y="5449"/>
                  <a:pt x="4150696" y="6401"/>
                </a:cubicBezTo>
                <a:cubicBezTo>
                  <a:pt x="4151696" y="7309"/>
                  <a:pt x="4152196" y="9058"/>
                  <a:pt x="4152196" y="11647"/>
                </a:cubicBezTo>
                <a:close/>
                <a:moveTo>
                  <a:pt x="4222888" y="35142"/>
                </a:moveTo>
                <a:cubicBezTo>
                  <a:pt x="4222888" y="36730"/>
                  <a:pt x="4222659" y="37888"/>
                  <a:pt x="4222208" y="38616"/>
                </a:cubicBezTo>
                <a:cubicBezTo>
                  <a:pt x="4221799" y="39296"/>
                  <a:pt x="4221253" y="39636"/>
                  <a:pt x="4220573" y="39636"/>
                </a:cubicBezTo>
                <a:lnTo>
                  <a:pt x="4211786" y="39636"/>
                </a:lnTo>
                <a:cubicBezTo>
                  <a:pt x="4213375" y="41271"/>
                  <a:pt x="4214487" y="43088"/>
                  <a:pt x="4215124" y="45086"/>
                </a:cubicBezTo>
                <a:cubicBezTo>
                  <a:pt x="4215758" y="47037"/>
                  <a:pt x="4216078" y="49080"/>
                  <a:pt x="4216078" y="51215"/>
                </a:cubicBezTo>
                <a:cubicBezTo>
                  <a:pt x="4216078" y="54755"/>
                  <a:pt x="4215510" y="57890"/>
                  <a:pt x="4214375" y="60613"/>
                </a:cubicBezTo>
                <a:cubicBezTo>
                  <a:pt x="4213238" y="63336"/>
                  <a:pt x="4211604" y="65654"/>
                  <a:pt x="4209472" y="67560"/>
                </a:cubicBezTo>
                <a:cubicBezTo>
                  <a:pt x="4207383" y="69420"/>
                  <a:pt x="4204886" y="70852"/>
                  <a:pt x="4201979" y="71849"/>
                </a:cubicBezTo>
                <a:cubicBezTo>
                  <a:pt x="4199073" y="72849"/>
                  <a:pt x="4195850" y="73349"/>
                  <a:pt x="4192310" y="73349"/>
                </a:cubicBezTo>
                <a:cubicBezTo>
                  <a:pt x="4189812" y="73349"/>
                  <a:pt x="4187426" y="73032"/>
                  <a:pt x="4185157" y="72395"/>
                </a:cubicBezTo>
                <a:cubicBezTo>
                  <a:pt x="4182931" y="71715"/>
                  <a:pt x="4181208" y="70875"/>
                  <a:pt x="4179982" y="69874"/>
                </a:cubicBezTo>
                <a:cubicBezTo>
                  <a:pt x="4179165" y="70692"/>
                  <a:pt x="4178482" y="71623"/>
                  <a:pt x="4177939" y="72666"/>
                </a:cubicBezTo>
                <a:cubicBezTo>
                  <a:pt x="4177439" y="73712"/>
                  <a:pt x="4177191" y="74915"/>
                  <a:pt x="4177191" y="76278"/>
                </a:cubicBezTo>
                <a:cubicBezTo>
                  <a:pt x="4177191" y="77867"/>
                  <a:pt x="4177916" y="79184"/>
                  <a:pt x="4179368" y="80227"/>
                </a:cubicBezTo>
                <a:cubicBezTo>
                  <a:pt x="4180868" y="81270"/>
                  <a:pt x="4182843" y="81839"/>
                  <a:pt x="4185295" y="81930"/>
                </a:cubicBezTo>
                <a:lnTo>
                  <a:pt x="4201299" y="82610"/>
                </a:lnTo>
                <a:cubicBezTo>
                  <a:pt x="4204340" y="82702"/>
                  <a:pt x="4207132" y="83133"/>
                  <a:pt x="4209675" y="83905"/>
                </a:cubicBezTo>
                <a:cubicBezTo>
                  <a:pt x="4212218" y="84631"/>
                  <a:pt x="4214421" y="85699"/>
                  <a:pt x="4216281" y="87105"/>
                </a:cubicBezTo>
                <a:cubicBezTo>
                  <a:pt x="4218141" y="88468"/>
                  <a:pt x="4219596" y="90171"/>
                  <a:pt x="4220639" y="92214"/>
                </a:cubicBezTo>
                <a:cubicBezTo>
                  <a:pt x="4221685" y="94212"/>
                  <a:pt x="4222208" y="96549"/>
                  <a:pt x="4222208" y="99230"/>
                </a:cubicBezTo>
                <a:cubicBezTo>
                  <a:pt x="4222208" y="102044"/>
                  <a:pt x="4221616" y="104722"/>
                  <a:pt x="4220436" y="107265"/>
                </a:cubicBezTo>
                <a:cubicBezTo>
                  <a:pt x="4219256" y="109808"/>
                  <a:pt x="4217439" y="112031"/>
                  <a:pt x="4214987" y="113940"/>
                </a:cubicBezTo>
                <a:cubicBezTo>
                  <a:pt x="4212581" y="115892"/>
                  <a:pt x="4209495" y="117412"/>
                  <a:pt x="4205726" y="118501"/>
                </a:cubicBezTo>
                <a:cubicBezTo>
                  <a:pt x="4201957" y="119638"/>
                  <a:pt x="4197507" y="120204"/>
                  <a:pt x="4192375" y="120204"/>
                </a:cubicBezTo>
                <a:cubicBezTo>
                  <a:pt x="4187426" y="120204"/>
                  <a:pt x="4183206" y="119772"/>
                  <a:pt x="4179708" y="118909"/>
                </a:cubicBezTo>
                <a:cubicBezTo>
                  <a:pt x="4176259" y="118092"/>
                  <a:pt x="4173422" y="116957"/>
                  <a:pt x="4171196" y="115506"/>
                </a:cubicBezTo>
                <a:cubicBezTo>
                  <a:pt x="4168972" y="114051"/>
                  <a:pt x="4167358" y="112305"/>
                  <a:pt x="4166361" y="110262"/>
                </a:cubicBezTo>
                <a:cubicBezTo>
                  <a:pt x="4165361" y="108262"/>
                  <a:pt x="4164863" y="106085"/>
                  <a:pt x="4164863" y="103724"/>
                </a:cubicBezTo>
                <a:cubicBezTo>
                  <a:pt x="4164863" y="102224"/>
                  <a:pt x="4165043" y="100773"/>
                  <a:pt x="4165406" y="99364"/>
                </a:cubicBezTo>
                <a:cubicBezTo>
                  <a:pt x="4165769" y="97958"/>
                  <a:pt x="4166315" y="96618"/>
                  <a:pt x="4167041" y="95346"/>
                </a:cubicBezTo>
                <a:cubicBezTo>
                  <a:pt x="4167812" y="94075"/>
                  <a:pt x="4168744" y="92872"/>
                  <a:pt x="4169835" y="91737"/>
                </a:cubicBezTo>
                <a:cubicBezTo>
                  <a:pt x="4170970" y="90557"/>
                  <a:pt x="4172264" y="89400"/>
                  <a:pt x="4173716" y="88262"/>
                </a:cubicBezTo>
                <a:cubicBezTo>
                  <a:pt x="4171490" y="87128"/>
                  <a:pt x="4169835" y="85699"/>
                  <a:pt x="4168744" y="83973"/>
                </a:cubicBezTo>
                <a:cubicBezTo>
                  <a:pt x="4167701" y="82247"/>
                  <a:pt x="4167178" y="80387"/>
                  <a:pt x="4167178" y="78387"/>
                </a:cubicBezTo>
                <a:cubicBezTo>
                  <a:pt x="4167178" y="75618"/>
                  <a:pt x="4167747" y="73143"/>
                  <a:pt x="4168881" y="70966"/>
                </a:cubicBezTo>
                <a:cubicBezTo>
                  <a:pt x="4170015" y="68786"/>
                  <a:pt x="4171424" y="66834"/>
                  <a:pt x="4173104" y="65108"/>
                </a:cubicBezTo>
                <a:cubicBezTo>
                  <a:pt x="4171696" y="63428"/>
                  <a:pt x="4170584" y="61545"/>
                  <a:pt x="4169767" y="59456"/>
                </a:cubicBezTo>
                <a:cubicBezTo>
                  <a:pt x="4168950" y="57321"/>
                  <a:pt x="4168541" y="54755"/>
                  <a:pt x="4168541" y="51761"/>
                </a:cubicBezTo>
                <a:cubicBezTo>
                  <a:pt x="4168541" y="48263"/>
                  <a:pt x="4169130" y="45131"/>
                  <a:pt x="4170310" y="42362"/>
                </a:cubicBezTo>
                <a:cubicBezTo>
                  <a:pt x="4171490" y="39591"/>
                  <a:pt x="4173124" y="37253"/>
                  <a:pt x="4175213" y="35347"/>
                </a:cubicBezTo>
                <a:cubicBezTo>
                  <a:pt x="4177302" y="33438"/>
                  <a:pt x="4179800" y="31987"/>
                  <a:pt x="4182706" y="30987"/>
                </a:cubicBezTo>
                <a:cubicBezTo>
                  <a:pt x="4185657" y="29944"/>
                  <a:pt x="4188858" y="29421"/>
                  <a:pt x="4192310" y="29421"/>
                </a:cubicBezTo>
                <a:cubicBezTo>
                  <a:pt x="4194170" y="29421"/>
                  <a:pt x="4195896" y="29535"/>
                  <a:pt x="4197485" y="29761"/>
                </a:cubicBezTo>
                <a:cubicBezTo>
                  <a:pt x="4199119" y="29944"/>
                  <a:pt x="4200639" y="30215"/>
                  <a:pt x="4202048" y="30578"/>
                </a:cubicBezTo>
                <a:lnTo>
                  <a:pt x="4220573" y="30578"/>
                </a:lnTo>
                <a:cubicBezTo>
                  <a:pt x="4221345" y="30578"/>
                  <a:pt x="4221911" y="30964"/>
                  <a:pt x="4222273" y="31735"/>
                </a:cubicBezTo>
                <a:cubicBezTo>
                  <a:pt x="4222682" y="32464"/>
                  <a:pt x="4222888" y="33598"/>
                  <a:pt x="4222888" y="35142"/>
                </a:cubicBezTo>
                <a:close/>
                <a:moveTo>
                  <a:pt x="4205317" y="51284"/>
                </a:moveTo>
                <a:cubicBezTo>
                  <a:pt x="4205317" y="47106"/>
                  <a:pt x="4204160" y="43860"/>
                  <a:pt x="4201842" y="41545"/>
                </a:cubicBezTo>
                <a:cubicBezTo>
                  <a:pt x="4199573" y="39182"/>
                  <a:pt x="4196327" y="38002"/>
                  <a:pt x="4192104" y="38002"/>
                </a:cubicBezTo>
                <a:cubicBezTo>
                  <a:pt x="4189924" y="38002"/>
                  <a:pt x="4188018" y="38365"/>
                  <a:pt x="4186383" y="39093"/>
                </a:cubicBezTo>
                <a:cubicBezTo>
                  <a:pt x="4184794" y="39819"/>
                  <a:pt x="4183454" y="40817"/>
                  <a:pt x="4182366" y="42088"/>
                </a:cubicBezTo>
                <a:cubicBezTo>
                  <a:pt x="4181320" y="43360"/>
                  <a:pt x="4180525" y="44834"/>
                  <a:pt x="4179982" y="46514"/>
                </a:cubicBezTo>
                <a:cubicBezTo>
                  <a:pt x="4179482" y="48149"/>
                  <a:pt x="4179234" y="49875"/>
                  <a:pt x="4179234" y="51692"/>
                </a:cubicBezTo>
                <a:cubicBezTo>
                  <a:pt x="4179234" y="55733"/>
                  <a:pt x="4180368" y="58910"/>
                  <a:pt x="4182637" y="61225"/>
                </a:cubicBezTo>
                <a:cubicBezTo>
                  <a:pt x="4184954" y="63542"/>
                  <a:pt x="4188178" y="64700"/>
                  <a:pt x="4192310" y="64700"/>
                </a:cubicBezTo>
                <a:cubicBezTo>
                  <a:pt x="4194533" y="64700"/>
                  <a:pt x="4196462" y="64359"/>
                  <a:pt x="4198096" y="63677"/>
                </a:cubicBezTo>
                <a:cubicBezTo>
                  <a:pt x="4199731" y="62951"/>
                  <a:pt x="4201071" y="61976"/>
                  <a:pt x="4202117" y="60750"/>
                </a:cubicBezTo>
                <a:cubicBezTo>
                  <a:pt x="4203205" y="59479"/>
                  <a:pt x="4204000" y="58024"/>
                  <a:pt x="4204500" y="56390"/>
                </a:cubicBezTo>
                <a:cubicBezTo>
                  <a:pt x="4205043" y="54755"/>
                  <a:pt x="4205317" y="53052"/>
                  <a:pt x="4205317" y="51284"/>
                </a:cubicBezTo>
                <a:close/>
                <a:moveTo>
                  <a:pt x="4210969" y="99841"/>
                </a:moveTo>
                <a:cubicBezTo>
                  <a:pt x="4210969" y="97209"/>
                  <a:pt x="4209880" y="95186"/>
                  <a:pt x="4207700" y="93780"/>
                </a:cubicBezTo>
                <a:cubicBezTo>
                  <a:pt x="4205566" y="92326"/>
                  <a:pt x="4202660" y="91554"/>
                  <a:pt x="4198982" y="91466"/>
                </a:cubicBezTo>
                <a:lnTo>
                  <a:pt x="4183114" y="90920"/>
                </a:lnTo>
                <a:cubicBezTo>
                  <a:pt x="4181663" y="92054"/>
                  <a:pt x="4180460" y="93143"/>
                  <a:pt x="4179505" y="94189"/>
                </a:cubicBezTo>
                <a:cubicBezTo>
                  <a:pt x="4178597" y="95186"/>
                  <a:pt x="4177871" y="96141"/>
                  <a:pt x="4177325" y="97049"/>
                </a:cubicBezTo>
                <a:cubicBezTo>
                  <a:pt x="4176779" y="98004"/>
                  <a:pt x="4176393" y="98932"/>
                  <a:pt x="4176168" y="99841"/>
                </a:cubicBezTo>
                <a:cubicBezTo>
                  <a:pt x="4175985" y="100750"/>
                  <a:pt x="4175896" y="101681"/>
                  <a:pt x="4175896" y="102633"/>
                </a:cubicBezTo>
                <a:cubicBezTo>
                  <a:pt x="4175896" y="105585"/>
                  <a:pt x="4177394" y="107811"/>
                  <a:pt x="4180391" y="109308"/>
                </a:cubicBezTo>
                <a:cubicBezTo>
                  <a:pt x="4183386" y="110851"/>
                  <a:pt x="4187563" y="111623"/>
                  <a:pt x="4192921" y="111623"/>
                </a:cubicBezTo>
                <a:cubicBezTo>
                  <a:pt x="4196327" y="111623"/>
                  <a:pt x="4199165" y="111282"/>
                  <a:pt x="4201434" y="110602"/>
                </a:cubicBezTo>
                <a:cubicBezTo>
                  <a:pt x="4203751" y="109965"/>
                  <a:pt x="4205611" y="109102"/>
                  <a:pt x="4207020" y="108013"/>
                </a:cubicBezTo>
                <a:cubicBezTo>
                  <a:pt x="4208426" y="106925"/>
                  <a:pt x="4209426" y="105676"/>
                  <a:pt x="4210015" y="104267"/>
                </a:cubicBezTo>
                <a:cubicBezTo>
                  <a:pt x="4210652" y="102861"/>
                  <a:pt x="4210969" y="101384"/>
                  <a:pt x="4210969" y="99841"/>
                </a:cubicBezTo>
                <a:close/>
                <a:moveTo>
                  <a:pt x="4290108" y="93643"/>
                </a:moveTo>
                <a:cubicBezTo>
                  <a:pt x="4290108" y="94006"/>
                  <a:pt x="4290016" y="94326"/>
                  <a:pt x="4289833" y="94598"/>
                </a:cubicBezTo>
                <a:cubicBezTo>
                  <a:pt x="4289653" y="94823"/>
                  <a:pt x="4289356" y="95029"/>
                  <a:pt x="4288947" y="95209"/>
                </a:cubicBezTo>
                <a:cubicBezTo>
                  <a:pt x="4288539" y="95392"/>
                  <a:pt x="4287973" y="95529"/>
                  <a:pt x="4287247" y="95618"/>
                </a:cubicBezTo>
                <a:cubicBezTo>
                  <a:pt x="4286519" y="95709"/>
                  <a:pt x="4285613" y="95755"/>
                  <a:pt x="4284521" y="95755"/>
                </a:cubicBezTo>
                <a:cubicBezTo>
                  <a:pt x="4283387" y="95755"/>
                  <a:pt x="4282455" y="95709"/>
                  <a:pt x="4281729" y="95618"/>
                </a:cubicBezTo>
                <a:cubicBezTo>
                  <a:pt x="4281004" y="95529"/>
                  <a:pt x="4280435" y="95392"/>
                  <a:pt x="4280026" y="95209"/>
                </a:cubicBezTo>
                <a:cubicBezTo>
                  <a:pt x="4279618" y="95029"/>
                  <a:pt x="4279323" y="94823"/>
                  <a:pt x="4279141" y="94598"/>
                </a:cubicBezTo>
                <a:cubicBezTo>
                  <a:pt x="4278961" y="94326"/>
                  <a:pt x="4278869" y="94006"/>
                  <a:pt x="4278869" y="93643"/>
                </a:cubicBezTo>
                <a:lnTo>
                  <a:pt x="4278869" y="57753"/>
                </a:lnTo>
                <a:cubicBezTo>
                  <a:pt x="4278869" y="54255"/>
                  <a:pt x="4278598" y="51441"/>
                  <a:pt x="4278052" y="49309"/>
                </a:cubicBezTo>
                <a:cubicBezTo>
                  <a:pt x="4277506" y="47174"/>
                  <a:pt x="4276712" y="45334"/>
                  <a:pt x="4275669" y="43791"/>
                </a:cubicBezTo>
                <a:cubicBezTo>
                  <a:pt x="4274623" y="42248"/>
                  <a:pt x="4273263" y="41068"/>
                  <a:pt x="4271582" y="40251"/>
                </a:cubicBezTo>
                <a:cubicBezTo>
                  <a:pt x="4269948" y="39433"/>
                  <a:pt x="4268042" y="39025"/>
                  <a:pt x="4265862" y="39025"/>
                </a:cubicBezTo>
                <a:cubicBezTo>
                  <a:pt x="4263047" y="39025"/>
                  <a:pt x="4260232" y="40022"/>
                  <a:pt x="4257415" y="42020"/>
                </a:cubicBezTo>
                <a:cubicBezTo>
                  <a:pt x="4254600" y="44017"/>
                  <a:pt x="4251651" y="46946"/>
                  <a:pt x="4248562" y="50806"/>
                </a:cubicBezTo>
                <a:lnTo>
                  <a:pt x="4248562" y="93643"/>
                </a:lnTo>
                <a:cubicBezTo>
                  <a:pt x="4248562" y="94006"/>
                  <a:pt x="4248471" y="94326"/>
                  <a:pt x="4248291" y="94598"/>
                </a:cubicBezTo>
                <a:cubicBezTo>
                  <a:pt x="4248108" y="94823"/>
                  <a:pt x="4247814" y="95029"/>
                  <a:pt x="4247405" y="95209"/>
                </a:cubicBezTo>
                <a:cubicBezTo>
                  <a:pt x="4246997" y="95392"/>
                  <a:pt x="4246428" y="95529"/>
                  <a:pt x="4245702" y="95618"/>
                </a:cubicBezTo>
                <a:cubicBezTo>
                  <a:pt x="4244976" y="95709"/>
                  <a:pt x="4244045" y="95755"/>
                  <a:pt x="4242910" y="95755"/>
                </a:cubicBezTo>
                <a:cubicBezTo>
                  <a:pt x="4241822" y="95755"/>
                  <a:pt x="4240913" y="95709"/>
                  <a:pt x="4240187" y="95618"/>
                </a:cubicBezTo>
                <a:cubicBezTo>
                  <a:pt x="4239458" y="95529"/>
                  <a:pt x="4238870" y="95392"/>
                  <a:pt x="4238415" y="95209"/>
                </a:cubicBezTo>
                <a:cubicBezTo>
                  <a:pt x="4238007" y="95029"/>
                  <a:pt x="4237713" y="94823"/>
                  <a:pt x="4237530" y="94598"/>
                </a:cubicBezTo>
                <a:cubicBezTo>
                  <a:pt x="4237392" y="94326"/>
                  <a:pt x="4237327" y="94006"/>
                  <a:pt x="4237327" y="93643"/>
                </a:cubicBezTo>
                <a:lnTo>
                  <a:pt x="4237327" y="2657"/>
                </a:lnTo>
                <a:cubicBezTo>
                  <a:pt x="4237327" y="2292"/>
                  <a:pt x="4237392" y="1975"/>
                  <a:pt x="4237530" y="1703"/>
                </a:cubicBezTo>
                <a:cubicBezTo>
                  <a:pt x="4237713" y="1432"/>
                  <a:pt x="4238007" y="1203"/>
                  <a:pt x="4238415" y="1023"/>
                </a:cubicBezTo>
                <a:cubicBezTo>
                  <a:pt x="4238870" y="840"/>
                  <a:pt x="4239458" y="703"/>
                  <a:pt x="4240187" y="614"/>
                </a:cubicBezTo>
                <a:cubicBezTo>
                  <a:pt x="4240913" y="523"/>
                  <a:pt x="4241822" y="477"/>
                  <a:pt x="4242910" y="477"/>
                </a:cubicBezTo>
                <a:cubicBezTo>
                  <a:pt x="4244045" y="477"/>
                  <a:pt x="4244976" y="523"/>
                  <a:pt x="4245702" y="614"/>
                </a:cubicBezTo>
                <a:cubicBezTo>
                  <a:pt x="4246428" y="703"/>
                  <a:pt x="4246997" y="840"/>
                  <a:pt x="4247405" y="1023"/>
                </a:cubicBezTo>
                <a:cubicBezTo>
                  <a:pt x="4247814" y="1203"/>
                  <a:pt x="4248108" y="1432"/>
                  <a:pt x="4248291" y="1703"/>
                </a:cubicBezTo>
                <a:cubicBezTo>
                  <a:pt x="4248471" y="1975"/>
                  <a:pt x="4248562" y="2292"/>
                  <a:pt x="4248562" y="2657"/>
                </a:cubicBezTo>
                <a:lnTo>
                  <a:pt x="4248562" y="39365"/>
                </a:lnTo>
                <a:cubicBezTo>
                  <a:pt x="4251786" y="35959"/>
                  <a:pt x="4255032" y="33438"/>
                  <a:pt x="4258301" y="31804"/>
                </a:cubicBezTo>
                <a:cubicBezTo>
                  <a:pt x="4261570" y="30124"/>
                  <a:pt x="4264862" y="29284"/>
                  <a:pt x="4268176" y="29284"/>
                </a:cubicBezTo>
                <a:cubicBezTo>
                  <a:pt x="4272263" y="29284"/>
                  <a:pt x="4275692" y="29989"/>
                  <a:pt x="4278460" y="31395"/>
                </a:cubicBezTo>
                <a:cubicBezTo>
                  <a:pt x="4281275" y="32758"/>
                  <a:pt x="4283547" y="34596"/>
                  <a:pt x="4285270" y="36913"/>
                </a:cubicBezTo>
                <a:cubicBezTo>
                  <a:pt x="4286996" y="39228"/>
                  <a:pt x="4288222" y="41954"/>
                  <a:pt x="4288947" y="45086"/>
                </a:cubicBezTo>
                <a:cubicBezTo>
                  <a:pt x="4289722" y="48172"/>
                  <a:pt x="4290108" y="51918"/>
                  <a:pt x="4290108" y="56321"/>
                </a:cubicBezTo>
                <a:lnTo>
                  <a:pt x="4290108" y="93643"/>
                </a:lnTo>
                <a:close/>
                <a:moveTo>
                  <a:pt x="4398530" y="62179"/>
                </a:moveTo>
                <a:cubicBezTo>
                  <a:pt x="4398530" y="67491"/>
                  <a:pt x="4397938" y="72280"/>
                  <a:pt x="4396758" y="76550"/>
                </a:cubicBezTo>
                <a:cubicBezTo>
                  <a:pt x="4395624" y="80773"/>
                  <a:pt x="4393921" y="84382"/>
                  <a:pt x="4391652" y="87379"/>
                </a:cubicBezTo>
                <a:cubicBezTo>
                  <a:pt x="4389426" y="90374"/>
                  <a:pt x="4386680" y="92669"/>
                  <a:pt x="4383411" y="94257"/>
                </a:cubicBezTo>
                <a:cubicBezTo>
                  <a:pt x="4380142" y="95846"/>
                  <a:pt x="4376396" y="96641"/>
                  <a:pt x="4372172" y="96641"/>
                </a:cubicBezTo>
                <a:cubicBezTo>
                  <a:pt x="4370220" y="96641"/>
                  <a:pt x="4368403" y="96435"/>
                  <a:pt x="4366723" y="96026"/>
                </a:cubicBezTo>
                <a:cubicBezTo>
                  <a:pt x="4365088" y="95663"/>
                  <a:pt x="4363477" y="95052"/>
                  <a:pt x="4361888" y="94189"/>
                </a:cubicBezTo>
                <a:cubicBezTo>
                  <a:pt x="4360299" y="93326"/>
                  <a:pt x="4358710" y="92237"/>
                  <a:pt x="4357122" y="90920"/>
                </a:cubicBezTo>
                <a:cubicBezTo>
                  <a:pt x="4355533" y="89603"/>
                  <a:pt x="4353853" y="88014"/>
                  <a:pt x="4352081" y="86154"/>
                </a:cubicBezTo>
                <a:lnTo>
                  <a:pt x="4352081" y="93643"/>
                </a:lnTo>
                <a:cubicBezTo>
                  <a:pt x="4352081" y="94006"/>
                  <a:pt x="4351990" y="94326"/>
                  <a:pt x="4351810" y="94598"/>
                </a:cubicBezTo>
                <a:cubicBezTo>
                  <a:pt x="4351627" y="94869"/>
                  <a:pt x="4351332" y="95098"/>
                  <a:pt x="4350924" y="95278"/>
                </a:cubicBezTo>
                <a:cubicBezTo>
                  <a:pt x="4350515" y="95415"/>
                  <a:pt x="4349992" y="95529"/>
                  <a:pt x="4349358" y="95618"/>
                </a:cubicBezTo>
                <a:cubicBezTo>
                  <a:pt x="4348766" y="95709"/>
                  <a:pt x="4347995" y="95755"/>
                  <a:pt x="4347040" y="95755"/>
                </a:cubicBezTo>
                <a:cubicBezTo>
                  <a:pt x="4346135" y="95755"/>
                  <a:pt x="4345363" y="95709"/>
                  <a:pt x="4344726" y="95618"/>
                </a:cubicBezTo>
                <a:cubicBezTo>
                  <a:pt x="4344092" y="95529"/>
                  <a:pt x="4343569" y="95415"/>
                  <a:pt x="4343160" y="95278"/>
                </a:cubicBezTo>
                <a:cubicBezTo>
                  <a:pt x="4342751" y="95098"/>
                  <a:pt x="4342480" y="94869"/>
                  <a:pt x="4342343" y="94598"/>
                </a:cubicBezTo>
                <a:cubicBezTo>
                  <a:pt x="4342206" y="94326"/>
                  <a:pt x="4342137" y="94006"/>
                  <a:pt x="4342137" y="93643"/>
                </a:cubicBezTo>
                <a:lnTo>
                  <a:pt x="4342137" y="2657"/>
                </a:lnTo>
                <a:cubicBezTo>
                  <a:pt x="4342137" y="2292"/>
                  <a:pt x="4342206" y="1975"/>
                  <a:pt x="4342343" y="1703"/>
                </a:cubicBezTo>
                <a:cubicBezTo>
                  <a:pt x="4342526" y="1432"/>
                  <a:pt x="4342820" y="1203"/>
                  <a:pt x="4343229" y="1023"/>
                </a:cubicBezTo>
                <a:cubicBezTo>
                  <a:pt x="4343683" y="840"/>
                  <a:pt x="4344272" y="703"/>
                  <a:pt x="4345000" y="614"/>
                </a:cubicBezTo>
                <a:cubicBezTo>
                  <a:pt x="4345726" y="523"/>
                  <a:pt x="4346635" y="477"/>
                  <a:pt x="4347723" y="477"/>
                </a:cubicBezTo>
                <a:cubicBezTo>
                  <a:pt x="4348858" y="477"/>
                  <a:pt x="4349789" y="523"/>
                  <a:pt x="4350515" y="614"/>
                </a:cubicBezTo>
                <a:cubicBezTo>
                  <a:pt x="4351241" y="703"/>
                  <a:pt x="4351810" y="840"/>
                  <a:pt x="4352218" y="1023"/>
                </a:cubicBezTo>
                <a:cubicBezTo>
                  <a:pt x="4352627" y="1203"/>
                  <a:pt x="4352921" y="1432"/>
                  <a:pt x="4353104" y="1703"/>
                </a:cubicBezTo>
                <a:cubicBezTo>
                  <a:pt x="4353284" y="1975"/>
                  <a:pt x="4353376" y="2292"/>
                  <a:pt x="4353376" y="2657"/>
                </a:cubicBezTo>
                <a:lnTo>
                  <a:pt x="4353376" y="39365"/>
                </a:lnTo>
                <a:cubicBezTo>
                  <a:pt x="4355193" y="37502"/>
                  <a:pt x="4356939" y="35936"/>
                  <a:pt x="4358619" y="34664"/>
                </a:cubicBezTo>
                <a:cubicBezTo>
                  <a:pt x="4360345" y="33393"/>
                  <a:pt x="4362025" y="32373"/>
                  <a:pt x="4363660" y="31601"/>
                </a:cubicBezTo>
                <a:cubicBezTo>
                  <a:pt x="4365294" y="30784"/>
                  <a:pt x="4366929" y="30192"/>
                  <a:pt x="4368563" y="29829"/>
                </a:cubicBezTo>
                <a:cubicBezTo>
                  <a:pt x="4370198" y="29467"/>
                  <a:pt x="4371924" y="29284"/>
                  <a:pt x="4373738" y="29284"/>
                </a:cubicBezTo>
                <a:cubicBezTo>
                  <a:pt x="4378187" y="29284"/>
                  <a:pt x="4381979" y="30169"/>
                  <a:pt x="4385114" y="31941"/>
                </a:cubicBezTo>
                <a:cubicBezTo>
                  <a:pt x="4388291" y="33713"/>
                  <a:pt x="4390857" y="36096"/>
                  <a:pt x="4392809" y="39093"/>
                </a:cubicBezTo>
                <a:cubicBezTo>
                  <a:pt x="4394806" y="42042"/>
                  <a:pt x="4396258" y="45517"/>
                  <a:pt x="4397167" y="49512"/>
                </a:cubicBezTo>
                <a:cubicBezTo>
                  <a:pt x="4398075" y="53507"/>
                  <a:pt x="4398530" y="57730"/>
                  <a:pt x="4398530" y="62179"/>
                </a:cubicBezTo>
                <a:close/>
                <a:moveTo>
                  <a:pt x="4386680" y="63474"/>
                </a:moveTo>
                <a:cubicBezTo>
                  <a:pt x="4386680" y="60342"/>
                  <a:pt x="4386428" y="57299"/>
                  <a:pt x="4385931" y="54347"/>
                </a:cubicBezTo>
                <a:cubicBezTo>
                  <a:pt x="4385477" y="51395"/>
                  <a:pt x="4384659" y="48786"/>
                  <a:pt x="4383476" y="46514"/>
                </a:cubicBezTo>
                <a:cubicBezTo>
                  <a:pt x="4382296" y="44246"/>
                  <a:pt x="4380730" y="42428"/>
                  <a:pt x="4378779" y="41068"/>
                </a:cubicBezTo>
                <a:cubicBezTo>
                  <a:pt x="4376827" y="39659"/>
                  <a:pt x="4374398" y="38956"/>
                  <a:pt x="4371492" y="38956"/>
                </a:cubicBezTo>
                <a:cubicBezTo>
                  <a:pt x="4370038" y="38956"/>
                  <a:pt x="4368609" y="39159"/>
                  <a:pt x="4367200" y="39568"/>
                </a:cubicBezTo>
                <a:cubicBezTo>
                  <a:pt x="4365794" y="39976"/>
                  <a:pt x="4364363" y="40659"/>
                  <a:pt x="4362911" y="41611"/>
                </a:cubicBezTo>
                <a:cubicBezTo>
                  <a:pt x="4361457" y="42565"/>
                  <a:pt x="4359936" y="43791"/>
                  <a:pt x="4358348" y="45289"/>
                </a:cubicBezTo>
                <a:cubicBezTo>
                  <a:pt x="4356805" y="46789"/>
                  <a:pt x="4355147" y="48672"/>
                  <a:pt x="4353376" y="50944"/>
                </a:cubicBezTo>
                <a:lnTo>
                  <a:pt x="4353376" y="75392"/>
                </a:lnTo>
                <a:cubicBezTo>
                  <a:pt x="4356462" y="79161"/>
                  <a:pt x="4359413" y="82045"/>
                  <a:pt x="4362228" y="84042"/>
                </a:cubicBezTo>
                <a:cubicBezTo>
                  <a:pt x="4365043" y="85994"/>
                  <a:pt x="4367972" y="86971"/>
                  <a:pt x="4371015" y="86971"/>
                </a:cubicBezTo>
                <a:cubicBezTo>
                  <a:pt x="4373830" y="86971"/>
                  <a:pt x="4376236" y="86288"/>
                  <a:pt x="4378233" y="84928"/>
                </a:cubicBezTo>
                <a:cubicBezTo>
                  <a:pt x="4380230" y="83565"/>
                  <a:pt x="4381842" y="81770"/>
                  <a:pt x="4383068" y="79547"/>
                </a:cubicBezTo>
                <a:cubicBezTo>
                  <a:pt x="4384339" y="77275"/>
                  <a:pt x="4385248" y="74755"/>
                  <a:pt x="4385794" y="71986"/>
                </a:cubicBezTo>
                <a:cubicBezTo>
                  <a:pt x="4386383" y="69172"/>
                  <a:pt x="4386680" y="66334"/>
                  <a:pt x="4386680" y="63474"/>
                </a:cubicBezTo>
                <a:close/>
                <a:moveTo>
                  <a:pt x="4461595" y="93712"/>
                </a:moveTo>
                <a:cubicBezTo>
                  <a:pt x="4461595" y="94257"/>
                  <a:pt x="4461412" y="94666"/>
                  <a:pt x="4461049" y="94938"/>
                </a:cubicBezTo>
                <a:cubicBezTo>
                  <a:pt x="4460686" y="95209"/>
                  <a:pt x="4460186" y="95415"/>
                  <a:pt x="4459552" y="95552"/>
                </a:cubicBezTo>
                <a:cubicBezTo>
                  <a:pt x="4458914" y="95686"/>
                  <a:pt x="4457983" y="95755"/>
                  <a:pt x="4456757" y="95755"/>
                </a:cubicBezTo>
                <a:cubicBezTo>
                  <a:pt x="4455577" y="95755"/>
                  <a:pt x="4454625" y="95686"/>
                  <a:pt x="4453900" y="95552"/>
                </a:cubicBezTo>
                <a:cubicBezTo>
                  <a:pt x="4453217" y="95415"/>
                  <a:pt x="4452717" y="95209"/>
                  <a:pt x="4452399" y="94938"/>
                </a:cubicBezTo>
                <a:cubicBezTo>
                  <a:pt x="4452082" y="94666"/>
                  <a:pt x="4451922" y="94257"/>
                  <a:pt x="4451922" y="93712"/>
                </a:cubicBezTo>
                <a:lnTo>
                  <a:pt x="4451922" y="87582"/>
                </a:lnTo>
                <a:cubicBezTo>
                  <a:pt x="4449245" y="90443"/>
                  <a:pt x="4446247" y="92669"/>
                  <a:pt x="4442932" y="94257"/>
                </a:cubicBezTo>
                <a:cubicBezTo>
                  <a:pt x="4439663" y="95846"/>
                  <a:pt x="4436192" y="96641"/>
                  <a:pt x="4432514" y="96641"/>
                </a:cubicBezTo>
                <a:cubicBezTo>
                  <a:pt x="4429291" y="96641"/>
                  <a:pt x="4426362" y="96209"/>
                  <a:pt x="4423727" y="95346"/>
                </a:cubicBezTo>
                <a:cubicBezTo>
                  <a:pt x="4421138" y="94529"/>
                  <a:pt x="4418915" y="93326"/>
                  <a:pt x="4417052" y="91737"/>
                </a:cubicBezTo>
                <a:cubicBezTo>
                  <a:pt x="4415238" y="90148"/>
                  <a:pt x="4413806" y="88197"/>
                  <a:pt x="4412763" y="85879"/>
                </a:cubicBezTo>
                <a:cubicBezTo>
                  <a:pt x="4411763" y="83565"/>
                  <a:pt x="4411266" y="80930"/>
                  <a:pt x="4411266" y="77978"/>
                </a:cubicBezTo>
                <a:cubicBezTo>
                  <a:pt x="4411266" y="74529"/>
                  <a:pt x="4411969" y="71532"/>
                  <a:pt x="4413374" y="68989"/>
                </a:cubicBezTo>
                <a:cubicBezTo>
                  <a:pt x="4414783" y="66448"/>
                  <a:pt x="4416803" y="64337"/>
                  <a:pt x="4419438" y="62656"/>
                </a:cubicBezTo>
                <a:cubicBezTo>
                  <a:pt x="4422070" y="60976"/>
                  <a:pt x="4425293" y="59727"/>
                  <a:pt x="4429108" y="58910"/>
                </a:cubicBezTo>
                <a:cubicBezTo>
                  <a:pt x="4432923" y="58047"/>
                  <a:pt x="4437212" y="57616"/>
                  <a:pt x="4441981" y="57616"/>
                </a:cubicBezTo>
                <a:lnTo>
                  <a:pt x="4450425" y="57616"/>
                </a:lnTo>
                <a:lnTo>
                  <a:pt x="4450425" y="52849"/>
                </a:lnTo>
                <a:cubicBezTo>
                  <a:pt x="4450425" y="50489"/>
                  <a:pt x="4450176" y="48400"/>
                  <a:pt x="4449676" y="46583"/>
                </a:cubicBezTo>
                <a:cubicBezTo>
                  <a:pt x="4449176" y="44768"/>
                  <a:pt x="4448359" y="43268"/>
                  <a:pt x="4447224" y="42088"/>
                </a:cubicBezTo>
                <a:cubicBezTo>
                  <a:pt x="4446133" y="40862"/>
                  <a:pt x="4444704" y="39954"/>
                  <a:pt x="4442932" y="39365"/>
                </a:cubicBezTo>
                <a:cubicBezTo>
                  <a:pt x="4441164" y="38728"/>
                  <a:pt x="4438983" y="38411"/>
                  <a:pt x="4436394" y="38411"/>
                </a:cubicBezTo>
                <a:cubicBezTo>
                  <a:pt x="4433626" y="38411"/>
                  <a:pt x="4431128" y="38751"/>
                  <a:pt x="4428905" y="39433"/>
                </a:cubicBezTo>
                <a:cubicBezTo>
                  <a:pt x="4426725" y="40068"/>
                  <a:pt x="4424793" y="40794"/>
                  <a:pt x="4423116" y="41611"/>
                </a:cubicBezTo>
                <a:cubicBezTo>
                  <a:pt x="4421481" y="42382"/>
                  <a:pt x="4420095" y="43111"/>
                  <a:pt x="4418961" y="43791"/>
                </a:cubicBezTo>
                <a:cubicBezTo>
                  <a:pt x="4417869" y="44426"/>
                  <a:pt x="4417052" y="44746"/>
                  <a:pt x="4416509" y="44746"/>
                </a:cubicBezTo>
                <a:cubicBezTo>
                  <a:pt x="4416146" y="44746"/>
                  <a:pt x="4415826" y="44654"/>
                  <a:pt x="4415555" y="44471"/>
                </a:cubicBezTo>
                <a:cubicBezTo>
                  <a:pt x="4415283" y="44291"/>
                  <a:pt x="4415032" y="44017"/>
                  <a:pt x="4414806" y="43654"/>
                </a:cubicBezTo>
                <a:cubicBezTo>
                  <a:pt x="4414623" y="43291"/>
                  <a:pt x="4414489" y="42837"/>
                  <a:pt x="4414397" y="42294"/>
                </a:cubicBezTo>
                <a:cubicBezTo>
                  <a:pt x="4414306" y="41702"/>
                  <a:pt x="4414260" y="41068"/>
                  <a:pt x="4414260" y="40385"/>
                </a:cubicBezTo>
                <a:cubicBezTo>
                  <a:pt x="4414260" y="39251"/>
                  <a:pt x="4414329" y="38365"/>
                  <a:pt x="4414466" y="37730"/>
                </a:cubicBezTo>
                <a:cubicBezTo>
                  <a:pt x="4414646" y="37047"/>
                  <a:pt x="4415032" y="36413"/>
                  <a:pt x="4415623" y="35822"/>
                </a:cubicBezTo>
                <a:cubicBezTo>
                  <a:pt x="4416258" y="35233"/>
                  <a:pt x="4417326" y="34553"/>
                  <a:pt x="4418824" y="33779"/>
                </a:cubicBezTo>
                <a:cubicBezTo>
                  <a:pt x="4420321" y="32961"/>
                  <a:pt x="4422047" y="32235"/>
                  <a:pt x="4424002" y="31601"/>
                </a:cubicBezTo>
                <a:cubicBezTo>
                  <a:pt x="4425953" y="30918"/>
                  <a:pt x="4428088" y="30375"/>
                  <a:pt x="4430402" y="29967"/>
                </a:cubicBezTo>
                <a:cubicBezTo>
                  <a:pt x="4432717" y="29512"/>
                  <a:pt x="4435057" y="29284"/>
                  <a:pt x="4437417" y="29284"/>
                </a:cubicBezTo>
                <a:cubicBezTo>
                  <a:pt x="4441821" y="29284"/>
                  <a:pt x="4445567" y="29784"/>
                  <a:pt x="4448653" y="30784"/>
                </a:cubicBezTo>
                <a:cubicBezTo>
                  <a:pt x="4451742" y="31781"/>
                  <a:pt x="4454240" y="33258"/>
                  <a:pt x="4456146" y="35210"/>
                </a:cubicBezTo>
                <a:cubicBezTo>
                  <a:pt x="4458051" y="37116"/>
                  <a:pt x="4459437" y="39502"/>
                  <a:pt x="4460300" y="42362"/>
                </a:cubicBezTo>
                <a:cubicBezTo>
                  <a:pt x="4461163" y="45223"/>
                  <a:pt x="4461595" y="48557"/>
                  <a:pt x="4461595" y="52372"/>
                </a:cubicBezTo>
                <a:lnTo>
                  <a:pt x="4461595" y="93712"/>
                </a:lnTo>
                <a:close/>
                <a:moveTo>
                  <a:pt x="4450425" y="65720"/>
                </a:moveTo>
                <a:lnTo>
                  <a:pt x="4440821" y="65720"/>
                </a:lnTo>
                <a:cubicBezTo>
                  <a:pt x="4437735" y="65720"/>
                  <a:pt x="4435054" y="65994"/>
                  <a:pt x="4432785" y="66537"/>
                </a:cubicBezTo>
                <a:cubicBezTo>
                  <a:pt x="4430514" y="67037"/>
                  <a:pt x="4428631" y="67808"/>
                  <a:pt x="4427133" y="68854"/>
                </a:cubicBezTo>
                <a:cubicBezTo>
                  <a:pt x="4425636" y="69852"/>
                  <a:pt x="4424522" y="71077"/>
                  <a:pt x="4423796" y="72532"/>
                </a:cubicBezTo>
                <a:cubicBezTo>
                  <a:pt x="4423116" y="73938"/>
                  <a:pt x="4422773" y="75572"/>
                  <a:pt x="4422773" y="77435"/>
                </a:cubicBezTo>
                <a:cubicBezTo>
                  <a:pt x="4422773" y="80613"/>
                  <a:pt x="4423773" y="83156"/>
                  <a:pt x="4425770" y="85062"/>
                </a:cubicBezTo>
                <a:cubicBezTo>
                  <a:pt x="4427813" y="86925"/>
                  <a:pt x="4430651" y="87854"/>
                  <a:pt x="4434283" y="87854"/>
                </a:cubicBezTo>
                <a:cubicBezTo>
                  <a:pt x="4437235" y="87854"/>
                  <a:pt x="4439961" y="87105"/>
                  <a:pt x="4442455" y="85608"/>
                </a:cubicBezTo>
                <a:cubicBezTo>
                  <a:pt x="4444998" y="84111"/>
                  <a:pt x="4447656" y="81816"/>
                  <a:pt x="4450425" y="78730"/>
                </a:cubicBezTo>
                <a:lnTo>
                  <a:pt x="4450425" y="65720"/>
                </a:lnTo>
                <a:close/>
                <a:moveTo>
                  <a:pt x="4526294" y="84313"/>
                </a:moveTo>
                <a:cubicBezTo>
                  <a:pt x="4526294" y="85085"/>
                  <a:pt x="4526271" y="85765"/>
                  <a:pt x="4526226" y="86357"/>
                </a:cubicBezTo>
                <a:cubicBezTo>
                  <a:pt x="4526180" y="86902"/>
                  <a:pt x="4526089" y="87379"/>
                  <a:pt x="4525951" y="87788"/>
                </a:cubicBezTo>
                <a:cubicBezTo>
                  <a:pt x="4525860" y="88151"/>
                  <a:pt x="4525726" y="88491"/>
                  <a:pt x="4525543" y="88808"/>
                </a:cubicBezTo>
                <a:cubicBezTo>
                  <a:pt x="4525408" y="89080"/>
                  <a:pt x="4525043" y="89511"/>
                  <a:pt x="4524454" y="90103"/>
                </a:cubicBezTo>
                <a:cubicBezTo>
                  <a:pt x="4523908" y="90648"/>
                  <a:pt x="4522957" y="91351"/>
                  <a:pt x="4521594" y="92214"/>
                </a:cubicBezTo>
                <a:cubicBezTo>
                  <a:pt x="4520231" y="93032"/>
                  <a:pt x="4518688" y="93780"/>
                  <a:pt x="4516962" y="94460"/>
                </a:cubicBezTo>
                <a:cubicBezTo>
                  <a:pt x="4515281" y="95098"/>
                  <a:pt x="4513444" y="95618"/>
                  <a:pt x="4511447" y="96026"/>
                </a:cubicBezTo>
                <a:cubicBezTo>
                  <a:pt x="4509449" y="96435"/>
                  <a:pt x="4507383" y="96641"/>
                  <a:pt x="4505249" y="96641"/>
                </a:cubicBezTo>
                <a:cubicBezTo>
                  <a:pt x="4500845" y="96641"/>
                  <a:pt x="4496939" y="95915"/>
                  <a:pt x="4493536" y="94460"/>
                </a:cubicBezTo>
                <a:cubicBezTo>
                  <a:pt x="4490130" y="93009"/>
                  <a:pt x="4487269" y="90897"/>
                  <a:pt x="4484955" y="88128"/>
                </a:cubicBezTo>
                <a:cubicBezTo>
                  <a:pt x="4482683" y="85314"/>
                  <a:pt x="4480934" y="81885"/>
                  <a:pt x="4479708" y="77844"/>
                </a:cubicBezTo>
                <a:cubicBezTo>
                  <a:pt x="4478528" y="73758"/>
                  <a:pt x="4477940" y="69057"/>
                  <a:pt x="4477940" y="63745"/>
                </a:cubicBezTo>
                <a:cubicBezTo>
                  <a:pt x="4477940" y="57707"/>
                  <a:pt x="4478665" y="52532"/>
                  <a:pt x="4480117" y="48217"/>
                </a:cubicBezTo>
                <a:cubicBezTo>
                  <a:pt x="4481617" y="43860"/>
                  <a:pt x="4483638" y="40296"/>
                  <a:pt x="4486181" y="37525"/>
                </a:cubicBezTo>
                <a:cubicBezTo>
                  <a:pt x="4488767" y="34756"/>
                  <a:pt x="4491787" y="32713"/>
                  <a:pt x="4495236" y="31395"/>
                </a:cubicBezTo>
                <a:cubicBezTo>
                  <a:pt x="4498734" y="30035"/>
                  <a:pt x="4502503" y="29352"/>
                  <a:pt x="4506543" y="29352"/>
                </a:cubicBezTo>
                <a:cubicBezTo>
                  <a:pt x="4508495" y="29352"/>
                  <a:pt x="4510378" y="29535"/>
                  <a:pt x="4512195" y="29898"/>
                </a:cubicBezTo>
                <a:cubicBezTo>
                  <a:pt x="4514058" y="30261"/>
                  <a:pt x="4515759" y="30738"/>
                  <a:pt x="4517302" y="31327"/>
                </a:cubicBezTo>
                <a:cubicBezTo>
                  <a:pt x="4518848" y="31918"/>
                  <a:pt x="4520208" y="32598"/>
                  <a:pt x="4521388" y="33370"/>
                </a:cubicBezTo>
                <a:cubicBezTo>
                  <a:pt x="4522617" y="34144"/>
                  <a:pt x="4523500" y="34801"/>
                  <a:pt x="4524045" y="35347"/>
                </a:cubicBezTo>
                <a:cubicBezTo>
                  <a:pt x="4524591" y="35890"/>
                  <a:pt x="4524954" y="36322"/>
                  <a:pt x="4525134" y="36639"/>
                </a:cubicBezTo>
                <a:cubicBezTo>
                  <a:pt x="4525363" y="36959"/>
                  <a:pt x="4525543" y="37345"/>
                  <a:pt x="4525680" y="37799"/>
                </a:cubicBezTo>
                <a:cubicBezTo>
                  <a:pt x="4525817" y="38208"/>
                  <a:pt x="4525909" y="38685"/>
                  <a:pt x="4525951" y="39228"/>
                </a:cubicBezTo>
                <a:cubicBezTo>
                  <a:pt x="4525997" y="39774"/>
                  <a:pt x="4526020" y="40454"/>
                  <a:pt x="4526020" y="41271"/>
                </a:cubicBezTo>
                <a:cubicBezTo>
                  <a:pt x="4526020" y="43043"/>
                  <a:pt x="4525817" y="44291"/>
                  <a:pt x="4525408" y="45017"/>
                </a:cubicBezTo>
                <a:cubicBezTo>
                  <a:pt x="4525000" y="45697"/>
                  <a:pt x="4524500" y="46040"/>
                  <a:pt x="4523908" y="46040"/>
                </a:cubicBezTo>
                <a:cubicBezTo>
                  <a:pt x="4523228" y="46040"/>
                  <a:pt x="4522434" y="45674"/>
                  <a:pt x="4521525" y="44948"/>
                </a:cubicBezTo>
                <a:cubicBezTo>
                  <a:pt x="4520662" y="44177"/>
                  <a:pt x="4519551" y="43337"/>
                  <a:pt x="4518188" y="42428"/>
                </a:cubicBezTo>
                <a:cubicBezTo>
                  <a:pt x="4516827" y="41522"/>
                  <a:pt x="4515170" y="40705"/>
                  <a:pt x="4513216" y="39976"/>
                </a:cubicBezTo>
                <a:cubicBezTo>
                  <a:pt x="4511310" y="39205"/>
                  <a:pt x="4509041" y="38819"/>
                  <a:pt x="4506406" y="38819"/>
                </a:cubicBezTo>
                <a:cubicBezTo>
                  <a:pt x="4501003" y="38819"/>
                  <a:pt x="4496848" y="40908"/>
                  <a:pt x="4493945" y="45086"/>
                </a:cubicBezTo>
                <a:cubicBezTo>
                  <a:pt x="4491084" y="49218"/>
                  <a:pt x="4489653" y="55233"/>
                  <a:pt x="4489653" y="63134"/>
                </a:cubicBezTo>
                <a:cubicBezTo>
                  <a:pt x="4489653" y="67083"/>
                  <a:pt x="4490015" y="70557"/>
                  <a:pt x="4490741" y="73552"/>
                </a:cubicBezTo>
                <a:cubicBezTo>
                  <a:pt x="4491516" y="76504"/>
                  <a:pt x="4492627" y="78978"/>
                  <a:pt x="4494079" y="80976"/>
                </a:cubicBezTo>
                <a:cubicBezTo>
                  <a:pt x="4495533" y="82973"/>
                  <a:pt x="4497302" y="84473"/>
                  <a:pt x="4499391" y="85471"/>
                </a:cubicBezTo>
                <a:cubicBezTo>
                  <a:pt x="4501525" y="86425"/>
                  <a:pt x="4503954" y="86902"/>
                  <a:pt x="4506678" y="86902"/>
                </a:cubicBezTo>
                <a:cubicBezTo>
                  <a:pt x="4509266" y="86902"/>
                  <a:pt x="4511538" y="86494"/>
                  <a:pt x="4513490" y="85676"/>
                </a:cubicBezTo>
                <a:cubicBezTo>
                  <a:pt x="4515442" y="84859"/>
                  <a:pt x="4517122" y="83973"/>
                  <a:pt x="4518530" y="83019"/>
                </a:cubicBezTo>
                <a:cubicBezTo>
                  <a:pt x="4519982" y="82022"/>
                  <a:pt x="4521185" y="81136"/>
                  <a:pt x="4522139" y="80364"/>
                </a:cubicBezTo>
                <a:cubicBezTo>
                  <a:pt x="4523137" y="79547"/>
                  <a:pt x="4523908" y="79138"/>
                  <a:pt x="4524454" y="79138"/>
                </a:cubicBezTo>
                <a:cubicBezTo>
                  <a:pt x="4524771" y="79138"/>
                  <a:pt x="4525043" y="79227"/>
                  <a:pt x="4525271" y="79410"/>
                </a:cubicBezTo>
                <a:cubicBezTo>
                  <a:pt x="4525500" y="79593"/>
                  <a:pt x="4525680" y="79910"/>
                  <a:pt x="4525817" y="80364"/>
                </a:cubicBezTo>
                <a:cubicBezTo>
                  <a:pt x="4525997" y="80773"/>
                  <a:pt x="4526111" y="81316"/>
                  <a:pt x="4526157" y="81999"/>
                </a:cubicBezTo>
                <a:cubicBezTo>
                  <a:pt x="4526249" y="82633"/>
                  <a:pt x="4526294" y="83405"/>
                  <a:pt x="4526294" y="84313"/>
                </a:cubicBezTo>
                <a:close/>
                <a:moveTo>
                  <a:pt x="4591537" y="93575"/>
                </a:moveTo>
                <a:cubicBezTo>
                  <a:pt x="4591537" y="93937"/>
                  <a:pt x="4591445" y="94257"/>
                  <a:pt x="4591265" y="94529"/>
                </a:cubicBezTo>
                <a:cubicBezTo>
                  <a:pt x="4591082" y="94800"/>
                  <a:pt x="4590765" y="95029"/>
                  <a:pt x="4590311" y="95209"/>
                </a:cubicBezTo>
                <a:cubicBezTo>
                  <a:pt x="4589902" y="95392"/>
                  <a:pt x="4589314" y="95529"/>
                  <a:pt x="4588539" y="95618"/>
                </a:cubicBezTo>
                <a:cubicBezTo>
                  <a:pt x="4587768" y="95709"/>
                  <a:pt x="4586793" y="95755"/>
                  <a:pt x="4585613" y="95755"/>
                </a:cubicBezTo>
                <a:cubicBezTo>
                  <a:pt x="4584387" y="95755"/>
                  <a:pt x="4583364" y="95709"/>
                  <a:pt x="4582547" y="95618"/>
                </a:cubicBezTo>
                <a:cubicBezTo>
                  <a:pt x="4581776" y="95572"/>
                  <a:pt x="4581118" y="95483"/>
                  <a:pt x="4580572" y="95346"/>
                </a:cubicBezTo>
                <a:cubicBezTo>
                  <a:pt x="4580027" y="95163"/>
                  <a:pt x="4579572" y="94938"/>
                  <a:pt x="4579209" y="94666"/>
                </a:cubicBezTo>
                <a:cubicBezTo>
                  <a:pt x="4578892" y="94346"/>
                  <a:pt x="4578598" y="93983"/>
                  <a:pt x="4578324" y="93575"/>
                </a:cubicBezTo>
                <a:lnTo>
                  <a:pt x="4552446" y="59659"/>
                </a:lnTo>
                <a:lnTo>
                  <a:pt x="4552446" y="93643"/>
                </a:lnTo>
                <a:cubicBezTo>
                  <a:pt x="4552446" y="94006"/>
                  <a:pt x="4552355" y="94326"/>
                  <a:pt x="4552172" y="94598"/>
                </a:cubicBezTo>
                <a:cubicBezTo>
                  <a:pt x="4551992" y="94823"/>
                  <a:pt x="4551695" y="95029"/>
                  <a:pt x="4551286" y="95209"/>
                </a:cubicBezTo>
                <a:cubicBezTo>
                  <a:pt x="4550880" y="95392"/>
                  <a:pt x="4550312" y="95529"/>
                  <a:pt x="4549586" y="95618"/>
                </a:cubicBezTo>
                <a:cubicBezTo>
                  <a:pt x="4548857" y="95709"/>
                  <a:pt x="4547928" y="95755"/>
                  <a:pt x="4546791" y="95755"/>
                </a:cubicBezTo>
                <a:cubicBezTo>
                  <a:pt x="4545702" y="95755"/>
                  <a:pt x="4544794" y="95709"/>
                  <a:pt x="4544068" y="95618"/>
                </a:cubicBezTo>
                <a:cubicBezTo>
                  <a:pt x="4543342" y="95529"/>
                  <a:pt x="4542751" y="95392"/>
                  <a:pt x="4542296" y="95209"/>
                </a:cubicBezTo>
                <a:cubicBezTo>
                  <a:pt x="4541888" y="95029"/>
                  <a:pt x="4541593" y="94823"/>
                  <a:pt x="4541413" y="94598"/>
                </a:cubicBezTo>
                <a:cubicBezTo>
                  <a:pt x="4541276" y="94326"/>
                  <a:pt x="4541208" y="94006"/>
                  <a:pt x="4541208" y="93643"/>
                </a:cubicBezTo>
                <a:lnTo>
                  <a:pt x="4541208" y="2657"/>
                </a:lnTo>
                <a:cubicBezTo>
                  <a:pt x="4541208" y="2292"/>
                  <a:pt x="4541276" y="1975"/>
                  <a:pt x="4541413" y="1703"/>
                </a:cubicBezTo>
                <a:cubicBezTo>
                  <a:pt x="4541593" y="1432"/>
                  <a:pt x="4541888" y="1203"/>
                  <a:pt x="4542296" y="1023"/>
                </a:cubicBezTo>
                <a:cubicBezTo>
                  <a:pt x="4542751" y="840"/>
                  <a:pt x="4543342" y="703"/>
                  <a:pt x="4544068" y="614"/>
                </a:cubicBezTo>
                <a:cubicBezTo>
                  <a:pt x="4544794" y="523"/>
                  <a:pt x="4545702" y="477"/>
                  <a:pt x="4546791" y="477"/>
                </a:cubicBezTo>
                <a:cubicBezTo>
                  <a:pt x="4547928" y="477"/>
                  <a:pt x="4548857" y="523"/>
                  <a:pt x="4549586" y="614"/>
                </a:cubicBezTo>
                <a:cubicBezTo>
                  <a:pt x="4550312" y="703"/>
                  <a:pt x="4550880" y="840"/>
                  <a:pt x="4551286" y="1023"/>
                </a:cubicBezTo>
                <a:cubicBezTo>
                  <a:pt x="4551695" y="1203"/>
                  <a:pt x="4551992" y="1432"/>
                  <a:pt x="4552172" y="1703"/>
                </a:cubicBezTo>
                <a:cubicBezTo>
                  <a:pt x="4552355" y="1975"/>
                  <a:pt x="4552446" y="2292"/>
                  <a:pt x="4552446" y="2657"/>
                </a:cubicBezTo>
                <a:lnTo>
                  <a:pt x="4552446" y="58093"/>
                </a:lnTo>
                <a:lnTo>
                  <a:pt x="4575600" y="32621"/>
                </a:lnTo>
                <a:cubicBezTo>
                  <a:pt x="4575963" y="32167"/>
                  <a:pt x="4576349" y="31804"/>
                  <a:pt x="4576758" y="31533"/>
                </a:cubicBezTo>
                <a:cubicBezTo>
                  <a:pt x="4577166" y="31215"/>
                  <a:pt x="4577644" y="30964"/>
                  <a:pt x="4578189" y="30784"/>
                </a:cubicBezTo>
                <a:cubicBezTo>
                  <a:pt x="4578778" y="30555"/>
                  <a:pt x="4579461" y="30421"/>
                  <a:pt x="4580232" y="30375"/>
                </a:cubicBezTo>
                <a:cubicBezTo>
                  <a:pt x="4581004" y="30284"/>
                  <a:pt x="4581936" y="30238"/>
                  <a:pt x="4583024" y="30238"/>
                </a:cubicBezTo>
                <a:cubicBezTo>
                  <a:pt x="4584159" y="30238"/>
                  <a:pt x="4585113" y="30284"/>
                  <a:pt x="4585885" y="30375"/>
                </a:cubicBezTo>
                <a:cubicBezTo>
                  <a:pt x="4586656" y="30421"/>
                  <a:pt x="4587270" y="30532"/>
                  <a:pt x="4587722" y="30715"/>
                </a:cubicBezTo>
                <a:cubicBezTo>
                  <a:pt x="4588222" y="30852"/>
                  <a:pt x="4588562" y="31055"/>
                  <a:pt x="4588745" y="31327"/>
                </a:cubicBezTo>
                <a:cubicBezTo>
                  <a:pt x="4588971" y="31555"/>
                  <a:pt x="4589085" y="31873"/>
                  <a:pt x="4589085" y="32281"/>
                </a:cubicBezTo>
                <a:cubicBezTo>
                  <a:pt x="4589085" y="32827"/>
                  <a:pt x="4588925" y="33370"/>
                  <a:pt x="4588608" y="33916"/>
                </a:cubicBezTo>
                <a:cubicBezTo>
                  <a:pt x="4588336" y="34461"/>
                  <a:pt x="4587859" y="35096"/>
                  <a:pt x="4587179" y="35822"/>
                </a:cubicBezTo>
                <a:lnTo>
                  <a:pt x="4564976" y="58024"/>
                </a:lnTo>
                <a:lnTo>
                  <a:pt x="4589902" y="90374"/>
                </a:lnTo>
                <a:cubicBezTo>
                  <a:pt x="4590494" y="91146"/>
                  <a:pt x="4590902" y="91783"/>
                  <a:pt x="4591128" y="92283"/>
                </a:cubicBezTo>
                <a:cubicBezTo>
                  <a:pt x="4591400" y="92734"/>
                  <a:pt x="4591537" y="93166"/>
                  <a:pt x="4591537" y="93575"/>
                </a:cubicBezTo>
                <a:close/>
                <a:moveTo>
                  <a:pt x="4640437" y="36367"/>
                </a:moveTo>
                <a:cubicBezTo>
                  <a:pt x="4640437" y="37368"/>
                  <a:pt x="4640414" y="38208"/>
                  <a:pt x="4640369" y="38888"/>
                </a:cubicBezTo>
                <a:cubicBezTo>
                  <a:pt x="4640323" y="39568"/>
                  <a:pt x="4640231" y="40114"/>
                  <a:pt x="4640094" y="40522"/>
                </a:cubicBezTo>
                <a:cubicBezTo>
                  <a:pt x="4639960" y="40885"/>
                  <a:pt x="4639777" y="41179"/>
                  <a:pt x="4639551" y="41408"/>
                </a:cubicBezTo>
                <a:cubicBezTo>
                  <a:pt x="4639368" y="41588"/>
                  <a:pt x="4639097" y="41679"/>
                  <a:pt x="4638734" y="41679"/>
                </a:cubicBezTo>
                <a:cubicBezTo>
                  <a:pt x="4638371" y="41679"/>
                  <a:pt x="4637917" y="41588"/>
                  <a:pt x="4637371" y="41408"/>
                </a:cubicBezTo>
                <a:cubicBezTo>
                  <a:pt x="4636871" y="41179"/>
                  <a:pt x="4636282" y="40977"/>
                  <a:pt x="4635599" y="40794"/>
                </a:cubicBezTo>
                <a:cubicBezTo>
                  <a:pt x="4634965" y="40568"/>
                  <a:pt x="4634239" y="40362"/>
                  <a:pt x="4633422" y="40182"/>
                </a:cubicBezTo>
                <a:cubicBezTo>
                  <a:pt x="4632605" y="39999"/>
                  <a:pt x="4631719" y="39911"/>
                  <a:pt x="4630764" y="39911"/>
                </a:cubicBezTo>
                <a:cubicBezTo>
                  <a:pt x="4629630" y="39911"/>
                  <a:pt x="4628518" y="40136"/>
                  <a:pt x="4627427" y="40591"/>
                </a:cubicBezTo>
                <a:cubicBezTo>
                  <a:pt x="4626338" y="41045"/>
                  <a:pt x="4625181" y="41794"/>
                  <a:pt x="4623955" y="42837"/>
                </a:cubicBezTo>
                <a:cubicBezTo>
                  <a:pt x="4622775" y="43883"/>
                  <a:pt x="4621526" y="45266"/>
                  <a:pt x="4620209" y="46992"/>
                </a:cubicBezTo>
                <a:cubicBezTo>
                  <a:pt x="4618892" y="48718"/>
                  <a:pt x="4617440" y="50829"/>
                  <a:pt x="4615851" y="53327"/>
                </a:cubicBezTo>
                <a:lnTo>
                  <a:pt x="4615851" y="93643"/>
                </a:lnTo>
                <a:cubicBezTo>
                  <a:pt x="4615851" y="94006"/>
                  <a:pt x="4615760" y="94326"/>
                  <a:pt x="4615577" y="94598"/>
                </a:cubicBezTo>
                <a:cubicBezTo>
                  <a:pt x="4615397" y="94823"/>
                  <a:pt x="4615103" y="95029"/>
                  <a:pt x="4614694" y="95209"/>
                </a:cubicBezTo>
                <a:cubicBezTo>
                  <a:pt x="4614285" y="95392"/>
                  <a:pt x="4613717" y="95529"/>
                  <a:pt x="4612991" y="95618"/>
                </a:cubicBezTo>
                <a:cubicBezTo>
                  <a:pt x="4612265" y="95709"/>
                  <a:pt x="4611333" y="95755"/>
                  <a:pt x="4610196" y="95755"/>
                </a:cubicBezTo>
                <a:cubicBezTo>
                  <a:pt x="4609107" y="95755"/>
                  <a:pt x="4608199" y="95709"/>
                  <a:pt x="4607473" y="95618"/>
                </a:cubicBezTo>
                <a:cubicBezTo>
                  <a:pt x="4606747" y="95529"/>
                  <a:pt x="4606156" y="95392"/>
                  <a:pt x="4605704" y="95209"/>
                </a:cubicBezTo>
                <a:cubicBezTo>
                  <a:pt x="4605293" y="95029"/>
                  <a:pt x="4604998" y="94823"/>
                  <a:pt x="4604818" y="94598"/>
                </a:cubicBezTo>
                <a:cubicBezTo>
                  <a:pt x="4604681" y="94326"/>
                  <a:pt x="4604613" y="94006"/>
                  <a:pt x="4604613" y="93643"/>
                </a:cubicBezTo>
                <a:lnTo>
                  <a:pt x="4604613" y="32350"/>
                </a:lnTo>
                <a:cubicBezTo>
                  <a:pt x="4604613" y="31987"/>
                  <a:pt x="4604681" y="31693"/>
                  <a:pt x="4604818" y="31464"/>
                </a:cubicBezTo>
                <a:cubicBezTo>
                  <a:pt x="4604953" y="31192"/>
                  <a:pt x="4605227" y="30964"/>
                  <a:pt x="4605636" y="30784"/>
                </a:cubicBezTo>
                <a:cubicBezTo>
                  <a:pt x="4606044" y="30555"/>
                  <a:pt x="4606564" y="30421"/>
                  <a:pt x="4607202" y="30375"/>
                </a:cubicBezTo>
                <a:cubicBezTo>
                  <a:pt x="4607836" y="30284"/>
                  <a:pt x="4608676" y="30238"/>
                  <a:pt x="4609722" y="30238"/>
                </a:cubicBezTo>
                <a:cubicBezTo>
                  <a:pt x="4610719" y="30238"/>
                  <a:pt x="4611536" y="30284"/>
                  <a:pt x="4612174" y="30375"/>
                </a:cubicBezTo>
                <a:cubicBezTo>
                  <a:pt x="4612854" y="30421"/>
                  <a:pt x="4613377" y="30555"/>
                  <a:pt x="4613740" y="30784"/>
                </a:cubicBezTo>
                <a:cubicBezTo>
                  <a:pt x="4614102" y="30964"/>
                  <a:pt x="4614351" y="31192"/>
                  <a:pt x="4614488" y="31464"/>
                </a:cubicBezTo>
                <a:cubicBezTo>
                  <a:pt x="4614671" y="31693"/>
                  <a:pt x="4614760" y="31987"/>
                  <a:pt x="4614760" y="32350"/>
                </a:cubicBezTo>
                <a:lnTo>
                  <a:pt x="4614760" y="41271"/>
                </a:lnTo>
                <a:cubicBezTo>
                  <a:pt x="4616440" y="38819"/>
                  <a:pt x="4618006" y="36822"/>
                  <a:pt x="4619460" y="35279"/>
                </a:cubicBezTo>
                <a:cubicBezTo>
                  <a:pt x="4620958" y="33736"/>
                  <a:pt x="4622366" y="32533"/>
                  <a:pt x="4623684" y="31670"/>
                </a:cubicBezTo>
                <a:cubicBezTo>
                  <a:pt x="4624998" y="30761"/>
                  <a:pt x="4626292" y="30147"/>
                  <a:pt x="4627564" y="29829"/>
                </a:cubicBezTo>
                <a:cubicBezTo>
                  <a:pt x="4628881" y="29467"/>
                  <a:pt x="4630199" y="29284"/>
                  <a:pt x="4631516" y="29284"/>
                </a:cubicBezTo>
                <a:cubicBezTo>
                  <a:pt x="4632105" y="29284"/>
                  <a:pt x="4632762" y="29329"/>
                  <a:pt x="4633491" y="29421"/>
                </a:cubicBezTo>
                <a:cubicBezTo>
                  <a:pt x="4634262" y="29467"/>
                  <a:pt x="4635056" y="29581"/>
                  <a:pt x="4635874" y="29761"/>
                </a:cubicBezTo>
                <a:cubicBezTo>
                  <a:pt x="4636691" y="29944"/>
                  <a:pt x="4637417" y="30147"/>
                  <a:pt x="4638054" y="30375"/>
                </a:cubicBezTo>
                <a:cubicBezTo>
                  <a:pt x="4638734" y="30601"/>
                  <a:pt x="4639211" y="30830"/>
                  <a:pt x="4639483" y="31055"/>
                </a:cubicBezTo>
                <a:cubicBezTo>
                  <a:pt x="4639754" y="31284"/>
                  <a:pt x="4639937" y="31510"/>
                  <a:pt x="4640029" y="31735"/>
                </a:cubicBezTo>
                <a:cubicBezTo>
                  <a:pt x="4640117" y="31918"/>
                  <a:pt x="4640186" y="32167"/>
                  <a:pt x="4640231" y="32487"/>
                </a:cubicBezTo>
                <a:cubicBezTo>
                  <a:pt x="4640323" y="32804"/>
                  <a:pt x="4640369" y="33281"/>
                  <a:pt x="4640369" y="33916"/>
                </a:cubicBezTo>
                <a:cubicBezTo>
                  <a:pt x="4640414" y="34507"/>
                  <a:pt x="4640437" y="35324"/>
                  <a:pt x="4640437" y="36367"/>
                </a:cubicBezTo>
                <a:close/>
                <a:moveTo>
                  <a:pt x="4703705" y="60342"/>
                </a:moveTo>
                <a:cubicBezTo>
                  <a:pt x="4703705" y="62111"/>
                  <a:pt x="4703251" y="63382"/>
                  <a:pt x="4702342" y="64154"/>
                </a:cubicBezTo>
                <a:cubicBezTo>
                  <a:pt x="4701482" y="64880"/>
                  <a:pt x="4700482" y="65245"/>
                  <a:pt x="4699347" y="65245"/>
                </a:cubicBezTo>
                <a:lnTo>
                  <a:pt x="4659165" y="65245"/>
                </a:lnTo>
                <a:cubicBezTo>
                  <a:pt x="4659165" y="68649"/>
                  <a:pt x="4659505" y="71715"/>
                  <a:pt x="4660185" y="74438"/>
                </a:cubicBezTo>
                <a:cubicBezTo>
                  <a:pt x="4660868" y="77161"/>
                  <a:pt x="4662003" y="79501"/>
                  <a:pt x="4663591" y="81453"/>
                </a:cubicBezTo>
                <a:cubicBezTo>
                  <a:pt x="4665180" y="83405"/>
                  <a:pt x="4667246" y="84905"/>
                  <a:pt x="4669789" y="85948"/>
                </a:cubicBezTo>
                <a:cubicBezTo>
                  <a:pt x="4672333" y="86991"/>
                  <a:pt x="4675442" y="87514"/>
                  <a:pt x="4679119" y="87514"/>
                </a:cubicBezTo>
                <a:cubicBezTo>
                  <a:pt x="4682025" y="87514"/>
                  <a:pt x="4684614" y="87288"/>
                  <a:pt x="4686883" y="86834"/>
                </a:cubicBezTo>
                <a:cubicBezTo>
                  <a:pt x="4689155" y="86334"/>
                  <a:pt x="4691106" y="85788"/>
                  <a:pt x="4692741" y="85199"/>
                </a:cubicBezTo>
                <a:cubicBezTo>
                  <a:pt x="4694421" y="84608"/>
                  <a:pt x="4695781" y="84088"/>
                  <a:pt x="4696827" y="83633"/>
                </a:cubicBezTo>
                <a:cubicBezTo>
                  <a:pt x="4697916" y="83133"/>
                  <a:pt x="4698733" y="82885"/>
                  <a:pt x="4699279" y="82885"/>
                </a:cubicBezTo>
                <a:cubicBezTo>
                  <a:pt x="4699596" y="82885"/>
                  <a:pt x="4699867" y="82973"/>
                  <a:pt x="4700096" y="83156"/>
                </a:cubicBezTo>
                <a:cubicBezTo>
                  <a:pt x="4700367" y="83293"/>
                  <a:pt x="4700573" y="83519"/>
                  <a:pt x="4700708" y="83836"/>
                </a:cubicBezTo>
                <a:cubicBezTo>
                  <a:pt x="4700845" y="84153"/>
                  <a:pt x="4700936" y="84608"/>
                  <a:pt x="4700982" y="85199"/>
                </a:cubicBezTo>
                <a:cubicBezTo>
                  <a:pt x="4701073" y="85745"/>
                  <a:pt x="4701116" y="86425"/>
                  <a:pt x="4701116" y="87242"/>
                </a:cubicBezTo>
                <a:cubicBezTo>
                  <a:pt x="4701116" y="87831"/>
                  <a:pt x="4701093" y="88354"/>
                  <a:pt x="4701050" y="88808"/>
                </a:cubicBezTo>
                <a:cubicBezTo>
                  <a:pt x="4701005" y="89217"/>
                  <a:pt x="4700936" y="89603"/>
                  <a:pt x="4700845" y="89966"/>
                </a:cubicBezTo>
                <a:cubicBezTo>
                  <a:pt x="4700799" y="90283"/>
                  <a:pt x="4700688" y="90580"/>
                  <a:pt x="4700505" y="90851"/>
                </a:cubicBezTo>
                <a:cubicBezTo>
                  <a:pt x="4700367" y="91123"/>
                  <a:pt x="4700165" y="91397"/>
                  <a:pt x="4699890" y="91669"/>
                </a:cubicBezTo>
                <a:cubicBezTo>
                  <a:pt x="4699665" y="91894"/>
                  <a:pt x="4698939" y="92303"/>
                  <a:pt x="4697713" y="92894"/>
                </a:cubicBezTo>
                <a:cubicBezTo>
                  <a:pt x="4696487" y="93440"/>
                  <a:pt x="4694898" y="93983"/>
                  <a:pt x="4692944" y="94529"/>
                </a:cubicBezTo>
                <a:cubicBezTo>
                  <a:pt x="4690992" y="95075"/>
                  <a:pt x="4688723" y="95552"/>
                  <a:pt x="4686134" y="95961"/>
                </a:cubicBezTo>
                <a:cubicBezTo>
                  <a:pt x="4683591" y="96412"/>
                  <a:pt x="4680868" y="96641"/>
                  <a:pt x="4677962" y="96641"/>
                </a:cubicBezTo>
                <a:cubicBezTo>
                  <a:pt x="4672921" y="96641"/>
                  <a:pt x="4668495" y="95938"/>
                  <a:pt x="4664680" y="94529"/>
                </a:cubicBezTo>
                <a:cubicBezTo>
                  <a:pt x="4660914" y="93120"/>
                  <a:pt x="4657734" y="91034"/>
                  <a:pt x="4655148" y="88262"/>
                </a:cubicBezTo>
                <a:cubicBezTo>
                  <a:pt x="4652559" y="85494"/>
                  <a:pt x="4650607" y="82022"/>
                  <a:pt x="4649290" y="77844"/>
                </a:cubicBezTo>
                <a:cubicBezTo>
                  <a:pt x="4647972" y="73666"/>
                  <a:pt x="4647315" y="68809"/>
                  <a:pt x="4647315" y="63268"/>
                </a:cubicBezTo>
                <a:cubicBezTo>
                  <a:pt x="4647315" y="58002"/>
                  <a:pt x="4647995" y="53281"/>
                  <a:pt x="4649358" y="49103"/>
                </a:cubicBezTo>
                <a:cubicBezTo>
                  <a:pt x="4650721" y="44880"/>
                  <a:pt x="4652673" y="41317"/>
                  <a:pt x="4655213" y="38411"/>
                </a:cubicBezTo>
                <a:cubicBezTo>
                  <a:pt x="4657802" y="35459"/>
                  <a:pt x="4660914" y="33213"/>
                  <a:pt x="4664546" y="31670"/>
                </a:cubicBezTo>
                <a:cubicBezTo>
                  <a:pt x="4668178" y="30081"/>
                  <a:pt x="4672241" y="29284"/>
                  <a:pt x="4676736" y="29284"/>
                </a:cubicBezTo>
                <a:cubicBezTo>
                  <a:pt x="4681548" y="29284"/>
                  <a:pt x="4685634" y="30058"/>
                  <a:pt x="4688995" y="31601"/>
                </a:cubicBezTo>
                <a:cubicBezTo>
                  <a:pt x="4692401" y="33144"/>
                  <a:pt x="4695193" y="35233"/>
                  <a:pt x="4697370" y="37868"/>
                </a:cubicBezTo>
                <a:cubicBezTo>
                  <a:pt x="4699550" y="40454"/>
                  <a:pt x="4701139" y="43520"/>
                  <a:pt x="4702139" y="47060"/>
                </a:cubicBezTo>
                <a:cubicBezTo>
                  <a:pt x="4703182" y="50555"/>
                  <a:pt x="4703705" y="54301"/>
                  <a:pt x="4703705" y="58299"/>
                </a:cubicBezTo>
                <a:lnTo>
                  <a:pt x="4703705" y="60342"/>
                </a:lnTo>
                <a:close/>
                <a:moveTo>
                  <a:pt x="4692401" y="57004"/>
                </a:moveTo>
                <a:cubicBezTo>
                  <a:pt x="4692535" y="51101"/>
                  <a:pt x="4691218" y="46469"/>
                  <a:pt x="4688449" y="43111"/>
                </a:cubicBezTo>
                <a:cubicBezTo>
                  <a:pt x="4685726" y="39751"/>
                  <a:pt x="4681662" y="38070"/>
                  <a:pt x="4676259" y="38070"/>
                </a:cubicBezTo>
                <a:cubicBezTo>
                  <a:pt x="4673490" y="38070"/>
                  <a:pt x="4671061" y="38593"/>
                  <a:pt x="4668972" y="39636"/>
                </a:cubicBezTo>
                <a:cubicBezTo>
                  <a:pt x="4666883" y="40682"/>
                  <a:pt x="4665134" y="42065"/>
                  <a:pt x="4663729" y="43791"/>
                </a:cubicBezTo>
                <a:cubicBezTo>
                  <a:pt x="4662320" y="45517"/>
                  <a:pt x="4661231" y="47537"/>
                  <a:pt x="4660460" y="49852"/>
                </a:cubicBezTo>
                <a:cubicBezTo>
                  <a:pt x="4659688" y="52124"/>
                  <a:pt x="4659257" y="54507"/>
                  <a:pt x="4659165" y="57004"/>
                </a:cubicBezTo>
                <a:lnTo>
                  <a:pt x="4692401" y="57004"/>
                </a:lnTo>
                <a:close/>
                <a:moveTo>
                  <a:pt x="4759278" y="76958"/>
                </a:moveTo>
                <a:cubicBezTo>
                  <a:pt x="4759278" y="80090"/>
                  <a:pt x="4758689" y="82885"/>
                  <a:pt x="4757509" y="85336"/>
                </a:cubicBezTo>
                <a:cubicBezTo>
                  <a:pt x="4756372" y="87788"/>
                  <a:pt x="4754737" y="89851"/>
                  <a:pt x="4752605" y="91531"/>
                </a:cubicBezTo>
                <a:cubicBezTo>
                  <a:pt x="4750471" y="93212"/>
                  <a:pt x="4747928" y="94483"/>
                  <a:pt x="4744976" y="95346"/>
                </a:cubicBezTo>
                <a:cubicBezTo>
                  <a:pt x="4742024" y="96209"/>
                  <a:pt x="4738778" y="96641"/>
                  <a:pt x="4735238" y="96641"/>
                </a:cubicBezTo>
                <a:cubicBezTo>
                  <a:pt x="4733057" y="96641"/>
                  <a:pt x="4730971" y="96458"/>
                  <a:pt x="4728971" y="96095"/>
                </a:cubicBezTo>
                <a:cubicBezTo>
                  <a:pt x="4727019" y="95778"/>
                  <a:pt x="4725248" y="95369"/>
                  <a:pt x="4723659" y="94869"/>
                </a:cubicBezTo>
                <a:cubicBezTo>
                  <a:pt x="4722116" y="94326"/>
                  <a:pt x="4720799" y="93780"/>
                  <a:pt x="4719710" y="93235"/>
                </a:cubicBezTo>
                <a:cubicBezTo>
                  <a:pt x="4718621" y="92646"/>
                  <a:pt x="4717827" y="92123"/>
                  <a:pt x="4717327" y="91669"/>
                </a:cubicBezTo>
                <a:cubicBezTo>
                  <a:pt x="4716827" y="91214"/>
                  <a:pt x="4716464" y="90580"/>
                  <a:pt x="4716235" y="89763"/>
                </a:cubicBezTo>
                <a:cubicBezTo>
                  <a:pt x="4716009" y="88945"/>
                  <a:pt x="4715895" y="87831"/>
                  <a:pt x="4715895" y="86425"/>
                </a:cubicBezTo>
                <a:cubicBezTo>
                  <a:pt x="4715895" y="85562"/>
                  <a:pt x="4715941" y="84836"/>
                  <a:pt x="4716032" y="84245"/>
                </a:cubicBezTo>
                <a:cubicBezTo>
                  <a:pt x="4716124" y="83656"/>
                  <a:pt x="4716235" y="83179"/>
                  <a:pt x="4716372" y="82816"/>
                </a:cubicBezTo>
                <a:cubicBezTo>
                  <a:pt x="4716509" y="82453"/>
                  <a:pt x="4716690" y="82202"/>
                  <a:pt x="4716918" y="82067"/>
                </a:cubicBezTo>
                <a:cubicBezTo>
                  <a:pt x="4717190" y="81885"/>
                  <a:pt x="4717484" y="81793"/>
                  <a:pt x="4717804" y="81793"/>
                </a:cubicBezTo>
                <a:cubicBezTo>
                  <a:pt x="4718301" y="81793"/>
                  <a:pt x="4719030" y="82110"/>
                  <a:pt x="4719981" y="82747"/>
                </a:cubicBezTo>
                <a:cubicBezTo>
                  <a:pt x="4720981" y="83336"/>
                  <a:pt x="4722184" y="83996"/>
                  <a:pt x="4723593" y="84722"/>
                </a:cubicBezTo>
                <a:cubicBezTo>
                  <a:pt x="4725045" y="85448"/>
                  <a:pt x="4726748" y="86131"/>
                  <a:pt x="4728700" y="86765"/>
                </a:cubicBezTo>
                <a:cubicBezTo>
                  <a:pt x="4730651" y="87357"/>
                  <a:pt x="4732900" y="87651"/>
                  <a:pt x="4735443" y="87651"/>
                </a:cubicBezTo>
                <a:cubicBezTo>
                  <a:pt x="4737349" y="87651"/>
                  <a:pt x="4739075" y="87445"/>
                  <a:pt x="4740618" y="87037"/>
                </a:cubicBezTo>
                <a:cubicBezTo>
                  <a:pt x="4742161" y="86628"/>
                  <a:pt x="4743501" y="86039"/>
                  <a:pt x="4744636" y="85268"/>
                </a:cubicBezTo>
                <a:cubicBezTo>
                  <a:pt x="4745770" y="84451"/>
                  <a:pt x="4746633" y="83428"/>
                  <a:pt x="4747225" y="82202"/>
                </a:cubicBezTo>
                <a:cubicBezTo>
                  <a:pt x="4747859" y="80976"/>
                  <a:pt x="4748176" y="79524"/>
                  <a:pt x="4748176" y="77844"/>
                </a:cubicBezTo>
                <a:cubicBezTo>
                  <a:pt x="4748176" y="76118"/>
                  <a:pt x="4747722" y="74666"/>
                  <a:pt x="4746816" y="73483"/>
                </a:cubicBezTo>
                <a:cubicBezTo>
                  <a:pt x="4745953" y="72303"/>
                  <a:pt x="4744796" y="71260"/>
                  <a:pt x="4743341" y="70352"/>
                </a:cubicBezTo>
                <a:cubicBezTo>
                  <a:pt x="4741890" y="69443"/>
                  <a:pt x="4740255" y="68649"/>
                  <a:pt x="4738438" y="67968"/>
                </a:cubicBezTo>
                <a:cubicBezTo>
                  <a:pt x="4736623" y="67243"/>
                  <a:pt x="4734737" y="66494"/>
                  <a:pt x="4732786" y="65720"/>
                </a:cubicBezTo>
                <a:cubicBezTo>
                  <a:pt x="4730880" y="64948"/>
                  <a:pt x="4728994" y="64085"/>
                  <a:pt x="4727134" y="63134"/>
                </a:cubicBezTo>
                <a:cubicBezTo>
                  <a:pt x="4725316" y="62133"/>
                  <a:pt x="4723682" y="60930"/>
                  <a:pt x="4722230" y="59525"/>
                </a:cubicBezTo>
                <a:cubicBezTo>
                  <a:pt x="4720776" y="58116"/>
                  <a:pt x="4719596" y="56436"/>
                  <a:pt x="4718690" y="54484"/>
                </a:cubicBezTo>
                <a:cubicBezTo>
                  <a:pt x="4717827" y="52532"/>
                  <a:pt x="4717395" y="50192"/>
                  <a:pt x="4717395" y="47469"/>
                </a:cubicBezTo>
                <a:cubicBezTo>
                  <a:pt x="4717395" y="45063"/>
                  <a:pt x="4717847" y="42771"/>
                  <a:pt x="4718755" y="40591"/>
                </a:cubicBezTo>
                <a:cubicBezTo>
                  <a:pt x="4719710" y="38365"/>
                  <a:pt x="4721116" y="36436"/>
                  <a:pt x="4722979" y="34801"/>
                </a:cubicBezTo>
                <a:cubicBezTo>
                  <a:pt x="4724839" y="33121"/>
                  <a:pt x="4727157" y="31781"/>
                  <a:pt x="4729925" y="30784"/>
                </a:cubicBezTo>
                <a:cubicBezTo>
                  <a:pt x="4732740" y="29784"/>
                  <a:pt x="4736009" y="29284"/>
                  <a:pt x="4739732" y="29284"/>
                </a:cubicBezTo>
                <a:cubicBezTo>
                  <a:pt x="4741367" y="29284"/>
                  <a:pt x="4743001" y="29421"/>
                  <a:pt x="4744636" y="29692"/>
                </a:cubicBezTo>
                <a:cubicBezTo>
                  <a:pt x="4746270" y="29967"/>
                  <a:pt x="4747745" y="30307"/>
                  <a:pt x="4749062" y="30715"/>
                </a:cubicBezTo>
                <a:cubicBezTo>
                  <a:pt x="4750379" y="31124"/>
                  <a:pt x="4751491" y="31578"/>
                  <a:pt x="4752400" y="32078"/>
                </a:cubicBezTo>
                <a:cubicBezTo>
                  <a:pt x="4753354" y="32533"/>
                  <a:pt x="4754057" y="32941"/>
                  <a:pt x="4754511" y="33304"/>
                </a:cubicBezTo>
                <a:cubicBezTo>
                  <a:pt x="4755011" y="33667"/>
                  <a:pt x="4755329" y="33984"/>
                  <a:pt x="4755466" y="34256"/>
                </a:cubicBezTo>
                <a:cubicBezTo>
                  <a:pt x="4755646" y="34530"/>
                  <a:pt x="4755760" y="34847"/>
                  <a:pt x="4755806" y="35210"/>
                </a:cubicBezTo>
                <a:cubicBezTo>
                  <a:pt x="4755897" y="35527"/>
                  <a:pt x="4755963" y="35936"/>
                  <a:pt x="4756009" y="36436"/>
                </a:cubicBezTo>
                <a:cubicBezTo>
                  <a:pt x="4756100" y="36936"/>
                  <a:pt x="4756146" y="37548"/>
                  <a:pt x="4756146" y="38276"/>
                </a:cubicBezTo>
                <a:cubicBezTo>
                  <a:pt x="4756146" y="39048"/>
                  <a:pt x="4756100" y="39728"/>
                  <a:pt x="4756009" y="40319"/>
                </a:cubicBezTo>
                <a:cubicBezTo>
                  <a:pt x="4755963" y="40862"/>
                  <a:pt x="4755852" y="41317"/>
                  <a:pt x="4755669" y="41679"/>
                </a:cubicBezTo>
                <a:cubicBezTo>
                  <a:pt x="4755532" y="42042"/>
                  <a:pt x="4755351" y="42317"/>
                  <a:pt x="4755123" y="42497"/>
                </a:cubicBezTo>
                <a:cubicBezTo>
                  <a:pt x="4754897" y="42634"/>
                  <a:pt x="4754649" y="42702"/>
                  <a:pt x="4754374" y="42702"/>
                </a:cubicBezTo>
                <a:cubicBezTo>
                  <a:pt x="4753966" y="42702"/>
                  <a:pt x="4753377" y="42451"/>
                  <a:pt x="4752605" y="41954"/>
                </a:cubicBezTo>
                <a:cubicBezTo>
                  <a:pt x="4751831" y="41454"/>
                  <a:pt x="4750834" y="40931"/>
                  <a:pt x="4749608" y="40385"/>
                </a:cubicBezTo>
                <a:cubicBezTo>
                  <a:pt x="4748382" y="39796"/>
                  <a:pt x="4746928" y="39251"/>
                  <a:pt x="4745250" y="38751"/>
                </a:cubicBezTo>
                <a:cubicBezTo>
                  <a:pt x="4743616" y="38253"/>
                  <a:pt x="4741730" y="38002"/>
                  <a:pt x="4739595" y="38002"/>
                </a:cubicBezTo>
                <a:cubicBezTo>
                  <a:pt x="4737689" y="38002"/>
                  <a:pt x="4736009" y="38230"/>
                  <a:pt x="4734557" y="38685"/>
                </a:cubicBezTo>
                <a:cubicBezTo>
                  <a:pt x="4733103" y="39093"/>
                  <a:pt x="4731900" y="39705"/>
                  <a:pt x="4730946" y="40522"/>
                </a:cubicBezTo>
                <a:cubicBezTo>
                  <a:pt x="4730040" y="41294"/>
                  <a:pt x="4729334" y="42225"/>
                  <a:pt x="4728837" y="43314"/>
                </a:cubicBezTo>
                <a:cubicBezTo>
                  <a:pt x="4728382" y="44406"/>
                  <a:pt x="4728154" y="45586"/>
                  <a:pt x="4728154" y="46857"/>
                </a:cubicBezTo>
                <a:cubicBezTo>
                  <a:pt x="4728154" y="48626"/>
                  <a:pt x="4728608" y="50126"/>
                  <a:pt x="4729517" y="51352"/>
                </a:cubicBezTo>
                <a:cubicBezTo>
                  <a:pt x="4730426" y="52532"/>
                  <a:pt x="4731606" y="53575"/>
                  <a:pt x="4733057" y="54484"/>
                </a:cubicBezTo>
                <a:cubicBezTo>
                  <a:pt x="4734512" y="55393"/>
                  <a:pt x="4736169" y="56210"/>
                  <a:pt x="4738029" y="56936"/>
                </a:cubicBezTo>
                <a:cubicBezTo>
                  <a:pt x="4739892" y="57661"/>
                  <a:pt x="4741776" y="58410"/>
                  <a:pt x="4743681" y="59182"/>
                </a:cubicBezTo>
                <a:cubicBezTo>
                  <a:pt x="4745636" y="59956"/>
                  <a:pt x="4747542" y="60816"/>
                  <a:pt x="4749402" y="61771"/>
                </a:cubicBezTo>
                <a:cubicBezTo>
                  <a:pt x="4751311" y="62725"/>
                  <a:pt x="4752991" y="63882"/>
                  <a:pt x="4754443" y="65245"/>
                </a:cubicBezTo>
                <a:cubicBezTo>
                  <a:pt x="4755897" y="66605"/>
                  <a:pt x="4757055" y="68240"/>
                  <a:pt x="4757918" y="70149"/>
                </a:cubicBezTo>
                <a:cubicBezTo>
                  <a:pt x="4758823" y="72055"/>
                  <a:pt x="4759278" y="74324"/>
                  <a:pt x="4759278" y="76958"/>
                </a:cubicBezTo>
                <a:close/>
                <a:moveTo>
                  <a:pt x="4805658" y="89148"/>
                </a:moveTo>
                <a:cubicBezTo>
                  <a:pt x="4805658" y="90466"/>
                  <a:pt x="4805566" y="91509"/>
                  <a:pt x="4805386" y="92283"/>
                </a:cubicBezTo>
                <a:cubicBezTo>
                  <a:pt x="4805203" y="93054"/>
                  <a:pt x="4804932" y="93620"/>
                  <a:pt x="4804569" y="93983"/>
                </a:cubicBezTo>
                <a:cubicBezTo>
                  <a:pt x="4804203" y="94346"/>
                  <a:pt x="4803660" y="94689"/>
                  <a:pt x="4802935" y="95006"/>
                </a:cubicBezTo>
                <a:cubicBezTo>
                  <a:pt x="4802206" y="95323"/>
                  <a:pt x="4801366" y="95575"/>
                  <a:pt x="4800414" y="95755"/>
                </a:cubicBezTo>
                <a:cubicBezTo>
                  <a:pt x="4799506" y="95981"/>
                  <a:pt x="4798528" y="96163"/>
                  <a:pt x="4797485" y="96301"/>
                </a:cubicBezTo>
                <a:cubicBezTo>
                  <a:pt x="4796439" y="96435"/>
                  <a:pt x="4795396" y="96503"/>
                  <a:pt x="4794354" y="96503"/>
                </a:cubicBezTo>
                <a:cubicBezTo>
                  <a:pt x="4791173" y="96503"/>
                  <a:pt x="4788450" y="96095"/>
                  <a:pt x="4786181" y="95278"/>
                </a:cubicBezTo>
                <a:cubicBezTo>
                  <a:pt x="4783909" y="94415"/>
                  <a:pt x="4782046" y="93143"/>
                  <a:pt x="4780595" y="91466"/>
                </a:cubicBezTo>
                <a:cubicBezTo>
                  <a:pt x="4779143" y="89740"/>
                  <a:pt x="4778074" y="87582"/>
                  <a:pt x="4777394" y="84993"/>
                </a:cubicBezTo>
                <a:cubicBezTo>
                  <a:pt x="4776757" y="82362"/>
                  <a:pt x="4776440" y="79273"/>
                  <a:pt x="4776440" y="75732"/>
                </a:cubicBezTo>
                <a:lnTo>
                  <a:pt x="4776440" y="39911"/>
                </a:lnTo>
                <a:lnTo>
                  <a:pt x="4767859" y="39911"/>
                </a:lnTo>
                <a:cubicBezTo>
                  <a:pt x="4767179" y="39911"/>
                  <a:pt x="4766633" y="39545"/>
                  <a:pt x="4766224" y="38819"/>
                </a:cubicBezTo>
                <a:cubicBezTo>
                  <a:pt x="4765816" y="38093"/>
                  <a:pt x="4765613" y="36913"/>
                  <a:pt x="4765613" y="35279"/>
                </a:cubicBezTo>
                <a:cubicBezTo>
                  <a:pt x="4765613" y="34416"/>
                  <a:pt x="4765658" y="33690"/>
                  <a:pt x="4765747" y="33098"/>
                </a:cubicBezTo>
                <a:cubicBezTo>
                  <a:pt x="4765884" y="32510"/>
                  <a:pt x="4766044" y="32033"/>
                  <a:pt x="4766224" y="31670"/>
                </a:cubicBezTo>
                <a:cubicBezTo>
                  <a:pt x="4766407" y="31261"/>
                  <a:pt x="4766633" y="30987"/>
                  <a:pt x="4766907" y="30852"/>
                </a:cubicBezTo>
                <a:cubicBezTo>
                  <a:pt x="4767224" y="30670"/>
                  <a:pt x="4767564" y="30578"/>
                  <a:pt x="4767927" y="30578"/>
                </a:cubicBezTo>
                <a:lnTo>
                  <a:pt x="4776440" y="30578"/>
                </a:lnTo>
                <a:lnTo>
                  <a:pt x="4776440" y="16005"/>
                </a:lnTo>
                <a:cubicBezTo>
                  <a:pt x="4776440" y="15688"/>
                  <a:pt x="4776508" y="15390"/>
                  <a:pt x="4776646" y="15119"/>
                </a:cubicBezTo>
                <a:cubicBezTo>
                  <a:pt x="4776826" y="14848"/>
                  <a:pt x="4777123" y="14619"/>
                  <a:pt x="4777531" y="14439"/>
                </a:cubicBezTo>
                <a:cubicBezTo>
                  <a:pt x="4777986" y="14210"/>
                  <a:pt x="4778574" y="14053"/>
                  <a:pt x="4779300" y="13962"/>
                </a:cubicBezTo>
                <a:cubicBezTo>
                  <a:pt x="4780026" y="13870"/>
                  <a:pt x="4780935" y="13825"/>
                  <a:pt x="4782026" y="13825"/>
                </a:cubicBezTo>
                <a:cubicBezTo>
                  <a:pt x="4783161" y="13825"/>
                  <a:pt x="4784092" y="13870"/>
                  <a:pt x="4784818" y="13962"/>
                </a:cubicBezTo>
                <a:cubicBezTo>
                  <a:pt x="4785544" y="14053"/>
                  <a:pt x="4786112" y="14210"/>
                  <a:pt x="4786521" y="14439"/>
                </a:cubicBezTo>
                <a:cubicBezTo>
                  <a:pt x="4786930" y="14619"/>
                  <a:pt x="4787224" y="14848"/>
                  <a:pt x="4787407" y="15119"/>
                </a:cubicBezTo>
                <a:cubicBezTo>
                  <a:pt x="4787587" y="15390"/>
                  <a:pt x="4787678" y="15688"/>
                  <a:pt x="4787678" y="16005"/>
                </a:cubicBezTo>
                <a:lnTo>
                  <a:pt x="4787678" y="30578"/>
                </a:lnTo>
                <a:lnTo>
                  <a:pt x="4803409" y="30578"/>
                </a:lnTo>
                <a:cubicBezTo>
                  <a:pt x="4803775" y="30578"/>
                  <a:pt x="4804092" y="30670"/>
                  <a:pt x="4804363" y="30852"/>
                </a:cubicBezTo>
                <a:cubicBezTo>
                  <a:pt x="4804635" y="30987"/>
                  <a:pt x="4804863" y="31261"/>
                  <a:pt x="4805043" y="31670"/>
                </a:cubicBezTo>
                <a:cubicBezTo>
                  <a:pt x="4805272" y="32033"/>
                  <a:pt x="4805432" y="32510"/>
                  <a:pt x="4805521" y="33098"/>
                </a:cubicBezTo>
                <a:cubicBezTo>
                  <a:pt x="4805612" y="33690"/>
                  <a:pt x="4805658" y="34416"/>
                  <a:pt x="4805658" y="35279"/>
                </a:cubicBezTo>
                <a:cubicBezTo>
                  <a:pt x="4805658" y="36913"/>
                  <a:pt x="4805452" y="38093"/>
                  <a:pt x="4805043" y="38819"/>
                </a:cubicBezTo>
                <a:cubicBezTo>
                  <a:pt x="4804635" y="39545"/>
                  <a:pt x="4804092" y="39911"/>
                  <a:pt x="4803409" y="39911"/>
                </a:cubicBezTo>
                <a:lnTo>
                  <a:pt x="4787678" y="39911"/>
                </a:lnTo>
                <a:lnTo>
                  <a:pt x="4787678" y="74098"/>
                </a:lnTo>
                <a:cubicBezTo>
                  <a:pt x="4787678" y="78321"/>
                  <a:pt x="4788290" y="81522"/>
                  <a:pt x="4789516" y="83702"/>
                </a:cubicBezTo>
                <a:cubicBezTo>
                  <a:pt x="4790787" y="85834"/>
                  <a:pt x="4793036" y="86902"/>
                  <a:pt x="4796259" y="86902"/>
                </a:cubicBezTo>
                <a:cubicBezTo>
                  <a:pt x="4797302" y="86902"/>
                  <a:pt x="4798234" y="86811"/>
                  <a:pt x="4799051" y="86628"/>
                </a:cubicBezTo>
                <a:cubicBezTo>
                  <a:pt x="4799868" y="86402"/>
                  <a:pt x="4800594" y="86174"/>
                  <a:pt x="4801232" y="85948"/>
                </a:cubicBezTo>
                <a:cubicBezTo>
                  <a:pt x="4801866" y="85722"/>
                  <a:pt x="4802412" y="85516"/>
                  <a:pt x="4802866" y="85336"/>
                </a:cubicBezTo>
                <a:cubicBezTo>
                  <a:pt x="4803320" y="85108"/>
                  <a:pt x="4803729" y="84993"/>
                  <a:pt x="4804092" y="84993"/>
                </a:cubicBezTo>
                <a:cubicBezTo>
                  <a:pt x="4804318" y="84993"/>
                  <a:pt x="4804523" y="85062"/>
                  <a:pt x="4804703" y="85199"/>
                </a:cubicBezTo>
                <a:cubicBezTo>
                  <a:pt x="4804932" y="85291"/>
                  <a:pt x="4805089" y="85494"/>
                  <a:pt x="4805181" y="85811"/>
                </a:cubicBezTo>
                <a:cubicBezTo>
                  <a:pt x="4805318" y="86131"/>
                  <a:pt x="4805432" y="86562"/>
                  <a:pt x="4805521" y="87105"/>
                </a:cubicBezTo>
                <a:cubicBezTo>
                  <a:pt x="4805612" y="87651"/>
                  <a:pt x="4805658" y="88331"/>
                  <a:pt x="4805658" y="89148"/>
                </a:cubicBezTo>
                <a:close/>
                <a:moveTo>
                  <a:pt x="4835350" y="85608"/>
                </a:moveTo>
                <a:cubicBezTo>
                  <a:pt x="4835350" y="87014"/>
                  <a:pt x="4835284" y="88308"/>
                  <a:pt x="4835147" y="89488"/>
                </a:cubicBezTo>
                <a:cubicBezTo>
                  <a:pt x="4835010" y="90668"/>
                  <a:pt x="4834784" y="91783"/>
                  <a:pt x="4834464" y="92826"/>
                </a:cubicBezTo>
                <a:cubicBezTo>
                  <a:pt x="4834147" y="93872"/>
                  <a:pt x="4833716" y="94892"/>
                  <a:pt x="4833173" y="95892"/>
                </a:cubicBezTo>
                <a:cubicBezTo>
                  <a:pt x="4832673" y="96935"/>
                  <a:pt x="4832035" y="98027"/>
                  <a:pt x="4831264" y="99161"/>
                </a:cubicBezTo>
                <a:lnTo>
                  <a:pt x="4821934" y="113188"/>
                </a:lnTo>
                <a:cubicBezTo>
                  <a:pt x="4821708" y="113508"/>
                  <a:pt x="4821434" y="113780"/>
                  <a:pt x="4821117" y="114006"/>
                </a:cubicBezTo>
                <a:cubicBezTo>
                  <a:pt x="4820845" y="114234"/>
                  <a:pt x="4820482" y="114437"/>
                  <a:pt x="4820028" y="114620"/>
                </a:cubicBezTo>
                <a:cubicBezTo>
                  <a:pt x="4819620" y="114803"/>
                  <a:pt x="4819119" y="114914"/>
                  <a:pt x="4818528" y="114960"/>
                </a:cubicBezTo>
                <a:cubicBezTo>
                  <a:pt x="4817985" y="115052"/>
                  <a:pt x="4817279" y="115097"/>
                  <a:pt x="4816419" y="115097"/>
                </a:cubicBezTo>
                <a:cubicBezTo>
                  <a:pt x="4815645" y="115097"/>
                  <a:pt x="4814988" y="115052"/>
                  <a:pt x="4814442" y="114960"/>
                </a:cubicBezTo>
                <a:cubicBezTo>
                  <a:pt x="4813945" y="114914"/>
                  <a:pt x="4813579" y="114803"/>
                  <a:pt x="4813353" y="114620"/>
                </a:cubicBezTo>
                <a:cubicBezTo>
                  <a:pt x="4813127" y="114483"/>
                  <a:pt x="4812990" y="114280"/>
                  <a:pt x="4812944" y="114006"/>
                </a:cubicBezTo>
                <a:cubicBezTo>
                  <a:pt x="4812944" y="113734"/>
                  <a:pt x="4813036" y="113417"/>
                  <a:pt x="4813216" y="113054"/>
                </a:cubicBezTo>
                <a:lnTo>
                  <a:pt x="4822274" y="94326"/>
                </a:lnTo>
                <a:lnTo>
                  <a:pt x="4822274" y="85608"/>
                </a:lnTo>
                <a:cubicBezTo>
                  <a:pt x="4822274" y="84382"/>
                  <a:pt x="4822388" y="83405"/>
                  <a:pt x="4822617" y="82679"/>
                </a:cubicBezTo>
                <a:cubicBezTo>
                  <a:pt x="4822888" y="81953"/>
                  <a:pt x="4823297" y="81407"/>
                  <a:pt x="4823843" y="81044"/>
                </a:cubicBezTo>
                <a:cubicBezTo>
                  <a:pt x="4824386" y="80682"/>
                  <a:pt x="4825069" y="80430"/>
                  <a:pt x="4825886" y="80296"/>
                </a:cubicBezTo>
                <a:cubicBezTo>
                  <a:pt x="4826703" y="80159"/>
                  <a:pt x="4827701" y="80090"/>
                  <a:pt x="4828881" y="80090"/>
                </a:cubicBezTo>
                <a:cubicBezTo>
                  <a:pt x="4830015" y="80090"/>
                  <a:pt x="4830992" y="80159"/>
                  <a:pt x="4831810" y="80296"/>
                </a:cubicBezTo>
                <a:cubicBezTo>
                  <a:pt x="4832627" y="80430"/>
                  <a:pt x="4833284" y="80682"/>
                  <a:pt x="4833784" y="81044"/>
                </a:cubicBezTo>
                <a:cubicBezTo>
                  <a:pt x="4834330" y="81407"/>
                  <a:pt x="4834716" y="81953"/>
                  <a:pt x="4834941" y="82679"/>
                </a:cubicBezTo>
                <a:cubicBezTo>
                  <a:pt x="4835216" y="83405"/>
                  <a:pt x="4835350" y="84382"/>
                  <a:pt x="4835350" y="85608"/>
                </a:cubicBezTo>
                <a:close/>
                <a:moveTo>
                  <a:pt x="4933014" y="93712"/>
                </a:moveTo>
                <a:cubicBezTo>
                  <a:pt x="4933014" y="94257"/>
                  <a:pt x="4932831" y="94666"/>
                  <a:pt x="4932468" y="94938"/>
                </a:cubicBezTo>
                <a:cubicBezTo>
                  <a:pt x="4932105" y="95209"/>
                  <a:pt x="4931605" y="95415"/>
                  <a:pt x="4930971" y="95552"/>
                </a:cubicBezTo>
                <a:cubicBezTo>
                  <a:pt x="4930333" y="95686"/>
                  <a:pt x="4929405" y="95755"/>
                  <a:pt x="4928179" y="95755"/>
                </a:cubicBezTo>
                <a:cubicBezTo>
                  <a:pt x="4926996" y="95755"/>
                  <a:pt x="4926044" y="95686"/>
                  <a:pt x="4925318" y="95552"/>
                </a:cubicBezTo>
                <a:cubicBezTo>
                  <a:pt x="4924636" y="95415"/>
                  <a:pt x="4924135" y="95209"/>
                  <a:pt x="4923818" y="94938"/>
                </a:cubicBezTo>
                <a:cubicBezTo>
                  <a:pt x="4923501" y="94666"/>
                  <a:pt x="4923341" y="94257"/>
                  <a:pt x="4923341" y="93712"/>
                </a:cubicBezTo>
                <a:lnTo>
                  <a:pt x="4923341" y="87582"/>
                </a:lnTo>
                <a:cubicBezTo>
                  <a:pt x="4920664" y="90443"/>
                  <a:pt x="4917666" y="92669"/>
                  <a:pt x="4914351" y="94257"/>
                </a:cubicBezTo>
                <a:cubicBezTo>
                  <a:pt x="4911082" y="95846"/>
                  <a:pt x="4907611" y="96641"/>
                  <a:pt x="4903933" y="96641"/>
                </a:cubicBezTo>
                <a:cubicBezTo>
                  <a:pt x="4900710" y="96641"/>
                  <a:pt x="4897781" y="96209"/>
                  <a:pt x="4895146" y="95346"/>
                </a:cubicBezTo>
                <a:cubicBezTo>
                  <a:pt x="4892560" y="94529"/>
                  <a:pt x="4890334" y="93326"/>
                  <a:pt x="4888474" y="91737"/>
                </a:cubicBezTo>
                <a:cubicBezTo>
                  <a:pt x="4886656" y="90148"/>
                  <a:pt x="4885228" y="88197"/>
                  <a:pt x="4884182" y="85879"/>
                </a:cubicBezTo>
                <a:cubicBezTo>
                  <a:pt x="4883185" y="83565"/>
                  <a:pt x="4882685" y="80930"/>
                  <a:pt x="4882685" y="77978"/>
                </a:cubicBezTo>
                <a:cubicBezTo>
                  <a:pt x="4882685" y="74529"/>
                  <a:pt x="4883387" y="71532"/>
                  <a:pt x="4884796" y="68989"/>
                </a:cubicBezTo>
                <a:cubicBezTo>
                  <a:pt x="4886202" y="66448"/>
                  <a:pt x="4888222" y="64337"/>
                  <a:pt x="4890857" y="62656"/>
                </a:cubicBezTo>
                <a:cubicBezTo>
                  <a:pt x="4893489" y="60976"/>
                  <a:pt x="4896712" y="59727"/>
                  <a:pt x="4900527" y="58910"/>
                </a:cubicBezTo>
                <a:cubicBezTo>
                  <a:pt x="4904342" y="58047"/>
                  <a:pt x="4908631" y="57616"/>
                  <a:pt x="4913400" y="57616"/>
                </a:cubicBezTo>
                <a:lnTo>
                  <a:pt x="4921844" y="57616"/>
                </a:lnTo>
                <a:lnTo>
                  <a:pt x="4921844" y="52849"/>
                </a:lnTo>
                <a:cubicBezTo>
                  <a:pt x="4921844" y="50489"/>
                  <a:pt x="4921595" y="48400"/>
                  <a:pt x="4921095" y="46583"/>
                </a:cubicBezTo>
                <a:cubicBezTo>
                  <a:pt x="4920595" y="44768"/>
                  <a:pt x="4919778" y="43268"/>
                  <a:pt x="4918643" y="42088"/>
                </a:cubicBezTo>
                <a:cubicBezTo>
                  <a:pt x="4917555" y="40862"/>
                  <a:pt x="4916123" y="39954"/>
                  <a:pt x="4914351" y="39365"/>
                </a:cubicBezTo>
                <a:cubicBezTo>
                  <a:pt x="4912583" y="38728"/>
                  <a:pt x="4910402" y="38411"/>
                  <a:pt x="4907813" y="38411"/>
                </a:cubicBezTo>
                <a:cubicBezTo>
                  <a:pt x="4905044" y="38411"/>
                  <a:pt x="4902547" y="38751"/>
                  <a:pt x="4900324" y="39433"/>
                </a:cubicBezTo>
                <a:cubicBezTo>
                  <a:pt x="4898144" y="40068"/>
                  <a:pt x="4896215" y="40794"/>
                  <a:pt x="4894535" y="41611"/>
                </a:cubicBezTo>
                <a:cubicBezTo>
                  <a:pt x="4892900" y="42382"/>
                  <a:pt x="4891514" y="43111"/>
                  <a:pt x="4890380" y="43791"/>
                </a:cubicBezTo>
                <a:cubicBezTo>
                  <a:pt x="4889291" y="44426"/>
                  <a:pt x="4888474" y="44746"/>
                  <a:pt x="4887928" y="44746"/>
                </a:cubicBezTo>
                <a:cubicBezTo>
                  <a:pt x="4887565" y="44746"/>
                  <a:pt x="4887248" y="44654"/>
                  <a:pt x="4886974" y="44471"/>
                </a:cubicBezTo>
                <a:cubicBezTo>
                  <a:pt x="4886702" y="44291"/>
                  <a:pt x="4886454" y="44017"/>
                  <a:pt x="4886225" y="43654"/>
                </a:cubicBezTo>
                <a:cubicBezTo>
                  <a:pt x="4886045" y="43291"/>
                  <a:pt x="4885908" y="42837"/>
                  <a:pt x="4885816" y="42294"/>
                </a:cubicBezTo>
                <a:cubicBezTo>
                  <a:pt x="4885725" y="41702"/>
                  <a:pt x="4885679" y="41068"/>
                  <a:pt x="4885679" y="40385"/>
                </a:cubicBezTo>
                <a:cubicBezTo>
                  <a:pt x="4885679" y="39251"/>
                  <a:pt x="4885748" y="38365"/>
                  <a:pt x="4885885" y="37730"/>
                </a:cubicBezTo>
                <a:cubicBezTo>
                  <a:pt x="4886065" y="37047"/>
                  <a:pt x="4886451" y="36413"/>
                  <a:pt x="4887042" y="35822"/>
                </a:cubicBezTo>
                <a:cubicBezTo>
                  <a:pt x="4887679" y="35233"/>
                  <a:pt x="4888745" y="34553"/>
                  <a:pt x="4890243" y="33779"/>
                </a:cubicBezTo>
                <a:cubicBezTo>
                  <a:pt x="4891743" y="32961"/>
                  <a:pt x="4893466" y="32235"/>
                  <a:pt x="4895420" y="31601"/>
                </a:cubicBezTo>
                <a:cubicBezTo>
                  <a:pt x="4897372" y="30918"/>
                  <a:pt x="4899507" y="30375"/>
                  <a:pt x="4901821" y="29967"/>
                </a:cubicBezTo>
                <a:cubicBezTo>
                  <a:pt x="4904136" y="29512"/>
                  <a:pt x="4906476" y="29284"/>
                  <a:pt x="4908836" y="29284"/>
                </a:cubicBezTo>
                <a:cubicBezTo>
                  <a:pt x="4913240" y="29284"/>
                  <a:pt x="4916986" y="29784"/>
                  <a:pt x="4920072" y="30784"/>
                </a:cubicBezTo>
                <a:cubicBezTo>
                  <a:pt x="4923161" y="31781"/>
                  <a:pt x="4925658" y="33258"/>
                  <a:pt x="4927564" y="35210"/>
                </a:cubicBezTo>
                <a:cubicBezTo>
                  <a:pt x="4929470" y="37116"/>
                  <a:pt x="4930856" y="39502"/>
                  <a:pt x="4931719" y="42362"/>
                </a:cubicBezTo>
                <a:cubicBezTo>
                  <a:pt x="4932582" y="45223"/>
                  <a:pt x="4933014" y="48557"/>
                  <a:pt x="4933014" y="52372"/>
                </a:cubicBezTo>
                <a:lnTo>
                  <a:pt x="4933014" y="93712"/>
                </a:lnTo>
                <a:close/>
                <a:moveTo>
                  <a:pt x="4921844" y="65720"/>
                </a:moveTo>
                <a:lnTo>
                  <a:pt x="4912243" y="65720"/>
                </a:lnTo>
                <a:cubicBezTo>
                  <a:pt x="4909154" y="65720"/>
                  <a:pt x="4906473" y="65994"/>
                  <a:pt x="4904204" y="66537"/>
                </a:cubicBezTo>
                <a:cubicBezTo>
                  <a:pt x="4901936" y="67037"/>
                  <a:pt x="4900050" y="67808"/>
                  <a:pt x="4898552" y="68854"/>
                </a:cubicBezTo>
                <a:cubicBezTo>
                  <a:pt x="4897055" y="69852"/>
                  <a:pt x="4895940" y="71077"/>
                  <a:pt x="4895215" y="72532"/>
                </a:cubicBezTo>
                <a:cubicBezTo>
                  <a:pt x="4894535" y="73938"/>
                  <a:pt x="4894195" y="75572"/>
                  <a:pt x="4894195" y="77435"/>
                </a:cubicBezTo>
                <a:cubicBezTo>
                  <a:pt x="4894195" y="80613"/>
                  <a:pt x="4895192" y="83156"/>
                  <a:pt x="4897189" y="85062"/>
                </a:cubicBezTo>
                <a:cubicBezTo>
                  <a:pt x="4899232" y="86925"/>
                  <a:pt x="4902070" y="87854"/>
                  <a:pt x="4905702" y="87854"/>
                </a:cubicBezTo>
                <a:cubicBezTo>
                  <a:pt x="4908654" y="87854"/>
                  <a:pt x="4911380" y="87105"/>
                  <a:pt x="4913877" y="85608"/>
                </a:cubicBezTo>
                <a:cubicBezTo>
                  <a:pt x="4916417" y="84111"/>
                  <a:pt x="4919075" y="81816"/>
                  <a:pt x="4921844" y="78730"/>
                </a:cubicBezTo>
                <a:lnTo>
                  <a:pt x="4921844" y="65720"/>
                </a:lnTo>
                <a:close/>
                <a:moveTo>
                  <a:pt x="5006429" y="93643"/>
                </a:moveTo>
                <a:cubicBezTo>
                  <a:pt x="5006429" y="94006"/>
                  <a:pt x="5006340" y="94326"/>
                  <a:pt x="5006157" y="94598"/>
                </a:cubicBezTo>
                <a:cubicBezTo>
                  <a:pt x="5005974" y="94823"/>
                  <a:pt x="5005680" y="95029"/>
                  <a:pt x="5005271" y="95209"/>
                </a:cubicBezTo>
                <a:cubicBezTo>
                  <a:pt x="5004863" y="95392"/>
                  <a:pt x="5004297" y="95529"/>
                  <a:pt x="5003568" y="95618"/>
                </a:cubicBezTo>
                <a:cubicBezTo>
                  <a:pt x="5002842" y="95709"/>
                  <a:pt x="5001934" y="95755"/>
                  <a:pt x="5000845" y="95755"/>
                </a:cubicBezTo>
                <a:cubicBezTo>
                  <a:pt x="4999711" y="95755"/>
                  <a:pt x="4998779" y="95709"/>
                  <a:pt x="4998053" y="95618"/>
                </a:cubicBezTo>
                <a:cubicBezTo>
                  <a:pt x="4997327" y="95529"/>
                  <a:pt x="4996759" y="95392"/>
                  <a:pt x="4996350" y="95209"/>
                </a:cubicBezTo>
                <a:cubicBezTo>
                  <a:pt x="4995942" y="95029"/>
                  <a:pt x="4995647" y="94823"/>
                  <a:pt x="4995464" y="94598"/>
                </a:cubicBezTo>
                <a:cubicBezTo>
                  <a:pt x="4995284" y="94326"/>
                  <a:pt x="4995193" y="94006"/>
                  <a:pt x="4995193" y="93643"/>
                </a:cubicBezTo>
                <a:lnTo>
                  <a:pt x="4995193" y="57753"/>
                </a:lnTo>
                <a:cubicBezTo>
                  <a:pt x="4995193" y="54255"/>
                  <a:pt x="4994921" y="51441"/>
                  <a:pt x="4994376" y="49309"/>
                </a:cubicBezTo>
                <a:cubicBezTo>
                  <a:pt x="4993830" y="47174"/>
                  <a:pt x="4993035" y="45334"/>
                  <a:pt x="4991992" y="43791"/>
                </a:cubicBezTo>
                <a:cubicBezTo>
                  <a:pt x="4990947" y="42248"/>
                  <a:pt x="4989586" y="41068"/>
                  <a:pt x="4987906" y="40251"/>
                </a:cubicBezTo>
                <a:cubicBezTo>
                  <a:pt x="4986272" y="39433"/>
                  <a:pt x="4984363" y="39025"/>
                  <a:pt x="4982186" y="39025"/>
                </a:cubicBezTo>
                <a:cubicBezTo>
                  <a:pt x="4979368" y="39025"/>
                  <a:pt x="4976553" y="40022"/>
                  <a:pt x="4973739" y="42020"/>
                </a:cubicBezTo>
                <a:cubicBezTo>
                  <a:pt x="4970924" y="44017"/>
                  <a:pt x="4967972" y="46946"/>
                  <a:pt x="4964886" y="50806"/>
                </a:cubicBezTo>
                <a:lnTo>
                  <a:pt x="4964886" y="93643"/>
                </a:lnTo>
                <a:cubicBezTo>
                  <a:pt x="4964886" y="94006"/>
                  <a:pt x="4964795" y="94326"/>
                  <a:pt x="4964615" y="94598"/>
                </a:cubicBezTo>
                <a:cubicBezTo>
                  <a:pt x="4964432" y="94823"/>
                  <a:pt x="4964138" y="95029"/>
                  <a:pt x="4963729" y="95209"/>
                </a:cubicBezTo>
                <a:cubicBezTo>
                  <a:pt x="4963320" y="95392"/>
                  <a:pt x="4962752" y="95529"/>
                  <a:pt x="4962026" y="95618"/>
                </a:cubicBezTo>
                <a:cubicBezTo>
                  <a:pt x="4961300" y="95709"/>
                  <a:pt x="4960369" y="95755"/>
                  <a:pt x="4959234" y="95755"/>
                </a:cubicBezTo>
                <a:cubicBezTo>
                  <a:pt x="4958143" y="95755"/>
                  <a:pt x="4957237" y="95709"/>
                  <a:pt x="4956508" y="95618"/>
                </a:cubicBezTo>
                <a:cubicBezTo>
                  <a:pt x="4955782" y="95529"/>
                  <a:pt x="4955194" y="95392"/>
                  <a:pt x="4954739" y="95209"/>
                </a:cubicBezTo>
                <a:cubicBezTo>
                  <a:pt x="4954331" y="95029"/>
                  <a:pt x="4954033" y="94823"/>
                  <a:pt x="4953853" y="94598"/>
                </a:cubicBezTo>
                <a:cubicBezTo>
                  <a:pt x="4953716" y="94326"/>
                  <a:pt x="4953648" y="94006"/>
                  <a:pt x="4953648" y="93643"/>
                </a:cubicBezTo>
                <a:lnTo>
                  <a:pt x="4953648" y="32350"/>
                </a:lnTo>
                <a:cubicBezTo>
                  <a:pt x="4953648" y="31987"/>
                  <a:pt x="4953716" y="31693"/>
                  <a:pt x="4953853" y="31464"/>
                </a:cubicBezTo>
                <a:cubicBezTo>
                  <a:pt x="4953988" y="31192"/>
                  <a:pt x="4954262" y="30964"/>
                  <a:pt x="4954671" y="30784"/>
                </a:cubicBezTo>
                <a:cubicBezTo>
                  <a:pt x="4955079" y="30555"/>
                  <a:pt x="4955602" y="30421"/>
                  <a:pt x="4956237" y="30375"/>
                </a:cubicBezTo>
                <a:cubicBezTo>
                  <a:pt x="4956871" y="30284"/>
                  <a:pt x="4957714" y="30238"/>
                  <a:pt x="4958757" y="30238"/>
                </a:cubicBezTo>
                <a:cubicBezTo>
                  <a:pt x="4959754" y="30238"/>
                  <a:pt x="4960571" y="30284"/>
                  <a:pt x="4961209" y="30375"/>
                </a:cubicBezTo>
                <a:cubicBezTo>
                  <a:pt x="4961889" y="30421"/>
                  <a:pt x="4962412" y="30555"/>
                  <a:pt x="4962775" y="30784"/>
                </a:cubicBezTo>
                <a:cubicBezTo>
                  <a:pt x="4963137" y="30964"/>
                  <a:pt x="4963389" y="31192"/>
                  <a:pt x="4963523" y="31464"/>
                </a:cubicBezTo>
                <a:cubicBezTo>
                  <a:pt x="4963706" y="31693"/>
                  <a:pt x="4963798" y="31987"/>
                  <a:pt x="4963798" y="32350"/>
                </a:cubicBezTo>
                <a:lnTo>
                  <a:pt x="4963798" y="40454"/>
                </a:lnTo>
                <a:cubicBezTo>
                  <a:pt x="4967247" y="36596"/>
                  <a:pt x="4970676" y="33779"/>
                  <a:pt x="4974079" y="32010"/>
                </a:cubicBezTo>
                <a:cubicBezTo>
                  <a:pt x="4977531" y="30192"/>
                  <a:pt x="4981003" y="29284"/>
                  <a:pt x="4984500" y="29284"/>
                </a:cubicBezTo>
                <a:cubicBezTo>
                  <a:pt x="4988586" y="29284"/>
                  <a:pt x="4992015" y="29989"/>
                  <a:pt x="4994784" y="31395"/>
                </a:cubicBezTo>
                <a:cubicBezTo>
                  <a:pt x="4997599" y="32758"/>
                  <a:pt x="4999868" y="34596"/>
                  <a:pt x="5001594" y="36913"/>
                </a:cubicBezTo>
                <a:cubicBezTo>
                  <a:pt x="5003320" y="39228"/>
                  <a:pt x="5004545" y="41954"/>
                  <a:pt x="5005271" y="45086"/>
                </a:cubicBezTo>
                <a:cubicBezTo>
                  <a:pt x="5006043" y="48172"/>
                  <a:pt x="5006429" y="51895"/>
                  <a:pt x="5006429" y="56256"/>
                </a:cubicBezTo>
                <a:lnTo>
                  <a:pt x="5006429" y="93643"/>
                </a:lnTo>
                <a:close/>
                <a:moveTo>
                  <a:pt x="5079438" y="93643"/>
                </a:moveTo>
                <a:cubicBezTo>
                  <a:pt x="5079438" y="94006"/>
                  <a:pt x="5079346" y="94326"/>
                  <a:pt x="5079166" y="94598"/>
                </a:cubicBezTo>
                <a:cubicBezTo>
                  <a:pt x="5079029" y="94869"/>
                  <a:pt x="5078758" y="95098"/>
                  <a:pt x="5078349" y="95278"/>
                </a:cubicBezTo>
                <a:cubicBezTo>
                  <a:pt x="5077983" y="95415"/>
                  <a:pt x="5077486" y="95529"/>
                  <a:pt x="5076849" y="95618"/>
                </a:cubicBezTo>
                <a:cubicBezTo>
                  <a:pt x="5076214" y="95709"/>
                  <a:pt x="5075443" y="95755"/>
                  <a:pt x="5074534" y="95755"/>
                </a:cubicBezTo>
                <a:cubicBezTo>
                  <a:pt x="5073580" y="95755"/>
                  <a:pt x="5072785" y="95709"/>
                  <a:pt x="5072151" y="95618"/>
                </a:cubicBezTo>
                <a:cubicBezTo>
                  <a:pt x="5071514" y="95529"/>
                  <a:pt x="5070994" y="95415"/>
                  <a:pt x="5070585" y="95278"/>
                </a:cubicBezTo>
                <a:cubicBezTo>
                  <a:pt x="5070177" y="95098"/>
                  <a:pt x="5069879" y="94869"/>
                  <a:pt x="5069699" y="94598"/>
                </a:cubicBezTo>
                <a:cubicBezTo>
                  <a:pt x="5069516" y="94326"/>
                  <a:pt x="5069425" y="94006"/>
                  <a:pt x="5069425" y="93643"/>
                </a:cubicBezTo>
                <a:lnTo>
                  <a:pt x="5069425" y="85539"/>
                </a:lnTo>
                <a:cubicBezTo>
                  <a:pt x="5066202" y="89034"/>
                  <a:pt x="5062841" y="91760"/>
                  <a:pt x="5059347" y="93712"/>
                </a:cubicBezTo>
                <a:cubicBezTo>
                  <a:pt x="5055898" y="95663"/>
                  <a:pt x="5052106" y="96641"/>
                  <a:pt x="5047974" y="96641"/>
                </a:cubicBezTo>
                <a:cubicBezTo>
                  <a:pt x="5043479" y="96641"/>
                  <a:pt x="5039641" y="95778"/>
                  <a:pt x="5036464" y="94052"/>
                </a:cubicBezTo>
                <a:cubicBezTo>
                  <a:pt x="5033286" y="92283"/>
                  <a:pt x="5030697" y="89920"/>
                  <a:pt x="5028700" y="86971"/>
                </a:cubicBezTo>
                <a:cubicBezTo>
                  <a:pt x="5026748" y="83973"/>
                  <a:pt x="5025317" y="80476"/>
                  <a:pt x="5024408" y="76481"/>
                </a:cubicBezTo>
                <a:cubicBezTo>
                  <a:pt x="5023502" y="72440"/>
                  <a:pt x="5023048" y="68194"/>
                  <a:pt x="5023048" y="63745"/>
                </a:cubicBezTo>
                <a:cubicBezTo>
                  <a:pt x="5023048" y="58479"/>
                  <a:pt x="5023614" y="53735"/>
                  <a:pt x="5024751" y="49512"/>
                </a:cubicBezTo>
                <a:cubicBezTo>
                  <a:pt x="5025885" y="45243"/>
                  <a:pt x="5027566" y="41611"/>
                  <a:pt x="5029789" y="38616"/>
                </a:cubicBezTo>
                <a:cubicBezTo>
                  <a:pt x="5032015" y="35619"/>
                  <a:pt x="5034761" y="33327"/>
                  <a:pt x="5038030" y="31735"/>
                </a:cubicBezTo>
                <a:cubicBezTo>
                  <a:pt x="5041344" y="30101"/>
                  <a:pt x="5045159" y="29284"/>
                  <a:pt x="5049471" y="29284"/>
                </a:cubicBezTo>
                <a:cubicBezTo>
                  <a:pt x="5053057" y="29284"/>
                  <a:pt x="5056326" y="30081"/>
                  <a:pt x="5059278" y="31670"/>
                </a:cubicBezTo>
                <a:cubicBezTo>
                  <a:pt x="5062276" y="33213"/>
                  <a:pt x="5065227" y="35504"/>
                  <a:pt x="5068133" y="38548"/>
                </a:cubicBezTo>
                <a:lnTo>
                  <a:pt x="5068133" y="2929"/>
                </a:lnTo>
                <a:cubicBezTo>
                  <a:pt x="5068133" y="2612"/>
                  <a:pt x="5068199" y="2315"/>
                  <a:pt x="5068336" y="2043"/>
                </a:cubicBezTo>
                <a:cubicBezTo>
                  <a:pt x="5068519" y="1726"/>
                  <a:pt x="5068836" y="1497"/>
                  <a:pt x="5069291" y="1363"/>
                </a:cubicBezTo>
                <a:cubicBezTo>
                  <a:pt x="5069745" y="1180"/>
                  <a:pt x="5070311" y="1043"/>
                  <a:pt x="5070994" y="954"/>
                </a:cubicBezTo>
                <a:cubicBezTo>
                  <a:pt x="5071720" y="817"/>
                  <a:pt x="5072628" y="749"/>
                  <a:pt x="5073717" y="749"/>
                </a:cubicBezTo>
                <a:cubicBezTo>
                  <a:pt x="5074851" y="749"/>
                  <a:pt x="5075783" y="817"/>
                  <a:pt x="5076509" y="954"/>
                </a:cubicBezTo>
                <a:cubicBezTo>
                  <a:pt x="5077235" y="1043"/>
                  <a:pt x="5077803" y="1180"/>
                  <a:pt x="5078212" y="1363"/>
                </a:cubicBezTo>
                <a:cubicBezTo>
                  <a:pt x="5078620" y="1497"/>
                  <a:pt x="5078915" y="1726"/>
                  <a:pt x="5079098" y="2043"/>
                </a:cubicBezTo>
                <a:cubicBezTo>
                  <a:pt x="5079323" y="2315"/>
                  <a:pt x="5079438" y="2612"/>
                  <a:pt x="5079438" y="2929"/>
                </a:cubicBezTo>
                <a:lnTo>
                  <a:pt x="5079438" y="93643"/>
                </a:lnTo>
                <a:close/>
                <a:moveTo>
                  <a:pt x="5068133" y="50535"/>
                </a:moveTo>
                <a:cubicBezTo>
                  <a:pt x="5065090" y="46766"/>
                  <a:pt x="5062138" y="43905"/>
                  <a:pt x="5059278" y="41954"/>
                </a:cubicBezTo>
                <a:cubicBezTo>
                  <a:pt x="5056463" y="39954"/>
                  <a:pt x="5053512" y="38956"/>
                  <a:pt x="5050426" y="38956"/>
                </a:cubicBezTo>
                <a:cubicBezTo>
                  <a:pt x="5047565" y="38956"/>
                  <a:pt x="5045136" y="39636"/>
                  <a:pt x="5043139" y="40999"/>
                </a:cubicBezTo>
                <a:cubicBezTo>
                  <a:pt x="5041141" y="42362"/>
                  <a:pt x="5039507" y="44154"/>
                  <a:pt x="5038235" y="46380"/>
                </a:cubicBezTo>
                <a:cubicBezTo>
                  <a:pt x="5037010" y="48603"/>
                  <a:pt x="5036101" y="51124"/>
                  <a:pt x="5035509" y="53938"/>
                </a:cubicBezTo>
                <a:cubicBezTo>
                  <a:pt x="5034966" y="56753"/>
                  <a:pt x="5034692" y="59613"/>
                  <a:pt x="5034692" y="62519"/>
                </a:cubicBezTo>
                <a:cubicBezTo>
                  <a:pt x="5034692" y="65608"/>
                  <a:pt x="5034921" y="68626"/>
                  <a:pt x="5035375" y="71578"/>
                </a:cubicBezTo>
                <a:cubicBezTo>
                  <a:pt x="5035872" y="74529"/>
                  <a:pt x="5036715" y="77161"/>
                  <a:pt x="5037893" y="79479"/>
                </a:cubicBezTo>
                <a:cubicBezTo>
                  <a:pt x="5039076" y="81747"/>
                  <a:pt x="5040641" y="83588"/>
                  <a:pt x="5042593" y="84993"/>
                </a:cubicBezTo>
                <a:cubicBezTo>
                  <a:pt x="5044545" y="86357"/>
                  <a:pt x="5046997" y="87037"/>
                  <a:pt x="5049948" y="87037"/>
                </a:cubicBezTo>
                <a:cubicBezTo>
                  <a:pt x="5051446" y="87037"/>
                  <a:pt x="5052877" y="86834"/>
                  <a:pt x="5054240" y="86425"/>
                </a:cubicBezTo>
                <a:cubicBezTo>
                  <a:pt x="5055646" y="86016"/>
                  <a:pt x="5057078" y="85336"/>
                  <a:pt x="5058529" y="84382"/>
                </a:cubicBezTo>
                <a:cubicBezTo>
                  <a:pt x="5059984" y="83428"/>
                  <a:pt x="5061504" y="82202"/>
                  <a:pt x="5063093" y="80704"/>
                </a:cubicBezTo>
                <a:cubicBezTo>
                  <a:pt x="5064682" y="79161"/>
                  <a:pt x="5066362" y="77275"/>
                  <a:pt x="5068133" y="75052"/>
                </a:cubicBezTo>
                <a:lnTo>
                  <a:pt x="5068133" y="50535"/>
                </a:lnTo>
                <a:close/>
                <a:moveTo>
                  <a:pt x="5170220" y="76958"/>
                </a:moveTo>
                <a:cubicBezTo>
                  <a:pt x="5170220" y="80090"/>
                  <a:pt x="5169632" y="82885"/>
                  <a:pt x="5168449" y="85336"/>
                </a:cubicBezTo>
                <a:cubicBezTo>
                  <a:pt x="5167314" y="87788"/>
                  <a:pt x="5165680" y="89851"/>
                  <a:pt x="5163545" y="91531"/>
                </a:cubicBezTo>
                <a:cubicBezTo>
                  <a:pt x="5161414" y="93212"/>
                  <a:pt x="5158870" y="94483"/>
                  <a:pt x="5155919" y="95346"/>
                </a:cubicBezTo>
                <a:cubicBezTo>
                  <a:pt x="5152967" y="96209"/>
                  <a:pt x="5149721" y="96641"/>
                  <a:pt x="5146180" y="96641"/>
                </a:cubicBezTo>
                <a:cubicBezTo>
                  <a:pt x="5144000" y="96641"/>
                  <a:pt x="5141911" y="96458"/>
                  <a:pt x="5139914" y="96095"/>
                </a:cubicBezTo>
                <a:cubicBezTo>
                  <a:pt x="5137962" y="95778"/>
                  <a:pt x="5136191" y="95369"/>
                  <a:pt x="5134602" y="94869"/>
                </a:cubicBezTo>
                <a:cubicBezTo>
                  <a:pt x="5133059" y="94326"/>
                  <a:pt x="5131741" y="93780"/>
                  <a:pt x="5130653" y="93235"/>
                </a:cubicBezTo>
                <a:cubicBezTo>
                  <a:pt x="5129564" y="92646"/>
                  <a:pt x="5128767" y="92123"/>
                  <a:pt x="5128270" y="91669"/>
                </a:cubicBezTo>
                <a:cubicBezTo>
                  <a:pt x="5127769" y="91214"/>
                  <a:pt x="5127407" y="90580"/>
                  <a:pt x="5127178" y="89763"/>
                </a:cubicBezTo>
                <a:cubicBezTo>
                  <a:pt x="5126952" y="88945"/>
                  <a:pt x="5126838" y="87831"/>
                  <a:pt x="5126838" y="86425"/>
                </a:cubicBezTo>
                <a:cubicBezTo>
                  <a:pt x="5126838" y="85562"/>
                  <a:pt x="5126884" y="84836"/>
                  <a:pt x="5126975" y="84245"/>
                </a:cubicBezTo>
                <a:cubicBezTo>
                  <a:pt x="5127067" y="83656"/>
                  <a:pt x="5127178" y="83179"/>
                  <a:pt x="5127315" y="82816"/>
                </a:cubicBezTo>
                <a:cubicBezTo>
                  <a:pt x="5127452" y="82453"/>
                  <a:pt x="5127632" y="82202"/>
                  <a:pt x="5127861" y="82067"/>
                </a:cubicBezTo>
                <a:cubicBezTo>
                  <a:pt x="5128132" y="81885"/>
                  <a:pt x="5128427" y="81793"/>
                  <a:pt x="5128747" y="81793"/>
                </a:cubicBezTo>
                <a:cubicBezTo>
                  <a:pt x="5129244" y="81793"/>
                  <a:pt x="5129970" y="82110"/>
                  <a:pt x="5130924" y="82747"/>
                </a:cubicBezTo>
                <a:cubicBezTo>
                  <a:pt x="5131924" y="83336"/>
                  <a:pt x="5133127" y="83996"/>
                  <a:pt x="5134533" y="84722"/>
                </a:cubicBezTo>
                <a:cubicBezTo>
                  <a:pt x="5135988" y="85448"/>
                  <a:pt x="5137691" y="86131"/>
                  <a:pt x="5139642" y="86765"/>
                </a:cubicBezTo>
                <a:cubicBezTo>
                  <a:pt x="5141594" y="87357"/>
                  <a:pt x="5143843" y="87651"/>
                  <a:pt x="5146383" y="87651"/>
                </a:cubicBezTo>
                <a:cubicBezTo>
                  <a:pt x="5148292" y="87651"/>
                  <a:pt x="5150018" y="87445"/>
                  <a:pt x="5151561" y="87037"/>
                </a:cubicBezTo>
                <a:cubicBezTo>
                  <a:pt x="5153104" y="86628"/>
                  <a:pt x="5154444" y="86039"/>
                  <a:pt x="5155579" y="85268"/>
                </a:cubicBezTo>
                <a:cubicBezTo>
                  <a:pt x="5156713" y="84451"/>
                  <a:pt x="5157576" y="83428"/>
                  <a:pt x="5158168" y="82202"/>
                </a:cubicBezTo>
                <a:cubicBezTo>
                  <a:pt x="5158802" y="80976"/>
                  <a:pt x="5159119" y="79524"/>
                  <a:pt x="5159119" y="77844"/>
                </a:cubicBezTo>
                <a:cubicBezTo>
                  <a:pt x="5159119" y="76118"/>
                  <a:pt x="5158665" y="74666"/>
                  <a:pt x="5157759" y="73483"/>
                </a:cubicBezTo>
                <a:cubicBezTo>
                  <a:pt x="5156896" y="72303"/>
                  <a:pt x="5155739" y="71260"/>
                  <a:pt x="5154284" y="70352"/>
                </a:cubicBezTo>
                <a:cubicBezTo>
                  <a:pt x="5152833" y="69443"/>
                  <a:pt x="5151198" y="68649"/>
                  <a:pt x="5149381" y="67968"/>
                </a:cubicBezTo>
                <a:cubicBezTo>
                  <a:pt x="5147566" y="67243"/>
                  <a:pt x="5145680" y="66494"/>
                  <a:pt x="5143729" y="65720"/>
                </a:cubicBezTo>
                <a:cubicBezTo>
                  <a:pt x="5141823" y="64948"/>
                  <a:pt x="5139937" y="64085"/>
                  <a:pt x="5138076" y="63134"/>
                </a:cubicBezTo>
                <a:cubicBezTo>
                  <a:pt x="5136259" y="62133"/>
                  <a:pt x="5134625" y="60930"/>
                  <a:pt x="5133173" y="59525"/>
                </a:cubicBezTo>
                <a:cubicBezTo>
                  <a:pt x="5131719" y="58116"/>
                  <a:pt x="5130538" y="56436"/>
                  <a:pt x="5129630" y="54484"/>
                </a:cubicBezTo>
                <a:cubicBezTo>
                  <a:pt x="5128767" y="52532"/>
                  <a:pt x="5128335" y="50192"/>
                  <a:pt x="5128335" y="47469"/>
                </a:cubicBezTo>
                <a:cubicBezTo>
                  <a:pt x="5128335" y="45063"/>
                  <a:pt x="5128790" y="42771"/>
                  <a:pt x="5129698" y="40591"/>
                </a:cubicBezTo>
                <a:cubicBezTo>
                  <a:pt x="5130653" y="38365"/>
                  <a:pt x="5132059" y="36436"/>
                  <a:pt x="5133922" y="34801"/>
                </a:cubicBezTo>
                <a:cubicBezTo>
                  <a:pt x="5135782" y="33121"/>
                  <a:pt x="5138099" y="31781"/>
                  <a:pt x="5140868" y="30784"/>
                </a:cubicBezTo>
                <a:cubicBezTo>
                  <a:pt x="5143683" y="29784"/>
                  <a:pt x="5146952" y="29284"/>
                  <a:pt x="5150675" y="29284"/>
                </a:cubicBezTo>
                <a:cubicBezTo>
                  <a:pt x="5152310" y="29284"/>
                  <a:pt x="5153944" y="29421"/>
                  <a:pt x="5155579" y="29692"/>
                </a:cubicBezTo>
                <a:cubicBezTo>
                  <a:pt x="5157213" y="29967"/>
                  <a:pt x="5158688" y="30307"/>
                  <a:pt x="5160005" y="30715"/>
                </a:cubicBezTo>
                <a:cubicBezTo>
                  <a:pt x="5161322" y="31124"/>
                  <a:pt x="5162434" y="31578"/>
                  <a:pt x="5163342" y="32078"/>
                </a:cubicBezTo>
                <a:cubicBezTo>
                  <a:pt x="5164297" y="32533"/>
                  <a:pt x="5165000" y="32941"/>
                  <a:pt x="5165454" y="33304"/>
                </a:cubicBezTo>
                <a:cubicBezTo>
                  <a:pt x="5165954" y="33667"/>
                  <a:pt x="5166271" y="33984"/>
                  <a:pt x="5166406" y="34256"/>
                </a:cubicBezTo>
                <a:cubicBezTo>
                  <a:pt x="5166589" y="34530"/>
                  <a:pt x="5166703" y="34847"/>
                  <a:pt x="5166749" y="35210"/>
                </a:cubicBezTo>
                <a:cubicBezTo>
                  <a:pt x="5166840" y="35527"/>
                  <a:pt x="5166906" y="35936"/>
                  <a:pt x="5166952" y="36436"/>
                </a:cubicBezTo>
                <a:cubicBezTo>
                  <a:pt x="5167043" y="36936"/>
                  <a:pt x="5167089" y="37548"/>
                  <a:pt x="5167089" y="38276"/>
                </a:cubicBezTo>
                <a:cubicBezTo>
                  <a:pt x="5167089" y="39048"/>
                  <a:pt x="5167043" y="39728"/>
                  <a:pt x="5166952" y="40319"/>
                </a:cubicBezTo>
                <a:cubicBezTo>
                  <a:pt x="5166906" y="40862"/>
                  <a:pt x="5166794" y="41317"/>
                  <a:pt x="5166611" y="41679"/>
                </a:cubicBezTo>
                <a:cubicBezTo>
                  <a:pt x="5166474" y="42042"/>
                  <a:pt x="5166294" y="42317"/>
                  <a:pt x="5166066" y="42497"/>
                </a:cubicBezTo>
                <a:cubicBezTo>
                  <a:pt x="5165840" y="42634"/>
                  <a:pt x="5165588" y="42702"/>
                  <a:pt x="5165317" y="42702"/>
                </a:cubicBezTo>
                <a:cubicBezTo>
                  <a:pt x="5164908" y="42702"/>
                  <a:pt x="5164320" y="42451"/>
                  <a:pt x="5163545" y="41954"/>
                </a:cubicBezTo>
                <a:cubicBezTo>
                  <a:pt x="5162774" y="41454"/>
                  <a:pt x="5161777" y="40931"/>
                  <a:pt x="5160551" y="40385"/>
                </a:cubicBezTo>
                <a:cubicBezTo>
                  <a:pt x="5159325" y="39796"/>
                  <a:pt x="5157870" y="39251"/>
                  <a:pt x="5156193" y="38751"/>
                </a:cubicBezTo>
                <a:cubicBezTo>
                  <a:pt x="5154559" y="38253"/>
                  <a:pt x="5152673" y="38002"/>
                  <a:pt x="5150538" y="38002"/>
                </a:cubicBezTo>
                <a:cubicBezTo>
                  <a:pt x="5148632" y="38002"/>
                  <a:pt x="5146952" y="38230"/>
                  <a:pt x="5145500" y="38685"/>
                </a:cubicBezTo>
                <a:cubicBezTo>
                  <a:pt x="5144046" y="39093"/>
                  <a:pt x="5142843" y="39705"/>
                  <a:pt x="5141888" y="40522"/>
                </a:cubicBezTo>
                <a:cubicBezTo>
                  <a:pt x="5140983" y="41294"/>
                  <a:pt x="5140277" y="42225"/>
                  <a:pt x="5139780" y="43314"/>
                </a:cubicBezTo>
                <a:cubicBezTo>
                  <a:pt x="5139325" y="44406"/>
                  <a:pt x="5139097" y="45586"/>
                  <a:pt x="5139097" y="46857"/>
                </a:cubicBezTo>
                <a:cubicBezTo>
                  <a:pt x="5139097" y="48626"/>
                  <a:pt x="5139551" y="50126"/>
                  <a:pt x="5140460" y="51352"/>
                </a:cubicBezTo>
                <a:cubicBezTo>
                  <a:pt x="5141368" y="52532"/>
                  <a:pt x="5142548" y="53575"/>
                  <a:pt x="5144000" y="54484"/>
                </a:cubicBezTo>
                <a:cubicBezTo>
                  <a:pt x="5145455" y="55393"/>
                  <a:pt x="5147112" y="56210"/>
                  <a:pt x="5148972" y="56936"/>
                </a:cubicBezTo>
                <a:cubicBezTo>
                  <a:pt x="5150835" y="57661"/>
                  <a:pt x="5152718" y="58410"/>
                  <a:pt x="5154624" y="59182"/>
                </a:cubicBezTo>
                <a:cubicBezTo>
                  <a:pt x="5156579" y="59956"/>
                  <a:pt x="5158485" y="60816"/>
                  <a:pt x="5160345" y="61771"/>
                </a:cubicBezTo>
                <a:cubicBezTo>
                  <a:pt x="5162254" y="62725"/>
                  <a:pt x="5163934" y="63882"/>
                  <a:pt x="5165386" y="65245"/>
                </a:cubicBezTo>
                <a:cubicBezTo>
                  <a:pt x="5166840" y="66605"/>
                  <a:pt x="5167997" y="68240"/>
                  <a:pt x="5168860" y="70149"/>
                </a:cubicBezTo>
                <a:cubicBezTo>
                  <a:pt x="5169766" y="72055"/>
                  <a:pt x="5170220" y="74324"/>
                  <a:pt x="5170220" y="76958"/>
                </a:cubicBezTo>
                <a:close/>
                <a:moveTo>
                  <a:pt x="5197530" y="93643"/>
                </a:moveTo>
                <a:cubicBezTo>
                  <a:pt x="5197530" y="94006"/>
                  <a:pt x="5197441" y="94326"/>
                  <a:pt x="5197258" y="94598"/>
                </a:cubicBezTo>
                <a:cubicBezTo>
                  <a:pt x="5197078" y="94823"/>
                  <a:pt x="5196781" y="95029"/>
                  <a:pt x="5196372" y="95209"/>
                </a:cubicBezTo>
                <a:cubicBezTo>
                  <a:pt x="5195964" y="95392"/>
                  <a:pt x="5195398" y="95529"/>
                  <a:pt x="5194669" y="95618"/>
                </a:cubicBezTo>
                <a:cubicBezTo>
                  <a:pt x="5193943" y="95709"/>
                  <a:pt x="5193015" y="95755"/>
                  <a:pt x="5191877" y="95755"/>
                </a:cubicBezTo>
                <a:cubicBezTo>
                  <a:pt x="5190789" y="95755"/>
                  <a:pt x="5189880" y="95709"/>
                  <a:pt x="5189154" y="95618"/>
                </a:cubicBezTo>
                <a:cubicBezTo>
                  <a:pt x="5188428" y="95529"/>
                  <a:pt x="5187837" y="95392"/>
                  <a:pt x="5187383" y="95209"/>
                </a:cubicBezTo>
                <a:cubicBezTo>
                  <a:pt x="5186974" y="95029"/>
                  <a:pt x="5186680" y="94823"/>
                  <a:pt x="5186497" y="94598"/>
                </a:cubicBezTo>
                <a:cubicBezTo>
                  <a:pt x="5186362" y="94326"/>
                  <a:pt x="5186294" y="94006"/>
                  <a:pt x="5186294" y="93643"/>
                </a:cubicBezTo>
                <a:lnTo>
                  <a:pt x="5186294" y="32350"/>
                </a:lnTo>
                <a:cubicBezTo>
                  <a:pt x="5186294" y="32033"/>
                  <a:pt x="5186362" y="31735"/>
                  <a:pt x="5186497" y="31464"/>
                </a:cubicBezTo>
                <a:cubicBezTo>
                  <a:pt x="5186680" y="31192"/>
                  <a:pt x="5186974" y="30964"/>
                  <a:pt x="5187383" y="30784"/>
                </a:cubicBezTo>
                <a:cubicBezTo>
                  <a:pt x="5187837" y="30601"/>
                  <a:pt x="5188428" y="30467"/>
                  <a:pt x="5189154" y="30375"/>
                </a:cubicBezTo>
                <a:cubicBezTo>
                  <a:pt x="5189880" y="30284"/>
                  <a:pt x="5190789" y="30238"/>
                  <a:pt x="5191877" y="30238"/>
                </a:cubicBezTo>
                <a:cubicBezTo>
                  <a:pt x="5193012" y="30238"/>
                  <a:pt x="5193943" y="30284"/>
                  <a:pt x="5194669" y="30375"/>
                </a:cubicBezTo>
                <a:cubicBezTo>
                  <a:pt x="5195398" y="30467"/>
                  <a:pt x="5195964" y="30601"/>
                  <a:pt x="5196372" y="30784"/>
                </a:cubicBezTo>
                <a:cubicBezTo>
                  <a:pt x="5196781" y="30964"/>
                  <a:pt x="5197078" y="31192"/>
                  <a:pt x="5197258" y="31464"/>
                </a:cubicBezTo>
                <a:cubicBezTo>
                  <a:pt x="5197441" y="31735"/>
                  <a:pt x="5197530" y="32033"/>
                  <a:pt x="5197530" y="32350"/>
                </a:cubicBezTo>
                <a:lnTo>
                  <a:pt x="5197530" y="93643"/>
                </a:lnTo>
                <a:close/>
                <a:moveTo>
                  <a:pt x="5198824" y="11647"/>
                </a:moveTo>
                <a:cubicBezTo>
                  <a:pt x="5198824" y="14279"/>
                  <a:pt x="5198324" y="16073"/>
                  <a:pt x="5197327" y="17025"/>
                </a:cubicBezTo>
                <a:cubicBezTo>
                  <a:pt x="5196327" y="17979"/>
                  <a:pt x="5194489" y="18457"/>
                  <a:pt x="5191809" y="18457"/>
                </a:cubicBezTo>
                <a:cubicBezTo>
                  <a:pt x="5189177" y="18457"/>
                  <a:pt x="5187360" y="18002"/>
                  <a:pt x="5186362" y="17094"/>
                </a:cubicBezTo>
                <a:cubicBezTo>
                  <a:pt x="5185408" y="16142"/>
                  <a:pt x="5184931" y="14370"/>
                  <a:pt x="5184931" y="11781"/>
                </a:cubicBezTo>
                <a:cubicBezTo>
                  <a:pt x="5184931" y="9150"/>
                  <a:pt x="5185431" y="7355"/>
                  <a:pt x="5186428" y="6401"/>
                </a:cubicBezTo>
                <a:cubicBezTo>
                  <a:pt x="5187428" y="5449"/>
                  <a:pt x="5189269" y="4972"/>
                  <a:pt x="5191946" y="4972"/>
                </a:cubicBezTo>
                <a:cubicBezTo>
                  <a:pt x="5194581" y="4972"/>
                  <a:pt x="5196372" y="5449"/>
                  <a:pt x="5197327" y="6401"/>
                </a:cubicBezTo>
                <a:cubicBezTo>
                  <a:pt x="5198324" y="7309"/>
                  <a:pt x="5198824" y="9058"/>
                  <a:pt x="5198824" y="11647"/>
                </a:cubicBezTo>
                <a:close/>
                <a:moveTo>
                  <a:pt x="5309224" y="93643"/>
                </a:moveTo>
                <a:cubicBezTo>
                  <a:pt x="5309224" y="94006"/>
                  <a:pt x="5309132" y="94326"/>
                  <a:pt x="5308949" y="94598"/>
                </a:cubicBezTo>
                <a:cubicBezTo>
                  <a:pt x="5308769" y="94823"/>
                  <a:pt x="5308472" y="95029"/>
                  <a:pt x="5308063" y="95209"/>
                </a:cubicBezTo>
                <a:cubicBezTo>
                  <a:pt x="5307655" y="95392"/>
                  <a:pt x="5307089" y="95529"/>
                  <a:pt x="5306363" y="95618"/>
                </a:cubicBezTo>
                <a:cubicBezTo>
                  <a:pt x="5305635" y="95709"/>
                  <a:pt x="5304729" y="95755"/>
                  <a:pt x="5303637" y="95755"/>
                </a:cubicBezTo>
                <a:cubicBezTo>
                  <a:pt x="5302503" y="95755"/>
                  <a:pt x="5301571" y="95709"/>
                  <a:pt x="5300845" y="95618"/>
                </a:cubicBezTo>
                <a:cubicBezTo>
                  <a:pt x="5300120" y="95529"/>
                  <a:pt x="5299528" y="95392"/>
                  <a:pt x="5299074" y="95209"/>
                </a:cubicBezTo>
                <a:cubicBezTo>
                  <a:pt x="5298665" y="95029"/>
                  <a:pt x="5298371" y="94823"/>
                  <a:pt x="5298191" y="94598"/>
                </a:cubicBezTo>
                <a:cubicBezTo>
                  <a:pt x="5298008" y="94326"/>
                  <a:pt x="5297916" y="94006"/>
                  <a:pt x="5297916" y="93643"/>
                </a:cubicBezTo>
                <a:lnTo>
                  <a:pt x="5297916" y="56390"/>
                </a:lnTo>
                <a:cubicBezTo>
                  <a:pt x="5297916" y="53804"/>
                  <a:pt x="5297691" y="51441"/>
                  <a:pt x="5297236" y="49309"/>
                </a:cubicBezTo>
                <a:cubicBezTo>
                  <a:pt x="5296782" y="47174"/>
                  <a:pt x="5296056" y="45334"/>
                  <a:pt x="5295056" y="43791"/>
                </a:cubicBezTo>
                <a:cubicBezTo>
                  <a:pt x="5294059" y="42248"/>
                  <a:pt x="5292787" y="41068"/>
                  <a:pt x="5291241" y="40251"/>
                </a:cubicBezTo>
                <a:cubicBezTo>
                  <a:pt x="5289698" y="39433"/>
                  <a:pt x="5287884" y="39025"/>
                  <a:pt x="5285795" y="39025"/>
                </a:cubicBezTo>
                <a:cubicBezTo>
                  <a:pt x="5283206" y="39025"/>
                  <a:pt x="5280594" y="40022"/>
                  <a:pt x="5277963" y="42020"/>
                </a:cubicBezTo>
                <a:cubicBezTo>
                  <a:pt x="5275374" y="44017"/>
                  <a:pt x="5272513" y="46946"/>
                  <a:pt x="5269381" y="50806"/>
                </a:cubicBezTo>
                <a:lnTo>
                  <a:pt x="5269381" y="93643"/>
                </a:lnTo>
                <a:cubicBezTo>
                  <a:pt x="5269381" y="94006"/>
                  <a:pt x="5269290" y="94326"/>
                  <a:pt x="5269110" y="94598"/>
                </a:cubicBezTo>
                <a:cubicBezTo>
                  <a:pt x="5268927" y="94823"/>
                  <a:pt x="5268610" y="95029"/>
                  <a:pt x="5268156" y="95209"/>
                </a:cubicBezTo>
                <a:cubicBezTo>
                  <a:pt x="5267747" y="95392"/>
                  <a:pt x="5267178" y="95529"/>
                  <a:pt x="5266453" y="95618"/>
                </a:cubicBezTo>
                <a:cubicBezTo>
                  <a:pt x="5265727" y="95709"/>
                  <a:pt x="5264818" y="95755"/>
                  <a:pt x="5263729" y="95755"/>
                </a:cubicBezTo>
                <a:cubicBezTo>
                  <a:pt x="5262683" y="95755"/>
                  <a:pt x="5261775" y="95709"/>
                  <a:pt x="5261003" y="95618"/>
                </a:cubicBezTo>
                <a:cubicBezTo>
                  <a:pt x="5260277" y="95529"/>
                  <a:pt x="5259689" y="95392"/>
                  <a:pt x="5259234" y="95209"/>
                </a:cubicBezTo>
                <a:cubicBezTo>
                  <a:pt x="5258826" y="95029"/>
                  <a:pt x="5258529" y="94823"/>
                  <a:pt x="5258349" y="94598"/>
                </a:cubicBezTo>
                <a:cubicBezTo>
                  <a:pt x="5258211" y="94326"/>
                  <a:pt x="5258143" y="94006"/>
                  <a:pt x="5258143" y="93643"/>
                </a:cubicBezTo>
                <a:lnTo>
                  <a:pt x="5258143" y="56390"/>
                </a:lnTo>
                <a:cubicBezTo>
                  <a:pt x="5258143" y="53804"/>
                  <a:pt x="5257894" y="51441"/>
                  <a:pt x="5257394" y="49309"/>
                </a:cubicBezTo>
                <a:cubicBezTo>
                  <a:pt x="5256894" y="47174"/>
                  <a:pt x="5256146" y="45334"/>
                  <a:pt x="5255148" y="43791"/>
                </a:cubicBezTo>
                <a:cubicBezTo>
                  <a:pt x="5254148" y="42248"/>
                  <a:pt x="5252877" y="41068"/>
                  <a:pt x="5251333" y="40251"/>
                </a:cubicBezTo>
                <a:cubicBezTo>
                  <a:pt x="5249836" y="39433"/>
                  <a:pt x="5248042" y="39025"/>
                  <a:pt x="5245953" y="39025"/>
                </a:cubicBezTo>
                <a:cubicBezTo>
                  <a:pt x="5243367" y="39025"/>
                  <a:pt x="5240755" y="40022"/>
                  <a:pt x="5238120" y="42020"/>
                </a:cubicBezTo>
                <a:cubicBezTo>
                  <a:pt x="5235489" y="44017"/>
                  <a:pt x="5232628" y="46946"/>
                  <a:pt x="5229539" y="50806"/>
                </a:cubicBezTo>
                <a:lnTo>
                  <a:pt x="5229539" y="93643"/>
                </a:lnTo>
                <a:cubicBezTo>
                  <a:pt x="5229539" y="94006"/>
                  <a:pt x="5229448" y="94326"/>
                  <a:pt x="5229268" y="94598"/>
                </a:cubicBezTo>
                <a:cubicBezTo>
                  <a:pt x="5229085" y="94823"/>
                  <a:pt x="5228791" y="95029"/>
                  <a:pt x="5228382" y="95209"/>
                </a:cubicBezTo>
                <a:cubicBezTo>
                  <a:pt x="5227973" y="95392"/>
                  <a:pt x="5227405" y="95529"/>
                  <a:pt x="5226679" y="95618"/>
                </a:cubicBezTo>
                <a:cubicBezTo>
                  <a:pt x="5225953" y="95709"/>
                  <a:pt x="5225022" y="95755"/>
                  <a:pt x="5223887" y="95755"/>
                </a:cubicBezTo>
                <a:cubicBezTo>
                  <a:pt x="5222798" y="95755"/>
                  <a:pt x="5221890" y="95709"/>
                  <a:pt x="5221164" y="95618"/>
                </a:cubicBezTo>
                <a:cubicBezTo>
                  <a:pt x="5220438" y="95529"/>
                  <a:pt x="5219847" y="95392"/>
                  <a:pt x="5219392" y="95209"/>
                </a:cubicBezTo>
                <a:cubicBezTo>
                  <a:pt x="5218984" y="95029"/>
                  <a:pt x="5218689" y="94823"/>
                  <a:pt x="5218507" y="94598"/>
                </a:cubicBezTo>
                <a:cubicBezTo>
                  <a:pt x="5218372" y="94326"/>
                  <a:pt x="5218304" y="94006"/>
                  <a:pt x="5218304" y="93643"/>
                </a:cubicBezTo>
                <a:lnTo>
                  <a:pt x="5218304" y="32350"/>
                </a:lnTo>
                <a:cubicBezTo>
                  <a:pt x="5218304" y="31987"/>
                  <a:pt x="5218372" y="31693"/>
                  <a:pt x="5218507" y="31464"/>
                </a:cubicBezTo>
                <a:cubicBezTo>
                  <a:pt x="5218644" y="31192"/>
                  <a:pt x="5218915" y="30964"/>
                  <a:pt x="5219324" y="30784"/>
                </a:cubicBezTo>
                <a:cubicBezTo>
                  <a:pt x="5219732" y="30555"/>
                  <a:pt x="5220255" y="30421"/>
                  <a:pt x="5220890" y="30375"/>
                </a:cubicBezTo>
                <a:cubicBezTo>
                  <a:pt x="5221527" y="30284"/>
                  <a:pt x="5222367" y="30238"/>
                  <a:pt x="5223410" y="30238"/>
                </a:cubicBezTo>
                <a:cubicBezTo>
                  <a:pt x="5224410" y="30238"/>
                  <a:pt x="5225227" y="30284"/>
                  <a:pt x="5225862" y="30375"/>
                </a:cubicBezTo>
                <a:cubicBezTo>
                  <a:pt x="5226545" y="30421"/>
                  <a:pt x="5227065" y="30555"/>
                  <a:pt x="5227428" y="30784"/>
                </a:cubicBezTo>
                <a:cubicBezTo>
                  <a:pt x="5227793" y="30964"/>
                  <a:pt x="5228042" y="31192"/>
                  <a:pt x="5228179" y="31464"/>
                </a:cubicBezTo>
                <a:cubicBezTo>
                  <a:pt x="5228359" y="31693"/>
                  <a:pt x="5228451" y="31987"/>
                  <a:pt x="5228451" y="32350"/>
                </a:cubicBezTo>
                <a:lnTo>
                  <a:pt x="5228451" y="40454"/>
                </a:lnTo>
                <a:cubicBezTo>
                  <a:pt x="5231900" y="36596"/>
                  <a:pt x="5235237" y="33779"/>
                  <a:pt x="5238463" y="32010"/>
                </a:cubicBezTo>
                <a:cubicBezTo>
                  <a:pt x="5241732" y="30192"/>
                  <a:pt x="5245021" y="29284"/>
                  <a:pt x="5248336" y="29284"/>
                </a:cubicBezTo>
                <a:cubicBezTo>
                  <a:pt x="5250879" y="29284"/>
                  <a:pt x="5253151" y="29581"/>
                  <a:pt x="5255148" y="30169"/>
                </a:cubicBezTo>
                <a:cubicBezTo>
                  <a:pt x="5257191" y="30761"/>
                  <a:pt x="5258983" y="31601"/>
                  <a:pt x="5260526" y="32690"/>
                </a:cubicBezTo>
                <a:cubicBezTo>
                  <a:pt x="5262072" y="33736"/>
                  <a:pt x="5263389" y="35004"/>
                  <a:pt x="5264478" y="36505"/>
                </a:cubicBezTo>
                <a:cubicBezTo>
                  <a:pt x="5265567" y="37956"/>
                  <a:pt x="5266475" y="39591"/>
                  <a:pt x="5267201" y="41408"/>
                </a:cubicBezTo>
                <a:cubicBezTo>
                  <a:pt x="5269244" y="39182"/>
                  <a:pt x="5271176" y="37299"/>
                  <a:pt x="5272990" y="35756"/>
                </a:cubicBezTo>
                <a:cubicBezTo>
                  <a:pt x="5274854" y="34210"/>
                  <a:pt x="5276622" y="32961"/>
                  <a:pt x="5278303" y="32010"/>
                </a:cubicBezTo>
                <a:cubicBezTo>
                  <a:pt x="5280028" y="31055"/>
                  <a:pt x="5281686" y="30375"/>
                  <a:pt x="5283275" y="29967"/>
                </a:cubicBezTo>
                <a:cubicBezTo>
                  <a:pt x="5284909" y="29512"/>
                  <a:pt x="5286544" y="29284"/>
                  <a:pt x="5288178" y="29284"/>
                </a:cubicBezTo>
                <a:cubicBezTo>
                  <a:pt x="5292127" y="29284"/>
                  <a:pt x="5295442" y="29989"/>
                  <a:pt x="5298122" y="31395"/>
                </a:cubicBezTo>
                <a:cubicBezTo>
                  <a:pt x="5300800" y="32758"/>
                  <a:pt x="5302957" y="34596"/>
                  <a:pt x="5304592" y="36913"/>
                </a:cubicBezTo>
                <a:cubicBezTo>
                  <a:pt x="5306272" y="39228"/>
                  <a:pt x="5307452" y="41954"/>
                  <a:pt x="5308132" y="45086"/>
                </a:cubicBezTo>
                <a:cubicBezTo>
                  <a:pt x="5308858" y="48172"/>
                  <a:pt x="5309224" y="51441"/>
                  <a:pt x="5309224" y="54893"/>
                </a:cubicBezTo>
                <a:lnTo>
                  <a:pt x="5309224" y="93643"/>
                </a:lnTo>
                <a:close/>
                <a:moveTo>
                  <a:pt x="5386113" y="62042"/>
                </a:moveTo>
                <a:cubicBezTo>
                  <a:pt x="5386113" y="67400"/>
                  <a:pt x="5385522" y="72215"/>
                  <a:pt x="5384342" y="76481"/>
                </a:cubicBezTo>
                <a:cubicBezTo>
                  <a:pt x="5383207" y="80750"/>
                  <a:pt x="5381504" y="84382"/>
                  <a:pt x="5379232" y="87379"/>
                </a:cubicBezTo>
                <a:cubicBezTo>
                  <a:pt x="5377009" y="90328"/>
                  <a:pt x="5374240" y="92623"/>
                  <a:pt x="5370926" y="94257"/>
                </a:cubicBezTo>
                <a:cubicBezTo>
                  <a:pt x="5367611" y="95846"/>
                  <a:pt x="5363819" y="96641"/>
                  <a:pt x="5359553" y="96641"/>
                </a:cubicBezTo>
                <a:cubicBezTo>
                  <a:pt x="5357735" y="96641"/>
                  <a:pt x="5356055" y="96458"/>
                  <a:pt x="5354512" y="96095"/>
                </a:cubicBezTo>
                <a:cubicBezTo>
                  <a:pt x="5352969" y="95732"/>
                  <a:pt x="5351446" y="95166"/>
                  <a:pt x="5349949" y="94392"/>
                </a:cubicBezTo>
                <a:cubicBezTo>
                  <a:pt x="5348497" y="93620"/>
                  <a:pt x="5347043" y="92646"/>
                  <a:pt x="5345591" y="91466"/>
                </a:cubicBezTo>
                <a:cubicBezTo>
                  <a:pt x="5344137" y="90283"/>
                  <a:pt x="5342593" y="88900"/>
                  <a:pt x="5340959" y="87311"/>
                </a:cubicBezTo>
                <a:lnTo>
                  <a:pt x="5340959" y="117958"/>
                </a:lnTo>
                <a:cubicBezTo>
                  <a:pt x="5340959" y="118321"/>
                  <a:pt x="5340868" y="118638"/>
                  <a:pt x="5340688" y="118909"/>
                </a:cubicBezTo>
                <a:cubicBezTo>
                  <a:pt x="5340505" y="119183"/>
                  <a:pt x="5340210" y="119409"/>
                  <a:pt x="5339802" y="119592"/>
                </a:cubicBezTo>
                <a:cubicBezTo>
                  <a:pt x="5339393" y="119772"/>
                  <a:pt x="5338824" y="119909"/>
                  <a:pt x="5338099" y="120001"/>
                </a:cubicBezTo>
                <a:cubicBezTo>
                  <a:pt x="5337373" y="120092"/>
                  <a:pt x="5336441" y="120135"/>
                  <a:pt x="5335307" y="120135"/>
                </a:cubicBezTo>
                <a:cubicBezTo>
                  <a:pt x="5334215" y="120135"/>
                  <a:pt x="5333309" y="120092"/>
                  <a:pt x="5332581" y="120001"/>
                </a:cubicBezTo>
                <a:cubicBezTo>
                  <a:pt x="5331855" y="119909"/>
                  <a:pt x="5331266" y="119772"/>
                  <a:pt x="5330812" y="119592"/>
                </a:cubicBezTo>
                <a:cubicBezTo>
                  <a:pt x="5330403" y="119409"/>
                  <a:pt x="5330109" y="119183"/>
                  <a:pt x="5329926" y="118909"/>
                </a:cubicBezTo>
                <a:cubicBezTo>
                  <a:pt x="5329789" y="118638"/>
                  <a:pt x="5329720" y="118321"/>
                  <a:pt x="5329720" y="117958"/>
                </a:cubicBezTo>
                <a:lnTo>
                  <a:pt x="5329720" y="32350"/>
                </a:lnTo>
                <a:cubicBezTo>
                  <a:pt x="5329720" y="31941"/>
                  <a:pt x="5329789" y="31624"/>
                  <a:pt x="5329926" y="31395"/>
                </a:cubicBezTo>
                <a:cubicBezTo>
                  <a:pt x="5330063" y="31124"/>
                  <a:pt x="5330335" y="30898"/>
                  <a:pt x="5330743" y="30715"/>
                </a:cubicBezTo>
                <a:cubicBezTo>
                  <a:pt x="5331152" y="30532"/>
                  <a:pt x="5331675" y="30421"/>
                  <a:pt x="5332309" y="30375"/>
                </a:cubicBezTo>
                <a:cubicBezTo>
                  <a:pt x="5332947" y="30284"/>
                  <a:pt x="5333718" y="30238"/>
                  <a:pt x="5334624" y="30238"/>
                </a:cubicBezTo>
                <a:cubicBezTo>
                  <a:pt x="5335578" y="30238"/>
                  <a:pt x="5336350" y="30284"/>
                  <a:pt x="5336941" y="30375"/>
                </a:cubicBezTo>
                <a:cubicBezTo>
                  <a:pt x="5337576" y="30421"/>
                  <a:pt x="5338099" y="30532"/>
                  <a:pt x="5338507" y="30715"/>
                </a:cubicBezTo>
                <a:cubicBezTo>
                  <a:pt x="5338916" y="30898"/>
                  <a:pt x="5339187" y="31124"/>
                  <a:pt x="5339324" y="31395"/>
                </a:cubicBezTo>
                <a:cubicBezTo>
                  <a:pt x="5339504" y="31624"/>
                  <a:pt x="5339596" y="31941"/>
                  <a:pt x="5339596" y="32350"/>
                </a:cubicBezTo>
                <a:lnTo>
                  <a:pt x="5339596" y="40591"/>
                </a:lnTo>
                <a:cubicBezTo>
                  <a:pt x="5341459" y="38685"/>
                  <a:pt x="5343254" y="37027"/>
                  <a:pt x="5344977" y="35619"/>
                </a:cubicBezTo>
                <a:cubicBezTo>
                  <a:pt x="5346703" y="34210"/>
                  <a:pt x="5348428" y="33053"/>
                  <a:pt x="5350154" y="32144"/>
                </a:cubicBezTo>
                <a:cubicBezTo>
                  <a:pt x="5351923" y="31192"/>
                  <a:pt x="5353718" y="30490"/>
                  <a:pt x="5355532" y="30035"/>
                </a:cubicBezTo>
                <a:cubicBezTo>
                  <a:pt x="5357395" y="29535"/>
                  <a:pt x="5359347" y="29284"/>
                  <a:pt x="5361390" y="29284"/>
                </a:cubicBezTo>
                <a:cubicBezTo>
                  <a:pt x="5365839" y="29284"/>
                  <a:pt x="5369631" y="30147"/>
                  <a:pt x="5372763" y="31873"/>
                </a:cubicBezTo>
                <a:cubicBezTo>
                  <a:pt x="5375898" y="33598"/>
                  <a:pt x="5378441" y="35959"/>
                  <a:pt x="5380392" y="38956"/>
                </a:cubicBezTo>
                <a:cubicBezTo>
                  <a:pt x="5382390" y="41954"/>
                  <a:pt x="5383841" y="45449"/>
                  <a:pt x="5384750" y="49443"/>
                </a:cubicBezTo>
                <a:cubicBezTo>
                  <a:pt x="5385659" y="53395"/>
                  <a:pt x="5386113" y="57593"/>
                  <a:pt x="5386113" y="62042"/>
                </a:cubicBezTo>
                <a:close/>
                <a:moveTo>
                  <a:pt x="5374263" y="63336"/>
                </a:moveTo>
                <a:cubicBezTo>
                  <a:pt x="5374263" y="60205"/>
                  <a:pt x="5374012" y="57184"/>
                  <a:pt x="5373512" y="54278"/>
                </a:cubicBezTo>
                <a:cubicBezTo>
                  <a:pt x="5373060" y="51329"/>
                  <a:pt x="5372243" y="48718"/>
                  <a:pt x="5371060" y="46449"/>
                </a:cubicBezTo>
                <a:cubicBezTo>
                  <a:pt x="5369925" y="44177"/>
                  <a:pt x="5368382" y="42362"/>
                  <a:pt x="5366431" y="40999"/>
                </a:cubicBezTo>
                <a:cubicBezTo>
                  <a:pt x="5364479" y="39636"/>
                  <a:pt x="5362050" y="38956"/>
                  <a:pt x="5359141" y="38956"/>
                </a:cubicBezTo>
                <a:cubicBezTo>
                  <a:pt x="5357690" y="38956"/>
                  <a:pt x="5356261" y="39182"/>
                  <a:pt x="5354852" y="39636"/>
                </a:cubicBezTo>
                <a:cubicBezTo>
                  <a:pt x="5353446" y="40045"/>
                  <a:pt x="5352015" y="40728"/>
                  <a:pt x="5350563" y="41679"/>
                </a:cubicBezTo>
                <a:cubicBezTo>
                  <a:pt x="5349109" y="42588"/>
                  <a:pt x="5347588" y="43814"/>
                  <a:pt x="5346000" y="45357"/>
                </a:cubicBezTo>
                <a:cubicBezTo>
                  <a:pt x="5344411" y="46857"/>
                  <a:pt x="5342731" y="48718"/>
                  <a:pt x="5340959" y="50944"/>
                </a:cubicBezTo>
                <a:lnTo>
                  <a:pt x="5340959" y="75324"/>
                </a:lnTo>
                <a:cubicBezTo>
                  <a:pt x="5344045" y="79093"/>
                  <a:pt x="5346974" y="81976"/>
                  <a:pt x="5349746" y="83973"/>
                </a:cubicBezTo>
                <a:cubicBezTo>
                  <a:pt x="5352515" y="85971"/>
                  <a:pt x="5355421" y="86971"/>
                  <a:pt x="5358461" y="86971"/>
                </a:cubicBezTo>
                <a:cubicBezTo>
                  <a:pt x="5361276" y="86971"/>
                  <a:pt x="5363685" y="86288"/>
                  <a:pt x="5365682" y="84928"/>
                </a:cubicBezTo>
                <a:cubicBezTo>
                  <a:pt x="5367725" y="83565"/>
                  <a:pt x="5369360" y="81747"/>
                  <a:pt x="5370586" y="79479"/>
                </a:cubicBezTo>
                <a:cubicBezTo>
                  <a:pt x="5371854" y="77207"/>
                  <a:pt x="5372786" y="74666"/>
                  <a:pt x="5373377" y="71849"/>
                </a:cubicBezTo>
                <a:cubicBezTo>
                  <a:pt x="5373966" y="69034"/>
                  <a:pt x="5374263" y="66197"/>
                  <a:pt x="5374263" y="63336"/>
                </a:cubicBezTo>
                <a:close/>
                <a:moveTo>
                  <a:pt x="5414240" y="93643"/>
                </a:moveTo>
                <a:cubicBezTo>
                  <a:pt x="5414240" y="94006"/>
                  <a:pt x="5414148" y="94326"/>
                  <a:pt x="5413968" y="94598"/>
                </a:cubicBezTo>
                <a:cubicBezTo>
                  <a:pt x="5413785" y="94823"/>
                  <a:pt x="5413491" y="95029"/>
                  <a:pt x="5413082" y="95209"/>
                </a:cubicBezTo>
                <a:cubicBezTo>
                  <a:pt x="5412674" y="95392"/>
                  <a:pt x="5412105" y="95529"/>
                  <a:pt x="5411379" y="95618"/>
                </a:cubicBezTo>
                <a:cubicBezTo>
                  <a:pt x="5410653" y="95709"/>
                  <a:pt x="5409722" y="95755"/>
                  <a:pt x="5408587" y="95755"/>
                </a:cubicBezTo>
                <a:cubicBezTo>
                  <a:pt x="5407496" y="95755"/>
                  <a:pt x="5406590" y="95709"/>
                  <a:pt x="5405861" y="95618"/>
                </a:cubicBezTo>
                <a:cubicBezTo>
                  <a:pt x="5405136" y="95529"/>
                  <a:pt x="5404547" y="95392"/>
                  <a:pt x="5404093" y="95209"/>
                </a:cubicBezTo>
                <a:cubicBezTo>
                  <a:pt x="5403684" y="95029"/>
                  <a:pt x="5403387" y="94823"/>
                  <a:pt x="5403207" y="94598"/>
                </a:cubicBezTo>
                <a:cubicBezTo>
                  <a:pt x="5403070" y="94326"/>
                  <a:pt x="5403001" y="94006"/>
                  <a:pt x="5403001" y="93643"/>
                </a:cubicBezTo>
                <a:lnTo>
                  <a:pt x="5403001" y="2657"/>
                </a:lnTo>
                <a:cubicBezTo>
                  <a:pt x="5403001" y="2292"/>
                  <a:pt x="5403070" y="1975"/>
                  <a:pt x="5403207" y="1703"/>
                </a:cubicBezTo>
                <a:cubicBezTo>
                  <a:pt x="5403387" y="1432"/>
                  <a:pt x="5403684" y="1203"/>
                  <a:pt x="5404093" y="1023"/>
                </a:cubicBezTo>
                <a:cubicBezTo>
                  <a:pt x="5404547" y="840"/>
                  <a:pt x="5405136" y="703"/>
                  <a:pt x="5405861" y="614"/>
                </a:cubicBezTo>
                <a:cubicBezTo>
                  <a:pt x="5406590" y="523"/>
                  <a:pt x="5407496" y="477"/>
                  <a:pt x="5408587" y="477"/>
                </a:cubicBezTo>
                <a:cubicBezTo>
                  <a:pt x="5409722" y="477"/>
                  <a:pt x="5410653" y="523"/>
                  <a:pt x="5411379" y="614"/>
                </a:cubicBezTo>
                <a:cubicBezTo>
                  <a:pt x="5412105" y="703"/>
                  <a:pt x="5412674" y="840"/>
                  <a:pt x="5413082" y="1023"/>
                </a:cubicBezTo>
                <a:cubicBezTo>
                  <a:pt x="5413491" y="1203"/>
                  <a:pt x="5413785" y="1432"/>
                  <a:pt x="5413968" y="1703"/>
                </a:cubicBezTo>
                <a:cubicBezTo>
                  <a:pt x="5414148" y="1975"/>
                  <a:pt x="5414240" y="2292"/>
                  <a:pt x="5414240" y="2657"/>
                </a:cubicBezTo>
                <a:lnTo>
                  <a:pt x="5414240" y="93643"/>
                </a:lnTo>
                <a:close/>
                <a:moveTo>
                  <a:pt x="5487314" y="60342"/>
                </a:moveTo>
                <a:cubicBezTo>
                  <a:pt x="5487314" y="62111"/>
                  <a:pt x="5486863" y="63382"/>
                  <a:pt x="5485954" y="64154"/>
                </a:cubicBezTo>
                <a:cubicBezTo>
                  <a:pt x="5485091" y="64880"/>
                  <a:pt x="5484091" y="65245"/>
                  <a:pt x="5482957" y="65245"/>
                </a:cubicBezTo>
                <a:lnTo>
                  <a:pt x="5442775" y="65245"/>
                </a:lnTo>
                <a:cubicBezTo>
                  <a:pt x="5442775" y="68649"/>
                  <a:pt x="5443115" y="71715"/>
                  <a:pt x="5443798" y="74438"/>
                </a:cubicBezTo>
                <a:cubicBezTo>
                  <a:pt x="5444478" y="77161"/>
                  <a:pt x="5445612" y="79501"/>
                  <a:pt x="5447201" y="81453"/>
                </a:cubicBezTo>
                <a:cubicBezTo>
                  <a:pt x="5448792" y="83405"/>
                  <a:pt x="5450858" y="84905"/>
                  <a:pt x="5453399" y="85948"/>
                </a:cubicBezTo>
                <a:cubicBezTo>
                  <a:pt x="5455942" y="86991"/>
                  <a:pt x="5459051" y="87514"/>
                  <a:pt x="5462731" y="87514"/>
                </a:cubicBezTo>
                <a:cubicBezTo>
                  <a:pt x="5465635" y="87514"/>
                  <a:pt x="5468223" y="87288"/>
                  <a:pt x="5470492" y="86834"/>
                </a:cubicBezTo>
                <a:cubicBezTo>
                  <a:pt x="5472764" y="86334"/>
                  <a:pt x="5474716" y="85788"/>
                  <a:pt x="5476350" y="85199"/>
                </a:cubicBezTo>
                <a:cubicBezTo>
                  <a:pt x="5478030" y="84608"/>
                  <a:pt x="5479393" y="84088"/>
                  <a:pt x="5480436" y="83633"/>
                </a:cubicBezTo>
                <a:cubicBezTo>
                  <a:pt x="5481528" y="83133"/>
                  <a:pt x="5482345" y="82885"/>
                  <a:pt x="5482888" y="82885"/>
                </a:cubicBezTo>
                <a:cubicBezTo>
                  <a:pt x="5483205" y="82885"/>
                  <a:pt x="5483480" y="82973"/>
                  <a:pt x="5483705" y="83156"/>
                </a:cubicBezTo>
                <a:cubicBezTo>
                  <a:pt x="5483980" y="83293"/>
                  <a:pt x="5484183" y="83519"/>
                  <a:pt x="5484320" y="83836"/>
                </a:cubicBezTo>
                <a:cubicBezTo>
                  <a:pt x="5484454" y="84153"/>
                  <a:pt x="5484545" y="84608"/>
                  <a:pt x="5484591" y="85199"/>
                </a:cubicBezTo>
                <a:cubicBezTo>
                  <a:pt x="5484683" y="85745"/>
                  <a:pt x="5484728" y="86425"/>
                  <a:pt x="5484728" y="87242"/>
                </a:cubicBezTo>
                <a:cubicBezTo>
                  <a:pt x="5484728" y="87831"/>
                  <a:pt x="5484706" y="88354"/>
                  <a:pt x="5484660" y="88808"/>
                </a:cubicBezTo>
                <a:cubicBezTo>
                  <a:pt x="5484614" y="89217"/>
                  <a:pt x="5484545" y="89603"/>
                  <a:pt x="5484454" y="89966"/>
                </a:cubicBezTo>
                <a:cubicBezTo>
                  <a:pt x="5484411" y="90283"/>
                  <a:pt x="5484297" y="90580"/>
                  <a:pt x="5484114" y="90851"/>
                </a:cubicBezTo>
                <a:cubicBezTo>
                  <a:pt x="5483980" y="91123"/>
                  <a:pt x="5483774" y="91397"/>
                  <a:pt x="5483502" y="91669"/>
                </a:cubicBezTo>
                <a:cubicBezTo>
                  <a:pt x="5483274" y="91894"/>
                  <a:pt x="5482548" y="92303"/>
                  <a:pt x="5481322" y="92894"/>
                </a:cubicBezTo>
                <a:cubicBezTo>
                  <a:pt x="5480096" y="93440"/>
                  <a:pt x="5478508" y="93983"/>
                  <a:pt x="5476556" y="94529"/>
                </a:cubicBezTo>
                <a:cubicBezTo>
                  <a:pt x="5474604" y="95075"/>
                  <a:pt x="5472333" y="95552"/>
                  <a:pt x="5469744" y="95961"/>
                </a:cubicBezTo>
                <a:cubicBezTo>
                  <a:pt x="5467203" y="96412"/>
                  <a:pt x="5464477" y="96641"/>
                  <a:pt x="5461571" y="96641"/>
                </a:cubicBezTo>
                <a:cubicBezTo>
                  <a:pt x="5456533" y="96641"/>
                  <a:pt x="5452104" y="95938"/>
                  <a:pt x="5448292" y="94529"/>
                </a:cubicBezTo>
                <a:cubicBezTo>
                  <a:pt x="5444523" y="93120"/>
                  <a:pt x="5441346" y="91034"/>
                  <a:pt x="5438757" y="88262"/>
                </a:cubicBezTo>
                <a:cubicBezTo>
                  <a:pt x="5436168" y="85494"/>
                  <a:pt x="5434216" y="82022"/>
                  <a:pt x="5432899" y="77844"/>
                </a:cubicBezTo>
                <a:cubicBezTo>
                  <a:pt x="5431585" y="73666"/>
                  <a:pt x="5430924" y="68809"/>
                  <a:pt x="5430924" y="63268"/>
                </a:cubicBezTo>
                <a:cubicBezTo>
                  <a:pt x="5430924" y="58002"/>
                  <a:pt x="5431605" y="53281"/>
                  <a:pt x="5432968" y="49103"/>
                </a:cubicBezTo>
                <a:cubicBezTo>
                  <a:pt x="5434331" y="44880"/>
                  <a:pt x="5436282" y="41317"/>
                  <a:pt x="5438825" y="38411"/>
                </a:cubicBezTo>
                <a:cubicBezTo>
                  <a:pt x="5441412" y="35459"/>
                  <a:pt x="5444523" y="33213"/>
                  <a:pt x="5448155" y="31670"/>
                </a:cubicBezTo>
                <a:cubicBezTo>
                  <a:pt x="5451787" y="30081"/>
                  <a:pt x="5455850" y="29284"/>
                  <a:pt x="5460345" y="29284"/>
                </a:cubicBezTo>
                <a:cubicBezTo>
                  <a:pt x="5465157" y="29284"/>
                  <a:pt x="5469244" y="30058"/>
                  <a:pt x="5472604" y="31601"/>
                </a:cubicBezTo>
                <a:cubicBezTo>
                  <a:pt x="5476010" y="33144"/>
                  <a:pt x="5478802" y="35233"/>
                  <a:pt x="5480982" y="37868"/>
                </a:cubicBezTo>
                <a:cubicBezTo>
                  <a:pt x="5483162" y="40454"/>
                  <a:pt x="5484751" y="43520"/>
                  <a:pt x="5485748" y="47060"/>
                </a:cubicBezTo>
                <a:cubicBezTo>
                  <a:pt x="5486794" y="50555"/>
                  <a:pt x="5487314" y="54301"/>
                  <a:pt x="5487314" y="58299"/>
                </a:cubicBezTo>
                <a:lnTo>
                  <a:pt x="5487314" y="60342"/>
                </a:lnTo>
                <a:close/>
                <a:moveTo>
                  <a:pt x="5476010" y="57004"/>
                </a:moveTo>
                <a:cubicBezTo>
                  <a:pt x="5476147" y="51101"/>
                  <a:pt x="5474830" y="46469"/>
                  <a:pt x="5472061" y="43111"/>
                </a:cubicBezTo>
                <a:cubicBezTo>
                  <a:pt x="5469335" y="39751"/>
                  <a:pt x="5465272" y="38070"/>
                  <a:pt x="5459868" y="38070"/>
                </a:cubicBezTo>
                <a:cubicBezTo>
                  <a:pt x="5457099" y="38070"/>
                  <a:pt x="5454670" y="38593"/>
                  <a:pt x="5452581" y="39636"/>
                </a:cubicBezTo>
                <a:cubicBezTo>
                  <a:pt x="5450493" y="40682"/>
                  <a:pt x="5448747" y="42065"/>
                  <a:pt x="5447338" y="43791"/>
                </a:cubicBezTo>
                <a:cubicBezTo>
                  <a:pt x="5445932" y="45517"/>
                  <a:pt x="5444841" y="47537"/>
                  <a:pt x="5444069" y="49852"/>
                </a:cubicBezTo>
                <a:cubicBezTo>
                  <a:pt x="5443297" y="52124"/>
                  <a:pt x="5442866" y="54507"/>
                  <a:pt x="5442775" y="57004"/>
                </a:cubicBezTo>
                <a:lnTo>
                  <a:pt x="5476010" y="57004"/>
                </a:lnTo>
                <a:close/>
                <a:moveTo>
                  <a:pt x="5547179" y="93643"/>
                </a:moveTo>
                <a:cubicBezTo>
                  <a:pt x="5547179" y="94006"/>
                  <a:pt x="5547088" y="94326"/>
                  <a:pt x="5546908" y="94598"/>
                </a:cubicBezTo>
                <a:cubicBezTo>
                  <a:pt x="5546725" y="94823"/>
                  <a:pt x="5546430" y="95029"/>
                  <a:pt x="5546022" y="95209"/>
                </a:cubicBezTo>
                <a:cubicBezTo>
                  <a:pt x="5545613" y="95392"/>
                  <a:pt x="5545044" y="95529"/>
                  <a:pt x="5544319" y="95618"/>
                </a:cubicBezTo>
                <a:cubicBezTo>
                  <a:pt x="5543593" y="95709"/>
                  <a:pt x="5542661" y="95755"/>
                  <a:pt x="5541527" y="95755"/>
                </a:cubicBezTo>
                <a:cubicBezTo>
                  <a:pt x="5540438" y="95755"/>
                  <a:pt x="5539529" y="95709"/>
                  <a:pt x="5538804" y="95618"/>
                </a:cubicBezTo>
                <a:cubicBezTo>
                  <a:pt x="5538075" y="95529"/>
                  <a:pt x="5537486" y="95392"/>
                  <a:pt x="5537032" y="95209"/>
                </a:cubicBezTo>
                <a:cubicBezTo>
                  <a:pt x="5536623" y="95029"/>
                  <a:pt x="5536329" y="94823"/>
                  <a:pt x="5536146" y="94598"/>
                </a:cubicBezTo>
                <a:cubicBezTo>
                  <a:pt x="5536009" y="94326"/>
                  <a:pt x="5535943" y="94006"/>
                  <a:pt x="5535943" y="93643"/>
                </a:cubicBezTo>
                <a:lnTo>
                  <a:pt x="5535943" y="2657"/>
                </a:lnTo>
                <a:cubicBezTo>
                  <a:pt x="5535943" y="2292"/>
                  <a:pt x="5536009" y="1975"/>
                  <a:pt x="5536146" y="1703"/>
                </a:cubicBezTo>
                <a:cubicBezTo>
                  <a:pt x="5536329" y="1432"/>
                  <a:pt x="5536623" y="1203"/>
                  <a:pt x="5537032" y="1023"/>
                </a:cubicBezTo>
                <a:cubicBezTo>
                  <a:pt x="5537486" y="840"/>
                  <a:pt x="5538075" y="703"/>
                  <a:pt x="5538804" y="614"/>
                </a:cubicBezTo>
                <a:cubicBezTo>
                  <a:pt x="5539529" y="523"/>
                  <a:pt x="5540438" y="477"/>
                  <a:pt x="5541527" y="477"/>
                </a:cubicBezTo>
                <a:cubicBezTo>
                  <a:pt x="5542661" y="477"/>
                  <a:pt x="5543593" y="523"/>
                  <a:pt x="5544319" y="614"/>
                </a:cubicBezTo>
                <a:cubicBezTo>
                  <a:pt x="5545044" y="703"/>
                  <a:pt x="5545613" y="840"/>
                  <a:pt x="5546022" y="1023"/>
                </a:cubicBezTo>
                <a:cubicBezTo>
                  <a:pt x="5546430" y="1203"/>
                  <a:pt x="5546725" y="1432"/>
                  <a:pt x="5546908" y="1703"/>
                </a:cubicBezTo>
                <a:cubicBezTo>
                  <a:pt x="5547088" y="1975"/>
                  <a:pt x="5547179" y="2292"/>
                  <a:pt x="5547179" y="2657"/>
                </a:cubicBezTo>
                <a:lnTo>
                  <a:pt x="5547179" y="93643"/>
                </a:lnTo>
                <a:close/>
                <a:moveTo>
                  <a:pt x="5620257" y="60342"/>
                </a:moveTo>
                <a:cubicBezTo>
                  <a:pt x="5620257" y="62111"/>
                  <a:pt x="5619802" y="63382"/>
                  <a:pt x="5618894" y="64154"/>
                </a:cubicBezTo>
                <a:cubicBezTo>
                  <a:pt x="5618031" y="64880"/>
                  <a:pt x="5617033" y="65245"/>
                  <a:pt x="5615896" y="65245"/>
                </a:cubicBezTo>
                <a:lnTo>
                  <a:pt x="5575714" y="65245"/>
                </a:lnTo>
                <a:cubicBezTo>
                  <a:pt x="5575714" y="68649"/>
                  <a:pt x="5576057" y="71715"/>
                  <a:pt x="5576737" y="74438"/>
                </a:cubicBezTo>
                <a:cubicBezTo>
                  <a:pt x="5577417" y="77161"/>
                  <a:pt x="5578552" y="79501"/>
                  <a:pt x="5580143" y="81453"/>
                </a:cubicBezTo>
                <a:cubicBezTo>
                  <a:pt x="5581732" y="83405"/>
                  <a:pt x="5583798" y="84905"/>
                  <a:pt x="5586338" y="85948"/>
                </a:cubicBezTo>
                <a:cubicBezTo>
                  <a:pt x="5588881" y="86991"/>
                  <a:pt x="5591993" y="87514"/>
                  <a:pt x="5595671" y="87514"/>
                </a:cubicBezTo>
                <a:cubicBezTo>
                  <a:pt x="5598574" y="87514"/>
                  <a:pt x="5601163" y="87288"/>
                  <a:pt x="5603435" y="86834"/>
                </a:cubicBezTo>
                <a:cubicBezTo>
                  <a:pt x="5605703" y="86334"/>
                  <a:pt x="5607655" y="85788"/>
                  <a:pt x="5609290" y="85199"/>
                </a:cubicBezTo>
                <a:cubicBezTo>
                  <a:pt x="5610970" y="84608"/>
                  <a:pt x="5612333" y="84088"/>
                  <a:pt x="5613376" y="83633"/>
                </a:cubicBezTo>
                <a:cubicBezTo>
                  <a:pt x="5614467" y="83133"/>
                  <a:pt x="5615285" y="82885"/>
                  <a:pt x="5615828" y="82885"/>
                </a:cubicBezTo>
                <a:cubicBezTo>
                  <a:pt x="5616148" y="82885"/>
                  <a:pt x="5616419" y="82973"/>
                  <a:pt x="5616645" y="83156"/>
                </a:cubicBezTo>
                <a:cubicBezTo>
                  <a:pt x="5616919" y="83293"/>
                  <a:pt x="5617122" y="83519"/>
                  <a:pt x="5617259" y="83836"/>
                </a:cubicBezTo>
                <a:cubicBezTo>
                  <a:pt x="5617394" y="84153"/>
                  <a:pt x="5617485" y="84608"/>
                  <a:pt x="5617531" y="85199"/>
                </a:cubicBezTo>
                <a:cubicBezTo>
                  <a:pt x="5617622" y="85745"/>
                  <a:pt x="5617668" y="86425"/>
                  <a:pt x="5617668" y="87242"/>
                </a:cubicBezTo>
                <a:cubicBezTo>
                  <a:pt x="5617668" y="87831"/>
                  <a:pt x="5617645" y="88354"/>
                  <a:pt x="5617599" y="88808"/>
                </a:cubicBezTo>
                <a:cubicBezTo>
                  <a:pt x="5617554" y="89217"/>
                  <a:pt x="5617485" y="89603"/>
                  <a:pt x="5617394" y="89966"/>
                </a:cubicBezTo>
                <a:cubicBezTo>
                  <a:pt x="5617351" y="90283"/>
                  <a:pt x="5617236" y="90580"/>
                  <a:pt x="5617053" y="90851"/>
                </a:cubicBezTo>
                <a:cubicBezTo>
                  <a:pt x="5616919" y="91123"/>
                  <a:pt x="5616713" y="91397"/>
                  <a:pt x="5616442" y="91669"/>
                </a:cubicBezTo>
                <a:cubicBezTo>
                  <a:pt x="5616213" y="91894"/>
                  <a:pt x="5615488" y="92303"/>
                  <a:pt x="5614262" y="92894"/>
                </a:cubicBezTo>
                <a:cubicBezTo>
                  <a:pt x="5613036" y="93440"/>
                  <a:pt x="5611447" y="93983"/>
                  <a:pt x="5609495" y="94529"/>
                </a:cubicBezTo>
                <a:cubicBezTo>
                  <a:pt x="5607544" y="95075"/>
                  <a:pt x="5605272" y="95552"/>
                  <a:pt x="5602683" y="95961"/>
                </a:cubicBezTo>
                <a:cubicBezTo>
                  <a:pt x="5600143" y="96412"/>
                  <a:pt x="5597417" y="96641"/>
                  <a:pt x="5594511" y="96641"/>
                </a:cubicBezTo>
                <a:cubicBezTo>
                  <a:pt x="5589473" y="96641"/>
                  <a:pt x="5585047" y="95938"/>
                  <a:pt x="5581232" y="94529"/>
                </a:cubicBezTo>
                <a:cubicBezTo>
                  <a:pt x="5577463" y="93120"/>
                  <a:pt x="5574285" y="91034"/>
                  <a:pt x="5571696" y="88262"/>
                </a:cubicBezTo>
                <a:cubicBezTo>
                  <a:pt x="5569110" y="85494"/>
                  <a:pt x="5567156" y="82022"/>
                  <a:pt x="5565838" y="77844"/>
                </a:cubicBezTo>
                <a:cubicBezTo>
                  <a:pt x="5564524" y="73666"/>
                  <a:pt x="5563864" y="68809"/>
                  <a:pt x="5563864" y="63268"/>
                </a:cubicBezTo>
                <a:cubicBezTo>
                  <a:pt x="5563864" y="58002"/>
                  <a:pt x="5564547" y="53281"/>
                  <a:pt x="5565907" y="49103"/>
                </a:cubicBezTo>
                <a:cubicBezTo>
                  <a:pt x="5567270" y="44880"/>
                  <a:pt x="5569222" y="41317"/>
                  <a:pt x="5571765" y="38411"/>
                </a:cubicBezTo>
                <a:cubicBezTo>
                  <a:pt x="5574354" y="35459"/>
                  <a:pt x="5577463" y="33213"/>
                  <a:pt x="5581095" y="31670"/>
                </a:cubicBezTo>
                <a:cubicBezTo>
                  <a:pt x="5584727" y="30081"/>
                  <a:pt x="5588793" y="29284"/>
                  <a:pt x="5593285" y="29284"/>
                </a:cubicBezTo>
                <a:cubicBezTo>
                  <a:pt x="5598100" y="29284"/>
                  <a:pt x="5602186" y="30058"/>
                  <a:pt x="5605546" y="31601"/>
                </a:cubicBezTo>
                <a:cubicBezTo>
                  <a:pt x="5608950" y="33144"/>
                  <a:pt x="5611741" y="35233"/>
                  <a:pt x="5613922" y="37868"/>
                </a:cubicBezTo>
                <a:cubicBezTo>
                  <a:pt x="5616102" y="40454"/>
                  <a:pt x="5617691" y="43520"/>
                  <a:pt x="5618688" y="47060"/>
                </a:cubicBezTo>
                <a:cubicBezTo>
                  <a:pt x="5619734" y="50555"/>
                  <a:pt x="5620257" y="54301"/>
                  <a:pt x="5620257" y="58299"/>
                </a:cubicBezTo>
                <a:lnTo>
                  <a:pt x="5620257" y="60342"/>
                </a:lnTo>
                <a:close/>
                <a:moveTo>
                  <a:pt x="5608950" y="57004"/>
                </a:moveTo>
                <a:cubicBezTo>
                  <a:pt x="5609087" y="51101"/>
                  <a:pt x="5607769" y="46469"/>
                  <a:pt x="5605001" y="43111"/>
                </a:cubicBezTo>
                <a:cubicBezTo>
                  <a:pt x="5602277" y="39751"/>
                  <a:pt x="5598211" y="38070"/>
                  <a:pt x="5592810" y="38070"/>
                </a:cubicBezTo>
                <a:cubicBezTo>
                  <a:pt x="5590039" y="38070"/>
                  <a:pt x="5587610" y="38593"/>
                  <a:pt x="5585524" y="39636"/>
                </a:cubicBezTo>
                <a:cubicBezTo>
                  <a:pt x="5583435" y="40682"/>
                  <a:pt x="5581686" y="42065"/>
                  <a:pt x="5580277" y="43791"/>
                </a:cubicBezTo>
                <a:cubicBezTo>
                  <a:pt x="5578872" y="45517"/>
                  <a:pt x="5577780" y="47537"/>
                  <a:pt x="5577008" y="49852"/>
                </a:cubicBezTo>
                <a:cubicBezTo>
                  <a:pt x="5576237" y="52124"/>
                  <a:pt x="5575805" y="54507"/>
                  <a:pt x="5575714" y="57004"/>
                </a:cubicBezTo>
                <a:lnTo>
                  <a:pt x="5608950" y="57004"/>
                </a:lnTo>
                <a:close/>
                <a:moveTo>
                  <a:pt x="5688565" y="35142"/>
                </a:moveTo>
                <a:cubicBezTo>
                  <a:pt x="5688565" y="36730"/>
                  <a:pt x="5688337" y="37888"/>
                  <a:pt x="5687882" y="38616"/>
                </a:cubicBezTo>
                <a:cubicBezTo>
                  <a:pt x="5687474" y="39296"/>
                  <a:pt x="5686931" y="39636"/>
                  <a:pt x="5686248" y="39636"/>
                </a:cubicBezTo>
                <a:lnTo>
                  <a:pt x="5677464" y="39636"/>
                </a:lnTo>
                <a:cubicBezTo>
                  <a:pt x="5679053" y="41271"/>
                  <a:pt x="5680164" y="43088"/>
                  <a:pt x="5680801" y="45086"/>
                </a:cubicBezTo>
                <a:cubicBezTo>
                  <a:pt x="5681436" y="47037"/>
                  <a:pt x="5681753" y="49080"/>
                  <a:pt x="5681753" y="51215"/>
                </a:cubicBezTo>
                <a:cubicBezTo>
                  <a:pt x="5681753" y="54755"/>
                  <a:pt x="5681187" y="57890"/>
                  <a:pt x="5680050" y="60613"/>
                </a:cubicBezTo>
                <a:cubicBezTo>
                  <a:pt x="5678915" y="63336"/>
                  <a:pt x="5677281" y="65654"/>
                  <a:pt x="5675146" y="67560"/>
                </a:cubicBezTo>
                <a:cubicBezTo>
                  <a:pt x="5673060" y="69420"/>
                  <a:pt x="5670563" y="70852"/>
                  <a:pt x="5667657" y="71849"/>
                </a:cubicBezTo>
                <a:cubicBezTo>
                  <a:pt x="5664751" y="72849"/>
                  <a:pt x="5661528" y="73349"/>
                  <a:pt x="5657984" y="73349"/>
                </a:cubicBezTo>
                <a:cubicBezTo>
                  <a:pt x="5655490" y="73349"/>
                  <a:pt x="5653104" y="73032"/>
                  <a:pt x="5650835" y="72395"/>
                </a:cubicBezTo>
                <a:cubicBezTo>
                  <a:pt x="5648609" y="71715"/>
                  <a:pt x="5646886" y="70875"/>
                  <a:pt x="5645657" y="69874"/>
                </a:cubicBezTo>
                <a:cubicBezTo>
                  <a:pt x="5644840" y="70692"/>
                  <a:pt x="5644160" y="71623"/>
                  <a:pt x="5643617" y="72666"/>
                </a:cubicBezTo>
                <a:cubicBezTo>
                  <a:pt x="5643117" y="73712"/>
                  <a:pt x="5642865" y="74915"/>
                  <a:pt x="5642865" y="76278"/>
                </a:cubicBezTo>
                <a:cubicBezTo>
                  <a:pt x="5642865" y="77867"/>
                  <a:pt x="5643591" y="79184"/>
                  <a:pt x="5645046" y="80227"/>
                </a:cubicBezTo>
                <a:cubicBezTo>
                  <a:pt x="5646543" y="81270"/>
                  <a:pt x="5648520" y="81839"/>
                  <a:pt x="5650972" y="81930"/>
                </a:cubicBezTo>
                <a:lnTo>
                  <a:pt x="5666974" y="82610"/>
                </a:lnTo>
                <a:cubicBezTo>
                  <a:pt x="5670017" y="82702"/>
                  <a:pt x="5672809" y="83133"/>
                  <a:pt x="5675352" y="83905"/>
                </a:cubicBezTo>
                <a:cubicBezTo>
                  <a:pt x="5677895" y="84631"/>
                  <a:pt x="5680096" y="85699"/>
                  <a:pt x="5681959" y="87105"/>
                </a:cubicBezTo>
                <a:cubicBezTo>
                  <a:pt x="5683819" y="88468"/>
                  <a:pt x="5685273" y="90171"/>
                  <a:pt x="5686316" y="92214"/>
                </a:cubicBezTo>
                <a:cubicBezTo>
                  <a:pt x="5687362" y="94212"/>
                  <a:pt x="5687882" y="96549"/>
                  <a:pt x="5687882" y="99230"/>
                </a:cubicBezTo>
                <a:cubicBezTo>
                  <a:pt x="5687882" y="102044"/>
                  <a:pt x="5687294" y="104722"/>
                  <a:pt x="5686114" y="107265"/>
                </a:cubicBezTo>
                <a:cubicBezTo>
                  <a:pt x="5684931" y="109808"/>
                  <a:pt x="5683116" y="112031"/>
                  <a:pt x="5680664" y="113940"/>
                </a:cubicBezTo>
                <a:cubicBezTo>
                  <a:pt x="5678258" y="115892"/>
                  <a:pt x="5675169" y="117412"/>
                  <a:pt x="5671403" y="118501"/>
                </a:cubicBezTo>
                <a:cubicBezTo>
                  <a:pt x="5667634" y="119638"/>
                  <a:pt x="5663185" y="120204"/>
                  <a:pt x="5658053" y="120204"/>
                </a:cubicBezTo>
                <a:cubicBezTo>
                  <a:pt x="5653104" y="120204"/>
                  <a:pt x="5648883" y="119772"/>
                  <a:pt x="5645386" y="118909"/>
                </a:cubicBezTo>
                <a:cubicBezTo>
                  <a:pt x="5641937" y="118092"/>
                  <a:pt x="5639099" y="116957"/>
                  <a:pt x="5636873" y="115506"/>
                </a:cubicBezTo>
                <a:cubicBezTo>
                  <a:pt x="5634647" y="114051"/>
                  <a:pt x="5633038" y="112305"/>
                  <a:pt x="5632038" y="110262"/>
                </a:cubicBezTo>
                <a:cubicBezTo>
                  <a:pt x="5631038" y="108262"/>
                  <a:pt x="5630538" y="106085"/>
                  <a:pt x="5630538" y="103724"/>
                </a:cubicBezTo>
                <a:cubicBezTo>
                  <a:pt x="5630538" y="102224"/>
                  <a:pt x="5630721" y="100773"/>
                  <a:pt x="5631084" y="99364"/>
                </a:cubicBezTo>
                <a:cubicBezTo>
                  <a:pt x="5631447" y="97958"/>
                  <a:pt x="5631992" y="96618"/>
                  <a:pt x="5632718" y="95346"/>
                </a:cubicBezTo>
                <a:cubicBezTo>
                  <a:pt x="5633490" y="94075"/>
                  <a:pt x="5634421" y="92872"/>
                  <a:pt x="5635510" y="91737"/>
                </a:cubicBezTo>
                <a:cubicBezTo>
                  <a:pt x="5636644" y="90557"/>
                  <a:pt x="5637939" y="89400"/>
                  <a:pt x="5639393" y="88262"/>
                </a:cubicBezTo>
                <a:cubicBezTo>
                  <a:pt x="5637167" y="87128"/>
                  <a:pt x="5635510" y="85699"/>
                  <a:pt x="5634421" y="83973"/>
                </a:cubicBezTo>
                <a:cubicBezTo>
                  <a:pt x="5633376" y="82247"/>
                  <a:pt x="5632855" y="80387"/>
                  <a:pt x="5632855" y="78387"/>
                </a:cubicBezTo>
                <a:cubicBezTo>
                  <a:pt x="5632855" y="75618"/>
                  <a:pt x="5633424" y="73143"/>
                  <a:pt x="5634559" y="70966"/>
                </a:cubicBezTo>
                <a:cubicBezTo>
                  <a:pt x="5635693" y="68786"/>
                  <a:pt x="5637099" y="66834"/>
                  <a:pt x="5638779" y="65108"/>
                </a:cubicBezTo>
                <a:cubicBezTo>
                  <a:pt x="5637373" y="63428"/>
                  <a:pt x="5636262" y="61545"/>
                  <a:pt x="5635441" y="59456"/>
                </a:cubicBezTo>
                <a:cubicBezTo>
                  <a:pt x="5634624" y="57321"/>
                  <a:pt x="5634216" y="54755"/>
                  <a:pt x="5634216" y="51761"/>
                </a:cubicBezTo>
                <a:cubicBezTo>
                  <a:pt x="5634216" y="48263"/>
                  <a:pt x="5634807" y="45131"/>
                  <a:pt x="5635987" y="42362"/>
                </a:cubicBezTo>
                <a:cubicBezTo>
                  <a:pt x="5637167" y="39591"/>
                  <a:pt x="5638802" y="37253"/>
                  <a:pt x="5640891" y="35347"/>
                </a:cubicBezTo>
                <a:cubicBezTo>
                  <a:pt x="5642980" y="33438"/>
                  <a:pt x="5645477" y="31987"/>
                  <a:pt x="5648383" y="30987"/>
                </a:cubicBezTo>
                <a:cubicBezTo>
                  <a:pt x="5651335" y="29944"/>
                  <a:pt x="5654535" y="29421"/>
                  <a:pt x="5657984" y="29421"/>
                </a:cubicBezTo>
                <a:cubicBezTo>
                  <a:pt x="5659847" y="29421"/>
                  <a:pt x="5661573" y="29535"/>
                  <a:pt x="5663162" y="29761"/>
                </a:cubicBezTo>
                <a:cubicBezTo>
                  <a:pt x="5664797" y="29944"/>
                  <a:pt x="5666317" y="30215"/>
                  <a:pt x="5667726" y="30578"/>
                </a:cubicBezTo>
                <a:lnTo>
                  <a:pt x="5686248" y="30578"/>
                </a:lnTo>
                <a:cubicBezTo>
                  <a:pt x="5687019" y="30578"/>
                  <a:pt x="5687588" y="30964"/>
                  <a:pt x="5687951" y="31735"/>
                </a:cubicBezTo>
                <a:cubicBezTo>
                  <a:pt x="5688360" y="32464"/>
                  <a:pt x="5688565" y="33598"/>
                  <a:pt x="5688565" y="35142"/>
                </a:cubicBezTo>
                <a:close/>
                <a:moveTo>
                  <a:pt x="5670994" y="51284"/>
                </a:moveTo>
                <a:cubicBezTo>
                  <a:pt x="5670994" y="47106"/>
                  <a:pt x="5669834" y="43860"/>
                  <a:pt x="5667520" y="41545"/>
                </a:cubicBezTo>
                <a:cubicBezTo>
                  <a:pt x="5665251" y="39182"/>
                  <a:pt x="5662005" y="38002"/>
                  <a:pt x="5657781" y="38002"/>
                </a:cubicBezTo>
                <a:cubicBezTo>
                  <a:pt x="5655601" y="38002"/>
                  <a:pt x="5653695" y="38365"/>
                  <a:pt x="5652061" y="39093"/>
                </a:cubicBezTo>
                <a:cubicBezTo>
                  <a:pt x="5650472" y="39819"/>
                  <a:pt x="5649132" y="40817"/>
                  <a:pt x="5648043" y="42088"/>
                </a:cubicBezTo>
                <a:cubicBezTo>
                  <a:pt x="5646997" y="43360"/>
                  <a:pt x="5646203" y="44834"/>
                  <a:pt x="5645657" y="46514"/>
                </a:cubicBezTo>
                <a:cubicBezTo>
                  <a:pt x="5645160" y="48149"/>
                  <a:pt x="5644908" y="49875"/>
                  <a:pt x="5644908" y="51692"/>
                </a:cubicBezTo>
                <a:cubicBezTo>
                  <a:pt x="5644908" y="55733"/>
                  <a:pt x="5646043" y="58910"/>
                  <a:pt x="5648315" y="61225"/>
                </a:cubicBezTo>
                <a:cubicBezTo>
                  <a:pt x="5650629" y="63542"/>
                  <a:pt x="5653855" y="64700"/>
                  <a:pt x="5657984" y="64700"/>
                </a:cubicBezTo>
                <a:cubicBezTo>
                  <a:pt x="5660210" y="64700"/>
                  <a:pt x="5662139" y="64359"/>
                  <a:pt x="5663774" y="63677"/>
                </a:cubicBezTo>
                <a:cubicBezTo>
                  <a:pt x="5665408" y="62951"/>
                  <a:pt x="5666748" y="61976"/>
                  <a:pt x="5667791" y="60750"/>
                </a:cubicBezTo>
                <a:cubicBezTo>
                  <a:pt x="5668883" y="59479"/>
                  <a:pt x="5669677" y="58024"/>
                  <a:pt x="5670177" y="56390"/>
                </a:cubicBezTo>
                <a:cubicBezTo>
                  <a:pt x="5670720" y="54755"/>
                  <a:pt x="5670994" y="53052"/>
                  <a:pt x="5670994" y="51284"/>
                </a:cubicBezTo>
                <a:close/>
                <a:moveTo>
                  <a:pt x="5676647" y="99841"/>
                </a:moveTo>
                <a:cubicBezTo>
                  <a:pt x="5676647" y="97209"/>
                  <a:pt x="5675555" y="95186"/>
                  <a:pt x="5673378" y="93780"/>
                </a:cubicBezTo>
                <a:cubicBezTo>
                  <a:pt x="5671243" y="92326"/>
                  <a:pt x="5668337" y="91554"/>
                  <a:pt x="5664659" y="91466"/>
                </a:cubicBezTo>
                <a:lnTo>
                  <a:pt x="5648792" y="90920"/>
                </a:lnTo>
                <a:cubicBezTo>
                  <a:pt x="5647337" y="92054"/>
                  <a:pt x="5646134" y="93143"/>
                  <a:pt x="5645183" y="94189"/>
                </a:cubicBezTo>
                <a:cubicBezTo>
                  <a:pt x="5644274" y="95186"/>
                  <a:pt x="5643548" y="96141"/>
                  <a:pt x="5643002" y="97049"/>
                </a:cubicBezTo>
                <a:cubicBezTo>
                  <a:pt x="5642457" y="98004"/>
                  <a:pt x="5642071" y="98932"/>
                  <a:pt x="5641845" y="99841"/>
                </a:cubicBezTo>
                <a:cubicBezTo>
                  <a:pt x="5641662" y="100750"/>
                  <a:pt x="5641571" y="101681"/>
                  <a:pt x="5641571" y="102633"/>
                </a:cubicBezTo>
                <a:cubicBezTo>
                  <a:pt x="5641571" y="105585"/>
                  <a:pt x="5643071" y="107811"/>
                  <a:pt x="5646069" y="109308"/>
                </a:cubicBezTo>
                <a:cubicBezTo>
                  <a:pt x="5649063" y="110851"/>
                  <a:pt x="5653241" y="111623"/>
                  <a:pt x="5658599" y="111623"/>
                </a:cubicBezTo>
                <a:cubicBezTo>
                  <a:pt x="5662005" y="111623"/>
                  <a:pt x="5664842" y="111282"/>
                  <a:pt x="5667111" y="110602"/>
                </a:cubicBezTo>
                <a:cubicBezTo>
                  <a:pt x="5669429" y="109965"/>
                  <a:pt x="5671289" y="109102"/>
                  <a:pt x="5672698" y="108013"/>
                </a:cubicBezTo>
                <a:cubicBezTo>
                  <a:pt x="5674103" y="106925"/>
                  <a:pt x="5675104" y="105676"/>
                  <a:pt x="5675692" y="104267"/>
                </a:cubicBezTo>
                <a:cubicBezTo>
                  <a:pt x="5676329" y="102861"/>
                  <a:pt x="5676647" y="101384"/>
                  <a:pt x="5676647" y="99841"/>
                </a:cubicBezTo>
                <a:close/>
                <a:moveTo>
                  <a:pt x="5741480" y="76958"/>
                </a:moveTo>
                <a:cubicBezTo>
                  <a:pt x="5741480" y="80090"/>
                  <a:pt x="5740892" y="82885"/>
                  <a:pt x="5739712" y="85336"/>
                </a:cubicBezTo>
                <a:cubicBezTo>
                  <a:pt x="5738577" y="87788"/>
                  <a:pt x="5736943" y="89851"/>
                  <a:pt x="5734808" y="91531"/>
                </a:cubicBezTo>
                <a:cubicBezTo>
                  <a:pt x="5732674" y="93212"/>
                  <a:pt x="5730130" y="94483"/>
                  <a:pt x="5727179" y="95346"/>
                </a:cubicBezTo>
                <a:cubicBezTo>
                  <a:pt x="5724227" y="96209"/>
                  <a:pt x="5720981" y="96641"/>
                  <a:pt x="5717440" y="96641"/>
                </a:cubicBezTo>
                <a:cubicBezTo>
                  <a:pt x="5715260" y="96641"/>
                  <a:pt x="5713174" y="96458"/>
                  <a:pt x="5711174" y="96095"/>
                </a:cubicBezTo>
                <a:cubicBezTo>
                  <a:pt x="5709222" y="95778"/>
                  <a:pt x="5707453" y="95369"/>
                  <a:pt x="5705862" y="94869"/>
                </a:cubicBezTo>
                <a:cubicBezTo>
                  <a:pt x="5704319" y="94326"/>
                  <a:pt x="5703001" y="93780"/>
                  <a:pt x="5701913" y="93235"/>
                </a:cubicBezTo>
                <a:cubicBezTo>
                  <a:pt x="5700824" y="92646"/>
                  <a:pt x="5700030" y="92123"/>
                  <a:pt x="5699529" y="91669"/>
                </a:cubicBezTo>
                <a:cubicBezTo>
                  <a:pt x="5699029" y="91214"/>
                  <a:pt x="5698667" y="90580"/>
                  <a:pt x="5698441" y="89763"/>
                </a:cubicBezTo>
                <a:cubicBezTo>
                  <a:pt x="5698212" y="88945"/>
                  <a:pt x="5698098" y="87831"/>
                  <a:pt x="5698098" y="86425"/>
                </a:cubicBezTo>
                <a:cubicBezTo>
                  <a:pt x="5698098" y="85562"/>
                  <a:pt x="5698144" y="84836"/>
                  <a:pt x="5698235" y="84245"/>
                </a:cubicBezTo>
                <a:cubicBezTo>
                  <a:pt x="5698326" y="83656"/>
                  <a:pt x="5698441" y="83179"/>
                  <a:pt x="5698575" y="82816"/>
                </a:cubicBezTo>
                <a:cubicBezTo>
                  <a:pt x="5698712" y="82453"/>
                  <a:pt x="5698892" y="82202"/>
                  <a:pt x="5699121" y="82067"/>
                </a:cubicBezTo>
                <a:cubicBezTo>
                  <a:pt x="5699392" y="81885"/>
                  <a:pt x="5699690" y="81793"/>
                  <a:pt x="5700007" y="81793"/>
                </a:cubicBezTo>
                <a:cubicBezTo>
                  <a:pt x="5700507" y="81793"/>
                  <a:pt x="5701233" y="82110"/>
                  <a:pt x="5702184" y="82747"/>
                </a:cubicBezTo>
                <a:cubicBezTo>
                  <a:pt x="5703184" y="83336"/>
                  <a:pt x="5704387" y="83996"/>
                  <a:pt x="5705796" y="84722"/>
                </a:cubicBezTo>
                <a:cubicBezTo>
                  <a:pt x="5707248" y="85448"/>
                  <a:pt x="5708951" y="86131"/>
                  <a:pt x="5710902" y="86765"/>
                </a:cubicBezTo>
                <a:cubicBezTo>
                  <a:pt x="5712854" y="87357"/>
                  <a:pt x="5715103" y="87651"/>
                  <a:pt x="5717646" y="87651"/>
                </a:cubicBezTo>
                <a:cubicBezTo>
                  <a:pt x="5719552" y="87651"/>
                  <a:pt x="5721278" y="87445"/>
                  <a:pt x="5722821" y="87037"/>
                </a:cubicBezTo>
                <a:cubicBezTo>
                  <a:pt x="5724364" y="86628"/>
                  <a:pt x="5725704" y="86039"/>
                  <a:pt x="5726839" y="85268"/>
                </a:cubicBezTo>
                <a:cubicBezTo>
                  <a:pt x="5727973" y="84451"/>
                  <a:pt x="5728836" y="83428"/>
                  <a:pt x="5729428" y="82202"/>
                </a:cubicBezTo>
                <a:cubicBezTo>
                  <a:pt x="5730062" y="80976"/>
                  <a:pt x="5730379" y="79524"/>
                  <a:pt x="5730379" y="77844"/>
                </a:cubicBezTo>
                <a:cubicBezTo>
                  <a:pt x="5730379" y="76118"/>
                  <a:pt x="5729928" y="74666"/>
                  <a:pt x="5729019" y="73483"/>
                </a:cubicBezTo>
                <a:cubicBezTo>
                  <a:pt x="5728156" y="72303"/>
                  <a:pt x="5726999" y="71260"/>
                  <a:pt x="5725544" y="70352"/>
                </a:cubicBezTo>
                <a:cubicBezTo>
                  <a:pt x="5724093" y="69443"/>
                  <a:pt x="5722458" y="68649"/>
                  <a:pt x="5720641" y="67968"/>
                </a:cubicBezTo>
                <a:cubicBezTo>
                  <a:pt x="5718826" y="67243"/>
                  <a:pt x="5716940" y="66494"/>
                  <a:pt x="5714989" y="65720"/>
                </a:cubicBezTo>
                <a:cubicBezTo>
                  <a:pt x="5713083" y="64948"/>
                  <a:pt x="5711197" y="64085"/>
                  <a:pt x="5709336" y="63134"/>
                </a:cubicBezTo>
                <a:cubicBezTo>
                  <a:pt x="5707519" y="62133"/>
                  <a:pt x="5705885" y="60930"/>
                  <a:pt x="5704433" y="59525"/>
                </a:cubicBezTo>
                <a:cubicBezTo>
                  <a:pt x="5702978" y="58116"/>
                  <a:pt x="5701798" y="56436"/>
                  <a:pt x="5700893" y="54484"/>
                </a:cubicBezTo>
                <a:cubicBezTo>
                  <a:pt x="5700030" y="52532"/>
                  <a:pt x="5699598" y="50192"/>
                  <a:pt x="5699598" y="47469"/>
                </a:cubicBezTo>
                <a:cubicBezTo>
                  <a:pt x="5699598" y="45063"/>
                  <a:pt x="5700052" y="42771"/>
                  <a:pt x="5700958" y="40591"/>
                </a:cubicBezTo>
                <a:cubicBezTo>
                  <a:pt x="5701913" y="38365"/>
                  <a:pt x="5703321" y="36436"/>
                  <a:pt x="5705182" y="34801"/>
                </a:cubicBezTo>
                <a:cubicBezTo>
                  <a:pt x="5707045" y="33121"/>
                  <a:pt x="5709359" y="31781"/>
                  <a:pt x="5712128" y="30784"/>
                </a:cubicBezTo>
                <a:cubicBezTo>
                  <a:pt x="5714943" y="29784"/>
                  <a:pt x="5718212" y="29284"/>
                  <a:pt x="5721935" y="29284"/>
                </a:cubicBezTo>
                <a:cubicBezTo>
                  <a:pt x="5723570" y="29284"/>
                  <a:pt x="5725204" y="29421"/>
                  <a:pt x="5726839" y="29692"/>
                </a:cubicBezTo>
                <a:cubicBezTo>
                  <a:pt x="5728473" y="29967"/>
                  <a:pt x="5729948" y="30307"/>
                  <a:pt x="5731265" y="30715"/>
                </a:cubicBezTo>
                <a:cubicBezTo>
                  <a:pt x="5732582" y="31124"/>
                  <a:pt x="5733694" y="31578"/>
                  <a:pt x="5734602" y="32078"/>
                </a:cubicBezTo>
                <a:cubicBezTo>
                  <a:pt x="5735557" y="32533"/>
                  <a:pt x="5736260" y="32941"/>
                  <a:pt x="5736714" y="33304"/>
                </a:cubicBezTo>
                <a:cubicBezTo>
                  <a:pt x="5737214" y="33667"/>
                  <a:pt x="5737531" y="33984"/>
                  <a:pt x="5737669" y="34256"/>
                </a:cubicBezTo>
                <a:cubicBezTo>
                  <a:pt x="5737849" y="34530"/>
                  <a:pt x="5737963" y="34847"/>
                  <a:pt x="5738009" y="35210"/>
                </a:cubicBezTo>
                <a:cubicBezTo>
                  <a:pt x="5738100" y="35527"/>
                  <a:pt x="5738166" y="35936"/>
                  <a:pt x="5738211" y="36436"/>
                </a:cubicBezTo>
                <a:cubicBezTo>
                  <a:pt x="5738303" y="36936"/>
                  <a:pt x="5738349" y="37548"/>
                  <a:pt x="5738349" y="38276"/>
                </a:cubicBezTo>
                <a:cubicBezTo>
                  <a:pt x="5738349" y="39048"/>
                  <a:pt x="5738303" y="39728"/>
                  <a:pt x="5738211" y="40319"/>
                </a:cubicBezTo>
                <a:cubicBezTo>
                  <a:pt x="5738166" y="40862"/>
                  <a:pt x="5738054" y="41317"/>
                  <a:pt x="5737871" y="41679"/>
                </a:cubicBezTo>
                <a:cubicBezTo>
                  <a:pt x="5737734" y="42042"/>
                  <a:pt x="5737554" y="42317"/>
                  <a:pt x="5737329" y="42497"/>
                </a:cubicBezTo>
                <a:cubicBezTo>
                  <a:pt x="5737100" y="42634"/>
                  <a:pt x="5736851" y="42702"/>
                  <a:pt x="5736577" y="42702"/>
                </a:cubicBezTo>
                <a:cubicBezTo>
                  <a:pt x="5736168" y="42702"/>
                  <a:pt x="5735580" y="42451"/>
                  <a:pt x="5734808" y="41954"/>
                </a:cubicBezTo>
                <a:cubicBezTo>
                  <a:pt x="5734034" y="41454"/>
                  <a:pt x="5733037" y="40931"/>
                  <a:pt x="5731811" y="40385"/>
                </a:cubicBezTo>
                <a:cubicBezTo>
                  <a:pt x="5730585" y="39796"/>
                  <a:pt x="5729130" y="39251"/>
                  <a:pt x="5727453" y="38751"/>
                </a:cubicBezTo>
                <a:cubicBezTo>
                  <a:pt x="5725818" y="38253"/>
                  <a:pt x="5723933" y="38002"/>
                  <a:pt x="5721798" y="38002"/>
                </a:cubicBezTo>
                <a:cubicBezTo>
                  <a:pt x="5719892" y="38002"/>
                  <a:pt x="5718212" y="38230"/>
                  <a:pt x="5716760" y="38685"/>
                </a:cubicBezTo>
                <a:cubicBezTo>
                  <a:pt x="5715306" y="39093"/>
                  <a:pt x="5714103" y="39705"/>
                  <a:pt x="5713151" y="40522"/>
                </a:cubicBezTo>
                <a:cubicBezTo>
                  <a:pt x="5712243" y="41294"/>
                  <a:pt x="5711537" y="42225"/>
                  <a:pt x="5711040" y="43314"/>
                </a:cubicBezTo>
                <a:cubicBezTo>
                  <a:pt x="5710585" y="44406"/>
                  <a:pt x="5710357" y="45586"/>
                  <a:pt x="5710357" y="46857"/>
                </a:cubicBezTo>
                <a:cubicBezTo>
                  <a:pt x="5710357" y="48626"/>
                  <a:pt x="5710811" y="50126"/>
                  <a:pt x="5711720" y="51352"/>
                </a:cubicBezTo>
                <a:cubicBezTo>
                  <a:pt x="5712628" y="52532"/>
                  <a:pt x="5713808" y="53575"/>
                  <a:pt x="5715260" y="54484"/>
                </a:cubicBezTo>
                <a:cubicBezTo>
                  <a:pt x="5716714" y="55393"/>
                  <a:pt x="5718372" y="56210"/>
                  <a:pt x="5720232" y="56936"/>
                </a:cubicBezTo>
                <a:cubicBezTo>
                  <a:pt x="5722095" y="57661"/>
                  <a:pt x="5723978" y="58410"/>
                  <a:pt x="5725887" y="59182"/>
                </a:cubicBezTo>
                <a:cubicBezTo>
                  <a:pt x="5727839" y="59956"/>
                  <a:pt x="5729745" y="60816"/>
                  <a:pt x="5731608" y="61771"/>
                </a:cubicBezTo>
                <a:cubicBezTo>
                  <a:pt x="5733514" y="62725"/>
                  <a:pt x="5735194" y="63882"/>
                  <a:pt x="5736646" y="65245"/>
                </a:cubicBezTo>
                <a:cubicBezTo>
                  <a:pt x="5738100" y="66605"/>
                  <a:pt x="5739257" y="68240"/>
                  <a:pt x="5740120" y="70149"/>
                </a:cubicBezTo>
                <a:cubicBezTo>
                  <a:pt x="5741029" y="72055"/>
                  <a:pt x="5741480" y="74324"/>
                  <a:pt x="5741480" y="76958"/>
                </a:cubicBezTo>
                <a:close/>
                <a:moveTo>
                  <a:pt x="5772061" y="87922"/>
                </a:moveTo>
                <a:cubicBezTo>
                  <a:pt x="5772061" y="91146"/>
                  <a:pt x="5771516" y="93303"/>
                  <a:pt x="5770427" y="94392"/>
                </a:cubicBezTo>
                <a:cubicBezTo>
                  <a:pt x="5769381" y="95438"/>
                  <a:pt x="5767452" y="95961"/>
                  <a:pt x="5764638" y="95961"/>
                </a:cubicBezTo>
                <a:cubicBezTo>
                  <a:pt x="5761912" y="95961"/>
                  <a:pt x="5760028" y="95438"/>
                  <a:pt x="5758985" y="94392"/>
                </a:cubicBezTo>
                <a:cubicBezTo>
                  <a:pt x="5757940" y="93349"/>
                  <a:pt x="5757417" y="91260"/>
                  <a:pt x="5757417" y="88128"/>
                </a:cubicBezTo>
                <a:cubicBezTo>
                  <a:pt x="5757417" y="84905"/>
                  <a:pt x="5757940" y="82770"/>
                  <a:pt x="5758985" y="81725"/>
                </a:cubicBezTo>
                <a:cubicBezTo>
                  <a:pt x="5760074" y="80636"/>
                  <a:pt x="5762026" y="80090"/>
                  <a:pt x="5764841" y="80090"/>
                </a:cubicBezTo>
                <a:cubicBezTo>
                  <a:pt x="5767567" y="80090"/>
                  <a:pt x="5769450" y="80613"/>
                  <a:pt x="5770493" y="81659"/>
                </a:cubicBezTo>
                <a:cubicBezTo>
                  <a:pt x="5771538" y="82702"/>
                  <a:pt x="5772061" y="84791"/>
                  <a:pt x="5772061" y="87922"/>
                </a:cubicBezTo>
                <a:close/>
                <a:moveTo>
                  <a:pt x="5876123" y="70149"/>
                </a:moveTo>
                <a:cubicBezTo>
                  <a:pt x="5876123" y="74189"/>
                  <a:pt x="5875420" y="77844"/>
                  <a:pt x="5874011" y="81113"/>
                </a:cubicBezTo>
                <a:cubicBezTo>
                  <a:pt x="5872605" y="84336"/>
                  <a:pt x="5870585" y="87105"/>
                  <a:pt x="5867951" y="89423"/>
                </a:cubicBezTo>
                <a:cubicBezTo>
                  <a:pt x="5865319" y="91737"/>
                  <a:pt x="5862073" y="93529"/>
                  <a:pt x="5858212" y="94800"/>
                </a:cubicBezTo>
                <a:cubicBezTo>
                  <a:pt x="5854355" y="96026"/>
                  <a:pt x="5849994" y="96641"/>
                  <a:pt x="5845136" y="96641"/>
                </a:cubicBezTo>
                <a:cubicBezTo>
                  <a:pt x="5842184" y="96641"/>
                  <a:pt x="5839416" y="96392"/>
                  <a:pt x="5836827" y="95892"/>
                </a:cubicBezTo>
                <a:cubicBezTo>
                  <a:pt x="5834286" y="95438"/>
                  <a:pt x="5832015" y="94892"/>
                  <a:pt x="5830017" y="94257"/>
                </a:cubicBezTo>
                <a:cubicBezTo>
                  <a:pt x="5828020" y="93575"/>
                  <a:pt x="5826362" y="92894"/>
                  <a:pt x="5825045" y="92214"/>
                </a:cubicBezTo>
                <a:cubicBezTo>
                  <a:pt x="5823728" y="91486"/>
                  <a:pt x="5822888" y="90966"/>
                  <a:pt x="5822525" y="90648"/>
                </a:cubicBezTo>
                <a:cubicBezTo>
                  <a:pt x="5822208" y="90328"/>
                  <a:pt x="5821959" y="90011"/>
                  <a:pt x="5821776" y="89694"/>
                </a:cubicBezTo>
                <a:cubicBezTo>
                  <a:pt x="5821596" y="89377"/>
                  <a:pt x="5821436" y="88991"/>
                  <a:pt x="5821299" y="88537"/>
                </a:cubicBezTo>
                <a:cubicBezTo>
                  <a:pt x="5821165" y="88082"/>
                  <a:pt x="5821050" y="87537"/>
                  <a:pt x="5820959" y="86902"/>
                </a:cubicBezTo>
                <a:cubicBezTo>
                  <a:pt x="5820913" y="86219"/>
                  <a:pt x="5820890" y="85402"/>
                  <a:pt x="5820890" y="84451"/>
                </a:cubicBezTo>
                <a:cubicBezTo>
                  <a:pt x="5820890" y="82816"/>
                  <a:pt x="5821050" y="81679"/>
                  <a:pt x="5821368" y="81044"/>
                </a:cubicBezTo>
                <a:cubicBezTo>
                  <a:pt x="5821685" y="80410"/>
                  <a:pt x="5822139" y="80090"/>
                  <a:pt x="5822731" y="80090"/>
                </a:cubicBezTo>
                <a:cubicBezTo>
                  <a:pt x="5823139" y="80090"/>
                  <a:pt x="5823934" y="80453"/>
                  <a:pt x="5825114" y="81182"/>
                </a:cubicBezTo>
                <a:cubicBezTo>
                  <a:pt x="5826340" y="81907"/>
                  <a:pt x="5827883" y="82702"/>
                  <a:pt x="5829746" y="83565"/>
                </a:cubicBezTo>
                <a:cubicBezTo>
                  <a:pt x="5831652" y="84382"/>
                  <a:pt x="5833855" y="85154"/>
                  <a:pt x="5836352" y="85879"/>
                </a:cubicBezTo>
                <a:cubicBezTo>
                  <a:pt x="5838893" y="86605"/>
                  <a:pt x="5841710" y="86971"/>
                  <a:pt x="5844796" y="86971"/>
                </a:cubicBezTo>
                <a:cubicBezTo>
                  <a:pt x="5847794" y="86971"/>
                  <a:pt x="5850425" y="86582"/>
                  <a:pt x="5852697" y="85811"/>
                </a:cubicBezTo>
                <a:cubicBezTo>
                  <a:pt x="5854966" y="85039"/>
                  <a:pt x="5856872" y="83950"/>
                  <a:pt x="5858418" y="82542"/>
                </a:cubicBezTo>
                <a:cubicBezTo>
                  <a:pt x="5859961" y="81136"/>
                  <a:pt x="5861118" y="79479"/>
                  <a:pt x="5861890" y="77570"/>
                </a:cubicBezTo>
                <a:cubicBezTo>
                  <a:pt x="5862661" y="75618"/>
                  <a:pt x="5863047" y="73506"/>
                  <a:pt x="5863047" y="71237"/>
                </a:cubicBezTo>
                <a:cubicBezTo>
                  <a:pt x="5863047" y="68740"/>
                  <a:pt x="5862547" y="66494"/>
                  <a:pt x="5861550" y="64494"/>
                </a:cubicBezTo>
                <a:cubicBezTo>
                  <a:pt x="5860595" y="62496"/>
                  <a:pt x="5859167" y="60773"/>
                  <a:pt x="5857258" y="59319"/>
                </a:cubicBezTo>
                <a:cubicBezTo>
                  <a:pt x="5855398" y="57867"/>
                  <a:pt x="5853083" y="56753"/>
                  <a:pt x="5850314" y="55981"/>
                </a:cubicBezTo>
                <a:cubicBezTo>
                  <a:pt x="5847588" y="55210"/>
                  <a:pt x="5844479" y="54824"/>
                  <a:pt x="5840981" y="54824"/>
                </a:cubicBezTo>
                <a:lnTo>
                  <a:pt x="5832606" y="54824"/>
                </a:lnTo>
                <a:cubicBezTo>
                  <a:pt x="5832243" y="54824"/>
                  <a:pt x="5831877" y="54755"/>
                  <a:pt x="5831515" y="54621"/>
                </a:cubicBezTo>
                <a:cubicBezTo>
                  <a:pt x="5831197" y="54438"/>
                  <a:pt x="5830903" y="54167"/>
                  <a:pt x="5830632" y="53804"/>
                </a:cubicBezTo>
                <a:cubicBezTo>
                  <a:pt x="5830403" y="53438"/>
                  <a:pt x="5830197" y="52964"/>
                  <a:pt x="5830017" y="52372"/>
                </a:cubicBezTo>
                <a:cubicBezTo>
                  <a:pt x="5829880" y="51781"/>
                  <a:pt x="5829814" y="51009"/>
                  <a:pt x="5829814" y="50058"/>
                </a:cubicBezTo>
                <a:cubicBezTo>
                  <a:pt x="5829814" y="49195"/>
                  <a:pt x="5829880" y="48492"/>
                  <a:pt x="5830017" y="47946"/>
                </a:cubicBezTo>
                <a:cubicBezTo>
                  <a:pt x="5830154" y="47354"/>
                  <a:pt x="5830334" y="46900"/>
                  <a:pt x="5830563" y="46583"/>
                </a:cubicBezTo>
                <a:cubicBezTo>
                  <a:pt x="5830834" y="46220"/>
                  <a:pt x="5831129" y="45971"/>
                  <a:pt x="5831449" y="45834"/>
                </a:cubicBezTo>
                <a:cubicBezTo>
                  <a:pt x="5831766" y="45651"/>
                  <a:pt x="5832129" y="45563"/>
                  <a:pt x="5832538" y="45563"/>
                </a:cubicBezTo>
                <a:lnTo>
                  <a:pt x="5840233" y="45563"/>
                </a:lnTo>
                <a:cubicBezTo>
                  <a:pt x="5843230" y="45563"/>
                  <a:pt x="5845908" y="45177"/>
                  <a:pt x="5848268" y="44406"/>
                </a:cubicBezTo>
                <a:cubicBezTo>
                  <a:pt x="5850677" y="43631"/>
                  <a:pt x="5852697" y="42520"/>
                  <a:pt x="5854332" y="41068"/>
                </a:cubicBezTo>
                <a:cubicBezTo>
                  <a:pt x="5856009" y="39614"/>
                  <a:pt x="5857281" y="37888"/>
                  <a:pt x="5858144" y="35890"/>
                </a:cubicBezTo>
                <a:cubicBezTo>
                  <a:pt x="5859052" y="33847"/>
                  <a:pt x="5859507" y="31578"/>
                  <a:pt x="5859507" y="29081"/>
                </a:cubicBezTo>
                <a:cubicBezTo>
                  <a:pt x="5859507" y="27263"/>
                  <a:pt x="5859212" y="25540"/>
                  <a:pt x="5858621" y="23906"/>
                </a:cubicBezTo>
                <a:cubicBezTo>
                  <a:pt x="5858032" y="22226"/>
                  <a:pt x="5857146" y="20771"/>
                  <a:pt x="5855966" y="19545"/>
                </a:cubicBezTo>
                <a:cubicBezTo>
                  <a:pt x="5854786" y="18319"/>
                  <a:pt x="5853263" y="17368"/>
                  <a:pt x="5851403" y="16685"/>
                </a:cubicBezTo>
                <a:cubicBezTo>
                  <a:pt x="5849585" y="15959"/>
                  <a:pt x="5847474" y="15596"/>
                  <a:pt x="5845068" y="15596"/>
                </a:cubicBezTo>
                <a:cubicBezTo>
                  <a:pt x="5842436" y="15596"/>
                  <a:pt x="5840007" y="16005"/>
                  <a:pt x="5837781" y="16822"/>
                </a:cubicBezTo>
                <a:cubicBezTo>
                  <a:pt x="5835601" y="17594"/>
                  <a:pt x="5833649" y="18434"/>
                  <a:pt x="5831923" y="19342"/>
                </a:cubicBezTo>
                <a:cubicBezTo>
                  <a:pt x="5830197" y="20251"/>
                  <a:pt x="5828769" y="21111"/>
                  <a:pt x="5827634" y="21928"/>
                </a:cubicBezTo>
                <a:cubicBezTo>
                  <a:pt x="5826500" y="22703"/>
                  <a:pt x="5825705" y="23089"/>
                  <a:pt x="5825251" y="23089"/>
                </a:cubicBezTo>
                <a:cubicBezTo>
                  <a:pt x="5824934" y="23089"/>
                  <a:pt x="5824637" y="23043"/>
                  <a:pt x="5824365" y="22951"/>
                </a:cubicBezTo>
                <a:cubicBezTo>
                  <a:pt x="5824136" y="22814"/>
                  <a:pt x="5823934" y="22589"/>
                  <a:pt x="5823751" y="22271"/>
                </a:cubicBezTo>
                <a:cubicBezTo>
                  <a:pt x="5823616" y="21906"/>
                  <a:pt x="5823502" y="21431"/>
                  <a:pt x="5823411" y="20840"/>
                </a:cubicBezTo>
                <a:cubicBezTo>
                  <a:pt x="5823365" y="20205"/>
                  <a:pt x="5823342" y="19388"/>
                  <a:pt x="5823342" y="18388"/>
                </a:cubicBezTo>
                <a:cubicBezTo>
                  <a:pt x="5823342" y="17708"/>
                  <a:pt x="5823365" y="17116"/>
                  <a:pt x="5823411" y="16616"/>
                </a:cubicBezTo>
                <a:cubicBezTo>
                  <a:pt x="5823456" y="16073"/>
                  <a:pt x="5823548" y="15619"/>
                  <a:pt x="5823685" y="15256"/>
                </a:cubicBezTo>
                <a:cubicBezTo>
                  <a:pt x="5823819" y="14848"/>
                  <a:pt x="5823979" y="14485"/>
                  <a:pt x="5824159" y="14165"/>
                </a:cubicBezTo>
                <a:cubicBezTo>
                  <a:pt x="5824342" y="13847"/>
                  <a:pt x="5824637" y="13485"/>
                  <a:pt x="5825045" y="13076"/>
                </a:cubicBezTo>
                <a:cubicBezTo>
                  <a:pt x="5825500" y="12622"/>
                  <a:pt x="5826385" y="11987"/>
                  <a:pt x="5827703" y="11170"/>
                </a:cubicBezTo>
                <a:cubicBezTo>
                  <a:pt x="5829020" y="10353"/>
                  <a:pt x="5830632" y="9558"/>
                  <a:pt x="5832538" y="8787"/>
                </a:cubicBezTo>
                <a:cubicBezTo>
                  <a:pt x="5834489" y="7970"/>
                  <a:pt x="5836715" y="7287"/>
                  <a:pt x="5839213" y="6744"/>
                </a:cubicBezTo>
                <a:cubicBezTo>
                  <a:pt x="5841753" y="6198"/>
                  <a:pt x="5844479" y="5926"/>
                  <a:pt x="5847385" y="5926"/>
                </a:cubicBezTo>
                <a:cubicBezTo>
                  <a:pt x="5851471" y="5926"/>
                  <a:pt x="5855058" y="6447"/>
                  <a:pt x="5858144" y="7492"/>
                </a:cubicBezTo>
                <a:cubicBezTo>
                  <a:pt x="5861233" y="8535"/>
                  <a:pt x="5863799" y="10013"/>
                  <a:pt x="5865839" y="11919"/>
                </a:cubicBezTo>
                <a:cubicBezTo>
                  <a:pt x="5867928" y="13825"/>
                  <a:pt x="5869474" y="16119"/>
                  <a:pt x="5870471" y="18797"/>
                </a:cubicBezTo>
                <a:cubicBezTo>
                  <a:pt x="5871517" y="21431"/>
                  <a:pt x="5872037" y="24360"/>
                  <a:pt x="5872037" y="27583"/>
                </a:cubicBezTo>
                <a:cubicBezTo>
                  <a:pt x="5872037" y="30352"/>
                  <a:pt x="5871674" y="32941"/>
                  <a:pt x="5870948" y="35347"/>
                </a:cubicBezTo>
                <a:cubicBezTo>
                  <a:pt x="5870222" y="37708"/>
                  <a:pt x="5869154" y="39819"/>
                  <a:pt x="5867748" y="41679"/>
                </a:cubicBezTo>
                <a:cubicBezTo>
                  <a:pt x="5866339" y="43497"/>
                  <a:pt x="5864616" y="45063"/>
                  <a:pt x="5862570" y="46380"/>
                </a:cubicBezTo>
                <a:cubicBezTo>
                  <a:pt x="5860527" y="47652"/>
                  <a:pt x="5858166" y="48535"/>
                  <a:pt x="5855489" y="49035"/>
                </a:cubicBezTo>
                <a:lnTo>
                  <a:pt x="5855489" y="49172"/>
                </a:lnTo>
                <a:cubicBezTo>
                  <a:pt x="5858529" y="49489"/>
                  <a:pt x="5861298" y="50261"/>
                  <a:pt x="5863799" y="51486"/>
                </a:cubicBezTo>
                <a:cubicBezTo>
                  <a:pt x="5866339" y="52667"/>
                  <a:pt x="5868519" y="54167"/>
                  <a:pt x="5870337" y="55981"/>
                </a:cubicBezTo>
                <a:cubicBezTo>
                  <a:pt x="5872151" y="57799"/>
                  <a:pt x="5873560" y="59933"/>
                  <a:pt x="5874557" y="62385"/>
                </a:cubicBezTo>
                <a:cubicBezTo>
                  <a:pt x="5875603" y="64791"/>
                  <a:pt x="5876123" y="67377"/>
                  <a:pt x="5876123" y="70149"/>
                </a:cubicBezTo>
                <a:close/>
                <a:moveTo>
                  <a:pt x="5909496" y="87922"/>
                </a:moveTo>
                <a:cubicBezTo>
                  <a:pt x="5909496" y="91146"/>
                  <a:pt x="5908950" y="93303"/>
                  <a:pt x="5907861" y="94392"/>
                </a:cubicBezTo>
                <a:cubicBezTo>
                  <a:pt x="5906815" y="95438"/>
                  <a:pt x="5904887" y="95961"/>
                  <a:pt x="5902072" y="95961"/>
                </a:cubicBezTo>
                <a:cubicBezTo>
                  <a:pt x="5899349" y="95961"/>
                  <a:pt x="5897463" y="95438"/>
                  <a:pt x="5896420" y="94392"/>
                </a:cubicBezTo>
                <a:cubicBezTo>
                  <a:pt x="5895374" y="93349"/>
                  <a:pt x="5894854" y="91260"/>
                  <a:pt x="5894854" y="88128"/>
                </a:cubicBezTo>
                <a:cubicBezTo>
                  <a:pt x="5894854" y="84905"/>
                  <a:pt x="5895374" y="82770"/>
                  <a:pt x="5896420" y="81725"/>
                </a:cubicBezTo>
                <a:cubicBezTo>
                  <a:pt x="5897509" y="80636"/>
                  <a:pt x="5899460" y="80090"/>
                  <a:pt x="5902275" y="80090"/>
                </a:cubicBezTo>
                <a:cubicBezTo>
                  <a:pt x="5905001" y="80090"/>
                  <a:pt x="5906884" y="80613"/>
                  <a:pt x="5907930" y="81659"/>
                </a:cubicBezTo>
                <a:cubicBezTo>
                  <a:pt x="5908973" y="82702"/>
                  <a:pt x="5909496" y="84791"/>
                  <a:pt x="5909496" y="87922"/>
                </a:cubicBezTo>
                <a:close/>
                <a:moveTo>
                  <a:pt x="6021867" y="82885"/>
                </a:moveTo>
                <a:cubicBezTo>
                  <a:pt x="6021867" y="83610"/>
                  <a:pt x="6021844" y="84245"/>
                  <a:pt x="6021798" y="84791"/>
                </a:cubicBezTo>
                <a:cubicBezTo>
                  <a:pt x="6021755" y="85336"/>
                  <a:pt x="6021664" y="85811"/>
                  <a:pt x="6021527" y="86219"/>
                </a:cubicBezTo>
                <a:cubicBezTo>
                  <a:pt x="6021435" y="86628"/>
                  <a:pt x="6021301" y="86991"/>
                  <a:pt x="6021118" y="87311"/>
                </a:cubicBezTo>
                <a:cubicBezTo>
                  <a:pt x="6020938" y="87628"/>
                  <a:pt x="6020618" y="88014"/>
                  <a:pt x="6020164" y="88468"/>
                </a:cubicBezTo>
                <a:cubicBezTo>
                  <a:pt x="6019712" y="88923"/>
                  <a:pt x="6018758" y="89625"/>
                  <a:pt x="6017303" y="90580"/>
                </a:cubicBezTo>
                <a:cubicBezTo>
                  <a:pt x="6015852" y="91486"/>
                  <a:pt x="6014035" y="92394"/>
                  <a:pt x="6011857" y="93303"/>
                </a:cubicBezTo>
                <a:cubicBezTo>
                  <a:pt x="6009723" y="94166"/>
                  <a:pt x="6007248" y="94892"/>
                  <a:pt x="6004433" y="95483"/>
                </a:cubicBezTo>
                <a:cubicBezTo>
                  <a:pt x="6001664" y="96118"/>
                  <a:pt x="5998621" y="96435"/>
                  <a:pt x="5995306" y="96435"/>
                </a:cubicBezTo>
                <a:cubicBezTo>
                  <a:pt x="5989586" y="96435"/>
                  <a:pt x="5984411" y="95483"/>
                  <a:pt x="5979779" y="93575"/>
                </a:cubicBezTo>
                <a:cubicBezTo>
                  <a:pt x="5975193" y="91669"/>
                  <a:pt x="5971266" y="88854"/>
                  <a:pt x="5967997" y="85131"/>
                </a:cubicBezTo>
                <a:cubicBezTo>
                  <a:pt x="5964774" y="81407"/>
                  <a:pt x="5962277" y="76821"/>
                  <a:pt x="5960505" y="71375"/>
                </a:cubicBezTo>
                <a:cubicBezTo>
                  <a:pt x="5958779" y="65880"/>
                  <a:pt x="5957916" y="59567"/>
                  <a:pt x="5957916" y="52441"/>
                </a:cubicBezTo>
                <a:cubicBezTo>
                  <a:pt x="5957916" y="45131"/>
                  <a:pt x="5958848" y="38616"/>
                  <a:pt x="5960711" y="32896"/>
                </a:cubicBezTo>
                <a:cubicBezTo>
                  <a:pt x="5962617" y="27175"/>
                  <a:pt x="5965274" y="22337"/>
                  <a:pt x="5968677" y="18388"/>
                </a:cubicBezTo>
                <a:cubicBezTo>
                  <a:pt x="5972084" y="14393"/>
                  <a:pt x="5976147" y="11350"/>
                  <a:pt x="5980868" y="9261"/>
                </a:cubicBezTo>
                <a:cubicBezTo>
                  <a:pt x="5985637" y="7172"/>
                  <a:pt x="5990903" y="6129"/>
                  <a:pt x="5996669" y="6129"/>
                </a:cubicBezTo>
                <a:cubicBezTo>
                  <a:pt x="5999213" y="6129"/>
                  <a:pt x="6001687" y="6378"/>
                  <a:pt x="6004093" y="6878"/>
                </a:cubicBezTo>
                <a:cubicBezTo>
                  <a:pt x="6006499" y="7332"/>
                  <a:pt x="6008722" y="7924"/>
                  <a:pt x="6010766" y="8650"/>
                </a:cubicBezTo>
                <a:cubicBezTo>
                  <a:pt x="6012809" y="9375"/>
                  <a:pt x="6014626" y="10216"/>
                  <a:pt x="6016215" y="11170"/>
                </a:cubicBezTo>
                <a:cubicBezTo>
                  <a:pt x="6017804" y="12122"/>
                  <a:pt x="6018895" y="12916"/>
                  <a:pt x="6019484" y="13553"/>
                </a:cubicBezTo>
                <a:cubicBezTo>
                  <a:pt x="6020121" y="14142"/>
                  <a:pt x="6020530" y="14596"/>
                  <a:pt x="6020710" y="14916"/>
                </a:cubicBezTo>
                <a:cubicBezTo>
                  <a:pt x="6020893" y="15233"/>
                  <a:pt x="6021027" y="15619"/>
                  <a:pt x="6021118" y="16073"/>
                </a:cubicBezTo>
                <a:cubicBezTo>
                  <a:pt x="6021255" y="16482"/>
                  <a:pt x="6021347" y="16982"/>
                  <a:pt x="6021393" y="17571"/>
                </a:cubicBezTo>
                <a:cubicBezTo>
                  <a:pt x="6021481" y="18162"/>
                  <a:pt x="6021527" y="18865"/>
                  <a:pt x="6021527" y="19682"/>
                </a:cubicBezTo>
                <a:cubicBezTo>
                  <a:pt x="6021527" y="20591"/>
                  <a:pt x="6021481" y="21363"/>
                  <a:pt x="6021393" y="21997"/>
                </a:cubicBezTo>
                <a:cubicBezTo>
                  <a:pt x="6021301" y="22634"/>
                  <a:pt x="6021164" y="23177"/>
                  <a:pt x="6020981" y="23632"/>
                </a:cubicBezTo>
                <a:cubicBezTo>
                  <a:pt x="6020801" y="24040"/>
                  <a:pt x="6020572" y="24360"/>
                  <a:pt x="6020301" y="24586"/>
                </a:cubicBezTo>
                <a:cubicBezTo>
                  <a:pt x="6020075" y="24769"/>
                  <a:pt x="6019778" y="24857"/>
                  <a:pt x="6019415" y="24857"/>
                </a:cubicBezTo>
                <a:cubicBezTo>
                  <a:pt x="6018781" y="24857"/>
                  <a:pt x="6017895" y="24426"/>
                  <a:pt x="6016761" y="23563"/>
                </a:cubicBezTo>
                <a:cubicBezTo>
                  <a:pt x="6015626" y="22657"/>
                  <a:pt x="6014149" y="21680"/>
                  <a:pt x="6012334" y="20637"/>
                </a:cubicBezTo>
                <a:cubicBezTo>
                  <a:pt x="6010563" y="19545"/>
                  <a:pt x="6008382" y="18571"/>
                  <a:pt x="6005796" y="17708"/>
                </a:cubicBezTo>
                <a:cubicBezTo>
                  <a:pt x="6003253" y="16799"/>
                  <a:pt x="6000187" y="16345"/>
                  <a:pt x="5996601" y="16345"/>
                </a:cubicBezTo>
                <a:cubicBezTo>
                  <a:pt x="5992698" y="16345"/>
                  <a:pt x="5989131" y="17139"/>
                  <a:pt x="5985908" y="18728"/>
                </a:cubicBezTo>
                <a:cubicBezTo>
                  <a:pt x="5982731" y="20271"/>
                  <a:pt x="5980007" y="22566"/>
                  <a:pt x="5977736" y="25606"/>
                </a:cubicBezTo>
                <a:cubicBezTo>
                  <a:pt x="5975467" y="28649"/>
                  <a:pt x="5973695" y="32373"/>
                  <a:pt x="5972424" y="36776"/>
                </a:cubicBezTo>
                <a:cubicBezTo>
                  <a:pt x="5971198" y="41137"/>
                  <a:pt x="5970586" y="46129"/>
                  <a:pt x="5970586" y="51761"/>
                </a:cubicBezTo>
                <a:cubicBezTo>
                  <a:pt x="5970586" y="57344"/>
                  <a:pt x="5971175" y="62294"/>
                  <a:pt x="5972355" y="66605"/>
                </a:cubicBezTo>
                <a:cubicBezTo>
                  <a:pt x="5973581" y="70875"/>
                  <a:pt x="5975307" y="74461"/>
                  <a:pt x="5977533" y="77367"/>
                </a:cubicBezTo>
                <a:cubicBezTo>
                  <a:pt x="5979802" y="80227"/>
                  <a:pt x="5982571" y="82407"/>
                  <a:pt x="5985840" y="83905"/>
                </a:cubicBezTo>
                <a:cubicBezTo>
                  <a:pt x="5989109" y="85356"/>
                  <a:pt x="5992809" y="86085"/>
                  <a:pt x="5996941" y="86085"/>
                </a:cubicBezTo>
                <a:cubicBezTo>
                  <a:pt x="6000439" y="86085"/>
                  <a:pt x="6003479" y="85654"/>
                  <a:pt x="6006068" y="84791"/>
                </a:cubicBezTo>
                <a:cubicBezTo>
                  <a:pt x="6008700" y="83928"/>
                  <a:pt x="6010926" y="82973"/>
                  <a:pt x="6012743" y="81930"/>
                </a:cubicBezTo>
                <a:cubicBezTo>
                  <a:pt x="6014603" y="80839"/>
                  <a:pt x="6016123" y="79864"/>
                  <a:pt x="6017303" y="79001"/>
                </a:cubicBezTo>
                <a:cubicBezTo>
                  <a:pt x="6018487" y="78138"/>
                  <a:pt x="6019415" y="77707"/>
                  <a:pt x="6020098" y="77707"/>
                </a:cubicBezTo>
                <a:cubicBezTo>
                  <a:pt x="6020415" y="77707"/>
                  <a:pt x="6020687" y="77775"/>
                  <a:pt x="6020915" y="77913"/>
                </a:cubicBezTo>
                <a:cubicBezTo>
                  <a:pt x="6021141" y="78047"/>
                  <a:pt x="6021324" y="78321"/>
                  <a:pt x="6021458" y="78730"/>
                </a:cubicBezTo>
                <a:cubicBezTo>
                  <a:pt x="6021595" y="79093"/>
                  <a:pt x="6021687" y="79613"/>
                  <a:pt x="6021733" y="80296"/>
                </a:cubicBezTo>
                <a:cubicBezTo>
                  <a:pt x="6021821" y="80976"/>
                  <a:pt x="6021867" y="81839"/>
                  <a:pt x="6021867" y="82885"/>
                </a:cubicBezTo>
                <a:close/>
                <a:moveTo>
                  <a:pt x="6088881" y="93643"/>
                </a:moveTo>
                <a:cubicBezTo>
                  <a:pt x="6088881" y="94006"/>
                  <a:pt x="6088792" y="94326"/>
                  <a:pt x="6088610" y="94598"/>
                </a:cubicBezTo>
                <a:cubicBezTo>
                  <a:pt x="6088430" y="94823"/>
                  <a:pt x="6088132" y="95029"/>
                  <a:pt x="6087724" y="95209"/>
                </a:cubicBezTo>
                <a:cubicBezTo>
                  <a:pt x="6087315" y="95392"/>
                  <a:pt x="6086749" y="95529"/>
                  <a:pt x="6086024" y="95618"/>
                </a:cubicBezTo>
                <a:cubicBezTo>
                  <a:pt x="6085295" y="95709"/>
                  <a:pt x="6084389" y="95755"/>
                  <a:pt x="6083297" y="95755"/>
                </a:cubicBezTo>
                <a:cubicBezTo>
                  <a:pt x="6082163" y="95755"/>
                  <a:pt x="6081231" y="95709"/>
                  <a:pt x="6080506" y="95618"/>
                </a:cubicBezTo>
                <a:cubicBezTo>
                  <a:pt x="6079780" y="95529"/>
                  <a:pt x="6079211" y="95392"/>
                  <a:pt x="6078803" y="95209"/>
                </a:cubicBezTo>
                <a:cubicBezTo>
                  <a:pt x="6078394" y="95029"/>
                  <a:pt x="6078100" y="94823"/>
                  <a:pt x="6077917" y="94598"/>
                </a:cubicBezTo>
                <a:cubicBezTo>
                  <a:pt x="6077737" y="94326"/>
                  <a:pt x="6077645" y="94006"/>
                  <a:pt x="6077645" y="93643"/>
                </a:cubicBezTo>
                <a:lnTo>
                  <a:pt x="6077645" y="57753"/>
                </a:lnTo>
                <a:cubicBezTo>
                  <a:pt x="6077645" y="54255"/>
                  <a:pt x="6077374" y="51441"/>
                  <a:pt x="6076828" y="49309"/>
                </a:cubicBezTo>
                <a:cubicBezTo>
                  <a:pt x="6076282" y="47174"/>
                  <a:pt x="6075488" y="45334"/>
                  <a:pt x="6074445" y="43791"/>
                </a:cubicBezTo>
                <a:cubicBezTo>
                  <a:pt x="6073399" y="42248"/>
                  <a:pt x="6072039" y="41068"/>
                  <a:pt x="6070359" y="40251"/>
                </a:cubicBezTo>
                <a:cubicBezTo>
                  <a:pt x="6068724" y="39433"/>
                  <a:pt x="6066815" y="39025"/>
                  <a:pt x="6064638" y="39025"/>
                </a:cubicBezTo>
                <a:cubicBezTo>
                  <a:pt x="6061823" y="39025"/>
                  <a:pt x="6059006" y="40022"/>
                  <a:pt x="6056191" y="42020"/>
                </a:cubicBezTo>
                <a:cubicBezTo>
                  <a:pt x="6053377" y="44017"/>
                  <a:pt x="6050425" y="46946"/>
                  <a:pt x="6047339" y="50806"/>
                </a:cubicBezTo>
                <a:lnTo>
                  <a:pt x="6047339" y="93643"/>
                </a:lnTo>
                <a:cubicBezTo>
                  <a:pt x="6047339" y="94006"/>
                  <a:pt x="6047247" y="94326"/>
                  <a:pt x="6047067" y="94598"/>
                </a:cubicBezTo>
                <a:cubicBezTo>
                  <a:pt x="6046884" y="94823"/>
                  <a:pt x="6046590" y="95029"/>
                  <a:pt x="6046181" y="95209"/>
                </a:cubicBezTo>
                <a:cubicBezTo>
                  <a:pt x="6045773" y="95392"/>
                  <a:pt x="6045204" y="95529"/>
                  <a:pt x="6044478" y="95618"/>
                </a:cubicBezTo>
                <a:cubicBezTo>
                  <a:pt x="6043753" y="95709"/>
                  <a:pt x="6042821" y="95755"/>
                  <a:pt x="6041687" y="95755"/>
                </a:cubicBezTo>
                <a:cubicBezTo>
                  <a:pt x="6040598" y="95755"/>
                  <a:pt x="6039689" y="95709"/>
                  <a:pt x="6038963" y="95618"/>
                </a:cubicBezTo>
                <a:cubicBezTo>
                  <a:pt x="6038235" y="95529"/>
                  <a:pt x="6037646" y="95392"/>
                  <a:pt x="6037192" y="95209"/>
                </a:cubicBezTo>
                <a:cubicBezTo>
                  <a:pt x="6036783" y="95029"/>
                  <a:pt x="6036489" y="94823"/>
                  <a:pt x="6036306" y="94598"/>
                </a:cubicBezTo>
                <a:cubicBezTo>
                  <a:pt x="6036169" y="94326"/>
                  <a:pt x="6036103" y="94006"/>
                  <a:pt x="6036103" y="93643"/>
                </a:cubicBezTo>
                <a:lnTo>
                  <a:pt x="6036103" y="2657"/>
                </a:lnTo>
                <a:cubicBezTo>
                  <a:pt x="6036103" y="2292"/>
                  <a:pt x="6036169" y="1975"/>
                  <a:pt x="6036306" y="1703"/>
                </a:cubicBezTo>
                <a:cubicBezTo>
                  <a:pt x="6036489" y="1432"/>
                  <a:pt x="6036783" y="1203"/>
                  <a:pt x="6037192" y="1023"/>
                </a:cubicBezTo>
                <a:cubicBezTo>
                  <a:pt x="6037646" y="840"/>
                  <a:pt x="6038235" y="703"/>
                  <a:pt x="6038963" y="614"/>
                </a:cubicBezTo>
                <a:cubicBezTo>
                  <a:pt x="6039689" y="523"/>
                  <a:pt x="6040598" y="477"/>
                  <a:pt x="6041687" y="477"/>
                </a:cubicBezTo>
                <a:cubicBezTo>
                  <a:pt x="6042821" y="477"/>
                  <a:pt x="6043753" y="523"/>
                  <a:pt x="6044478" y="614"/>
                </a:cubicBezTo>
                <a:cubicBezTo>
                  <a:pt x="6045204" y="703"/>
                  <a:pt x="6045773" y="840"/>
                  <a:pt x="6046181" y="1023"/>
                </a:cubicBezTo>
                <a:cubicBezTo>
                  <a:pt x="6046590" y="1203"/>
                  <a:pt x="6046884" y="1432"/>
                  <a:pt x="6047067" y="1703"/>
                </a:cubicBezTo>
                <a:cubicBezTo>
                  <a:pt x="6047247" y="1975"/>
                  <a:pt x="6047339" y="2292"/>
                  <a:pt x="6047339" y="2657"/>
                </a:cubicBezTo>
                <a:lnTo>
                  <a:pt x="6047339" y="39365"/>
                </a:lnTo>
                <a:cubicBezTo>
                  <a:pt x="6050562" y="35959"/>
                  <a:pt x="6053808" y="33438"/>
                  <a:pt x="6057077" y="31804"/>
                </a:cubicBezTo>
                <a:cubicBezTo>
                  <a:pt x="6060346" y="30124"/>
                  <a:pt x="6063638" y="29284"/>
                  <a:pt x="6066953" y="29284"/>
                </a:cubicBezTo>
                <a:cubicBezTo>
                  <a:pt x="6071039" y="29284"/>
                  <a:pt x="6074468" y="29989"/>
                  <a:pt x="6077237" y="31395"/>
                </a:cubicBezTo>
                <a:cubicBezTo>
                  <a:pt x="6080051" y="32758"/>
                  <a:pt x="6082323" y="34596"/>
                  <a:pt x="6084046" y="36913"/>
                </a:cubicBezTo>
                <a:cubicBezTo>
                  <a:pt x="6085772" y="39228"/>
                  <a:pt x="6086998" y="41954"/>
                  <a:pt x="6087724" y="45086"/>
                </a:cubicBezTo>
                <a:cubicBezTo>
                  <a:pt x="6088498" y="48172"/>
                  <a:pt x="6088881" y="51918"/>
                  <a:pt x="6088881" y="56321"/>
                </a:cubicBezTo>
                <a:lnTo>
                  <a:pt x="6088881" y="93643"/>
                </a:lnTo>
                <a:close/>
                <a:moveTo>
                  <a:pt x="6155558" y="93712"/>
                </a:moveTo>
                <a:cubicBezTo>
                  <a:pt x="6155558" y="94257"/>
                  <a:pt x="6155375" y="94666"/>
                  <a:pt x="6155012" y="94938"/>
                </a:cubicBezTo>
                <a:cubicBezTo>
                  <a:pt x="6154649" y="95209"/>
                  <a:pt x="6154149" y="95415"/>
                  <a:pt x="6153515" y="95552"/>
                </a:cubicBezTo>
                <a:cubicBezTo>
                  <a:pt x="6152878" y="95686"/>
                  <a:pt x="6151946" y="95755"/>
                  <a:pt x="6150720" y="95755"/>
                </a:cubicBezTo>
                <a:cubicBezTo>
                  <a:pt x="6149540" y="95755"/>
                  <a:pt x="6148588" y="95686"/>
                  <a:pt x="6147860" y="95552"/>
                </a:cubicBezTo>
                <a:cubicBezTo>
                  <a:pt x="6147180" y="95415"/>
                  <a:pt x="6146680" y="95209"/>
                  <a:pt x="6146362" y="94938"/>
                </a:cubicBezTo>
                <a:cubicBezTo>
                  <a:pt x="6146045" y="94666"/>
                  <a:pt x="6145885" y="94257"/>
                  <a:pt x="6145885" y="93712"/>
                </a:cubicBezTo>
                <a:lnTo>
                  <a:pt x="6145885" y="87582"/>
                </a:lnTo>
                <a:cubicBezTo>
                  <a:pt x="6143208" y="90443"/>
                  <a:pt x="6140210" y="92669"/>
                  <a:pt x="6136896" y="94257"/>
                </a:cubicBezTo>
                <a:cubicBezTo>
                  <a:pt x="6133627" y="95846"/>
                  <a:pt x="6130155" y="96641"/>
                  <a:pt x="6126477" y="96641"/>
                </a:cubicBezTo>
                <a:cubicBezTo>
                  <a:pt x="6123251" y="96641"/>
                  <a:pt x="6120325" y="96209"/>
                  <a:pt x="6117690" y="95346"/>
                </a:cubicBezTo>
                <a:cubicBezTo>
                  <a:pt x="6115104" y="94529"/>
                  <a:pt x="6112878" y="93326"/>
                  <a:pt x="6111015" y="91737"/>
                </a:cubicBezTo>
                <a:cubicBezTo>
                  <a:pt x="6109201" y="90148"/>
                  <a:pt x="6107769" y="88197"/>
                  <a:pt x="6106726" y="85879"/>
                </a:cubicBezTo>
                <a:cubicBezTo>
                  <a:pt x="6105726" y="83565"/>
                  <a:pt x="6105229" y="80930"/>
                  <a:pt x="6105229" y="77978"/>
                </a:cubicBezTo>
                <a:cubicBezTo>
                  <a:pt x="6105229" y="74529"/>
                  <a:pt x="6105932" y="71532"/>
                  <a:pt x="6107338" y="68989"/>
                </a:cubicBezTo>
                <a:cubicBezTo>
                  <a:pt x="6108746" y="66448"/>
                  <a:pt x="6110767" y="64337"/>
                  <a:pt x="6113401" y="62656"/>
                </a:cubicBezTo>
                <a:cubicBezTo>
                  <a:pt x="6116033" y="60976"/>
                  <a:pt x="6119256" y="59727"/>
                  <a:pt x="6123071" y="58910"/>
                </a:cubicBezTo>
                <a:cubicBezTo>
                  <a:pt x="6126886" y="58047"/>
                  <a:pt x="6131175" y="57616"/>
                  <a:pt x="6135944" y="57616"/>
                </a:cubicBezTo>
                <a:lnTo>
                  <a:pt x="6144388" y="57616"/>
                </a:lnTo>
                <a:lnTo>
                  <a:pt x="6144388" y="52849"/>
                </a:lnTo>
                <a:cubicBezTo>
                  <a:pt x="6144388" y="50489"/>
                  <a:pt x="6144139" y="48400"/>
                  <a:pt x="6143639" y="46583"/>
                </a:cubicBezTo>
                <a:cubicBezTo>
                  <a:pt x="6143139" y="44768"/>
                  <a:pt x="6142322" y="43268"/>
                  <a:pt x="6141188" y="42088"/>
                </a:cubicBezTo>
                <a:cubicBezTo>
                  <a:pt x="6140096" y="40862"/>
                  <a:pt x="6138667" y="39954"/>
                  <a:pt x="6136896" y="39365"/>
                </a:cubicBezTo>
                <a:cubicBezTo>
                  <a:pt x="6135127" y="38728"/>
                  <a:pt x="6132947" y="38411"/>
                  <a:pt x="6130358" y="38411"/>
                </a:cubicBezTo>
                <a:cubicBezTo>
                  <a:pt x="6127589" y="38411"/>
                  <a:pt x="6125091" y="38751"/>
                  <a:pt x="6122865" y="39433"/>
                </a:cubicBezTo>
                <a:cubicBezTo>
                  <a:pt x="6120688" y="40068"/>
                  <a:pt x="6118759" y="40794"/>
                  <a:pt x="6117079" y="41611"/>
                </a:cubicBezTo>
                <a:cubicBezTo>
                  <a:pt x="6115444" y="42382"/>
                  <a:pt x="6114058" y="43111"/>
                  <a:pt x="6112924" y="43791"/>
                </a:cubicBezTo>
                <a:cubicBezTo>
                  <a:pt x="6111835" y="44426"/>
                  <a:pt x="6111015" y="44746"/>
                  <a:pt x="6110472" y="44746"/>
                </a:cubicBezTo>
                <a:cubicBezTo>
                  <a:pt x="6110109" y="44746"/>
                  <a:pt x="6109789" y="44654"/>
                  <a:pt x="6109518" y="44471"/>
                </a:cubicBezTo>
                <a:cubicBezTo>
                  <a:pt x="6109246" y="44291"/>
                  <a:pt x="6108995" y="44017"/>
                  <a:pt x="6108769" y="43654"/>
                </a:cubicBezTo>
                <a:cubicBezTo>
                  <a:pt x="6108586" y="43291"/>
                  <a:pt x="6108452" y="42837"/>
                  <a:pt x="6108361" y="42294"/>
                </a:cubicBezTo>
                <a:cubicBezTo>
                  <a:pt x="6108269" y="41702"/>
                  <a:pt x="6108223" y="41068"/>
                  <a:pt x="6108223" y="40385"/>
                </a:cubicBezTo>
                <a:cubicBezTo>
                  <a:pt x="6108223" y="39251"/>
                  <a:pt x="6108292" y="38365"/>
                  <a:pt x="6108429" y="37730"/>
                </a:cubicBezTo>
                <a:cubicBezTo>
                  <a:pt x="6108609" y="37047"/>
                  <a:pt x="6108995" y="36413"/>
                  <a:pt x="6109586" y="35822"/>
                </a:cubicBezTo>
                <a:cubicBezTo>
                  <a:pt x="6110221" y="35233"/>
                  <a:pt x="6111290" y="34553"/>
                  <a:pt x="6112787" y="33779"/>
                </a:cubicBezTo>
                <a:cubicBezTo>
                  <a:pt x="6114284" y="32961"/>
                  <a:pt x="6116010" y="32235"/>
                  <a:pt x="6117962" y="31601"/>
                </a:cubicBezTo>
                <a:cubicBezTo>
                  <a:pt x="6119916" y="30918"/>
                  <a:pt x="6122048" y="30375"/>
                  <a:pt x="6124365" y="29967"/>
                </a:cubicBezTo>
                <a:cubicBezTo>
                  <a:pt x="6126680" y="29512"/>
                  <a:pt x="6129020" y="29284"/>
                  <a:pt x="6131381" y="29284"/>
                </a:cubicBezTo>
                <a:cubicBezTo>
                  <a:pt x="6135784" y="29284"/>
                  <a:pt x="6139530" y="29784"/>
                  <a:pt x="6142616" y="30784"/>
                </a:cubicBezTo>
                <a:cubicBezTo>
                  <a:pt x="6145705" y="31781"/>
                  <a:pt x="6148203" y="33258"/>
                  <a:pt x="6150109" y="35210"/>
                </a:cubicBezTo>
                <a:cubicBezTo>
                  <a:pt x="6152015" y="37116"/>
                  <a:pt x="6153401" y="39502"/>
                  <a:pt x="6154263" y="42362"/>
                </a:cubicBezTo>
                <a:cubicBezTo>
                  <a:pt x="6155126" y="45223"/>
                  <a:pt x="6155558" y="48557"/>
                  <a:pt x="6155558" y="52372"/>
                </a:cubicBezTo>
                <a:lnTo>
                  <a:pt x="6155558" y="93712"/>
                </a:lnTo>
                <a:close/>
                <a:moveTo>
                  <a:pt x="6144388" y="65720"/>
                </a:moveTo>
                <a:lnTo>
                  <a:pt x="6134784" y="65720"/>
                </a:lnTo>
                <a:cubicBezTo>
                  <a:pt x="6131698" y="65720"/>
                  <a:pt x="6129017" y="65994"/>
                  <a:pt x="6126749" y="66537"/>
                </a:cubicBezTo>
                <a:cubicBezTo>
                  <a:pt x="6124480" y="67037"/>
                  <a:pt x="6122594" y="67808"/>
                  <a:pt x="6121096" y="68854"/>
                </a:cubicBezTo>
                <a:cubicBezTo>
                  <a:pt x="6119596" y="69852"/>
                  <a:pt x="6118485" y="71077"/>
                  <a:pt x="6117759" y="72532"/>
                </a:cubicBezTo>
                <a:cubicBezTo>
                  <a:pt x="6117079" y="73938"/>
                  <a:pt x="6116739" y="75572"/>
                  <a:pt x="6116739" y="77435"/>
                </a:cubicBezTo>
                <a:cubicBezTo>
                  <a:pt x="6116739" y="80613"/>
                  <a:pt x="6117736" y="83156"/>
                  <a:pt x="6119733" y="85062"/>
                </a:cubicBezTo>
                <a:cubicBezTo>
                  <a:pt x="6121777" y="86925"/>
                  <a:pt x="6124614" y="87854"/>
                  <a:pt x="6128246" y="87854"/>
                </a:cubicBezTo>
                <a:cubicBezTo>
                  <a:pt x="6131198" y="87854"/>
                  <a:pt x="6133924" y="87105"/>
                  <a:pt x="6136418" y="85608"/>
                </a:cubicBezTo>
                <a:cubicBezTo>
                  <a:pt x="6138962" y="84111"/>
                  <a:pt x="6141619" y="81816"/>
                  <a:pt x="6144388" y="78730"/>
                </a:cubicBezTo>
                <a:lnTo>
                  <a:pt x="6144388" y="65720"/>
                </a:lnTo>
                <a:close/>
                <a:moveTo>
                  <a:pt x="6187430" y="93643"/>
                </a:moveTo>
                <a:cubicBezTo>
                  <a:pt x="6187430" y="94006"/>
                  <a:pt x="6187339" y="94326"/>
                  <a:pt x="6187156" y="94598"/>
                </a:cubicBezTo>
                <a:cubicBezTo>
                  <a:pt x="6186976" y="94823"/>
                  <a:pt x="6186682" y="95029"/>
                  <a:pt x="6186273" y="95209"/>
                </a:cubicBezTo>
                <a:cubicBezTo>
                  <a:pt x="6185865" y="95392"/>
                  <a:pt x="6185296" y="95529"/>
                  <a:pt x="6184570" y="95618"/>
                </a:cubicBezTo>
                <a:cubicBezTo>
                  <a:pt x="6183844" y="95709"/>
                  <a:pt x="6182913" y="95755"/>
                  <a:pt x="6181778" y="95755"/>
                </a:cubicBezTo>
                <a:cubicBezTo>
                  <a:pt x="6180687" y="95755"/>
                  <a:pt x="6179778" y="95709"/>
                  <a:pt x="6179052" y="95618"/>
                </a:cubicBezTo>
                <a:cubicBezTo>
                  <a:pt x="6178326" y="95529"/>
                  <a:pt x="6177738" y="95392"/>
                  <a:pt x="6177283" y="95209"/>
                </a:cubicBezTo>
                <a:cubicBezTo>
                  <a:pt x="6176875" y="95029"/>
                  <a:pt x="6176578" y="94823"/>
                  <a:pt x="6176398" y="94598"/>
                </a:cubicBezTo>
                <a:cubicBezTo>
                  <a:pt x="6176261" y="94326"/>
                  <a:pt x="6176192" y="94006"/>
                  <a:pt x="6176192" y="93643"/>
                </a:cubicBezTo>
                <a:lnTo>
                  <a:pt x="6176192" y="32350"/>
                </a:lnTo>
                <a:cubicBezTo>
                  <a:pt x="6176192" y="32033"/>
                  <a:pt x="6176261" y="31735"/>
                  <a:pt x="6176398" y="31464"/>
                </a:cubicBezTo>
                <a:cubicBezTo>
                  <a:pt x="6176578" y="31192"/>
                  <a:pt x="6176875" y="30964"/>
                  <a:pt x="6177283" y="30784"/>
                </a:cubicBezTo>
                <a:cubicBezTo>
                  <a:pt x="6177735" y="30601"/>
                  <a:pt x="6178326" y="30467"/>
                  <a:pt x="6179052" y="30375"/>
                </a:cubicBezTo>
                <a:cubicBezTo>
                  <a:pt x="6179778" y="30284"/>
                  <a:pt x="6180687" y="30238"/>
                  <a:pt x="6181778" y="30238"/>
                </a:cubicBezTo>
                <a:cubicBezTo>
                  <a:pt x="6182913" y="30238"/>
                  <a:pt x="6183841" y="30284"/>
                  <a:pt x="6184570" y="30375"/>
                </a:cubicBezTo>
                <a:cubicBezTo>
                  <a:pt x="6185296" y="30467"/>
                  <a:pt x="6185865" y="30601"/>
                  <a:pt x="6186273" y="30784"/>
                </a:cubicBezTo>
                <a:cubicBezTo>
                  <a:pt x="6186682" y="30964"/>
                  <a:pt x="6186976" y="31192"/>
                  <a:pt x="6187156" y="31464"/>
                </a:cubicBezTo>
                <a:cubicBezTo>
                  <a:pt x="6187339" y="31735"/>
                  <a:pt x="6187430" y="32033"/>
                  <a:pt x="6187430" y="32350"/>
                </a:cubicBezTo>
                <a:lnTo>
                  <a:pt x="6187430" y="93643"/>
                </a:lnTo>
                <a:close/>
                <a:moveTo>
                  <a:pt x="6188725" y="11647"/>
                </a:moveTo>
                <a:cubicBezTo>
                  <a:pt x="6188725" y="14279"/>
                  <a:pt x="6188225" y="16073"/>
                  <a:pt x="6187225" y="17025"/>
                </a:cubicBezTo>
                <a:cubicBezTo>
                  <a:pt x="6186227" y="17979"/>
                  <a:pt x="6184387" y="18457"/>
                  <a:pt x="6181710" y="18457"/>
                </a:cubicBezTo>
                <a:cubicBezTo>
                  <a:pt x="6179075" y="18457"/>
                  <a:pt x="6177261" y="18002"/>
                  <a:pt x="6176261" y="17094"/>
                </a:cubicBezTo>
                <a:cubicBezTo>
                  <a:pt x="6175306" y="16142"/>
                  <a:pt x="6174832" y="14370"/>
                  <a:pt x="6174832" y="11781"/>
                </a:cubicBezTo>
                <a:cubicBezTo>
                  <a:pt x="6174832" y="9150"/>
                  <a:pt x="6175329" y="7355"/>
                  <a:pt x="6176329" y="6401"/>
                </a:cubicBezTo>
                <a:cubicBezTo>
                  <a:pt x="6177326" y="5449"/>
                  <a:pt x="6179167" y="4972"/>
                  <a:pt x="6181844" y="4972"/>
                </a:cubicBezTo>
                <a:cubicBezTo>
                  <a:pt x="6184479" y="4972"/>
                  <a:pt x="6186273" y="5449"/>
                  <a:pt x="6187225" y="6401"/>
                </a:cubicBezTo>
                <a:cubicBezTo>
                  <a:pt x="6188225" y="7309"/>
                  <a:pt x="6188725" y="9058"/>
                  <a:pt x="6188725" y="11647"/>
                </a:cubicBezTo>
                <a:close/>
                <a:moveTo>
                  <a:pt x="6244026" y="36367"/>
                </a:moveTo>
                <a:cubicBezTo>
                  <a:pt x="6244026" y="37368"/>
                  <a:pt x="6244000" y="38208"/>
                  <a:pt x="6243958" y="38888"/>
                </a:cubicBezTo>
                <a:cubicBezTo>
                  <a:pt x="6243912" y="39568"/>
                  <a:pt x="6243820" y="40114"/>
                  <a:pt x="6243683" y="40522"/>
                </a:cubicBezTo>
                <a:cubicBezTo>
                  <a:pt x="6243549" y="40885"/>
                  <a:pt x="6243366" y="41179"/>
                  <a:pt x="6243140" y="41408"/>
                </a:cubicBezTo>
                <a:cubicBezTo>
                  <a:pt x="6242957" y="41588"/>
                  <a:pt x="6242686" y="41679"/>
                  <a:pt x="6242323" y="41679"/>
                </a:cubicBezTo>
                <a:cubicBezTo>
                  <a:pt x="6241957" y="41679"/>
                  <a:pt x="6241506" y="41588"/>
                  <a:pt x="6240960" y="41408"/>
                </a:cubicBezTo>
                <a:cubicBezTo>
                  <a:pt x="6240460" y="41179"/>
                  <a:pt x="6239871" y="40977"/>
                  <a:pt x="6239188" y="40794"/>
                </a:cubicBezTo>
                <a:cubicBezTo>
                  <a:pt x="6238554" y="40568"/>
                  <a:pt x="6237828" y="40362"/>
                  <a:pt x="6237011" y="40182"/>
                </a:cubicBezTo>
                <a:cubicBezTo>
                  <a:pt x="6236194" y="39999"/>
                  <a:pt x="6235308" y="39911"/>
                  <a:pt x="6234353" y="39911"/>
                </a:cubicBezTo>
                <a:cubicBezTo>
                  <a:pt x="6233219" y="39911"/>
                  <a:pt x="6232107" y="40136"/>
                  <a:pt x="6231016" y="40591"/>
                </a:cubicBezTo>
                <a:cubicBezTo>
                  <a:pt x="6229927" y="41045"/>
                  <a:pt x="6228770" y="41794"/>
                  <a:pt x="6227544" y="42837"/>
                </a:cubicBezTo>
                <a:cubicBezTo>
                  <a:pt x="6226364" y="43883"/>
                  <a:pt x="6225115" y="45266"/>
                  <a:pt x="6223798" y="46992"/>
                </a:cubicBezTo>
                <a:cubicBezTo>
                  <a:pt x="6222481" y="48718"/>
                  <a:pt x="6221029" y="50829"/>
                  <a:pt x="6219437" y="53327"/>
                </a:cubicBezTo>
                <a:lnTo>
                  <a:pt x="6219437" y="93643"/>
                </a:lnTo>
                <a:cubicBezTo>
                  <a:pt x="6219437" y="94006"/>
                  <a:pt x="6219349" y="94326"/>
                  <a:pt x="6219166" y="94598"/>
                </a:cubicBezTo>
                <a:cubicBezTo>
                  <a:pt x="6218986" y="94823"/>
                  <a:pt x="6218689" y="95029"/>
                  <a:pt x="6218280" y="95209"/>
                </a:cubicBezTo>
                <a:cubicBezTo>
                  <a:pt x="6217871" y="95392"/>
                  <a:pt x="6217306" y="95529"/>
                  <a:pt x="6216580" y="95618"/>
                </a:cubicBezTo>
                <a:cubicBezTo>
                  <a:pt x="6215851" y="95709"/>
                  <a:pt x="6214922" y="95755"/>
                  <a:pt x="6213785" y="95755"/>
                </a:cubicBezTo>
                <a:cubicBezTo>
                  <a:pt x="6212696" y="95755"/>
                  <a:pt x="6211788" y="95709"/>
                  <a:pt x="6211062" y="95618"/>
                </a:cubicBezTo>
                <a:cubicBezTo>
                  <a:pt x="6210336" y="95529"/>
                  <a:pt x="6209745" y="95392"/>
                  <a:pt x="6209290" y="95209"/>
                </a:cubicBezTo>
                <a:cubicBezTo>
                  <a:pt x="6208882" y="95029"/>
                  <a:pt x="6208587" y="94823"/>
                  <a:pt x="6208405" y="94598"/>
                </a:cubicBezTo>
                <a:cubicBezTo>
                  <a:pt x="6208270" y="94326"/>
                  <a:pt x="6208202" y="94006"/>
                  <a:pt x="6208202" y="93643"/>
                </a:cubicBezTo>
                <a:lnTo>
                  <a:pt x="6208202" y="32350"/>
                </a:lnTo>
                <a:cubicBezTo>
                  <a:pt x="6208202" y="31987"/>
                  <a:pt x="6208270" y="31693"/>
                  <a:pt x="6208405" y="31464"/>
                </a:cubicBezTo>
                <a:cubicBezTo>
                  <a:pt x="6208542" y="31192"/>
                  <a:pt x="6208816" y="30964"/>
                  <a:pt x="6209222" y="30784"/>
                </a:cubicBezTo>
                <a:cubicBezTo>
                  <a:pt x="6209630" y="30555"/>
                  <a:pt x="6210153" y="30421"/>
                  <a:pt x="6210791" y="30375"/>
                </a:cubicBezTo>
                <a:cubicBezTo>
                  <a:pt x="6211425" y="30284"/>
                  <a:pt x="6212265" y="30238"/>
                  <a:pt x="6213311" y="30238"/>
                </a:cubicBezTo>
                <a:cubicBezTo>
                  <a:pt x="6214308" y="30238"/>
                  <a:pt x="6215125" y="30284"/>
                  <a:pt x="6215763" y="30375"/>
                </a:cubicBezTo>
                <a:cubicBezTo>
                  <a:pt x="6216443" y="30421"/>
                  <a:pt x="6216966" y="30555"/>
                  <a:pt x="6217328" y="30784"/>
                </a:cubicBezTo>
                <a:cubicBezTo>
                  <a:pt x="6217691" y="30964"/>
                  <a:pt x="6217940" y="31192"/>
                  <a:pt x="6218077" y="31464"/>
                </a:cubicBezTo>
                <a:cubicBezTo>
                  <a:pt x="6218257" y="31693"/>
                  <a:pt x="6218349" y="31987"/>
                  <a:pt x="6218349" y="32350"/>
                </a:cubicBezTo>
                <a:lnTo>
                  <a:pt x="6218349" y="41271"/>
                </a:lnTo>
                <a:cubicBezTo>
                  <a:pt x="6220029" y="38819"/>
                  <a:pt x="6221595" y="36822"/>
                  <a:pt x="6223049" y="35279"/>
                </a:cubicBezTo>
                <a:cubicBezTo>
                  <a:pt x="6224547" y="33736"/>
                  <a:pt x="6225955" y="32533"/>
                  <a:pt x="6227270" y="31670"/>
                </a:cubicBezTo>
                <a:cubicBezTo>
                  <a:pt x="6228587" y="30761"/>
                  <a:pt x="6229881" y="30147"/>
                  <a:pt x="6231153" y="29829"/>
                </a:cubicBezTo>
                <a:cubicBezTo>
                  <a:pt x="6232470" y="29467"/>
                  <a:pt x="6233788" y="29284"/>
                  <a:pt x="6235102" y="29284"/>
                </a:cubicBezTo>
                <a:cubicBezTo>
                  <a:pt x="6235694" y="29284"/>
                  <a:pt x="6236351" y="29329"/>
                  <a:pt x="6237077" y="29421"/>
                </a:cubicBezTo>
                <a:cubicBezTo>
                  <a:pt x="6237851" y="29467"/>
                  <a:pt x="6238645" y="29581"/>
                  <a:pt x="6239463" y="29761"/>
                </a:cubicBezTo>
                <a:cubicBezTo>
                  <a:pt x="6240280" y="29944"/>
                  <a:pt x="6241006" y="30147"/>
                  <a:pt x="6241640" y="30375"/>
                </a:cubicBezTo>
                <a:cubicBezTo>
                  <a:pt x="6242323" y="30601"/>
                  <a:pt x="6242797" y="30830"/>
                  <a:pt x="6243072" y="31055"/>
                </a:cubicBezTo>
                <a:cubicBezTo>
                  <a:pt x="6243343" y="31284"/>
                  <a:pt x="6243526" y="31510"/>
                  <a:pt x="6243615" y="31735"/>
                </a:cubicBezTo>
                <a:cubicBezTo>
                  <a:pt x="6243706" y="31918"/>
                  <a:pt x="6243775" y="32167"/>
                  <a:pt x="6243820" y="32487"/>
                </a:cubicBezTo>
                <a:cubicBezTo>
                  <a:pt x="6243912" y="32804"/>
                  <a:pt x="6243958" y="33281"/>
                  <a:pt x="6243958" y="33916"/>
                </a:cubicBezTo>
                <a:cubicBezTo>
                  <a:pt x="6244000" y="34507"/>
                  <a:pt x="6244026" y="35324"/>
                  <a:pt x="6244026" y="36367"/>
                </a:cubicBezTo>
                <a:close/>
                <a:moveTo>
                  <a:pt x="6321936" y="7152"/>
                </a:moveTo>
                <a:cubicBezTo>
                  <a:pt x="6321936" y="8012"/>
                  <a:pt x="6321890" y="8718"/>
                  <a:pt x="6321799" y="9261"/>
                </a:cubicBezTo>
                <a:cubicBezTo>
                  <a:pt x="6321710" y="9761"/>
                  <a:pt x="6321596" y="10170"/>
                  <a:pt x="6321459" y="10487"/>
                </a:cubicBezTo>
                <a:cubicBezTo>
                  <a:pt x="6321367" y="10807"/>
                  <a:pt x="6321233" y="11033"/>
                  <a:pt x="6321050" y="11170"/>
                </a:cubicBezTo>
                <a:cubicBezTo>
                  <a:pt x="6320870" y="11261"/>
                  <a:pt x="6320641" y="11304"/>
                  <a:pt x="6320370" y="11304"/>
                </a:cubicBezTo>
                <a:cubicBezTo>
                  <a:pt x="6320053" y="11304"/>
                  <a:pt x="6319644" y="11216"/>
                  <a:pt x="6319144" y="11033"/>
                </a:cubicBezTo>
                <a:cubicBezTo>
                  <a:pt x="6318690" y="10807"/>
                  <a:pt x="6318121" y="10578"/>
                  <a:pt x="6317441" y="10353"/>
                </a:cubicBezTo>
                <a:cubicBezTo>
                  <a:pt x="6316761" y="10078"/>
                  <a:pt x="6315944" y="9853"/>
                  <a:pt x="6314989" y="9670"/>
                </a:cubicBezTo>
                <a:cubicBezTo>
                  <a:pt x="6314081" y="9444"/>
                  <a:pt x="6313015" y="9330"/>
                  <a:pt x="6311789" y="9330"/>
                </a:cubicBezTo>
                <a:cubicBezTo>
                  <a:pt x="6310109" y="9330"/>
                  <a:pt x="6308677" y="9604"/>
                  <a:pt x="6307497" y="10147"/>
                </a:cubicBezTo>
                <a:cubicBezTo>
                  <a:pt x="6306317" y="10693"/>
                  <a:pt x="6305365" y="11556"/>
                  <a:pt x="6304637" y="12736"/>
                </a:cubicBezTo>
                <a:cubicBezTo>
                  <a:pt x="6303911" y="13870"/>
                  <a:pt x="6303388" y="15368"/>
                  <a:pt x="6303071" y="17231"/>
                </a:cubicBezTo>
                <a:cubicBezTo>
                  <a:pt x="6302753" y="19045"/>
                  <a:pt x="6302593" y="21271"/>
                  <a:pt x="6302593" y="23906"/>
                </a:cubicBezTo>
                <a:lnTo>
                  <a:pt x="6302593" y="30578"/>
                </a:lnTo>
                <a:lnTo>
                  <a:pt x="6316284" y="30578"/>
                </a:lnTo>
                <a:cubicBezTo>
                  <a:pt x="6316647" y="30578"/>
                  <a:pt x="6316941" y="30670"/>
                  <a:pt x="6317170" y="30852"/>
                </a:cubicBezTo>
                <a:cubicBezTo>
                  <a:pt x="6317441" y="30987"/>
                  <a:pt x="6317670" y="31261"/>
                  <a:pt x="6317850" y="31670"/>
                </a:cubicBezTo>
                <a:cubicBezTo>
                  <a:pt x="6318078" y="32033"/>
                  <a:pt x="6318235" y="32510"/>
                  <a:pt x="6318327" y="33098"/>
                </a:cubicBezTo>
                <a:cubicBezTo>
                  <a:pt x="6318464" y="33690"/>
                  <a:pt x="6318530" y="34416"/>
                  <a:pt x="6318530" y="35279"/>
                </a:cubicBezTo>
                <a:cubicBezTo>
                  <a:pt x="6318530" y="36913"/>
                  <a:pt x="6318327" y="38093"/>
                  <a:pt x="6317918" y="38819"/>
                </a:cubicBezTo>
                <a:cubicBezTo>
                  <a:pt x="6317510" y="39545"/>
                  <a:pt x="6316964" y="39911"/>
                  <a:pt x="6316284" y="39911"/>
                </a:cubicBezTo>
                <a:lnTo>
                  <a:pt x="6302593" y="39911"/>
                </a:lnTo>
                <a:lnTo>
                  <a:pt x="6302593" y="93643"/>
                </a:lnTo>
                <a:cubicBezTo>
                  <a:pt x="6302593" y="94006"/>
                  <a:pt x="6302505" y="94326"/>
                  <a:pt x="6302322" y="94598"/>
                </a:cubicBezTo>
                <a:cubicBezTo>
                  <a:pt x="6302139" y="94823"/>
                  <a:pt x="6301822" y="95029"/>
                  <a:pt x="6301368" y="95209"/>
                </a:cubicBezTo>
                <a:cubicBezTo>
                  <a:pt x="6300959" y="95392"/>
                  <a:pt x="6300393" y="95529"/>
                  <a:pt x="6299667" y="95618"/>
                </a:cubicBezTo>
                <a:cubicBezTo>
                  <a:pt x="6298939" y="95709"/>
                  <a:pt x="6298033" y="95755"/>
                  <a:pt x="6296941" y="95755"/>
                </a:cubicBezTo>
                <a:cubicBezTo>
                  <a:pt x="6295853" y="95755"/>
                  <a:pt x="6294944" y="95709"/>
                  <a:pt x="6294218" y="95618"/>
                </a:cubicBezTo>
                <a:cubicBezTo>
                  <a:pt x="6293492" y="95529"/>
                  <a:pt x="6292901" y="95392"/>
                  <a:pt x="6292446" y="95209"/>
                </a:cubicBezTo>
                <a:cubicBezTo>
                  <a:pt x="6292038" y="95029"/>
                  <a:pt x="6291744" y="94823"/>
                  <a:pt x="6291561" y="94598"/>
                </a:cubicBezTo>
                <a:cubicBezTo>
                  <a:pt x="6291381" y="94326"/>
                  <a:pt x="6291289" y="94006"/>
                  <a:pt x="6291289" y="93643"/>
                </a:cubicBezTo>
                <a:lnTo>
                  <a:pt x="6291289" y="39911"/>
                </a:lnTo>
                <a:lnTo>
                  <a:pt x="6282640" y="39911"/>
                </a:lnTo>
                <a:cubicBezTo>
                  <a:pt x="6281914" y="39911"/>
                  <a:pt x="6281368" y="39545"/>
                  <a:pt x="6281005" y="38819"/>
                </a:cubicBezTo>
                <a:cubicBezTo>
                  <a:pt x="6280642" y="38093"/>
                  <a:pt x="6280459" y="36913"/>
                  <a:pt x="6280459" y="35279"/>
                </a:cubicBezTo>
                <a:cubicBezTo>
                  <a:pt x="6280459" y="34416"/>
                  <a:pt x="6280505" y="33690"/>
                  <a:pt x="6280596" y="33098"/>
                </a:cubicBezTo>
                <a:cubicBezTo>
                  <a:pt x="6280688" y="32510"/>
                  <a:pt x="6280825" y="32033"/>
                  <a:pt x="6281005" y="31670"/>
                </a:cubicBezTo>
                <a:cubicBezTo>
                  <a:pt x="6281188" y="31261"/>
                  <a:pt x="6281414" y="30987"/>
                  <a:pt x="6281685" y="30852"/>
                </a:cubicBezTo>
                <a:cubicBezTo>
                  <a:pt x="6281959" y="30670"/>
                  <a:pt x="6282277" y="30578"/>
                  <a:pt x="6282640" y="30578"/>
                </a:cubicBezTo>
                <a:lnTo>
                  <a:pt x="6291289" y="30578"/>
                </a:lnTo>
                <a:lnTo>
                  <a:pt x="6291289" y="24246"/>
                </a:lnTo>
                <a:cubicBezTo>
                  <a:pt x="6291289" y="19977"/>
                  <a:pt x="6291675" y="16322"/>
                  <a:pt x="6292446" y="13282"/>
                </a:cubicBezTo>
                <a:cubicBezTo>
                  <a:pt x="6293264" y="10193"/>
                  <a:pt x="6294490" y="7672"/>
                  <a:pt x="6296124" y="5721"/>
                </a:cubicBezTo>
                <a:cubicBezTo>
                  <a:pt x="6297759" y="3769"/>
                  <a:pt x="6299802" y="2337"/>
                  <a:pt x="6302253" y="1432"/>
                </a:cubicBezTo>
                <a:cubicBezTo>
                  <a:pt x="6304751" y="477"/>
                  <a:pt x="6307680" y="0"/>
                  <a:pt x="6311040" y="0"/>
                </a:cubicBezTo>
                <a:cubicBezTo>
                  <a:pt x="6312629" y="0"/>
                  <a:pt x="6314172" y="160"/>
                  <a:pt x="6315669" y="477"/>
                </a:cubicBezTo>
                <a:cubicBezTo>
                  <a:pt x="6317170" y="749"/>
                  <a:pt x="6318327" y="1066"/>
                  <a:pt x="6319144" y="1432"/>
                </a:cubicBezTo>
                <a:cubicBezTo>
                  <a:pt x="6319961" y="1749"/>
                  <a:pt x="6320507" y="2043"/>
                  <a:pt x="6320779" y="2315"/>
                </a:cubicBezTo>
                <a:cubicBezTo>
                  <a:pt x="6321050" y="2589"/>
                  <a:pt x="6321279" y="2952"/>
                  <a:pt x="6321459" y="3406"/>
                </a:cubicBezTo>
                <a:cubicBezTo>
                  <a:pt x="6321642" y="3815"/>
                  <a:pt x="6321753" y="4335"/>
                  <a:pt x="6321799" y="4972"/>
                </a:cubicBezTo>
                <a:cubicBezTo>
                  <a:pt x="6321890" y="5561"/>
                  <a:pt x="6321936" y="6289"/>
                  <a:pt x="6321936" y="7152"/>
                </a:cubicBezTo>
                <a:close/>
                <a:moveTo>
                  <a:pt x="6379757" y="60342"/>
                </a:moveTo>
                <a:cubicBezTo>
                  <a:pt x="6379757" y="62111"/>
                  <a:pt x="6379303" y="63382"/>
                  <a:pt x="6378394" y="64154"/>
                </a:cubicBezTo>
                <a:cubicBezTo>
                  <a:pt x="6377531" y="64880"/>
                  <a:pt x="6376534" y="65245"/>
                  <a:pt x="6375397" y="65245"/>
                </a:cubicBezTo>
                <a:lnTo>
                  <a:pt x="6335218" y="65245"/>
                </a:lnTo>
                <a:cubicBezTo>
                  <a:pt x="6335218" y="68649"/>
                  <a:pt x="6335558" y="71715"/>
                  <a:pt x="6336238" y="74438"/>
                </a:cubicBezTo>
                <a:cubicBezTo>
                  <a:pt x="6336921" y="77161"/>
                  <a:pt x="6338055" y="79501"/>
                  <a:pt x="6339644" y="81453"/>
                </a:cubicBezTo>
                <a:cubicBezTo>
                  <a:pt x="6341233" y="83405"/>
                  <a:pt x="6343299" y="84905"/>
                  <a:pt x="6345842" y="85948"/>
                </a:cubicBezTo>
                <a:cubicBezTo>
                  <a:pt x="6348382" y="86991"/>
                  <a:pt x="6351494" y="87514"/>
                  <a:pt x="6355171" y="87514"/>
                </a:cubicBezTo>
                <a:cubicBezTo>
                  <a:pt x="6358078" y="87514"/>
                  <a:pt x="6360664" y="87288"/>
                  <a:pt x="6362935" y="86834"/>
                </a:cubicBezTo>
                <a:cubicBezTo>
                  <a:pt x="6365204" y="86334"/>
                  <a:pt x="6367159" y="85788"/>
                  <a:pt x="6368793" y="85199"/>
                </a:cubicBezTo>
                <a:cubicBezTo>
                  <a:pt x="6370473" y="84608"/>
                  <a:pt x="6371834" y="84088"/>
                  <a:pt x="6372879" y="83633"/>
                </a:cubicBezTo>
                <a:cubicBezTo>
                  <a:pt x="6373968" y="83133"/>
                  <a:pt x="6374785" y="82885"/>
                  <a:pt x="6375331" y="82885"/>
                </a:cubicBezTo>
                <a:cubicBezTo>
                  <a:pt x="6375648" y="82885"/>
                  <a:pt x="6375920" y="82973"/>
                  <a:pt x="6376148" y="83156"/>
                </a:cubicBezTo>
                <a:cubicBezTo>
                  <a:pt x="6376420" y="83293"/>
                  <a:pt x="6376626" y="83519"/>
                  <a:pt x="6376760" y="83836"/>
                </a:cubicBezTo>
                <a:cubicBezTo>
                  <a:pt x="6376897" y="84153"/>
                  <a:pt x="6376988" y="84608"/>
                  <a:pt x="6377031" y="85199"/>
                </a:cubicBezTo>
                <a:cubicBezTo>
                  <a:pt x="6377123" y="85745"/>
                  <a:pt x="6377168" y="86425"/>
                  <a:pt x="6377168" y="87242"/>
                </a:cubicBezTo>
                <a:cubicBezTo>
                  <a:pt x="6377168" y="87831"/>
                  <a:pt x="6377146" y="88354"/>
                  <a:pt x="6377100" y="88808"/>
                </a:cubicBezTo>
                <a:cubicBezTo>
                  <a:pt x="6377054" y="89217"/>
                  <a:pt x="6376988" y="89603"/>
                  <a:pt x="6376897" y="89966"/>
                </a:cubicBezTo>
                <a:cubicBezTo>
                  <a:pt x="6376851" y="90283"/>
                  <a:pt x="6376737" y="90580"/>
                  <a:pt x="6376557" y="90851"/>
                </a:cubicBezTo>
                <a:cubicBezTo>
                  <a:pt x="6376420" y="91123"/>
                  <a:pt x="6376214" y="91397"/>
                  <a:pt x="6375943" y="91669"/>
                </a:cubicBezTo>
                <a:cubicBezTo>
                  <a:pt x="6375717" y="91894"/>
                  <a:pt x="6374991" y="92303"/>
                  <a:pt x="6373762" y="92894"/>
                </a:cubicBezTo>
                <a:cubicBezTo>
                  <a:pt x="6372536" y="93440"/>
                  <a:pt x="6370948" y="93983"/>
                  <a:pt x="6368996" y="94529"/>
                </a:cubicBezTo>
                <a:cubicBezTo>
                  <a:pt x="6367044" y="95075"/>
                  <a:pt x="6364773" y="95552"/>
                  <a:pt x="6362187" y="95961"/>
                </a:cubicBezTo>
                <a:cubicBezTo>
                  <a:pt x="6359643" y="96412"/>
                  <a:pt x="6356920" y="96641"/>
                  <a:pt x="6354014" y="96641"/>
                </a:cubicBezTo>
                <a:cubicBezTo>
                  <a:pt x="6348974" y="96641"/>
                  <a:pt x="6344547" y="95938"/>
                  <a:pt x="6340732" y="94529"/>
                </a:cubicBezTo>
                <a:cubicBezTo>
                  <a:pt x="6336963" y="93120"/>
                  <a:pt x="6333786" y="91034"/>
                  <a:pt x="6331200" y="88262"/>
                </a:cubicBezTo>
                <a:cubicBezTo>
                  <a:pt x="6328611" y="85494"/>
                  <a:pt x="6326659" y="82022"/>
                  <a:pt x="6325342" y="77844"/>
                </a:cubicBezTo>
                <a:cubicBezTo>
                  <a:pt x="6324025" y="73666"/>
                  <a:pt x="6323367" y="68809"/>
                  <a:pt x="6323367" y="63268"/>
                </a:cubicBezTo>
                <a:cubicBezTo>
                  <a:pt x="6323367" y="58002"/>
                  <a:pt x="6324048" y="53281"/>
                  <a:pt x="6325411" y="49103"/>
                </a:cubicBezTo>
                <a:cubicBezTo>
                  <a:pt x="6326771" y="44880"/>
                  <a:pt x="6328722" y="41317"/>
                  <a:pt x="6331266" y="38411"/>
                </a:cubicBezTo>
                <a:cubicBezTo>
                  <a:pt x="6333854" y="35459"/>
                  <a:pt x="6336963" y="33213"/>
                  <a:pt x="6340595" y="31670"/>
                </a:cubicBezTo>
                <a:cubicBezTo>
                  <a:pt x="6344230" y="30081"/>
                  <a:pt x="6348293" y="29284"/>
                  <a:pt x="6352788" y="29284"/>
                </a:cubicBezTo>
                <a:cubicBezTo>
                  <a:pt x="6357600" y="29284"/>
                  <a:pt x="6361687" y="30058"/>
                  <a:pt x="6365047" y="31601"/>
                </a:cubicBezTo>
                <a:cubicBezTo>
                  <a:pt x="6368453" y="33144"/>
                  <a:pt x="6371245" y="35233"/>
                  <a:pt x="6373422" y="37868"/>
                </a:cubicBezTo>
                <a:cubicBezTo>
                  <a:pt x="6375603" y="40454"/>
                  <a:pt x="6377191" y="43520"/>
                  <a:pt x="6378191" y="47060"/>
                </a:cubicBezTo>
                <a:cubicBezTo>
                  <a:pt x="6379234" y="50555"/>
                  <a:pt x="6379757" y="54301"/>
                  <a:pt x="6379757" y="58299"/>
                </a:cubicBezTo>
                <a:lnTo>
                  <a:pt x="6379757" y="60342"/>
                </a:lnTo>
                <a:close/>
                <a:moveTo>
                  <a:pt x="6368453" y="57004"/>
                </a:moveTo>
                <a:cubicBezTo>
                  <a:pt x="6368587" y="51101"/>
                  <a:pt x="6367270" y="46469"/>
                  <a:pt x="6364501" y="43111"/>
                </a:cubicBezTo>
                <a:cubicBezTo>
                  <a:pt x="6361778" y="39751"/>
                  <a:pt x="6357715" y="38070"/>
                  <a:pt x="6352311" y="38070"/>
                </a:cubicBezTo>
                <a:cubicBezTo>
                  <a:pt x="6349542" y="38070"/>
                  <a:pt x="6347113" y="38593"/>
                  <a:pt x="6345024" y="39636"/>
                </a:cubicBezTo>
                <a:cubicBezTo>
                  <a:pt x="6342936" y="40682"/>
                  <a:pt x="6341187" y="42065"/>
                  <a:pt x="6339778" y="43791"/>
                </a:cubicBezTo>
                <a:cubicBezTo>
                  <a:pt x="6338372" y="45517"/>
                  <a:pt x="6337283" y="47537"/>
                  <a:pt x="6336509" y="49852"/>
                </a:cubicBezTo>
                <a:cubicBezTo>
                  <a:pt x="6335738" y="52124"/>
                  <a:pt x="6335306" y="54507"/>
                  <a:pt x="6335218" y="57004"/>
                </a:cubicBezTo>
                <a:lnTo>
                  <a:pt x="6368453" y="57004"/>
                </a:lnTo>
                <a:close/>
                <a:moveTo>
                  <a:pt x="6443025" y="93712"/>
                </a:moveTo>
                <a:cubicBezTo>
                  <a:pt x="6443025" y="94257"/>
                  <a:pt x="6442845" y="94666"/>
                  <a:pt x="6442482" y="94938"/>
                </a:cubicBezTo>
                <a:cubicBezTo>
                  <a:pt x="6442117" y="95209"/>
                  <a:pt x="6441617" y="95415"/>
                  <a:pt x="6440982" y="95552"/>
                </a:cubicBezTo>
                <a:cubicBezTo>
                  <a:pt x="6440348" y="95686"/>
                  <a:pt x="6439416" y="95755"/>
                  <a:pt x="6438190" y="95755"/>
                </a:cubicBezTo>
                <a:cubicBezTo>
                  <a:pt x="6437010" y="95755"/>
                  <a:pt x="6436056" y="95686"/>
                  <a:pt x="6435330" y="95552"/>
                </a:cubicBezTo>
                <a:cubicBezTo>
                  <a:pt x="6434650" y="95415"/>
                  <a:pt x="6434150" y="95209"/>
                  <a:pt x="6433833" y="94938"/>
                </a:cubicBezTo>
                <a:cubicBezTo>
                  <a:pt x="6433516" y="94666"/>
                  <a:pt x="6433355" y="94257"/>
                  <a:pt x="6433355" y="93712"/>
                </a:cubicBezTo>
                <a:lnTo>
                  <a:pt x="6433355" y="87582"/>
                </a:lnTo>
                <a:cubicBezTo>
                  <a:pt x="6430675" y="90443"/>
                  <a:pt x="6427681" y="92669"/>
                  <a:pt x="6424366" y="94257"/>
                </a:cubicBezTo>
                <a:cubicBezTo>
                  <a:pt x="6421097" y="95846"/>
                  <a:pt x="6417622" y="96641"/>
                  <a:pt x="6413944" y="96641"/>
                </a:cubicBezTo>
                <a:cubicBezTo>
                  <a:pt x="6410721" y="96641"/>
                  <a:pt x="6407792" y="96209"/>
                  <a:pt x="6405161" y="95346"/>
                </a:cubicBezTo>
                <a:cubicBezTo>
                  <a:pt x="6402572" y="94529"/>
                  <a:pt x="6400349" y="93326"/>
                  <a:pt x="6398485" y="91737"/>
                </a:cubicBezTo>
                <a:cubicBezTo>
                  <a:pt x="6396668" y="90148"/>
                  <a:pt x="6395239" y="88197"/>
                  <a:pt x="6394196" y="85879"/>
                </a:cubicBezTo>
                <a:cubicBezTo>
                  <a:pt x="6393196" y="83565"/>
                  <a:pt x="6392696" y="80930"/>
                  <a:pt x="6392696" y="77978"/>
                </a:cubicBezTo>
                <a:cubicBezTo>
                  <a:pt x="6392696" y="74529"/>
                  <a:pt x="6393399" y="71532"/>
                  <a:pt x="6394808" y="68989"/>
                </a:cubicBezTo>
                <a:cubicBezTo>
                  <a:pt x="6396217" y="66448"/>
                  <a:pt x="6398237" y="64337"/>
                  <a:pt x="6400869" y="62656"/>
                </a:cubicBezTo>
                <a:cubicBezTo>
                  <a:pt x="6403503" y="60976"/>
                  <a:pt x="6406726" y="59727"/>
                  <a:pt x="6410541" y="58910"/>
                </a:cubicBezTo>
                <a:cubicBezTo>
                  <a:pt x="6414353" y="58047"/>
                  <a:pt x="6418645" y="57616"/>
                  <a:pt x="6423411" y="57616"/>
                </a:cubicBezTo>
                <a:lnTo>
                  <a:pt x="6431855" y="57616"/>
                </a:lnTo>
                <a:lnTo>
                  <a:pt x="6431855" y="52849"/>
                </a:lnTo>
                <a:cubicBezTo>
                  <a:pt x="6431855" y="50489"/>
                  <a:pt x="6431607" y="48400"/>
                  <a:pt x="6431107" y="46583"/>
                </a:cubicBezTo>
                <a:cubicBezTo>
                  <a:pt x="6430607" y="44768"/>
                  <a:pt x="6429789" y="43268"/>
                  <a:pt x="6428655" y="42088"/>
                </a:cubicBezTo>
                <a:cubicBezTo>
                  <a:pt x="6427566" y="40862"/>
                  <a:pt x="6426135" y="39954"/>
                  <a:pt x="6424366" y="39365"/>
                </a:cubicBezTo>
                <a:cubicBezTo>
                  <a:pt x="6422594" y="38728"/>
                  <a:pt x="6420414" y="38411"/>
                  <a:pt x="6417828" y="38411"/>
                </a:cubicBezTo>
                <a:cubicBezTo>
                  <a:pt x="6415059" y="38411"/>
                  <a:pt x="6412561" y="38751"/>
                  <a:pt x="6410335" y="39433"/>
                </a:cubicBezTo>
                <a:cubicBezTo>
                  <a:pt x="6408155" y="40068"/>
                  <a:pt x="6406226" y="40794"/>
                  <a:pt x="6404546" y="41611"/>
                </a:cubicBezTo>
                <a:cubicBezTo>
                  <a:pt x="6402912" y="42382"/>
                  <a:pt x="6401529" y="43111"/>
                  <a:pt x="6400391" y="43791"/>
                </a:cubicBezTo>
                <a:cubicBezTo>
                  <a:pt x="6399303" y="44426"/>
                  <a:pt x="6398485" y="44746"/>
                  <a:pt x="6397940" y="44746"/>
                </a:cubicBezTo>
                <a:cubicBezTo>
                  <a:pt x="6397577" y="44746"/>
                  <a:pt x="6397260" y="44654"/>
                  <a:pt x="6396988" y="44471"/>
                </a:cubicBezTo>
                <a:cubicBezTo>
                  <a:pt x="6396714" y="44291"/>
                  <a:pt x="6396465" y="44017"/>
                  <a:pt x="6396239" y="43654"/>
                </a:cubicBezTo>
                <a:cubicBezTo>
                  <a:pt x="6396057" y="43291"/>
                  <a:pt x="6395919" y="42837"/>
                  <a:pt x="6395831" y="42294"/>
                </a:cubicBezTo>
                <a:cubicBezTo>
                  <a:pt x="6395739" y="41702"/>
                  <a:pt x="6395694" y="41068"/>
                  <a:pt x="6395694" y="40385"/>
                </a:cubicBezTo>
                <a:cubicBezTo>
                  <a:pt x="6395694" y="39251"/>
                  <a:pt x="6395762" y="38365"/>
                  <a:pt x="6395897" y="37730"/>
                </a:cubicBezTo>
                <a:cubicBezTo>
                  <a:pt x="6396079" y="37047"/>
                  <a:pt x="6396465" y="36413"/>
                  <a:pt x="6397054" y="35822"/>
                </a:cubicBezTo>
                <a:cubicBezTo>
                  <a:pt x="6397691" y="35233"/>
                  <a:pt x="6398757" y="34553"/>
                  <a:pt x="6400257" y="33779"/>
                </a:cubicBezTo>
                <a:cubicBezTo>
                  <a:pt x="6401754" y="32961"/>
                  <a:pt x="6403480" y="32235"/>
                  <a:pt x="6405432" y="31601"/>
                </a:cubicBezTo>
                <a:cubicBezTo>
                  <a:pt x="6407384" y="30918"/>
                  <a:pt x="6409518" y="30375"/>
                  <a:pt x="6411833" y="29967"/>
                </a:cubicBezTo>
                <a:cubicBezTo>
                  <a:pt x="6414150" y="29512"/>
                  <a:pt x="6416488" y="29284"/>
                  <a:pt x="6418848" y="29284"/>
                </a:cubicBezTo>
                <a:cubicBezTo>
                  <a:pt x="6423251" y="29284"/>
                  <a:pt x="6426998" y="29784"/>
                  <a:pt x="6430087" y="30784"/>
                </a:cubicBezTo>
                <a:cubicBezTo>
                  <a:pt x="6433173" y="31781"/>
                  <a:pt x="6435670" y="33258"/>
                  <a:pt x="6437576" y="35210"/>
                </a:cubicBezTo>
                <a:cubicBezTo>
                  <a:pt x="6439485" y="37116"/>
                  <a:pt x="6440871" y="39502"/>
                  <a:pt x="6441731" y="42362"/>
                </a:cubicBezTo>
                <a:cubicBezTo>
                  <a:pt x="6442594" y="45223"/>
                  <a:pt x="6443025" y="48557"/>
                  <a:pt x="6443025" y="52372"/>
                </a:cubicBezTo>
                <a:lnTo>
                  <a:pt x="6443025" y="93712"/>
                </a:lnTo>
                <a:close/>
                <a:moveTo>
                  <a:pt x="6431855" y="65720"/>
                </a:moveTo>
                <a:lnTo>
                  <a:pt x="6422254" y="65720"/>
                </a:lnTo>
                <a:cubicBezTo>
                  <a:pt x="6419165" y="65720"/>
                  <a:pt x="6416488" y="65994"/>
                  <a:pt x="6414219" y="66537"/>
                </a:cubicBezTo>
                <a:cubicBezTo>
                  <a:pt x="6411947" y="67037"/>
                  <a:pt x="6410064" y="67808"/>
                  <a:pt x="6408564" y="68854"/>
                </a:cubicBezTo>
                <a:cubicBezTo>
                  <a:pt x="6407066" y="69852"/>
                  <a:pt x="6405955" y="71077"/>
                  <a:pt x="6405229" y="72532"/>
                </a:cubicBezTo>
                <a:cubicBezTo>
                  <a:pt x="6404546" y="73938"/>
                  <a:pt x="6404206" y="75572"/>
                  <a:pt x="6404206" y="77435"/>
                </a:cubicBezTo>
                <a:cubicBezTo>
                  <a:pt x="6404206" y="80613"/>
                  <a:pt x="6405206" y="83156"/>
                  <a:pt x="6407204" y="85062"/>
                </a:cubicBezTo>
                <a:cubicBezTo>
                  <a:pt x="6409247" y="86925"/>
                  <a:pt x="6412084" y="87854"/>
                  <a:pt x="6415716" y="87854"/>
                </a:cubicBezTo>
                <a:cubicBezTo>
                  <a:pt x="6418668" y="87854"/>
                  <a:pt x="6421391" y="87105"/>
                  <a:pt x="6423889" y="85608"/>
                </a:cubicBezTo>
                <a:cubicBezTo>
                  <a:pt x="6426432" y="84111"/>
                  <a:pt x="6429086" y="81816"/>
                  <a:pt x="6431855" y="78730"/>
                </a:cubicBezTo>
                <a:lnTo>
                  <a:pt x="6431855" y="65720"/>
                </a:lnTo>
                <a:close/>
                <a:moveTo>
                  <a:pt x="6494240" y="89148"/>
                </a:moveTo>
                <a:cubicBezTo>
                  <a:pt x="6494240" y="90466"/>
                  <a:pt x="6494149" y="91509"/>
                  <a:pt x="6493969" y="92283"/>
                </a:cubicBezTo>
                <a:cubicBezTo>
                  <a:pt x="6493786" y="93054"/>
                  <a:pt x="6493514" y="93620"/>
                  <a:pt x="6493152" y="93983"/>
                </a:cubicBezTo>
                <a:cubicBezTo>
                  <a:pt x="6492789" y="94346"/>
                  <a:pt x="6492243" y="94689"/>
                  <a:pt x="6491517" y="95006"/>
                </a:cubicBezTo>
                <a:cubicBezTo>
                  <a:pt x="6490791" y="95323"/>
                  <a:pt x="6489951" y="95575"/>
                  <a:pt x="6488997" y="95755"/>
                </a:cubicBezTo>
                <a:cubicBezTo>
                  <a:pt x="6488088" y="95981"/>
                  <a:pt x="6487111" y="96163"/>
                  <a:pt x="6486068" y="96301"/>
                </a:cubicBezTo>
                <a:cubicBezTo>
                  <a:pt x="6485025" y="96435"/>
                  <a:pt x="6483979" y="96503"/>
                  <a:pt x="6482936" y="96503"/>
                </a:cubicBezTo>
                <a:cubicBezTo>
                  <a:pt x="6479756" y="96503"/>
                  <a:pt x="6477032" y="96095"/>
                  <a:pt x="6474764" y="95278"/>
                </a:cubicBezTo>
                <a:cubicBezTo>
                  <a:pt x="6472492" y="94415"/>
                  <a:pt x="6470632" y="93143"/>
                  <a:pt x="6469177" y="91466"/>
                </a:cubicBezTo>
                <a:cubicBezTo>
                  <a:pt x="6467726" y="89740"/>
                  <a:pt x="6466657" y="87582"/>
                  <a:pt x="6465977" y="84993"/>
                </a:cubicBezTo>
                <a:cubicBezTo>
                  <a:pt x="6465342" y="82362"/>
                  <a:pt x="6465022" y="79273"/>
                  <a:pt x="6465022" y="75732"/>
                </a:cubicBezTo>
                <a:lnTo>
                  <a:pt x="6465022" y="39911"/>
                </a:lnTo>
                <a:lnTo>
                  <a:pt x="6456441" y="39911"/>
                </a:lnTo>
                <a:cubicBezTo>
                  <a:pt x="6455761" y="39911"/>
                  <a:pt x="6455215" y="39545"/>
                  <a:pt x="6454807" y="38819"/>
                </a:cubicBezTo>
                <a:cubicBezTo>
                  <a:pt x="6454398" y="38093"/>
                  <a:pt x="6454195" y="36913"/>
                  <a:pt x="6454195" y="35279"/>
                </a:cubicBezTo>
                <a:cubicBezTo>
                  <a:pt x="6454195" y="34416"/>
                  <a:pt x="6454241" y="33690"/>
                  <a:pt x="6454332" y="33098"/>
                </a:cubicBezTo>
                <a:cubicBezTo>
                  <a:pt x="6454467" y="32510"/>
                  <a:pt x="6454627" y="32033"/>
                  <a:pt x="6454807" y="31670"/>
                </a:cubicBezTo>
                <a:cubicBezTo>
                  <a:pt x="6454990" y="31261"/>
                  <a:pt x="6455215" y="30987"/>
                  <a:pt x="6455490" y="30852"/>
                </a:cubicBezTo>
                <a:cubicBezTo>
                  <a:pt x="6455807" y="30670"/>
                  <a:pt x="6456147" y="30578"/>
                  <a:pt x="6456510" y="30578"/>
                </a:cubicBezTo>
                <a:lnTo>
                  <a:pt x="6465022" y="30578"/>
                </a:lnTo>
                <a:lnTo>
                  <a:pt x="6465022" y="16005"/>
                </a:lnTo>
                <a:cubicBezTo>
                  <a:pt x="6465022" y="15688"/>
                  <a:pt x="6465091" y="15390"/>
                  <a:pt x="6465228" y="15119"/>
                </a:cubicBezTo>
                <a:cubicBezTo>
                  <a:pt x="6465408" y="14848"/>
                  <a:pt x="6465705" y="14619"/>
                  <a:pt x="6466114" y="14439"/>
                </a:cubicBezTo>
                <a:cubicBezTo>
                  <a:pt x="6466568" y="14210"/>
                  <a:pt x="6467157" y="14053"/>
                  <a:pt x="6467883" y="13962"/>
                </a:cubicBezTo>
                <a:cubicBezTo>
                  <a:pt x="6468611" y="13870"/>
                  <a:pt x="6469517" y="13825"/>
                  <a:pt x="6470609" y="13825"/>
                </a:cubicBezTo>
                <a:cubicBezTo>
                  <a:pt x="6471743" y="13825"/>
                  <a:pt x="6472675" y="13870"/>
                  <a:pt x="6473401" y="13962"/>
                </a:cubicBezTo>
                <a:cubicBezTo>
                  <a:pt x="6474126" y="14053"/>
                  <a:pt x="6474695" y="14210"/>
                  <a:pt x="6475104" y="14439"/>
                </a:cubicBezTo>
                <a:cubicBezTo>
                  <a:pt x="6475512" y="14619"/>
                  <a:pt x="6475807" y="14848"/>
                  <a:pt x="6475989" y="15119"/>
                </a:cubicBezTo>
                <a:cubicBezTo>
                  <a:pt x="6476169" y="15390"/>
                  <a:pt x="6476261" y="15688"/>
                  <a:pt x="6476261" y="16005"/>
                </a:cubicBezTo>
                <a:lnTo>
                  <a:pt x="6476261" y="30578"/>
                </a:lnTo>
                <a:lnTo>
                  <a:pt x="6491994" y="30578"/>
                </a:lnTo>
                <a:cubicBezTo>
                  <a:pt x="6492357" y="30578"/>
                  <a:pt x="6492674" y="30670"/>
                  <a:pt x="6492946" y="30852"/>
                </a:cubicBezTo>
                <a:cubicBezTo>
                  <a:pt x="6493220" y="30987"/>
                  <a:pt x="6493446" y="31261"/>
                  <a:pt x="6493629" y="31670"/>
                </a:cubicBezTo>
                <a:cubicBezTo>
                  <a:pt x="6493854" y="32033"/>
                  <a:pt x="6494015" y="32510"/>
                  <a:pt x="6494103" y="33098"/>
                </a:cubicBezTo>
                <a:cubicBezTo>
                  <a:pt x="6494195" y="33690"/>
                  <a:pt x="6494240" y="34416"/>
                  <a:pt x="6494240" y="35279"/>
                </a:cubicBezTo>
                <a:cubicBezTo>
                  <a:pt x="6494240" y="36913"/>
                  <a:pt x="6494037" y="38093"/>
                  <a:pt x="6493629" y="38819"/>
                </a:cubicBezTo>
                <a:cubicBezTo>
                  <a:pt x="6493220" y="39545"/>
                  <a:pt x="6492674" y="39911"/>
                  <a:pt x="6491994" y="39911"/>
                </a:cubicBezTo>
                <a:lnTo>
                  <a:pt x="6476261" y="39911"/>
                </a:lnTo>
                <a:lnTo>
                  <a:pt x="6476261" y="74098"/>
                </a:lnTo>
                <a:cubicBezTo>
                  <a:pt x="6476261" y="78321"/>
                  <a:pt x="6476875" y="81522"/>
                  <a:pt x="6478101" y="83702"/>
                </a:cubicBezTo>
                <a:cubicBezTo>
                  <a:pt x="6479370" y="85834"/>
                  <a:pt x="6481619" y="86902"/>
                  <a:pt x="6484842" y="86902"/>
                </a:cubicBezTo>
                <a:cubicBezTo>
                  <a:pt x="6485888" y="86902"/>
                  <a:pt x="6486816" y="86811"/>
                  <a:pt x="6487634" y="86628"/>
                </a:cubicBezTo>
                <a:cubicBezTo>
                  <a:pt x="6488451" y="86402"/>
                  <a:pt x="6489177" y="86174"/>
                  <a:pt x="6489814" y="85948"/>
                </a:cubicBezTo>
                <a:cubicBezTo>
                  <a:pt x="6490448" y="85722"/>
                  <a:pt x="6490994" y="85516"/>
                  <a:pt x="6491448" y="85336"/>
                </a:cubicBezTo>
                <a:cubicBezTo>
                  <a:pt x="6491903" y="85108"/>
                  <a:pt x="6492311" y="84993"/>
                  <a:pt x="6492674" y="84993"/>
                </a:cubicBezTo>
                <a:cubicBezTo>
                  <a:pt x="6492900" y="84993"/>
                  <a:pt x="6493106" y="85062"/>
                  <a:pt x="6493286" y="85199"/>
                </a:cubicBezTo>
                <a:cubicBezTo>
                  <a:pt x="6493514" y="85291"/>
                  <a:pt x="6493674" y="85494"/>
                  <a:pt x="6493763" y="85811"/>
                </a:cubicBezTo>
                <a:cubicBezTo>
                  <a:pt x="6493900" y="86131"/>
                  <a:pt x="6494015" y="86562"/>
                  <a:pt x="6494103" y="87105"/>
                </a:cubicBezTo>
                <a:cubicBezTo>
                  <a:pt x="6494195" y="87651"/>
                  <a:pt x="6494240" y="88331"/>
                  <a:pt x="6494240" y="89148"/>
                </a:cubicBezTo>
                <a:close/>
                <a:moveTo>
                  <a:pt x="6561594" y="93643"/>
                </a:moveTo>
                <a:cubicBezTo>
                  <a:pt x="6561594" y="94006"/>
                  <a:pt x="6561506" y="94326"/>
                  <a:pt x="6561323" y="94598"/>
                </a:cubicBezTo>
                <a:cubicBezTo>
                  <a:pt x="6561189" y="94823"/>
                  <a:pt x="6560914" y="95029"/>
                  <a:pt x="6560506" y="95209"/>
                </a:cubicBezTo>
                <a:cubicBezTo>
                  <a:pt x="6560097" y="95392"/>
                  <a:pt x="6559554" y="95529"/>
                  <a:pt x="6558871" y="95618"/>
                </a:cubicBezTo>
                <a:cubicBezTo>
                  <a:pt x="6558237" y="95709"/>
                  <a:pt x="6557442" y="95755"/>
                  <a:pt x="6556488" y="95755"/>
                </a:cubicBezTo>
                <a:cubicBezTo>
                  <a:pt x="6555445" y="95755"/>
                  <a:pt x="6554582" y="95709"/>
                  <a:pt x="6553899" y="95618"/>
                </a:cubicBezTo>
                <a:cubicBezTo>
                  <a:pt x="6553265" y="95529"/>
                  <a:pt x="6552742" y="95392"/>
                  <a:pt x="6552333" y="95209"/>
                </a:cubicBezTo>
                <a:cubicBezTo>
                  <a:pt x="6551970" y="95029"/>
                  <a:pt x="6551722" y="94823"/>
                  <a:pt x="6551585" y="94598"/>
                </a:cubicBezTo>
                <a:cubicBezTo>
                  <a:pt x="6551447" y="94326"/>
                  <a:pt x="6551379" y="94006"/>
                  <a:pt x="6551379" y="93643"/>
                </a:cubicBezTo>
                <a:lnTo>
                  <a:pt x="6551379" y="85539"/>
                </a:lnTo>
                <a:cubicBezTo>
                  <a:pt x="6547884" y="89400"/>
                  <a:pt x="6544435" y="92214"/>
                  <a:pt x="6541029" y="93983"/>
                </a:cubicBezTo>
                <a:cubicBezTo>
                  <a:pt x="6537623" y="95755"/>
                  <a:pt x="6534174" y="96641"/>
                  <a:pt x="6530676" y="96641"/>
                </a:cubicBezTo>
                <a:cubicBezTo>
                  <a:pt x="6526590" y="96641"/>
                  <a:pt x="6523141" y="95961"/>
                  <a:pt x="6520324" y="94598"/>
                </a:cubicBezTo>
                <a:cubicBezTo>
                  <a:pt x="6517555" y="93235"/>
                  <a:pt x="6515309" y="91397"/>
                  <a:pt x="6513583" y="89080"/>
                </a:cubicBezTo>
                <a:cubicBezTo>
                  <a:pt x="6511857" y="86719"/>
                  <a:pt x="6510608" y="83996"/>
                  <a:pt x="6509836" y="80907"/>
                </a:cubicBezTo>
                <a:cubicBezTo>
                  <a:pt x="6509111" y="77775"/>
                  <a:pt x="6508748" y="73984"/>
                  <a:pt x="6508748" y="69534"/>
                </a:cubicBezTo>
                <a:lnTo>
                  <a:pt x="6508748" y="32350"/>
                </a:lnTo>
                <a:cubicBezTo>
                  <a:pt x="6508748" y="31987"/>
                  <a:pt x="6508816" y="31693"/>
                  <a:pt x="6508951" y="31464"/>
                </a:cubicBezTo>
                <a:cubicBezTo>
                  <a:pt x="6509134" y="31192"/>
                  <a:pt x="6509451" y="30964"/>
                  <a:pt x="6509905" y="30784"/>
                </a:cubicBezTo>
                <a:cubicBezTo>
                  <a:pt x="6510359" y="30555"/>
                  <a:pt x="6510948" y="30421"/>
                  <a:pt x="6511674" y="30375"/>
                </a:cubicBezTo>
                <a:cubicBezTo>
                  <a:pt x="6512403" y="30284"/>
                  <a:pt x="6513308" y="30238"/>
                  <a:pt x="6514400" y="30238"/>
                </a:cubicBezTo>
                <a:cubicBezTo>
                  <a:pt x="6515489" y="30238"/>
                  <a:pt x="6516397" y="30284"/>
                  <a:pt x="6517123" y="30375"/>
                </a:cubicBezTo>
                <a:cubicBezTo>
                  <a:pt x="6517849" y="30421"/>
                  <a:pt x="6518418" y="30555"/>
                  <a:pt x="6518826" y="30784"/>
                </a:cubicBezTo>
                <a:cubicBezTo>
                  <a:pt x="6519281" y="30964"/>
                  <a:pt x="6519598" y="31192"/>
                  <a:pt x="6519781" y="31464"/>
                </a:cubicBezTo>
                <a:cubicBezTo>
                  <a:pt x="6519961" y="31693"/>
                  <a:pt x="6520052" y="31987"/>
                  <a:pt x="6520052" y="32350"/>
                </a:cubicBezTo>
                <a:lnTo>
                  <a:pt x="6520052" y="68037"/>
                </a:lnTo>
                <a:cubicBezTo>
                  <a:pt x="6520052" y="71623"/>
                  <a:pt x="6520301" y="74506"/>
                  <a:pt x="6520801" y="76687"/>
                </a:cubicBezTo>
                <a:cubicBezTo>
                  <a:pt x="6521346" y="78818"/>
                  <a:pt x="6522141" y="80659"/>
                  <a:pt x="6523184" y="82202"/>
                </a:cubicBezTo>
                <a:cubicBezTo>
                  <a:pt x="6524275" y="83702"/>
                  <a:pt x="6525636" y="84882"/>
                  <a:pt x="6527270" y="85745"/>
                </a:cubicBezTo>
                <a:cubicBezTo>
                  <a:pt x="6528905" y="86562"/>
                  <a:pt x="6530813" y="86971"/>
                  <a:pt x="6532991" y="86971"/>
                </a:cubicBezTo>
                <a:cubicBezTo>
                  <a:pt x="6535808" y="86971"/>
                  <a:pt x="6538600" y="85971"/>
                  <a:pt x="6541369" y="83973"/>
                </a:cubicBezTo>
                <a:cubicBezTo>
                  <a:pt x="6544184" y="81976"/>
                  <a:pt x="6547158" y="79047"/>
                  <a:pt x="6550290" y="75187"/>
                </a:cubicBezTo>
                <a:lnTo>
                  <a:pt x="6550290" y="32350"/>
                </a:lnTo>
                <a:cubicBezTo>
                  <a:pt x="6550290" y="31987"/>
                  <a:pt x="6550359" y="31693"/>
                  <a:pt x="6550496" y="31464"/>
                </a:cubicBezTo>
                <a:cubicBezTo>
                  <a:pt x="6550676" y="31192"/>
                  <a:pt x="6550993" y="30964"/>
                  <a:pt x="6551447" y="30784"/>
                </a:cubicBezTo>
                <a:cubicBezTo>
                  <a:pt x="6551902" y="30555"/>
                  <a:pt x="6552470" y="30421"/>
                  <a:pt x="6553150" y="30375"/>
                </a:cubicBezTo>
                <a:cubicBezTo>
                  <a:pt x="6553876" y="30284"/>
                  <a:pt x="6554808" y="30238"/>
                  <a:pt x="6555942" y="30238"/>
                </a:cubicBezTo>
                <a:cubicBezTo>
                  <a:pt x="6557034" y="30238"/>
                  <a:pt x="6557940" y="30284"/>
                  <a:pt x="6558668" y="30375"/>
                </a:cubicBezTo>
                <a:cubicBezTo>
                  <a:pt x="6559394" y="30421"/>
                  <a:pt x="6559960" y="30555"/>
                  <a:pt x="6560371" y="30784"/>
                </a:cubicBezTo>
                <a:cubicBezTo>
                  <a:pt x="6560780" y="30964"/>
                  <a:pt x="6561074" y="31192"/>
                  <a:pt x="6561254" y="31464"/>
                </a:cubicBezTo>
                <a:cubicBezTo>
                  <a:pt x="6561483" y="31693"/>
                  <a:pt x="6561594" y="31987"/>
                  <a:pt x="6561594" y="32350"/>
                </a:cubicBezTo>
                <a:lnTo>
                  <a:pt x="6561594" y="93643"/>
                </a:lnTo>
                <a:close/>
                <a:moveTo>
                  <a:pt x="6618190" y="36367"/>
                </a:moveTo>
                <a:cubicBezTo>
                  <a:pt x="6618190" y="37368"/>
                  <a:pt x="6618167" y="38208"/>
                  <a:pt x="6618121" y="38888"/>
                </a:cubicBezTo>
                <a:cubicBezTo>
                  <a:pt x="6618079" y="39568"/>
                  <a:pt x="6617987" y="40114"/>
                  <a:pt x="6617850" y="40522"/>
                </a:cubicBezTo>
                <a:cubicBezTo>
                  <a:pt x="6617713" y="40885"/>
                  <a:pt x="6617533" y="41179"/>
                  <a:pt x="6617304" y="41408"/>
                </a:cubicBezTo>
                <a:cubicBezTo>
                  <a:pt x="6617124" y="41588"/>
                  <a:pt x="6616853" y="41679"/>
                  <a:pt x="6616487" y="41679"/>
                </a:cubicBezTo>
                <a:cubicBezTo>
                  <a:pt x="6616124" y="41679"/>
                  <a:pt x="6615670" y="41588"/>
                  <a:pt x="6615127" y="41408"/>
                </a:cubicBezTo>
                <a:cubicBezTo>
                  <a:pt x="6614627" y="41179"/>
                  <a:pt x="6614035" y="40977"/>
                  <a:pt x="6613355" y="40794"/>
                </a:cubicBezTo>
                <a:cubicBezTo>
                  <a:pt x="6612721" y="40568"/>
                  <a:pt x="6611992" y="40362"/>
                  <a:pt x="6611175" y="40182"/>
                </a:cubicBezTo>
                <a:cubicBezTo>
                  <a:pt x="6610358" y="39999"/>
                  <a:pt x="6609472" y="39911"/>
                  <a:pt x="6608520" y="39911"/>
                </a:cubicBezTo>
                <a:cubicBezTo>
                  <a:pt x="6607386" y="39911"/>
                  <a:pt x="6606271" y="40136"/>
                  <a:pt x="6605183" y="40591"/>
                </a:cubicBezTo>
                <a:cubicBezTo>
                  <a:pt x="6604094" y="41045"/>
                  <a:pt x="6602934" y="41794"/>
                  <a:pt x="6601711" y="42837"/>
                </a:cubicBezTo>
                <a:cubicBezTo>
                  <a:pt x="6600528" y="43883"/>
                  <a:pt x="6599279" y="45266"/>
                  <a:pt x="6597965" y="46992"/>
                </a:cubicBezTo>
                <a:cubicBezTo>
                  <a:pt x="6596647" y="48718"/>
                  <a:pt x="6595193" y="50829"/>
                  <a:pt x="6593604" y="53327"/>
                </a:cubicBezTo>
                <a:lnTo>
                  <a:pt x="6593604" y="93643"/>
                </a:lnTo>
                <a:cubicBezTo>
                  <a:pt x="6593604" y="94006"/>
                  <a:pt x="6593513" y="94326"/>
                  <a:pt x="6593333" y="94598"/>
                </a:cubicBezTo>
                <a:cubicBezTo>
                  <a:pt x="6593153" y="94823"/>
                  <a:pt x="6592855" y="95029"/>
                  <a:pt x="6592447" y="95209"/>
                </a:cubicBezTo>
                <a:cubicBezTo>
                  <a:pt x="6592038" y="95392"/>
                  <a:pt x="6591470" y="95529"/>
                  <a:pt x="6590744" y="95618"/>
                </a:cubicBezTo>
                <a:cubicBezTo>
                  <a:pt x="6590018" y="95709"/>
                  <a:pt x="6589086" y="95755"/>
                  <a:pt x="6587952" y="95755"/>
                </a:cubicBezTo>
                <a:cubicBezTo>
                  <a:pt x="6586863" y="95755"/>
                  <a:pt x="6585955" y="95709"/>
                  <a:pt x="6585229" y="95618"/>
                </a:cubicBezTo>
                <a:cubicBezTo>
                  <a:pt x="6584503" y="95529"/>
                  <a:pt x="6583911" y="95392"/>
                  <a:pt x="6583457" y="95209"/>
                </a:cubicBezTo>
                <a:cubicBezTo>
                  <a:pt x="6583048" y="95029"/>
                  <a:pt x="6582754" y="94823"/>
                  <a:pt x="6582571" y="94598"/>
                </a:cubicBezTo>
                <a:cubicBezTo>
                  <a:pt x="6582437" y="94326"/>
                  <a:pt x="6582368" y="94006"/>
                  <a:pt x="6582368" y="93643"/>
                </a:cubicBezTo>
                <a:lnTo>
                  <a:pt x="6582368" y="32350"/>
                </a:lnTo>
                <a:cubicBezTo>
                  <a:pt x="6582368" y="31987"/>
                  <a:pt x="6582437" y="31693"/>
                  <a:pt x="6582571" y="31464"/>
                </a:cubicBezTo>
                <a:cubicBezTo>
                  <a:pt x="6582708" y="31192"/>
                  <a:pt x="6582980" y="30964"/>
                  <a:pt x="6583389" y="30784"/>
                </a:cubicBezTo>
                <a:cubicBezTo>
                  <a:pt x="6583797" y="30555"/>
                  <a:pt x="6584320" y="30421"/>
                  <a:pt x="6584954" y="30375"/>
                </a:cubicBezTo>
                <a:cubicBezTo>
                  <a:pt x="6585592" y="30284"/>
                  <a:pt x="6586432" y="30238"/>
                  <a:pt x="6587475" y="30238"/>
                </a:cubicBezTo>
                <a:cubicBezTo>
                  <a:pt x="6588475" y="30238"/>
                  <a:pt x="6589292" y="30284"/>
                  <a:pt x="6589926" y="30375"/>
                </a:cubicBezTo>
                <a:cubicBezTo>
                  <a:pt x="6590609" y="30421"/>
                  <a:pt x="6591130" y="30555"/>
                  <a:pt x="6591492" y="30784"/>
                </a:cubicBezTo>
                <a:cubicBezTo>
                  <a:pt x="6591858" y="30964"/>
                  <a:pt x="6592107" y="31192"/>
                  <a:pt x="6592244" y="31464"/>
                </a:cubicBezTo>
                <a:cubicBezTo>
                  <a:pt x="6592424" y="31693"/>
                  <a:pt x="6592515" y="31987"/>
                  <a:pt x="6592515" y="32350"/>
                </a:cubicBezTo>
                <a:lnTo>
                  <a:pt x="6592515" y="41271"/>
                </a:lnTo>
                <a:cubicBezTo>
                  <a:pt x="6594196" y="38819"/>
                  <a:pt x="6595762" y="36822"/>
                  <a:pt x="6597213" y="35279"/>
                </a:cubicBezTo>
                <a:cubicBezTo>
                  <a:pt x="6598713" y="33736"/>
                  <a:pt x="6600119" y="32533"/>
                  <a:pt x="6601437" y="31670"/>
                </a:cubicBezTo>
                <a:cubicBezTo>
                  <a:pt x="6602754" y="30761"/>
                  <a:pt x="6604048" y="30147"/>
                  <a:pt x="6605320" y="29829"/>
                </a:cubicBezTo>
                <a:cubicBezTo>
                  <a:pt x="6606634" y="29467"/>
                  <a:pt x="6607952" y="29284"/>
                  <a:pt x="6609269" y="29284"/>
                </a:cubicBezTo>
                <a:cubicBezTo>
                  <a:pt x="6609858" y="29284"/>
                  <a:pt x="6610518" y="29329"/>
                  <a:pt x="6611243" y="29421"/>
                </a:cubicBezTo>
                <a:cubicBezTo>
                  <a:pt x="6612015" y="29467"/>
                  <a:pt x="6612809" y="29581"/>
                  <a:pt x="6613627" y="29761"/>
                </a:cubicBezTo>
                <a:cubicBezTo>
                  <a:pt x="6614444" y="29944"/>
                  <a:pt x="6615173" y="30147"/>
                  <a:pt x="6615807" y="30375"/>
                </a:cubicBezTo>
                <a:cubicBezTo>
                  <a:pt x="6616487" y="30601"/>
                  <a:pt x="6616964" y="30830"/>
                  <a:pt x="6617238" y="31055"/>
                </a:cubicBezTo>
                <a:cubicBezTo>
                  <a:pt x="6617510" y="31284"/>
                  <a:pt x="6617690" y="31510"/>
                  <a:pt x="6617781" y="31735"/>
                </a:cubicBezTo>
                <a:cubicBezTo>
                  <a:pt x="6617873" y="31918"/>
                  <a:pt x="6617941" y="32167"/>
                  <a:pt x="6617987" y="32487"/>
                </a:cubicBezTo>
                <a:cubicBezTo>
                  <a:pt x="6618079" y="32804"/>
                  <a:pt x="6618121" y="33281"/>
                  <a:pt x="6618121" y="33916"/>
                </a:cubicBezTo>
                <a:cubicBezTo>
                  <a:pt x="6618167" y="34507"/>
                  <a:pt x="6618190" y="35324"/>
                  <a:pt x="6618190" y="36367"/>
                </a:cubicBezTo>
                <a:close/>
                <a:moveTo>
                  <a:pt x="6642230" y="93643"/>
                </a:moveTo>
                <a:cubicBezTo>
                  <a:pt x="6642230" y="94006"/>
                  <a:pt x="6642142" y="94326"/>
                  <a:pt x="6641959" y="94598"/>
                </a:cubicBezTo>
                <a:cubicBezTo>
                  <a:pt x="6641779" y="94823"/>
                  <a:pt x="6641482" y="95029"/>
                  <a:pt x="6641073" y="95209"/>
                </a:cubicBezTo>
                <a:cubicBezTo>
                  <a:pt x="6640664" y="95392"/>
                  <a:pt x="6640098" y="95529"/>
                  <a:pt x="6639370" y="95618"/>
                </a:cubicBezTo>
                <a:cubicBezTo>
                  <a:pt x="6638644" y="95709"/>
                  <a:pt x="6637715" y="95755"/>
                  <a:pt x="6636578" y="95755"/>
                </a:cubicBezTo>
                <a:cubicBezTo>
                  <a:pt x="6635489" y="95755"/>
                  <a:pt x="6634581" y="95709"/>
                  <a:pt x="6633855" y="95618"/>
                </a:cubicBezTo>
                <a:cubicBezTo>
                  <a:pt x="6633129" y="95529"/>
                  <a:pt x="6632538" y="95392"/>
                  <a:pt x="6632083" y="95209"/>
                </a:cubicBezTo>
                <a:cubicBezTo>
                  <a:pt x="6631675" y="95029"/>
                  <a:pt x="6631380" y="94823"/>
                  <a:pt x="6631197" y="94598"/>
                </a:cubicBezTo>
                <a:cubicBezTo>
                  <a:pt x="6631063" y="94326"/>
                  <a:pt x="6630994" y="94006"/>
                  <a:pt x="6630994" y="93643"/>
                </a:cubicBezTo>
                <a:lnTo>
                  <a:pt x="6630994" y="32350"/>
                </a:lnTo>
                <a:cubicBezTo>
                  <a:pt x="6630994" y="32033"/>
                  <a:pt x="6631063" y="31735"/>
                  <a:pt x="6631197" y="31464"/>
                </a:cubicBezTo>
                <a:cubicBezTo>
                  <a:pt x="6631380" y="31192"/>
                  <a:pt x="6631675" y="30964"/>
                  <a:pt x="6632083" y="30784"/>
                </a:cubicBezTo>
                <a:cubicBezTo>
                  <a:pt x="6632538" y="30601"/>
                  <a:pt x="6633129" y="30467"/>
                  <a:pt x="6633855" y="30375"/>
                </a:cubicBezTo>
                <a:cubicBezTo>
                  <a:pt x="6634581" y="30284"/>
                  <a:pt x="6635489" y="30238"/>
                  <a:pt x="6636578" y="30238"/>
                </a:cubicBezTo>
                <a:cubicBezTo>
                  <a:pt x="6637715" y="30238"/>
                  <a:pt x="6638644" y="30284"/>
                  <a:pt x="6639370" y="30375"/>
                </a:cubicBezTo>
                <a:cubicBezTo>
                  <a:pt x="6640098" y="30467"/>
                  <a:pt x="6640664" y="30601"/>
                  <a:pt x="6641073" y="30784"/>
                </a:cubicBezTo>
                <a:cubicBezTo>
                  <a:pt x="6641482" y="30964"/>
                  <a:pt x="6641779" y="31192"/>
                  <a:pt x="6641959" y="31464"/>
                </a:cubicBezTo>
                <a:cubicBezTo>
                  <a:pt x="6642142" y="31735"/>
                  <a:pt x="6642230" y="32033"/>
                  <a:pt x="6642230" y="32350"/>
                </a:cubicBezTo>
                <a:lnTo>
                  <a:pt x="6642230" y="93643"/>
                </a:lnTo>
                <a:close/>
                <a:moveTo>
                  <a:pt x="6643525" y="11647"/>
                </a:moveTo>
                <a:cubicBezTo>
                  <a:pt x="6643525" y="14279"/>
                  <a:pt x="6643025" y="16073"/>
                  <a:pt x="6642027" y="17025"/>
                </a:cubicBezTo>
                <a:cubicBezTo>
                  <a:pt x="6641027" y="17979"/>
                  <a:pt x="6639190" y="18457"/>
                  <a:pt x="6636512" y="18457"/>
                </a:cubicBezTo>
                <a:cubicBezTo>
                  <a:pt x="6633878" y="18457"/>
                  <a:pt x="6632060" y="18002"/>
                  <a:pt x="6631063" y="17094"/>
                </a:cubicBezTo>
                <a:cubicBezTo>
                  <a:pt x="6630109" y="16142"/>
                  <a:pt x="6629631" y="14370"/>
                  <a:pt x="6629631" y="11781"/>
                </a:cubicBezTo>
                <a:cubicBezTo>
                  <a:pt x="6629631" y="9150"/>
                  <a:pt x="6630132" y="7355"/>
                  <a:pt x="6631132" y="6401"/>
                </a:cubicBezTo>
                <a:cubicBezTo>
                  <a:pt x="6632129" y="5449"/>
                  <a:pt x="6633969" y="4972"/>
                  <a:pt x="6636647" y="4972"/>
                </a:cubicBezTo>
                <a:cubicBezTo>
                  <a:pt x="6639281" y="4972"/>
                  <a:pt x="6641073" y="5449"/>
                  <a:pt x="6642027" y="6401"/>
                </a:cubicBezTo>
                <a:cubicBezTo>
                  <a:pt x="6643025" y="7309"/>
                  <a:pt x="6643525" y="9058"/>
                  <a:pt x="6643525" y="11647"/>
                </a:cubicBezTo>
                <a:close/>
                <a:moveTo>
                  <a:pt x="6715785" y="93643"/>
                </a:moveTo>
                <a:cubicBezTo>
                  <a:pt x="6715785" y="94006"/>
                  <a:pt x="6715694" y="94326"/>
                  <a:pt x="6715514" y="94598"/>
                </a:cubicBezTo>
                <a:cubicBezTo>
                  <a:pt x="6715331" y="94823"/>
                  <a:pt x="6715036" y="95029"/>
                  <a:pt x="6714628" y="95209"/>
                </a:cubicBezTo>
                <a:cubicBezTo>
                  <a:pt x="6714219" y="95392"/>
                  <a:pt x="6713651" y="95529"/>
                  <a:pt x="6712925" y="95618"/>
                </a:cubicBezTo>
                <a:cubicBezTo>
                  <a:pt x="6712199" y="95709"/>
                  <a:pt x="6711290" y="95755"/>
                  <a:pt x="6710199" y="95755"/>
                </a:cubicBezTo>
                <a:cubicBezTo>
                  <a:pt x="6709064" y="95755"/>
                  <a:pt x="6708136" y="95709"/>
                  <a:pt x="6707407" y="95618"/>
                </a:cubicBezTo>
                <a:cubicBezTo>
                  <a:pt x="6706681" y="95529"/>
                  <a:pt x="6706112" y="95392"/>
                  <a:pt x="6705704" y="95209"/>
                </a:cubicBezTo>
                <a:cubicBezTo>
                  <a:pt x="6705295" y="95029"/>
                  <a:pt x="6705001" y="94823"/>
                  <a:pt x="6704821" y="94598"/>
                </a:cubicBezTo>
                <a:cubicBezTo>
                  <a:pt x="6704638" y="94326"/>
                  <a:pt x="6704547" y="94006"/>
                  <a:pt x="6704547" y="93643"/>
                </a:cubicBezTo>
                <a:lnTo>
                  <a:pt x="6704547" y="57753"/>
                </a:lnTo>
                <a:cubicBezTo>
                  <a:pt x="6704547" y="54255"/>
                  <a:pt x="6704275" y="51441"/>
                  <a:pt x="6703729" y="49309"/>
                </a:cubicBezTo>
                <a:cubicBezTo>
                  <a:pt x="6703186" y="47174"/>
                  <a:pt x="6702392" y="45334"/>
                  <a:pt x="6701346" y="43791"/>
                </a:cubicBezTo>
                <a:cubicBezTo>
                  <a:pt x="6700300" y="42248"/>
                  <a:pt x="6698940" y="41068"/>
                  <a:pt x="6697260" y="40251"/>
                </a:cubicBezTo>
                <a:cubicBezTo>
                  <a:pt x="6695625" y="39433"/>
                  <a:pt x="6693719" y="39025"/>
                  <a:pt x="6691539" y="39025"/>
                </a:cubicBezTo>
                <a:cubicBezTo>
                  <a:pt x="6688725" y="39025"/>
                  <a:pt x="6685910" y="40022"/>
                  <a:pt x="6683095" y="42020"/>
                </a:cubicBezTo>
                <a:cubicBezTo>
                  <a:pt x="6680278" y="44017"/>
                  <a:pt x="6677329" y="46946"/>
                  <a:pt x="6674240" y="50806"/>
                </a:cubicBezTo>
                <a:lnTo>
                  <a:pt x="6674240" y="93643"/>
                </a:lnTo>
                <a:cubicBezTo>
                  <a:pt x="6674240" y="94006"/>
                  <a:pt x="6674148" y="94326"/>
                  <a:pt x="6673968" y="94598"/>
                </a:cubicBezTo>
                <a:cubicBezTo>
                  <a:pt x="6673786" y="94823"/>
                  <a:pt x="6673491" y="95029"/>
                  <a:pt x="6673083" y="95209"/>
                </a:cubicBezTo>
                <a:cubicBezTo>
                  <a:pt x="6672674" y="95392"/>
                  <a:pt x="6672105" y="95529"/>
                  <a:pt x="6671380" y="95618"/>
                </a:cubicBezTo>
                <a:cubicBezTo>
                  <a:pt x="6670654" y="95709"/>
                  <a:pt x="6669722" y="95755"/>
                  <a:pt x="6668588" y="95755"/>
                </a:cubicBezTo>
                <a:cubicBezTo>
                  <a:pt x="6667499" y="95755"/>
                  <a:pt x="6666590" y="95709"/>
                  <a:pt x="6665865" y="95618"/>
                </a:cubicBezTo>
                <a:cubicBezTo>
                  <a:pt x="6665139" y="95529"/>
                  <a:pt x="6664547" y="95392"/>
                  <a:pt x="6664093" y="95209"/>
                </a:cubicBezTo>
                <a:cubicBezTo>
                  <a:pt x="6663684" y="95029"/>
                  <a:pt x="6663390" y="94823"/>
                  <a:pt x="6663207" y="94598"/>
                </a:cubicBezTo>
                <a:cubicBezTo>
                  <a:pt x="6663073" y="94326"/>
                  <a:pt x="6663004" y="94006"/>
                  <a:pt x="6663004" y="93643"/>
                </a:cubicBezTo>
                <a:lnTo>
                  <a:pt x="6663004" y="32350"/>
                </a:lnTo>
                <a:cubicBezTo>
                  <a:pt x="6663004" y="31987"/>
                  <a:pt x="6663073" y="31693"/>
                  <a:pt x="6663207" y="31464"/>
                </a:cubicBezTo>
                <a:cubicBezTo>
                  <a:pt x="6663344" y="31192"/>
                  <a:pt x="6663616" y="30964"/>
                  <a:pt x="6664024" y="30784"/>
                </a:cubicBezTo>
                <a:cubicBezTo>
                  <a:pt x="6664433" y="30555"/>
                  <a:pt x="6664956" y="30421"/>
                  <a:pt x="6665590" y="30375"/>
                </a:cubicBezTo>
                <a:cubicBezTo>
                  <a:pt x="6666227" y="30284"/>
                  <a:pt x="6667068" y="30238"/>
                  <a:pt x="6668111" y="30238"/>
                </a:cubicBezTo>
                <a:cubicBezTo>
                  <a:pt x="6669111" y="30238"/>
                  <a:pt x="6669928" y="30284"/>
                  <a:pt x="6670562" y="30375"/>
                </a:cubicBezTo>
                <a:cubicBezTo>
                  <a:pt x="6671245" y="30421"/>
                  <a:pt x="6671765" y="30555"/>
                  <a:pt x="6672128" y="30784"/>
                </a:cubicBezTo>
                <a:cubicBezTo>
                  <a:pt x="6672494" y="30964"/>
                  <a:pt x="6672743" y="31192"/>
                  <a:pt x="6672880" y="31464"/>
                </a:cubicBezTo>
                <a:cubicBezTo>
                  <a:pt x="6673060" y="31693"/>
                  <a:pt x="6673151" y="31987"/>
                  <a:pt x="6673151" y="32350"/>
                </a:cubicBezTo>
                <a:lnTo>
                  <a:pt x="6673151" y="40454"/>
                </a:lnTo>
                <a:cubicBezTo>
                  <a:pt x="6676600" y="36596"/>
                  <a:pt x="6680029" y="33779"/>
                  <a:pt x="6683435" y="32010"/>
                </a:cubicBezTo>
                <a:cubicBezTo>
                  <a:pt x="6686884" y="30192"/>
                  <a:pt x="6690359" y="29284"/>
                  <a:pt x="6693854" y="29284"/>
                </a:cubicBezTo>
                <a:cubicBezTo>
                  <a:pt x="6697940" y="29284"/>
                  <a:pt x="6701369" y="29989"/>
                  <a:pt x="6704138" y="31395"/>
                </a:cubicBezTo>
                <a:cubicBezTo>
                  <a:pt x="6706953" y="32758"/>
                  <a:pt x="6709224" y="34596"/>
                  <a:pt x="6710950" y="36913"/>
                </a:cubicBezTo>
                <a:cubicBezTo>
                  <a:pt x="6712673" y="39228"/>
                  <a:pt x="6713899" y="41954"/>
                  <a:pt x="6714628" y="45086"/>
                </a:cubicBezTo>
                <a:cubicBezTo>
                  <a:pt x="6715399" y="48172"/>
                  <a:pt x="6715785" y="51895"/>
                  <a:pt x="6715785" y="56256"/>
                </a:cubicBezTo>
                <a:lnTo>
                  <a:pt x="6715785" y="93643"/>
                </a:lnTo>
                <a:close/>
                <a:moveTo>
                  <a:pt x="6787500" y="35142"/>
                </a:moveTo>
                <a:cubicBezTo>
                  <a:pt x="6787500" y="36730"/>
                  <a:pt x="6787271" y="37888"/>
                  <a:pt x="6786817" y="38616"/>
                </a:cubicBezTo>
                <a:cubicBezTo>
                  <a:pt x="6786408" y="39296"/>
                  <a:pt x="6785865" y="39636"/>
                  <a:pt x="6785182" y="39636"/>
                </a:cubicBezTo>
                <a:lnTo>
                  <a:pt x="6776398" y="39636"/>
                </a:lnTo>
                <a:cubicBezTo>
                  <a:pt x="6777987" y="41271"/>
                  <a:pt x="6779099" y="43088"/>
                  <a:pt x="6779733" y="45086"/>
                </a:cubicBezTo>
                <a:cubicBezTo>
                  <a:pt x="6780370" y="47037"/>
                  <a:pt x="6780687" y="49080"/>
                  <a:pt x="6780687" y="51215"/>
                </a:cubicBezTo>
                <a:cubicBezTo>
                  <a:pt x="6780687" y="54755"/>
                  <a:pt x="6780119" y="57890"/>
                  <a:pt x="6778984" y="60613"/>
                </a:cubicBezTo>
                <a:cubicBezTo>
                  <a:pt x="6777850" y="63336"/>
                  <a:pt x="6776215" y="65654"/>
                  <a:pt x="6774081" y="67560"/>
                </a:cubicBezTo>
                <a:cubicBezTo>
                  <a:pt x="6771992" y="69420"/>
                  <a:pt x="6769498" y="70852"/>
                  <a:pt x="6766591" y="71849"/>
                </a:cubicBezTo>
                <a:cubicBezTo>
                  <a:pt x="6763685" y="72849"/>
                  <a:pt x="6760462" y="73349"/>
                  <a:pt x="6756919" y="73349"/>
                </a:cubicBezTo>
                <a:cubicBezTo>
                  <a:pt x="6754421" y="73349"/>
                  <a:pt x="6752038" y="73032"/>
                  <a:pt x="6749769" y="72395"/>
                </a:cubicBezTo>
                <a:cubicBezTo>
                  <a:pt x="6747543" y="71715"/>
                  <a:pt x="6745817" y="70875"/>
                  <a:pt x="6744592" y="69874"/>
                </a:cubicBezTo>
                <a:cubicBezTo>
                  <a:pt x="6743774" y="70692"/>
                  <a:pt x="6743094" y="71623"/>
                  <a:pt x="6742548" y="72666"/>
                </a:cubicBezTo>
                <a:cubicBezTo>
                  <a:pt x="6742051" y="73712"/>
                  <a:pt x="6741800" y="74915"/>
                  <a:pt x="6741800" y="76278"/>
                </a:cubicBezTo>
                <a:cubicBezTo>
                  <a:pt x="6741800" y="77867"/>
                  <a:pt x="6742526" y="79184"/>
                  <a:pt x="6743980" y="80227"/>
                </a:cubicBezTo>
                <a:cubicBezTo>
                  <a:pt x="6745477" y="81270"/>
                  <a:pt x="6747452" y="81839"/>
                  <a:pt x="6749904" y="81930"/>
                </a:cubicBezTo>
                <a:lnTo>
                  <a:pt x="6765908" y="82610"/>
                </a:lnTo>
                <a:cubicBezTo>
                  <a:pt x="6768952" y="82702"/>
                  <a:pt x="6771744" y="83133"/>
                  <a:pt x="6774287" y="83905"/>
                </a:cubicBezTo>
                <a:cubicBezTo>
                  <a:pt x="6776830" y="84631"/>
                  <a:pt x="6779030" y="85699"/>
                  <a:pt x="6780893" y="87105"/>
                </a:cubicBezTo>
                <a:cubicBezTo>
                  <a:pt x="6782753" y="88468"/>
                  <a:pt x="6784208" y="90171"/>
                  <a:pt x="6785251" y="92214"/>
                </a:cubicBezTo>
                <a:cubicBezTo>
                  <a:pt x="6786297" y="94212"/>
                  <a:pt x="6786817" y="96549"/>
                  <a:pt x="6786817" y="99230"/>
                </a:cubicBezTo>
                <a:cubicBezTo>
                  <a:pt x="6786817" y="102044"/>
                  <a:pt x="6786228" y="104722"/>
                  <a:pt x="6785048" y="107265"/>
                </a:cubicBezTo>
                <a:cubicBezTo>
                  <a:pt x="6783865" y="109808"/>
                  <a:pt x="6782051" y="112031"/>
                  <a:pt x="6779599" y="113940"/>
                </a:cubicBezTo>
                <a:cubicBezTo>
                  <a:pt x="6777193" y="115892"/>
                  <a:pt x="6774104" y="117412"/>
                  <a:pt x="6770338" y="118501"/>
                </a:cubicBezTo>
                <a:cubicBezTo>
                  <a:pt x="6766569" y="119638"/>
                  <a:pt x="6762117" y="120204"/>
                  <a:pt x="6756987" y="120204"/>
                </a:cubicBezTo>
                <a:cubicBezTo>
                  <a:pt x="6752038" y="120204"/>
                  <a:pt x="6747815" y="119772"/>
                  <a:pt x="6744320" y="118909"/>
                </a:cubicBezTo>
                <a:cubicBezTo>
                  <a:pt x="6740871" y="118092"/>
                  <a:pt x="6738034" y="116957"/>
                  <a:pt x="6735808" y="115506"/>
                </a:cubicBezTo>
                <a:cubicBezTo>
                  <a:pt x="6733582" y="114051"/>
                  <a:pt x="6731970" y="112305"/>
                  <a:pt x="6730973" y="110262"/>
                </a:cubicBezTo>
                <a:cubicBezTo>
                  <a:pt x="6729973" y="108262"/>
                  <a:pt x="6729473" y="106085"/>
                  <a:pt x="6729473" y="103724"/>
                </a:cubicBezTo>
                <a:cubicBezTo>
                  <a:pt x="6729473" y="102224"/>
                  <a:pt x="6729655" y="100773"/>
                  <a:pt x="6730018" y="99364"/>
                </a:cubicBezTo>
                <a:cubicBezTo>
                  <a:pt x="6730381" y="97958"/>
                  <a:pt x="6730927" y="96618"/>
                  <a:pt x="6731653" y="95346"/>
                </a:cubicBezTo>
                <a:cubicBezTo>
                  <a:pt x="6732424" y="94075"/>
                  <a:pt x="6733356" y="92872"/>
                  <a:pt x="6734445" y="91737"/>
                </a:cubicBezTo>
                <a:cubicBezTo>
                  <a:pt x="6735579" y="90557"/>
                  <a:pt x="6736873" y="89400"/>
                  <a:pt x="6738328" y="88262"/>
                </a:cubicBezTo>
                <a:cubicBezTo>
                  <a:pt x="6736102" y="87128"/>
                  <a:pt x="6734445" y="85699"/>
                  <a:pt x="6733356" y="83973"/>
                </a:cubicBezTo>
                <a:cubicBezTo>
                  <a:pt x="6732310" y="82247"/>
                  <a:pt x="6731790" y="80387"/>
                  <a:pt x="6731790" y="78387"/>
                </a:cubicBezTo>
                <a:cubicBezTo>
                  <a:pt x="6731790" y="75618"/>
                  <a:pt x="6732356" y="73143"/>
                  <a:pt x="6733493" y="70966"/>
                </a:cubicBezTo>
                <a:cubicBezTo>
                  <a:pt x="6734627" y="68786"/>
                  <a:pt x="6736033" y="66834"/>
                  <a:pt x="6737714" y="65108"/>
                </a:cubicBezTo>
                <a:cubicBezTo>
                  <a:pt x="6736308" y="63428"/>
                  <a:pt x="6735193" y="61545"/>
                  <a:pt x="6734376" y="59456"/>
                </a:cubicBezTo>
                <a:cubicBezTo>
                  <a:pt x="6733559" y="57321"/>
                  <a:pt x="6733150" y="54755"/>
                  <a:pt x="6733150" y="51761"/>
                </a:cubicBezTo>
                <a:cubicBezTo>
                  <a:pt x="6733150" y="48263"/>
                  <a:pt x="6733742" y="45131"/>
                  <a:pt x="6734922" y="42362"/>
                </a:cubicBezTo>
                <a:cubicBezTo>
                  <a:pt x="6736102" y="39591"/>
                  <a:pt x="6737736" y="37253"/>
                  <a:pt x="6739825" y="35347"/>
                </a:cubicBezTo>
                <a:cubicBezTo>
                  <a:pt x="6741914" y="33438"/>
                  <a:pt x="6744412" y="31987"/>
                  <a:pt x="6747318" y="30987"/>
                </a:cubicBezTo>
                <a:cubicBezTo>
                  <a:pt x="6750269" y="29944"/>
                  <a:pt x="6753470" y="29421"/>
                  <a:pt x="6756919" y="29421"/>
                </a:cubicBezTo>
                <a:cubicBezTo>
                  <a:pt x="6758782" y="29421"/>
                  <a:pt x="6760508" y="29535"/>
                  <a:pt x="6762097" y="29761"/>
                </a:cubicBezTo>
                <a:cubicBezTo>
                  <a:pt x="6763731" y="29944"/>
                  <a:pt x="6765251" y="30215"/>
                  <a:pt x="6766657" y="30578"/>
                </a:cubicBezTo>
                <a:lnTo>
                  <a:pt x="6785182" y="30578"/>
                </a:lnTo>
                <a:cubicBezTo>
                  <a:pt x="6785954" y="30578"/>
                  <a:pt x="6786522" y="30964"/>
                  <a:pt x="6786885" y="31735"/>
                </a:cubicBezTo>
                <a:cubicBezTo>
                  <a:pt x="6787294" y="32464"/>
                  <a:pt x="6787500" y="33598"/>
                  <a:pt x="6787500" y="35142"/>
                </a:cubicBezTo>
                <a:close/>
                <a:moveTo>
                  <a:pt x="6769926" y="51284"/>
                </a:moveTo>
                <a:cubicBezTo>
                  <a:pt x="6769926" y="47106"/>
                  <a:pt x="6768769" y="43860"/>
                  <a:pt x="6766454" y="41545"/>
                </a:cubicBezTo>
                <a:cubicBezTo>
                  <a:pt x="6764183" y="39182"/>
                  <a:pt x="6760936" y="38002"/>
                  <a:pt x="6756716" y="38002"/>
                </a:cubicBezTo>
                <a:cubicBezTo>
                  <a:pt x="6754536" y="38002"/>
                  <a:pt x="6752630" y="38365"/>
                  <a:pt x="6750995" y="39093"/>
                </a:cubicBezTo>
                <a:cubicBezTo>
                  <a:pt x="6749406" y="39819"/>
                  <a:pt x="6748066" y="40817"/>
                  <a:pt x="6746978" y="42088"/>
                </a:cubicBezTo>
                <a:cubicBezTo>
                  <a:pt x="6745932" y="43360"/>
                  <a:pt x="6745137" y="44834"/>
                  <a:pt x="6744592" y="46514"/>
                </a:cubicBezTo>
                <a:cubicBezTo>
                  <a:pt x="6744094" y="48149"/>
                  <a:pt x="6743843" y="49875"/>
                  <a:pt x="6743843" y="51692"/>
                </a:cubicBezTo>
                <a:cubicBezTo>
                  <a:pt x="6743843" y="55733"/>
                  <a:pt x="6744977" y="58910"/>
                  <a:pt x="6747249" y="61225"/>
                </a:cubicBezTo>
                <a:cubicBezTo>
                  <a:pt x="6749564" y="63542"/>
                  <a:pt x="6752787" y="64700"/>
                  <a:pt x="6756919" y="64700"/>
                </a:cubicBezTo>
                <a:cubicBezTo>
                  <a:pt x="6759145" y="64700"/>
                  <a:pt x="6761074" y="64359"/>
                  <a:pt x="6762708" y="63677"/>
                </a:cubicBezTo>
                <a:cubicBezTo>
                  <a:pt x="6764343" y="62951"/>
                  <a:pt x="6765683" y="61976"/>
                  <a:pt x="6766726" y="60750"/>
                </a:cubicBezTo>
                <a:cubicBezTo>
                  <a:pt x="6767817" y="59479"/>
                  <a:pt x="6768612" y="58024"/>
                  <a:pt x="6769109" y="56390"/>
                </a:cubicBezTo>
                <a:cubicBezTo>
                  <a:pt x="6769655" y="54755"/>
                  <a:pt x="6769926" y="53052"/>
                  <a:pt x="6769926" y="51284"/>
                </a:cubicBezTo>
                <a:close/>
                <a:moveTo>
                  <a:pt x="6775581" y="99841"/>
                </a:moveTo>
                <a:cubicBezTo>
                  <a:pt x="6775581" y="97209"/>
                  <a:pt x="6774490" y="95186"/>
                  <a:pt x="6772312" y="93780"/>
                </a:cubicBezTo>
                <a:cubicBezTo>
                  <a:pt x="6770178" y="92326"/>
                  <a:pt x="6767272" y="91554"/>
                  <a:pt x="6763594" y="91466"/>
                </a:cubicBezTo>
                <a:lnTo>
                  <a:pt x="6747726" y="90920"/>
                </a:lnTo>
                <a:cubicBezTo>
                  <a:pt x="6746272" y="92054"/>
                  <a:pt x="6745069" y="93143"/>
                  <a:pt x="6744114" y="94189"/>
                </a:cubicBezTo>
                <a:cubicBezTo>
                  <a:pt x="6743209" y="95186"/>
                  <a:pt x="6742480" y="96141"/>
                  <a:pt x="6741937" y="97049"/>
                </a:cubicBezTo>
                <a:cubicBezTo>
                  <a:pt x="6741391" y="98004"/>
                  <a:pt x="6741005" y="98932"/>
                  <a:pt x="6740780" y="99841"/>
                </a:cubicBezTo>
                <a:cubicBezTo>
                  <a:pt x="6740597" y="100750"/>
                  <a:pt x="6740505" y="101681"/>
                  <a:pt x="6740505" y="102633"/>
                </a:cubicBezTo>
                <a:cubicBezTo>
                  <a:pt x="6740505" y="105585"/>
                  <a:pt x="6742006" y="107811"/>
                  <a:pt x="6745000" y="109308"/>
                </a:cubicBezTo>
                <a:cubicBezTo>
                  <a:pt x="6747998" y="110851"/>
                  <a:pt x="6752175" y="111623"/>
                  <a:pt x="6757533" y="111623"/>
                </a:cubicBezTo>
                <a:cubicBezTo>
                  <a:pt x="6760936" y="111623"/>
                  <a:pt x="6763774" y="111282"/>
                  <a:pt x="6766046" y="110602"/>
                </a:cubicBezTo>
                <a:cubicBezTo>
                  <a:pt x="6768360" y="109965"/>
                  <a:pt x="6770223" y="109102"/>
                  <a:pt x="6771629" y="108013"/>
                </a:cubicBezTo>
                <a:cubicBezTo>
                  <a:pt x="6773038" y="106925"/>
                  <a:pt x="6774035" y="105676"/>
                  <a:pt x="6774627" y="104267"/>
                </a:cubicBezTo>
                <a:cubicBezTo>
                  <a:pt x="6775261" y="102861"/>
                  <a:pt x="6775581" y="101384"/>
                  <a:pt x="6775581" y="99841"/>
                </a:cubicBezTo>
                <a:close/>
                <a:moveTo>
                  <a:pt x="6879643" y="93712"/>
                </a:moveTo>
                <a:cubicBezTo>
                  <a:pt x="6879643" y="94257"/>
                  <a:pt x="6879463" y="94666"/>
                  <a:pt x="6879100" y="94938"/>
                </a:cubicBezTo>
                <a:cubicBezTo>
                  <a:pt x="6878737" y="95209"/>
                  <a:pt x="6878237" y="95415"/>
                  <a:pt x="6877600" y="95552"/>
                </a:cubicBezTo>
                <a:cubicBezTo>
                  <a:pt x="6876965" y="95686"/>
                  <a:pt x="6876034" y="95755"/>
                  <a:pt x="6874808" y="95755"/>
                </a:cubicBezTo>
                <a:cubicBezTo>
                  <a:pt x="6873628" y="95755"/>
                  <a:pt x="6872673" y="95686"/>
                  <a:pt x="6871947" y="95552"/>
                </a:cubicBezTo>
                <a:cubicBezTo>
                  <a:pt x="6871267" y="95415"/>
                  <a:pt x="6870767" y="95209"/>
                  <a:pt x="6870450" y="94938"/>
                </a:cubicBezTo>
                <a:cubicBezTo>
                  <a:pt x="6870133" y="94666"/>
                  <a:pt x="6869973" y="94257"/>
                  <a:pt x="6869973" y="93712"/>
                </a:cubicBezTo>
                <a:lnTo>
                  <a:pt x="6869973" y="87582"/>
                </a:lnTo>
                <a:cubicBezTo>
                  <a:pt x="6867293" y="90443"/>
                  <a:pt x="6864298" y="92669"/>
                  <a:pt x="6860983" y="94257"/>
                </a:cubicBezTo>
                <a:cubicBezTo>
                  <a:pt x="6857714" y="95846"/>
                  <a:pt x="6854242" y="96641"/>
                  <a:pt x="6850562" y="96641"/>
                </a:cubicBezTo>
                <a:cubicBezTo>
                  <a:pt x="6847339" y="96641"/>
                  <a:pt x="6844410" y="96209"/>
                  <a:pt x="6841778" y="95346"/>
                </a:cubicBezTo>
                <a:cubicBezTo>
                  <a:pt x="6839189" y="94529"/>
                  <a:pt x="6836966" y="93326"/>
                  <a:pt x="6835103" y="91737"/>
                </a:cubicBezTo>
                <a:cubicBezTo>
                  <a:pt x="6833288" y="90148"/>
                  <a:pt x="6831857" y="88197"/>
                  <a:pt x="6830814" y="85879"/>
                </a:cubicBezTo>
                <a:cubicBezTo>
                  <a:pt x="6829814" y="83565"/>
                  <a:pt x="6829314" y="80930"/>
                  <a:pt x="6829314" y="77978"/>
                </a:cubicBezTo>
                <a:cubicBezTo>
                  <a:pt x="6829314" y="74529"/>
                  <a:pt x="6830019" y="71532"/>
                  <a:pt x="6831425" y="68989"/>
                </a:cubicBezTo>
                <a:cubicBezTo>
                  <a:pt x="6832834" y="66448"/>
                  <a:pt x="6834854" y="64337"/>
                  <a:pt x="6837486" y="62656"/>
                </a:cubicBezTo>
                <a:cubicBezTo>
                  <a:pt x="6840121" y="60976"/>
                  <a:pt x="6843344" y="59727"/>
                  <a:pt x="6847159" y="58910"/>
                </a:cubicBezTo>
                <a:cubicBezTo>
                  <a:pt x="6850971" y="58047"/>
                  <a:pt x="6855263" y="57616"/>
                  <a:pt x="6860029" y="57616"/>
                </a:cubicBezTo>
                <a:lnTo>
                  <a:pt x="6868476" y="57616"/>
                </a:lnTo>
                <a:lnTo>
                  <a:pt x="6868476" y="52849"/>
                </a:lnTo>
                <a:cubicBezTo>
                  <a:pt x="6868476" y="50489"/>
                  <a:pt x="6868224" y="48400"/>
                  <a:pt x="6867724" y="46583"/>
                </a:cubicBezTo>
                <a:cubicBezTo>
                  <a:pt x="6867227" y="44768"/>
                  <a:pt x="6866410" y="43268"/>
                  <a:pt x="6865272" y="42088"/>
                </a:cubicBezTo>
                <a:cubicBezTo>
                  <a:pt x="6864184" y="40862"/>
                  <a:pt x="6862755" y="39954"/>
                  <a:pt x="6860983" y="39365"/>
                </a:cubicBezTo>
                <a:cubicBezTo>
                  <a:pt x="6859212" y="38728"/>
                  <a:pt x="6857034" y="38411"/>
                  <a:pt x="6854445" y="38411"/>
                </a:cubicBezTo>
                <a:cubicBezTo>
                  <a:pt x="6851676" y="38411"/>
                  <a:pt x="6849179" y="38751"/>
                  <a:pt x="6846953" y="39433"/>
                </a:cubicBezTo>
                <a:cubicBezTo>
                  <a:pt x="6844775" y="40068"/>
                  <a:pt x="6842844" y="40794"/>
                  <a:pt x="6841164" y="41611"/>
                </a:cubicBezTo>
                <a:cubicBezTo>
                  <a:pt x="6839529" y="42382"/>
                  <a:pt x="6838146" y="43111"/>
                  <a:pt x="6837012" y="43791"/>
                </a:cubicBezTo>
                <a:cubicBezTo>
                  <a:pt x="6835920" y="44426"/>
                  <a:pt x="6835103" y="44746"/>
                  <a:pt x="6834557" y="44746"/>
                </a:cubicBezTo>
                <a:cubicBezTo>
                  <a:pt x="6834194" y="44746"/>
                  <a:pt x="6833877" y="44654"/>
                  <a:pt x="6833606" y="44471"/>
                </a:cubicBezTo>
                <a:cubicBezTo>
                  <a:pt x="6833334" y="44291"/>
                  <a:pt x="6833083" y="44017"/>
                  <a:pt x="6832857" y="43654"/>
                </a:cubicBezTo>
                <a:cubicBezTo>
                  <a:pt x="6832674" y="43291"/>
                  <a:pt x="6832537" y="42837"/>
                  <a:pt x="6832448" y="42294"/>
                </a:cubicBezTo>
                <a:cubicBezTo>
                  <a:pt x="6832357" y="41702"/>
                  <a:pt x="6832311" y="41068"/>
                  <a:pt x="6832311" y="40385"/>
                </a:cubicBezTo>
                <a:cubicBezTo>
                  <a:pt x="6832311" y="39251"/>
                  <a:pt x="6832380" y="38365"/>
                  <a:pt x="6832517" y="37730"/>
                </a:cubicBezTo>
                <a:cubicBezTo>
                  <a:pt x="6832697" y="37047"/>
                  <a:pt x="6833083" y="36413"/>
                  <a:pt x="6833674" y="35822"/>
                </a:cubicBezTo>
                <a:cubicBezTo>
                  <a:pt x="6834308" y="35233"/>
                  <a:pt x="6835377" y="34553"/>
                  <a:pt x="6836875" y="33779"/>
                </a:cubicBezTo>
                <a:cubicBezTo>
                  <a:pt x="6838372" y="32961"/>
                  <a:pt x="6840098" y="32235"/>
                  <a:pt x="6842049" y="31601"/>
                </a:cubicBezTo>
                <a:cubicBezTo>
                  <a:pt x="6844001" y="30918"/>
                  <a:pt x="6846136" y="30375"/>
                  <a:pt x="6848453" y="29967"/>
                </a:cubicBezTo>
                <a:cubicBezTo>
                  <a:pt x="6850768" y="29512"/>
                  <a:pt x="6853105" y="29284"/>
                  <a:pt x="6855465" y="29284"/>
                </a:cubicBezTo>
                <a:cubicBezTo>
                  <a:pt x="6859872" y="29284"/>
                  <a:pt x="6863618" y="29784"/>
                  <a:pt x="6866704" y="30784"/>
                </a:cubicBezTo>
                <a:cubicBezTo>
                  <a:pt x="6869790" y="31781"/>
                  <a:pt x="6872288" y="33258"/>
                  <a:pt x="6874196" y="35210"/>
                </a:cubicBezTo>
                <a:cubicBezTo>
                  <a:pt x="6876102" y="37116"/>
                  <a:pt x="6877488" y="39502"/>
                  <a:pt x="6878351" y="42362"/>
                </a:cubicBezTo>
                <a:cubicBezTo>
                  <a:pt x="6879211" y="45223"/>
                  <a:pt x="6879643" y="48557"/>
                  <a:pt x="6879643" y="52372"/>
                </a:cubicBezTo>
                <a:lnTo>
                  <a:pt x="6879643" y="93712"/>
                </a:lnTo>
                <a:close/>
                <a:moveTo>
                  <a:pt x="6868476" y="65720"/>
                </a:moveTo>
                <a:lnTo>
                  <a:pt x="6858872" y="65720"/>
                </a:lnTo>
                <a:cubicBezTo>
                  <a:pt x="6855785" y="65720"/>
                  <a:pt x="6853105" y="65994"/>
                  <a:pt x="6850836" y="66537"/>
                </a:cubicBezTo>
                <a:cubicBezTo>
                  <a:pt x="6848565" y="67037"/>
                  <a:pt x="6846681" y="67808"/>
                  <a:pt x="6845184" y="68854"/>
                </a:cubicBezTo>
                <a:cubicBezTo>
                  <a:pt x="6843684" y="69852"/>
                  <a:pt x="6842572" y="71077"/>
                  <a:pt x="6841847" y="72532"/>
                </a:cubicBezTo>
                <a:cubicBezTo>
                  <a:pt x="6841164" y="73938"/>
                  <a:pt x="6840824" y="75572"/>
                  <a:pt x="6840824" y="77435"/>
                </a:cubicBezTo>
                <a:cubicBezTo>
                  <a:pt x="6840824" y="80613"/>
                  <a:pt x="6841824" y="83156"/>
                  <a:pt x="6843821" y="85062"/>
                </a:cubicBezTo>
                <a:cubicBezTo>
                  <a:pt x="6845864" y="86925"/>
                  <a:pt x="6848702" y="87854"/>
                  <a:pt x="6852334" y="87854"/>
                </a:cubicBezTo>
                <a:cubicBezTo>
                  <a:pt x="6855285" y="87854"/>
                  <a:pt x="6858009" y="87105"/>
                  <a:pt x="6860506" y="85608"/>
                </a:cubicBezTo>
                <a:cubicBezTo>
                  <a:pt x="6863049" y="84111"/>
                  <a:pt x="6865704" y="81816"/>
                  <a:pt x="6868476" y="78730"/>
                </a:cubicBezTo>
                <a:lnTo>
                  <a:pt x="6868476" y="65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34201-E897-421D-9758-B936C636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77" y="4159268"/>
            <a:ext cx="6948634" cy="120206"/>
          </a:xfrm>
          <a:custGeom xmlns:a="http://schemas.openxmlformats.org/drawingml/2006/main">
            <a:pathLst>
              <a:path w="6948634" h="120206">
                <a:moveTo>
                  <a:pt x="58366" y="32215"/>
                </a:moveTo>
                <a:cubicBezTo>
                  <a:pt x="58366" y="32395"/>
                  <a:pt x="58343" y="32601"/>
                  <a:pt x="58297" y="32827"/>
                </a:cubicBezTo>
                <a:cubicBezTo>
                  <a:pt x="58297" y="33010"/>
                  <a:pt x="58275" y="33213"/>
                  <a:pt x="58229" y="33441"/>
                </a:cubicBezTo>
                <a:cubicBezTo>
                  <a:pt x="58184" y="33667"/>
                  <a:pt x="58116" y="33919"/>
                  <a:pt x="58025" y="34190"/>
                </a:cubicBezTo>
                <a:cubicBezTo>
                  <a:pt x="57980" y="34461"/>
                  <a:pt x="57912" y="34759"/>
                  <a:pt x="57821" y="35076"/>
                </a:cubicBezTo>
                <a:lnTo>
                  <a:pt x="36913" y="93303"/>
                </a:lnTo>
                <a:cubicBezTo>
                  <a:pt x="36731" y="93803"/>
                  <a:pt x="36481" y="94212"/>
                  <a:pt x="36163" y="94529"/>
                </a:cubicBezTo>
                <a:cubicBezTo>
                  <a:pt x="35891" y="94849"/>
                  <a:pt x="35460" y="95098"/>
                  <a:pt x="34870" y="95280"/>
                </a:cubicBezTo>
                <a:cubicBezTo>
                  <a:pt x="34279" y="95461"/>
                  <a:pt x="33530" y="95575"/>
                  <a:pt x="32622" y="95621"/>
                </a:cubicBezTo>
                <a:cubicBezTo>
                  <a:pt x="31714" y="95712"/>
                  <a:pt x="30579" y="95755"/>
                  <a:pt x="29217" y="95755"/>
                </a:cubicBezTo>
                <a:cubicBezTo>
                  <a:pt x="27855" y="95755"/>
                  <a:pt x="26720" y="95712"/>
                  <a:pt x="25812" y="95621"/>
                </a:cubicBezTo>
                <a:cubicBezTo>
                  <a:pt x="24903" y="95529"/>
                  <a:pt x="24154" y="95392"/>
                  <a:pt x="23564" y="95212"/>
                </a:cubicBezTo>
                <a:cubicBezTo>
                  <a:pt x="23019" y="95029"/>
                  <a:pt x="22588" y="94780"/>
                  <a:pt x="22270" y="94463"/>
                </a:cubicBezTo>
                <a:cubicBezTo>
                  <a:pt x="21952" y="94143"/>
                  <a:pt x="21703" y="93757"/>
                  <a:pt x="21521" y="93303"/>
                </a:cubicBezTo>
                <a:lnTo>
                  <a:pt x="681" y="35076"/>
                </a:lnTo>
                <a:cubicBezTo>
                  <a:pt x="499" y="34530"/>
                  <a:pt x="341" y="34053"/>
                  <a:pt x="204" y="33644"/>
                </a:cubicBezTo>
                <a:cubicBezTo>
                  <a:pt x="113" y="33236"/>
                  <a:pt x="45" y="32941"/>
                  <a:pt x="0" y="32758"/>
                </a:cubicBezTo>
                <a:cubicBezTo>
                  <a:pt x="0" y="32533"/>
                  <a:pt x="0" y="32350"/>
                  <a:pt x="0" y="32215"/>
                </a:cubicBezTo>
                <a:cubicBezTo>
                  <a:pt x="0" y="31853"/>
                  <a:pt x="91" y="31533"/>
                  <a:pt x="272" y="31261"/>
                </a:cubicBezTo>
                <a:cubicBezTo>
                  <a:pt x="454" y="30990"/>
                  <a:pt x="749" y="30784"/>
                  <a:pt x="1158" y="30650"/>
                </a:cubicBezTo>
                <a:cubicBezTo>
                  <a:pt x="1612" y="30467"/>
                  <a:pt x="2179" y="30352"/>
                  <a:pt x="2860" y="30307"/>
                </a:cubicBezTo>
                <a:cubicBezTo>
                  <a:pt x="3587" y="30264"/>
                  <a:pt x="4472" y="30241"/>
                  <a:pt x="5516" y="30241"/>
                </a:cubicBezTo>
                <a:cubicBezTo>
                  <a:pt x="6833" y="30241"/>
                  <a:pt x="7877" y="30284"/>
                  <a:pt x="8649" y="30375"/>
                </a:cubicBezTo>
                <a:cubicBezTo>
                  <a:pt x="9467" y="30421"/>
                  <a:pt x="10080" y="30535"/>
                  <a:pt x="10488" y="30715"/>
                </a:cubicBezTo>
                <a:cubicBezTo>
                  <a:pt x="10942" y="30898"/>
                  <a:pt x="11260" y="31124"/>
                  <a:pt x="11441" y="31398"/>
                </a:cubicBezTo>
                <a:cubicBezTo>
                  <a:pt x="11669" y="31670"/>
                  <a:pt x="11873" y="32010"/>
                  <a:pt x="12054" y="32418"/>
                </a:cubicBezTo>
                <a:lnTo>
                  <a:pt x="29353" y="82953"/>
                </a:lnTo>
                <a:lnTo>
                  <a:pt x="29625" y="83770"/>
                </a:lnTo>
                <a:lnTo>
                  <a:pt x="29830" y="82953"/>
                </a:lnTo>
                <a:lnTo>
                  <a:pt x="46924" y="32418"/>
                </a:lnTo>
                <a:cubicBezTo>
                  <a:pt x="47015" y="32010"/>
                  <a:pt x="47174" y="31670"/>
                  <a:pt x="47401" y="31398"/>
                </a:cubicBezTo>
                <a:cubicBezTo>
                  <a:pt x="47628" y="31124"/>
                  <a:pt x="47945" y="30898"/>
                  <a:pt x="48354" y="30715"/>
                </a:cubicBezTo>
                <a:cubicBezTo>
                  <a:pt x="48808" y="30535"/>
                  <a:pt x="49398" y="30421"/>
                  <a:pt x="50125" y="30375"/>
                </a:cubicBezTo>
                <a:cubicBezTo>
                  <a:pt x="50897" y="30284"/>
                  <a:pt x="51896" y="30241"/>
                  <a:pt x="53121" y="30241"/>
                </a:cubicBezTo>
                <a:cubicBezTo>
                  <a:pt x="54166" y="30241"/>
                  <a:pt x="55028" y="30264"/>
                  <a:pt x="55710" y="30307"/>
                </a:cubicBezTo>
                <a:cubicBezTo>
                  <a:pt x="56390" y="30352"/>
                  <a:pt x="56913" y="30467"/>
                  <a:pt x="57276" y="30650"/>
                </a:cubicBezTo>
                <a:cubicBezTo>
                  <a:pt x="57684" y="30830"/>
                  <a:pt x="57957" y="31058"/>
                  <a:pt x="58093" y="31330"/>
                </a:cubicBezTo>
                <a:cubicBezTo>
                  <a:pt x="58275" y="31555"/>
                  <a:pt x="58366" y="31853"/>
                  <a:pt x="58366" y="32215"/>
                </a:cubicBezTo>
                <a:close/>
                <a:moveTo>
                  <a:pt x="122043" y="60342"/>
                </a:moveTo>
                <a:cubicBezTo>
                  <a:pt x="122043" y="62113"/>
                  <a:pt x="121589" y="63385"/>
                  <a:pt x="120681" y="64157"/>
                </a:cubicBezTo>
                <a:cubicBezTo>
                  <a:pt x="119818" y="64882"/>
                  <a:pt x="118820" y="65245"/>
                  <a:pt x="117684" y="65245"/>
                </a:cubicBezTo>
                <a:lnTo>
                  <a:pt x="77503" y="65245"/>
                </a:lnTo>
                <a:cubicBezTo>
                  <a:pt x="77503" y="68651"/>
                  <a:pt x="77843" y="71715"/>
                  <a:pt x="78524" y="74441"/>
                </a:cubicBezTo>
                <a:cubicBezTo>
                  <a:pt x="79206" y="77164"/>
                  <a:pt x="80341" y="79501"/>
                  <a:pt x="81930" y="81453"/>
                </a:cubicBezTo>
                <a:cubicBezTo>
                  <a:pt x="83519" y="83408"/>
                  <a:pt x="85585" y="84905"/>
                  <a:pt x="88127" y="85948"/>
                </a:cubicBezTo>
                <a:cubicBezTo>
                  <a:pt x="90670" y="86994"/>
                  <a:pt x="93780" y="87517"/>
                  <a:pt x="97458" y="87517"/>
                </a:cubicBezTo>
                <a:cubicBezTo>
                  <a:pt x="100363" y="87517"/>
                  <a:pt x="102951" y="87288"/>
                  <a:pt x="105221" y="86834"/>
                </a:cubicBezTo>
                <a:cubicBezTo>
                  <a:pt x="107491" y="86337"/>
                  <a:pt x="109444" y="85791"/>
                  <a:pt x="111078" y="85199"/>
                </a:cubicBezTo>
                <a:cubicBezTo>
                  <a:pt x="112758" y="84611"/>
                  <a:pt x="114121" y="84088"/>
                  <a:pt x="115165" y="83633"/>
                </a:cubicBezTo>
                <a:cubicBezTo>
                  <a:pt x="116254" y="83133"/>
                  <a:pt x="117071" y="82885"/>
                  <a:pt x="117616" y="82885"/>
                </a:cubicBezTo>
                <a:cubicBezTo>
                  <a:pt x="117934" y="82885"/>
                  <a:pt x="118207" y="82976"/>
                  <a:pt x="118434" y="83156"/>
                </a:cubicBezTo>
                <a:cubicBezTo>
                  <a:pt x="118706" y="83293"/>
                  <a:pt x="118910" y="83519"/>
                  <a:pt x="119047" y="83839"/>
                </a:cubicBezTo>
                <a:cubicBezTo>
                  <a:pt x="119183" y="84156"/>
                  <a:pt x="119274" y="84611"/>
                  <a:pt x="119319" y="85199"/>
                </a:cubicBezTo>
                <a:cubicBezTo>
                  <a:pt x="119410" y="85745"/>
                  <a:pt x="119455" y="86425"/>
                  <a:pt x="119455" y="87242"/>
                </a:cubicBezTo>
                <a:cubicBezTo>
                  <a:pt x="119455" y="87834"/>
                  <a:pt x="119433" y="88357"/>
                  <a:pt x="119387" y="88808"/>
                </a:cubicBezTo>
                <a:cubicBezTo>
                  <a:pt x="119342" y="89217"/>
                  <a:pt x="119274" y="89605"/>
                  <a:pt x="119183" y="89968"/>
                </a:cubicBezTo>
                <a:cubicBezTo>
                  <a:pt x="119137" y="90286"/>
                  <a:pt x="119024" y="90580"/>
                  <a:pt x="118842" y="90851"/>
                </a:cubicBezTo>
                <a:cubicBezTo>
                  <a:pt x="118706" y="91126"/>
                  <a:pt x="118502" y="91397"/>
                  <a:pt x="118229" y="91669"/>
                </a:cubicBezTo>
                <a:cubicBezTo>
                  <a:pt x="118002" y="91897"/>
                  <a:pt x="117276" y="92306"/>
                  <a:pt x="116050" y="92894"/>
                </a:cubicBezTo>
                <a:cubicBezTo>
                  <a:pt x="114824" y="93440"/>
                  <a:pt x="113235" y="93986"/>
                  <a:pt x="111283" y="94529"/>
                </a:cubicBezTo>
                <a:cubicBezTo>
                  <a:pt x="109331" y="95075"/>
                  <a:pt x="107060" y="95552"/>
                  <a:pt x="104472" y="95961"/>
                </a:cubicBezTo>
                <a:cubicBezTo>
                  <a:pt x="101930" y="96415"/>
                  <a:pt x="99206" y="96641"/>
                  <a:pt x="96300" y="96641"/>
                </a:cubicBezTo>
                <a:cubicBezTo>
                  <a:pt x="91260" y="96641"/>
                  <a:pt x="86833" y="95938"/>
                  <a:pt x="83019" y="94529"/>
                </a:cubicBezTo>
                <a:cubicBezTo>
                  <a:pt x="79251" y="93123"/>
                  <a:pt x="76073" y="91034"/>
                  <a:pt x="73485" y="88265"/>
                </a:cubicBezTo>
                <a:cubicBezTo>
                  <a:pt x="70897" y="85496"/>
                  <a:pt x="68944" y="82022"/>
                  <a:pt x="67628" y="77844"/>
                </a:cubicBezTo>
                <a:cubicBezTo>
                  <a:pt x="66311" y="73666"/>
                  <a:pt x="65653" y="68809"/>
                  <a:pt x="65653" y="63271"/>
                </a:cubicBezTo>
                <a:cubicBezTo>
                  <a:pt x="65653" y="58004"/>
                  <a:pt x="66334" y="53281"/>
                  <a:pt x="67696" y="49103"/>
                </a:cubicBezTo>
                <a:cubicBezTo>
                  <a:pt x="69058" y="44883"/>
                  <a:pt x="71010" y="41319"/>
                  <a:pt x="73553" y="38413"/>
                </a:cubicBezTo>
                <a:cubicBezTo>
                  <a:pt x="76141" y="35462"/>
                  <a:pt x="79251" y="33213"/>
                  <a:pt x="82883" y="31670"/>
                </a:cubicBezTo>
                <a:cubicBezTo>
                  <a:pt x="86515" y="30081"/>
                  <a:pt x="90579" y="29287"/>
                  <a:pt x="95074" y="29287"/>
                </a:cubicBezTo>
                <a:cubicBezTo>
                  <a:pt x="99886" y="29287"/>
                  <a:pt x="103973" y="30058"/>
                  <a:pt x="107333" y="31601"/>
                </a:cubicBezTo>
                <a:cubicBezTo>
                  <a:pt x="110738" y="33144"/>
                  <a:pt x="113530" y="35233"/>
                  <a:pt x="115710" y="37868"/>
                </a:cubicBezTo>
                <a:cubicBezTo>
                  <a:pt x="117889" y="40456"/>
                  <a:pt x="119478" y="43520"/>
                  <a:pt x="120477" y="47060"/>
                </a:cubicBezTo>
                <a:cubicBezTo>
                  <a:pt x="121521" y="50558"/>
                  <a:pt x="122043" y="54304"/>
                  <a:pt x="122043" y="58299"/>
                </a:cubicBezTo>
                <a:lnTo>
                  <a:pt x="122043" y="60342"/>
                </a:lnTo>
                <a:close/>
                <a:moveTo>
                  <a:pt x="110738" y="57004"/>
                </a:moveTo>
                <a:cubicBezTo>
                  <a:pt x="110874" y="51104"/>
                  <a:pt x="109557" y="46472"/>
                  <a:pt x="106788" y="43111"/>
                </a:cubicBezTo>
                <a:cubicBezTo>
                  <a:pt x="104064" y="39751"/>
                  <a:pt x="100000" y="38070"/>
                  <a:pt x="94597" y="38070"/>
                </a:cubicBezTo>
                <a:cubicBezTo>
                  <a:pt x="91827" y="38070"/>
                  <a:pt x="89399" y="38593"/>
                  <a:pt x="87310" y="39639"/>
                </a:cubicBezTo>
                <a:cubicBezTo>
                  <a:pt x="85222" y="40682"/>
                  <a:pt x="83473" y="42068"/>
                  <a:pt x="82066" y="43791"/>
                </a:cubicBezTo>
                <a:cubicBezTo>
                  <a:pt x="80658" y="45517"/>
                  <a:pt x="79569" y="47537"/>
                  <a:pt x="78797" y="49855"/>
                </a:cubicBezTo>
                <a:cubicBezTo>
                  <a:pt x="78025" y="52124"/>
                  <a:pt x="77594" y="54507"/>
                  <a:pt x="77503" y="57004"/>
                </a:cubicBezTo>
                <a:lnTo>
                  <a:pt x="110738" y="57004"/>
                </a:lnTo>
                <a:close/>
                <a:moveTo>
                  <a:pt x="174960" y="36370"/>
                </a:moveTo>
                <a:cubicBezTo>
                  <a:pt x="174960" y="37368"/>
                  <a:pt x="174938" y="38208"/>
                  <a:pt x="174892" y="38888"/>
                </a:cubicBezTo>
                <a:cubicBezTo>
                  <a:pt x="174847" y="39571"/>
                  <a:pt x="174756" y="40114"/>
                  <a:pt x="174620" y="40522"/>
                </a:cubicBezTo>
                <a:cubicBezTo>
                  <a:pt x="174484" y="40888"/>
                  <a:pt x="174302" y="41182"/>
                  <a:pt x="174075" y="41408"/>
                </a:cubicBezTo>
                <a:cubicBezTo>
                  <a:pt x="173893" y="41591"/>
                  <a:pt x="173621" y="41682"/>
                  <a:pt x="173258" y="41682"/>
                </a:cubicBezTo>
                <a:cubicBezTo>
                  <a:pt x="172894" y="41682"/>
                  <a:pt x="172441" y="41591"/>
                  <a:pt x="171896" y="41408"/>
                </a:cubicBezTo>
                <a:cubicBezTo>
                  <a:pt x="171396" y="41182"/>
                  <a:pt x="170806" y="40977"/>
                  <a:pt x="170125" y="40797"/>
                </a:cubicBezTo>
                <a:cubicBezTo>
                  <a:pt x="169489" y="40568"/>
                  <a:pt x="168763" y="40365"/>
                  <a:pt x="167946" y="40182"/>
                </a:cubicBezTo>
                <a:cubicBezTo>
                  <a:pt x="167128" y="40002"/>
                  <a:pt x="166243" y="39911"/>
                  <a:pt x="165290" y="39911"/>
                </a:cubicBezTo>
                <a:cubicBezTo>
                  <a:pt x="164155" y="39911"/>
                  <a:pt x="163042" y="40136"/>
                  <a:pt x="161953" y="40591"/>
                </a:cubicBezTo>
                <a:cubicBezTo>
                  <a:pt x="160863" y="41045"/>
                  <a:pt x="159705" y="41794"/>
                  <a:pt x="158479" y="42840"/>
                </a:cubicBezTo>
                <a:cubicBezTo>
                  <a:pt x="157299" y="43883"/>
                  <a:pt x="156050" y="45269"/>
                  <a:pt x="154733" y="46994"/>
                </a:cubicBezTo>
                <a:cubicBezTo>
                  <a:pt x="153417" y="48718"/>
                  <a:pt x="151964" y="50829"/>
                  <a:pt x="150375" y="53327"/>
                </a:cubicBezTo>
                <a:lnTo>
                  <a:pt x="150375" y="93646"/>
                </a:lnTo>
                <a:cubicBezTo>
                  <a:pt x="150375" y="94009"/>
                  <a:pt x="150284" y="94326"/>
                  <a:pt x="150102" y="94598"/>
                </a:cubicBezTo>
                <a:cubicBezTo>
                  <a:pt x="149921" y="94826"/>
                  <a:pt x="149626" y="95029"/>
                  <a:pt x="149217" y="95212"/>
                </a:cubicBezTo>
                <a:cubicBezTo>
                  <a:pt x="148808" y="95392"/>
                  <a:pt x="148241" y="95529"/>
                  <a:pt x="147514" y="95621"/>
                </a:cubicBezTo>
                <a:cubicBezTo>
                  <a:pt x="146788" y="95712"/>
                  <a:pt x="145857" y="95755"/>
                  <a:pt x="144722" y="95755"/>
                </a:cubicBezTo>
                <a:cubicBezTo>
                  <a:pt x="143632" y="95755"/>
                  <a:pt x="142724" y="95712"/>
                  <a:pt x="141998" y="95621"/>
                </a:cubicBezTo>
                <a:cubicBezTo>
                  <a:pt x="141271" y="95529"/>
                  <a:pt x="140681" y="95392"/>
                  <a:pt x="140227" y="95212"/>
                </a:cubicBezTo>
                <a:cubicBezTo>
                  <a:pt x="139819" y="95029"/>
                  <a:pt x="139523" y="94826"/>
                  <a:pt x="139342" y="94598"/>
                </a:cubicBezTo>
                <a:cubicBezTo>
                  <a:pt x="139206" y="94326"/>
                  <a:pt x="139137" y="94009"/>
                  <a:pt x="139137" y="93646"/>
                </a:cubicBezTo>
                <a:lnTo>
                  <a:pt x="139137" y="32350"/>
                </a:lnTo>
                <a:cubicBezTo>
                  <a:pt x="139137" y="31987"/>
                  <a:pt x="139206" y="31693"/>
                  <a:pt x="139342" y="31467"/>
                </a:cubicBezTo>
                <a:cubicBezTo>
                  <a:pt x="139478" y="31192"/>
                  <a:pt x="139750" y="30967"/>
                  <a:pt x="140159" y="30784"/>
                </a:cubicBezTo>
                <a:cubicBezTo>
                  <a:pt x="140568" y="30558"/>
                  <a:pt x="141090" y="30421"/>
                  <a:pt x="141725" y="30375"/>
                </a:cubicBezTo>
                <a:cubicBezTo>
                  <a:pt x="142361" y="30284"/>
                  <a:pt x="143201" y="30241"/>
                  <a:pt x="144245" y="30241"/>
                </a:cubicBezTo>
                <a:cubicBezTo>
                  <a:pt x="145244" y="30241"/>
                  <a:pt x="146061" y="30284"/>
                  <a:pt x="146697" y="30375"/>
                </a:cubicBezTo>
                <a:cubicBezTo>
                  <a:pt x="147378" y="30421"/>
                  <a:pt x="147900" y="30558"/>
                  <a:pt x="148263" y="30784"/>
                </a:cubicBezTo>
                <a:cubicBezTo>
                  <a:pt x="148627" y="30967"/>
                  <a:pt x="148876" y="31192"/>
                  <a:pt x="149013" y="31467"/>
                </a:cubicBezTo>
                <a:cubicBezTo>
                  <a:pt x="149194" y="31693"/>
                  <a:pt x="149285" y="31987"/>
                  <a:pt x="149285" y="32350"/>
                </a:cubicBezTo>
                <a:lnTo>
                  <a:pt x="149285" y="41274"/>
                </a:lnTo>
                <a:cubicBezTo>
                  <a:pt x="150965" y="38822"/>
                  <a:pt x="152531" y="36822"/>
                  <a:pt x="153984" y="35279"/>
                </a:cubicBezTo>
                <a:cubicBezTo>
                  <a:pt x="155483" y="33736"/>
                  <a:pt x="156890" y="32533"/>
                  <a:pt x="158207" y="31670"/>
                </a:cubicBezTo>
                <a:cubicBezTo>
                  <a:pt x="159523" y="30761"/>
                  <a:pt x="160817" y="30149"/>
                  <a:pt x="162089" y="29832"/>
                </a:cubicBezTo>
                <a:cubicBezTo>
                  <a:pt x="163405" y="29467"/>
                  <a:pt x="164722" y="29287"/>
                  <a:pt x="166039" y="29287"/>
                </a:cubicBezTo>
                <a:cubicBezTo>
                  <a:pt x="166629" y="29287"/>
                  <a:pt x="167287" y="29332"/>
                  <a:pt x="168014" y="29424"/>
                </a:cubicBezTo>
                <a:cubicBezTo>
                  <a:pt x="168786" y="29467"/>
                  <a:pt x="169580" y="29581"/>
                  <a:pt x="170397" y="29764"/>
                </a:cubicBezTo>
                <a:cubicBezTo>
                  <a:pt x="171215" y="29944"/>
                  <a:pt x="171941" y="30149"/>
                  <a:pt x="172577" y="30375"/>
                </a:cubicBezTo>
                <a:cubicBezTo>
                  <a:pt x="173258" y="30604"/>
                  <a:pt x="173735" y="30830"/>
                  <a:pt x="174007" y="31058"/>
                </a:cubicBezTo>
                <a:cubicBezTo>
                  <a:pt x="174279" y="31284"/>
                  <a:pt x="174461" y="31510"/>
                  <a:pt x="174552" y="31738"/>
                </a:cubicBezTo>
                <a:cubicBezTo>
                  <a:pt x="174643" y="31918"/>
                  <a:pt x="174711" y="32170"/>
                  <a:pt x="174756" y="32487"/>
                </a:cubicBezTo>
                <a:cubicBezTo>
                  <a:pt x="174847" y="32804"/>
                  <a:pt x="174892" y="33281"/>
                  <a:pt x="174892" y="33919"/>
                </a:cubicBezTo>
                <a:cubicBezTo>
                  <a:pt x="174938" y="34507"/>
                  <a:pt x="174960" y="35324"/>
                  <a:pt x="174960" y="36370"/>
                </a:cubicBezTo>
                <a:close/>
                <a:moveTo>
                  <a:pt x="219637" y="89151"/>
                </a:moveTo>
                <a:cubicBezTo>
                  <a:pt x="219637" y="90466"/>
                  <a:pt x="219546" y="91511"/>
                  <a:pt x="219365" y="92283"/>
                </a:cubicBezTo>
                <a:cubicBezTo>
                  <a:pt x="219183" y="93054"/>
                  <a:pt x="218911" y="93623"/>
                  <a:pt x="218547" y="93986"/>
                </a:cubicBezTo>
                <a:cubicBezTo>
                  <a:pt x="218184" y="94349"/>
                  <a:pt x="217639" y="94689"/>
                  <a:pt x="216913" y="95006"/>
                </a:cubicBezTo>
                <a:cubicBezTo>
                  <a:pt x="216186" y="95326"/>
                  <a:pt x="215346" y="95575"/>
                  <a:pt x="214393" y="95755"/>
                </a:cubicBezTo>
                <a:cubicBezTo>
                  <a:pt x="213485" y="95983"/>
                  <a:pt x="212509" y="96163"/>
                  <a:pt x="211464" y="96301"/>
                </a:cubicBezTo>
                <a:cubicBezTo>
                  <a:pt x="210420" y="96438"/>
                  <a:pt x="209376" y="96506"/>
                  <a:pt x="208332" y="96506"/>
                </a:cubicBezTo>
                <a:cubicBezTo>
                  <a:pt x="205153" y="96506"/>
                  <a:pt x="202429" y="96098"/>
                  <a:pt x="200159" y="95280"/>
                </a:cubicBezTo>
                <a:cubicBezTo>
                  <a:pt x="197889" y="94418"/>
                  <a:pt x="196027" y="93146"/>
                  <a:pt x="194575" y="91466"/>
                </a:cubicBezTo>
                <a:cubicBezTo>
                  <a:pt x="193122" y="89740"/>
                  <a:pt x="192055" y="87582"/>
                  <a:pt x="191374" y="84996"/>
                </a:cubicBezTo>
                <a:cubicBezTo>
                  <a:pt x="190738" y="82362"/>
                  <a:pt x="190420" y="79276"/>
                  <a:pt x="190420" y="75732"/>
                </a:cubicBezTo>
                <a:lnTo>
                  <a:pt x="190420" y="39911"/>
                </a:lnTo>
                <a:lnTo>
                  <a:pt x="181839" y="39911"/>
                </a:lnTo>
                <a:cubicBezTo>
                  <a:pt x="181158" y="39911"/>
                  <a:pt x="180613" y="39548"/>
                  <a:pt x="180205" y="38822"/>
                </a:cubicBezTo>
                <a:cubicBezTo>
                  <a:pt x="179796" y="38093"/>
                  <a:pt x="179592" y="36913"/>
                  <a:pt x="179592" y="35279"/>
                </a:cubicBezTo>
                <a:cubicBezTo>
                  <a:pt x="179592" y="34416"/>
                  <a:pt x="179637" y="33690"/>
                  <a:pt x="179728" y="33101"/>
                </a:cubicBezTo>
                <a:cubicBezTo>
                  <a:pt x="179864" y="32510"/>
                  <a:pt x="180023" y="32033"/>
                  <a:pt x="180205" y="31670"/>
                </a:cubicBezTo>
                <a:cubicBezTo>
                  <a:pt x="180386" y="31261"/>
                  <a:pt x="180613" y="30990"/>
                  <a:pt x="180885" y="30852"/>
                </a:cubicBezTo>
                <a:cubicBezTo>
                  <a:pt x="181203" y="30672"/>
                  <a:pt x="181544" y="30581"/>
                  <a:pt x="181907" y="30581"/>
                </a:cubicBezTo>
                <a:lnTo>
                  <a:pt x="190420" y="30581"/>
                </a:lnTo>
                <a:lnTo>
                  <a:pt x="190420" y="16005"/>
                </a:lnTo>
                <a:cubicBezTo>
                  <a:pt x="190420" y="15688"/>
                  <a:pt x="190488" y="15393"/>
                  <a:pt x="190624" y="15122"/>
                </a:cubicBezTo>
                <a:cubicBezTo>
                  <a:pt x="190806" y="14848"/>
                  <a:pt x="191101" y="14622"/>
                  <a:pt x="191510" y="14439"/>
                </a:cubicBezTo>
                <a:cubicBezTo>
                  <a:pt x="191964" y="14213"/>
                  <a:pt x="192554" y="14053"/>
                  <a:pt x="193280" y="13962"/>
                </a:cubicBezTo>
                <a:cubicBezTo>
                  <a:pt x="194007" y="13873"/>
                  <a:pt x="194915" y="13827"/>
                  <a:pt x="196005" y="13827"/>
                </a:cubicBezTo>
                <a:cubicBezTo>
                  <a:pt x="197140" y="13827"/>
                  <a:pt x="198070" y="13873"/>
                  <a:pt x="198797" y="13962"/>
                </a:cubicBezTo>
                <a:cubicBezTo>
                  <a:pt x="199524" y="14053"/>
                  <a:pt x="200091" y="14213"/>
                  <a:pt x="200500" y="14439"/>
                </a:cubicBezTo>
                <a:cubicBezTo>
                  <a:pt x="200908" y="14622"/>
                  <a:pt x="201203" y="14848"/>
                  <a:pt x="201385" y="15122"/>
                </a:cubicBezTo>
                <a:cubicBezTo>
                  <a:pt x="201567" y="15393"/>
                  <a:pt x="201657" y="15688"/>
                  <a:pt x="201657" y="16005"/>
                </a:cubicBezTo>
                <a:lnTo>
                  <a:pt x="201657" y="30581"/>
                </a:lnTo>
                <a:lnTo>
                  <a:pt x="217389" y="30581"/>
                </a:lnTo>
                <a:cubicBezTo>
                  <a:pt x="217753" y="30581"/>
                  <a:pt x="218071" y="30672"/>
                  <a:pt x="218343" y="30852"/>
                </a:cubicBezTo>
                <a:cubicBezTo>
                  <a:pt x="218615" y="30990"/>
                  <a:pt x="218842" y="31261"/>
                  <a:pt x="219024" y="31670"/>
                </a:cubicBezTo>
                <a:cubicBezTo>
                  <a:pt x="219251" y="32033"/>
                  <a:pt x="219410" y="32510"/>
                  <a:pt x="219501" y="33101"/>
                </a:cubicBezTo>
                <a:cubicBezTo>
                  <a:pt x="219591" y="33690"/>
                  <a:pt x="219637" y="34416"/>
                  <a:pt x="219637" y="35279"/>
                </a:cubicBezTo>
                <a:cubicBezTo>
                  <a:pt x="219637" y="36913"/>
                  <a:pt x="219433" y="38093"/>
                  <a:pt x="219024" y="38822"/>
                </a:cubicBezTo>
                <a:cubicBezTo>
                  <a:pt x="218615" y="39548"/>
                  <a:pt x="218071" y="39911"/>
                  <a:pt x="217389" y="39911"/>
                </a:cubicBezTo>
                <a:lnTo>
                  <a:pt x="201657" y="39911"/>
                </a:lnTo>
                <a:lnTo>
                  <a:pt x="201657" y="74098"/>
                </a:lnTo>
                <a:cubicBezTo>
                  <a:pt x="201657" y="78321"/>
                  <a:pt x="202270" y="81522"/>
                  <a:pt x="203496" y="83702"/>
                </a:cubicBezTo>
                <a:cubicBezTo>
                  <a:pt x="204768" y="85836"/>
                  <a:pt x="207015" y="86902"/>
                  <a:pt x="210239" y="86902"/>
                </a:cubicBezTo>
                <a:cubicBezTo>
                  <a:pt x="211283" y="86902"/>
                  <a:pt x="212214" y="86811"/>
                  <a:pt x="213031" y="86631"/>
                </a:cubicBezTo>
                <a:cubicBezTo>
                  <a:pt x="213848" y="86402"/>
                  <a:pt x="214575" y="86176"/>
                  <a:pt x="215210" y="85948"/>
                </a:cubicBezTo>
                <a:cubicBezTo>
                  <a:pt x="215846" y="85722"/>
                  <a:pt x="216391" y="85519"/>
                  <a:pt x="216845" y="85336"/>
                </a:cubicBezTo>
                <a:cubicBezTo>
                  <a:pt x="217299" y="85111"/>
                  <a:pt x="217707" y="84996"/>
                  <a:pt x="218071" y="84996"/>
                </a:cubicBezTo>
                <a:cubicBezTo>
                  <a:pt x="218298" y="84996"/>
                  <a:pt x="218502" y="85065"/>
                  <a:pt x="218684" y="85199"/>
                </a:cubicBezTo>
                <a:cubicBezTo>
                  <a:pt x="218911" y="85291"/>
                  <a:pt x="219069" y="85496"/>
                  <a:pt x="219160" y="85814"/>
                </a:cubicBezTo>
                <a:cubicBezTo>
                  <a:pt x="219297" y="86131"/>
                  <a:pt x="219410" y="86562"/>
                  <a:pt x="219501" y="87108"/>
                </a:cubicBezTo>
                <a:cubicBezTo>
                  <a:pt x="219591" y="87651"/>
                  <a:pt x="219637" y="88334"/>
                  <a:pt x="219637" y="89151"/>
                </a:cubicBezTo>
                <a:close/>
                <a:moveTo>
                  <a:pt x="245721" y="93646"/>
                </a:moveTo>
                <a:cubicBezTo>
                  <a:pt x="245721" y="94009"/>
                  <a:pt x="245630" y="94326"/>
                  <a:pt x="245449" y="94598"/>
                </a:cubicBezTo>
                <a:cubicBezTo>
                  <a:pt x="245267" y="94826"/>
                  <a:pt x="244972" y="95029"/>
                  <a:pt x="244563" y="95212"/>
                </a:cubicBezTo>
                <a:cubicBezTo>
                  <a:pt x="244155" y="95392"/>
                  <a:pt x="243587" y="95529"/>
                  <a:pt x="242861" y="95621"/>
                </a:cubicBezTo>
                <a:cubicBezTo>
                  <a:pt x="242134" y="95712"/>
                  <a:pt x="241203" y="95755"/>
                  <a:pt x="240068" y="95755"/>
                </a:cubicBezTo>
                <a:cubicBezTo>
                  <a:pt x="238979" y="95755"/>
                  <a:pt x="238071" y="95712"/>
                  <a:pt x="237344" y="95621"/>
                </a:cubicBezTo>
                <a:cubicBezTo>
                  <a:pt x="236618" y="95529"/>
                  <a:pt x="236027" y="95392"/>
                  <a:pt x="235573" y="95212"/>
                </a:cubicBezTo>
                <a:cubicBezTo>
                  <a:pt x="235165" y="95029"/>
                  <a:pt x="234870" y="94826"/>
                  <a:pt x="234688" y="94598"/>
                </a:cubicBezTo>
                <a:cubicBezTo>
                  <a:pt x="234552" y="94326"/>
                  <a:pt x="234484" y="94009"/>
                  <a:pt x="234484" y="93646"/>
                </a:cubicBezTo>
                <a:lnTo>
                  <a:pt x="234484" y="32350"/>
                </a:lnTo>
                <a:cubicBezTo>
                  <a:pt x="234484" y="32033"/>
                  <a:pt x="234552" y="31738"/>
                  <a:pt x="234688" y="31467"/>
                </a:cubicBezTo>
                <a:cubicBezTo>
                  <a:pt x="234870" y="31192"/>
                  <a:pt x="235165" y="30967"/>
                  <a:pt x="235573" y="30784"/>
                </a:cubicBezTo>
                <a:cubicBezTo>
                  <a:pt x="236027" y="30604"/>
                  <a:pt x="236618" y="30467"/>
                  <a:pt x="237344" y="30375"/>
                </a:cubicBezTo>
                <a:cubicBezTo>
                  <a:pt x="238071" y="30284"/>
                  <a:pt x="238979" y="30241"/>
                  <a:pt x="240068" y="30241"/>
                </a:cubicBezTo>
                <a:cubicBezTo>
                  <a:pt x="241203" y="30241"/>
                  <a:pt x="242134" y="30284"/>
                  <a:pt x="242861" y="30375"/>
                </a:cubicBezTo>
                <a:cubicBezTo>
                  <a:pt x="243587" y="30467"/>
                  <a:pt x="244155" y="30604"/>
                  <a:pt x="244563" y="30784"/>
                </a:cubicBezTo>
                <a:cubicBezTo>
                  <a:pt x="244972" y="30967"/>
                  <a:pt x="245267" y="31192"/>
                  <a:pt x="245449" y="31467"/>
                </a:cubicBezTo>
                <a:cubicBezTo>
                  <a:pt x="245630" y="31738"/>
                  <a:pt x="245721" y="32033"/>
                  <a:pt x="245721" y="32350"/>
                </a:cubicBezTo>
                <a:lnTo>
                  <a:pt x="245721" y="93646"/>
                </a:lnTo>
                <a:close/>
                <a:moveTo>
                  <a:pt x="247015" y="11647"/>
                </a:moveTo>
                <a:cubicBezTo>
                  <a:pt x="247015" y="14282"/>
                  <a:pt x="246516" y="16073"/>
                  <a:pt x="245517" y="17028"/>
                </a:cubicBezTo>
                <a:cubicBezTo>
                  <a:pt x="244518" y="17982"/>
                  <a:pt x="242679" y="18457"/>
                  <a:pt x="240000" y="18457"/>
                </a:cubicBezTo>
                <a:cubicBezTo>
                  <a:pt x="237367" y="18457"/>
                  <a:pt x="235551" y="18002"/>
                  <a:pt x="234552" y="17096"/>
                </a:cubicBezTo>
                <a:cubicBezTo>
                  <a:pt x="233598" y="16142"/>
                  <a:pt x="233122" y="14370"/>
                  <a:pt x="233122" y="11784"/>
                </a:cubicBezTo>
                <a:cubicBezTo>
                  <a:pt x="233122" y="9150"/>
                  <a:pt x="233621" y="7355"/>
                  <a:pt x="234620" y="6404"/>
                </a:cubicBezTo>
                <a:cubicBezTo>
                  <a:pt x="235619" y="5449"/>
                  <a:pt x="237458" y="4972"/>
                  <a:pt x="240136" y="4972"/>
                </a:cubicBezTo>
                <a:cubicBezTo>
                  <a:pt x="242770" y="4972"/>
                  <a:pt x="244563" y="5449"/>
                  <a:pt x="245517" y="6404"/>
                </a:cubicBezTo>
                <a:cubicBezTo>
                  <a:pt x="246516" y="7312"/>
                  <a:pt x="247015" y="9058"/>
                  <a:pt x="247015" y="11647"/>
                </a:cubicBezTo>
                <a:close/>
                <a:moveTo>
                  <a:pt x="310557" y="84313"/>
                </a:moveTo>
                <a:cubicBezTo>
                  <a:pt x="310557" y="85088"/>
                  <a:pt x="310534" y="85768"/>
                  <a:pt x="310488" y="86357"/>
                </a:cubicBezTo>
                <a:cubicBezTo>
                  <a:pt x="310443" y="86902"/>
                  <a:pt x="310352" y="87379"/>
                  <a:pt x="310216" y="87788"/>
                </a:cubicBezTo>
                <a:cubicBezTo>
                  <a:pt x="310125" y="88151"/>
                  <a:pt x="309989" y="88491"/>
                  <a:pt x="309807" y="88808"/>
                </a:cubicBezTo>
                <a:cubicBezTo>
                  <a:pt x="309671" y="89083"/>
                  <a:pt x="309308" y="89514"/>
                  <a:pt x="308718" y="90103"/>
                </a:cubicBezTo>
                <a:cubicBezTo>
                  <a:pt x="308173" y="90648"/>
                  <a:pt x="307219" y="91351"/>
                  <a:pt x="305857" y="92214"/>
                </a:cubicBezTo>
                <a:cubicBezTo>
                  <a:pt x="304495" y="93032"/>
                  <a:pt x="302952" y="93780"/>
                  <a:pt x="301226" y="94463"/>
                </a:cubicBezTo>
                <a:cubicBezTo>
                  <a:pt x="299546" y="95098"/>
                  <a:pt x="297707" y="95621"/>
                  <a:pt x="295710" y="96029"/>
                </a:cubicBezTo>
                <a:cubicBezTo>
                  <a:pt x="293712" y="96438"/>
                  <a:pt x="291646" y="96641"/>
                  <a:pt x="289512" y="96641"/>
                </a:cubicBezTo>
                <a:cubicBezTo>
                  <a:pt x="285108" y="96641"/>
                  <a:pt x="281203" y="95915"/>
                  <a:pt x="277798" y="94463"/>
                </a:cubicBezTo>
                <a:cubicBezTo>
                  <a:pt x="274393" y="93009"/>
                  <a:pt x="271533" y="90897"/>
                  <a:pt x="269217" y="88128"/>
                </a:cubicBezTo>
                <a:cubicBezTo>
                  <a:pt x="266947" y="85314"/>
                  <a:pt x="265199" y="81885"/>
                  <a:pt x="263973" y="77844"/>
                </a:cubicBezTo>
                <a:cubicBezTo>
                  <a:pt x="262793" y="73758"/>
                  <a:pt x="262202" y="69060"/>
                  <a:pt x="262202" y="63748"/>
                </a:cubicBezTo>
                <a:cubicBezTo>
                  <a:pt x="262202" y="57707"/>
                  <a:pt x="262929" y="52532"/>
                  <a:pt x="264382" y="48220"/>
                </a:cubicBezTo>
                <a:cubicBezTo>
                  <a:pt x="265880" y="43860"/>
                  <a:pt x="267900" y="40296"/>
                  <a:pt x="270443" y="37528"/>
                </a:cubicBezTo>
                <a:cubicBezTo>
                  <a:pt x="273031" y="34759"/>
                  <a:pt x="276050" y="32716"/>
                  <a:pt x="279501" y="31398"/>
                </a:cubicBezTo>
                <a:cubicBezTo>
                  <a:pt x="282997" y="30035"/>
                  <a:pt x="286765" y="29355"/>
                  <a:pt x="290806" y="29355"/>
                </a:cubicBezTo>
                <a:cubicBezTo>
                  <a:pt x="292759" y="29355"/>
                  <a:pt x="294643" y="29535"/>
                  <a:pt x="296459" y="29898"/>
                </a:cubicBezTo>
                <a:cubicBezTo>
                  <a:pt x="298320" y="30264"/>
                  <a:pt x="300023" y="30738"/>
                  <a:pt x="301567" y="31330"/>
                </a:cubicBezTo>
                <a:cubicBezTo>
                  <a:pt x="303110" y="31918"/>
                  <a:pt x="304472" y="32601"/>
                  <a:pt x="305653" y="33373"/>
                </a:cubicBezTo>
                <a:cubicBezTo>
                  <a:pt x="306879" y="34144"/>
                  <a:pt x="307764" y="34801"/>
                  <a:pt x="308309" y="35347"/>
                </a:cubicBezTo>
                <a:cubicBezTo>
                  <a:pt x="308854" y="35893"/>
                  <a:pt x="309217" y="36325"/>
                  <a:pt x="309399" y="36642"/>
                </a:cubicBezTo>
                <a:cubicBezTo>
                  <a:pt x="309626" y="36959"/>
                  <a:pt x="309807" y="37345"/>
                  <a:pt x="309944" y="37799"/>
                </a:cubicBezTo>
                <a:cubicBezTo>
                  <a:pt x="310080" y="38208"/>
                  <a:pt x="310170" y="38685"/>
                  <a:pt x="310216" y="39231"/>
                </a:cubicBezTo>
                <a:cubicBezTo>
                  <a:pt x="310261" y="39774"/>
                  <a:pt x="310284" y="40456"/>
                  <a:pt x="310284" y="41274"/>
                </a:cubicBezTo>
                <a:cubicBezTo>
                  <a:pt x="310284" y="43043"/>
                  <a:pt x="310080" y="44291"/>
                  <a:pt x="309671" y="45017"/>
                </a:cubicBezTo>
                <a:cubicBezTo>
                  <a:pt x="309262" y="45700"/>
                  <a:pt x="308763" y="46040"/>
                  <a:pt x="308173" y="46040"/>
                </a:cubicBezTo>
                <a:cubicBezTo>
                  <a:pt x="307492" y="46040"/>
                  <a:pt x="306697" y="45677"/>
                  <a:pt x="305789" y="44951"/>
                </a:cubicBezTo>
                <a:cubicBezTo>
                  <a:pt x="304926" y="44180"/>
                  <a:pt x="303814" y="43340"/>
                  <a:pt x="302452" y="42431"/>
                </a:cubicBezTo>
                <a:cubicBezTo>
                  <a:pt x="301090" y="41522"/>
                  <a:pt x="299433" y="40705"/>
                  <a:pt x="297480" y="39979"/>
                </a:cubicBezTo>
                <a:cubicBezTo>
                  <a:pt x="295574" y="39208"/>
                  <a:pt x="293303" y="38822"/>
                  <a:pt x="290670" y="38822"/>
                </a:cubicBezTo>
                <a:cubicBezTo>
                  <a:pt x="285267" y="38822"/>
                  <a:pt x="281113" y="40911"/>
                  <a:pt x="278207" y="45086"/>
                </a:cubicBezTo>
                <a:cubicBezTo>
                  <a:pt x="275346" y="49218"/>
                  <a:pt x="273916" y="55235"/>
                  <a:pt x="273916" y="63134"/>
                </a:cubicBezTo>
                <a:cubicBezTo>
                  <a:pt x="273916" y="67086"/>
                  <a:pt x="274279" y="70557"/>
                  <a:pt x="275006" y="73555"/>
                </a:cubicBezTo>
                <a:cubicBezTo>
                  <a:pt x="275778" y="76507"/>
                  <a:pt x="276890" y="78978"/>
                  <a:pt x="278343" y="80979"/>
                </a:cubicBezTo>
                <a:cubicBezTo>
                  <a:pt x="279796" y="82976"/>
                  <a:pt x="281567" y="84473"/>
                  <a:pt x="283655" y="85474"/>
                </a:cubicBezTo>
                <a:cubicBezTo>
                  <a:pt x="285789" y="86425"/>
                  <a:pt x="288218" y="86902"/>
                  <a:pt x="290942" y="86902"/>
                </a:cubicBezTo>
                <a:cubicBezTo>
                  <a:pt x="293530" y="86902"/>
                  <a:pt x="295800" y="86494"/>
                  <a:pt x="297753" y="85676"/>
                </a:cubicBezTo>
                <a:cubicBezTo>
                  <a:pt x="299705" y="84859"/>
                  <a:pt x="301385" y="83973"/>
                  <a:pt x="302793" y="83022"/>
                </a:cubicBezTo>
                <a:cubicBezTo>
                  <a:pt x="304245" y="82022"/>
                  <a:pt x="305449" y="81136"/>
                  <a:pt x="306402" y="80364"/>
                </a:cubicBezTo>
                <a:cubicBezTo>
                  <a:pt x="307401" y="79547"/>
                  <a:pt x="308173" y="79138"/>
                  <a:pt x="308718" y="79138"/>
                </a:cubicBezTo>
                <a:cubicBezTo>
                  <a:pt x="309035" y="79138"/>
                  <a:pt x="309308" y="79230"/>
                  <a:pt x="309535" y="79410"/>
                </a:cubicBezTo>
                <a:cubicBezTo>
                  <a:pt x="309762" y="79593"/>
                  <a:pt x="309944" y="79910"/>
                  <a:pt x="310080" y="80364"/>
                </a:cubicBezTo>
                <a:cubicBezTo>
                  <a:pt x="310261" y="80773"/>
                  <a:pt x="310375" y="81319"/>
                  <a:pt x="310420" y="81999"/>
                </a:cubicBezTo>
                <a:cubicBezTo>
                  <a:pt x="310511" y="82636"/>
                  <a:pt x="310557" y="83408"/>
                  <a:pt x="310557" y="84313"/>
                </a:cubicBezTo>
                <a:close/>
                <a:moveTo>
                  <a:pt x="370489" y="93712"/>
                </a:moveTo>
                <a:cubicBezTo>
                  <a:pt x="370489" y="94257"/>
                  <a:pt x="370306" y="94666"/>
                  <a:pt x="369943" y="94938"/>
                </a:cubicBezTo>
                <a:cubicBezTo>
                  <a:pt x="369580" y="95212"/>
                  <a:pt x="369080" y="95415"/>
                  <a:pt x="368446" y="95552"/>
                </a:cubicBezTo>
                <a:cubicBezTo>
                  <a:pt x="367809" y="95689"/>
                  <a:pt x="366880" y="95755"/>
                  <a:pt x="365654" y="95755"/>
                </a:cubicBezTo>
                <a:cubicBezTo>
                  <a:pt x="364471" y="95755"/>
                  <a:pt x="363520" y="95689"/>
                  <a:pt x="362794" y="95552"/>
                </a:cubicBezTo>
                <a:cubicBezTo>
                  <a:pt x="362111" y="95415"/>
                  <a:pt x="361611" y="95212"/>
                  <a:pt x="361294" y="94938"/>
                </a:cubicBezTo>
                <a:cubicBezTo>
                  <a:pt x="360977" y="94666"/>
                  <a:pt x="360817" y="94257"/>
                  <a:pt x="360817" y="93712"/>
                </a:cubicBezTo>
                <a:lnTo>
                  <a:pt x="360817" y="87582"/>
                </a:lnTo>
                <a:cubicBezTo>
                  <a:pt x="358139" y="90443"/>
                  <a:pt x="355142" y="92669"/>
                  <a:pt x="351827" y="94257"/>
                </a:cubicBezTo>
                <a:cubicBezTo>
                  <a:pt x="348558" y="95846"/>
                  <a:pt x="345086" y="96641"/>
                  <a:pt x="341408" y="96641"/>
                </a:cubicBezTo>
                <a:cubicBezTo>
                  <a:pt x="338185" y="96641"/>
                  <a:pt x="335256" y="96209"/>
                  <a:pt x="332622" y="95346"/>
                </a:cubicBezTo>
                <a:cubicBezTo>
                  <a:pt x="330036" y="94529"/>
                  <a:pt x="327810" y="93326"/>
                  <a:pt x="325949" y="91737"/>
                </a:cubicBezTo>
                <a:cubicBezTo>
                  <a:pt x="324132" y="90148"/>
                  <a:pt x="322703" y="88197"/>
                  <a:pt x="321657" y="85882"/>
                </a:cubicBezTo>
                <a:cubicBezTo>
                  <a:pt x="320660" y="83565"/>
                  <a:pt x="320160" y="80933"/>
                  <a:pt x="320160" y="77981"/>
                </a:cubicBezTo>
                <a:cubicBezTo>
                  <a:pt x="320160" y="74529"/>
                  <a:pt x="320863" y="71535"/>
                  <a:pt x="322272" y="68991"/>
                </a:cubicBezTo>
                <a:cubicBezTo>
                  <a:pt x="323678" y="66448"/>
                  <a:pt x="325698" y="64337"/>
                  <a:pt x="328332" y="62656"/>
                </a:cubicBezTo>
                <a:cubicBezTo>
                  <a:pt x="330964" y="60976"/>
                  <a:pt x="334187" y="59730"/>
                  <a:pt x="338002" y="58913"/>
                </a:cubicBezTo>
                <a:cubicBezTo>
                  <a:pt x="341817" y="58050"/>
                  <a:pt x="346106" y="57619"/>
                  <a:pt x="350875" y="57619"/>
                </a:cubicBezTo>
                <a:lnTo>
                  <a:pt x="359319" y="57619"/>
                </a:lnTo>
                <a:lnTo>
                  <a:pt x="359319" y="52849"/>
                </a:lnTo>
                <a:cubicBezTo>
                  <a:pt x="359319" y="50489"/>
                  <a:pt x="359071" y="48400"/>
                  <a:pt x="358571" y="46586"/>
                </a:cubicBezTo>
                <a:cubicBezTo>
                  <a:pt x="358070" y="44768"/>
                  <a:pt x="357253" y="43271"/>
                  <a:pt x="356119" y="42091"/>
                </a:cubicBezTo>
                <a:cubicBezTo>
                  <a:pt x="355030" y="40865"/>
                  <a:pt x="353598" y="39956"/>
                  <a:pt x="351827" y="39365"/>
                </a:cubicBezTo>
                <a:cubicBezTo>
                  <a:pt x="350058" y="38731"/>
                  <a:pt x="347878" y="38413"/>
                  <a:pt x="345289" y="38413"/>
                </a:cubicBezTo>
                <a:cubicBezTo>
                  <a:pt x="342520" y="38413"/>
                  <a:pt x="340022" y="38753"/>
                  <a:pt x="337799" y="39433"/>
                </a:cubicBezTo>
                <a:cubicBezTo>
                  <a:pt x="335619" y="40071"/>
                  <a:pt x="333690" y="40797"/>
                  <a:pt x="332010" y="41614"/>
                </a:cubicBezTo>
                <a:cubicBezTo>
                  <a:pt x="330376" y="42385"/>
                  <a:pt x="328990" y="43111"/>
                  <a:pt x="327855" y="43791"/>
                </a:cubicBezTo>
                <a:cubicBezTo>
                  <a:pt x="326767" y="44428"/>
                  <a:pt x="325949" y="44746"/>
                  <a:pt x="325404" y="44746"/>
                </a:cubicBezTo>
                <a:cubicBezTo>
                  <a:pt x="325041" y="44746"/>
                  <a:pt x="324723" y="44654"/>
                  <a:pt x="324449" y="44474"/>
                </a:cubicBezTo>
                <a:cubicBezTo>
                  <a:pt x="324178" y="44291"/>
                  <a:pt x="323929" y="44020"/>
                  <a:pt x="323700" y="43657"/>
                </a:cubicBezTo>
                <a:cubicBezTo>
                  <a:pt x="323520" y="43294"/>
                  <a:pt x="323383" y="42840"/>
                  <a:pt x="323292" y="42294"/>
                </a:cubicBezTo>
                <a:cubicBezTo>
                  <a:pt x="323200" y="41705"/>
                  <a:pt x="323155" y="41068"/>
                  <a:pt x="323155" y="40388"/>
                </a:cubicBezTo>
                <a:cubicBezTo>
                  <a:pt x="323155" y="39253"/>
                  <a:pt x="323223" y="38368"/>
                  <a:pt x="323360" y="37730"/>
                </a:cubicBezTo>
                <a:cubicBezTo>
                  <a:pt x="323540" y="37050"/>
                  <a:pt x="323926" y="36413"/>
                  <a:pt x="324518" y="35824"/>
                </a:cubicBezTo>
                <a:cubicBezTo>
                  <a:pt x="325155" y="35233"/>
                  <a:pt x="326221" y="34553"/>
                  <a:pt x="327718" y="33781"/>
                </a:cubicBezTo>
                <a:cubicBezTo>
                  <a:pt x="329218" y="32964"/>
                  <a:pt x="330941" y="32238"/>
                  <a:pt x="332896" y="31601"/>
                </a:cubicBezTo>
                <a:cubicBezTo>
                  <a:pt x="334848" y="30921"/>
                  <a:pt x="336982" y="30375"/>
                  <a:pt x="339297" y="29967"/>
                </a:cubicBezTo>
                <a:cubicBezTo>
                  <a:pt x="341611" y="29512"/>
                  <a:pt x="343952" y="29287"/>
                  <a:pt x="346312" y="29287"/>
                </a:cubicBezTo>
                <a:cubicBezTo>
                  <a:pt x="350715" y="29287"/>
                  <a:pt x="354461" y="29787"/>
                  <a:pt x="357548" y="30784"/>
                </a:cubicBezTo>
                <a:cubicBezTo>
                  <a:pt x="360637" y="31784"/>
                  <a:pt x="363134" y="33258"/>
                  <a:pt x="365040" y="35210"/>
                </a:cubicBezTo>
                <a:cubicBezTo>
                  <a:pt x="366946" y="37119"/>
                  <a:pt x="368332" y="39502"/>
                  <a:pt x="369195" y="42362"/>
                </a:cubicBezTo>
                <a:cubicBezTo>
                  <a:pt x="370058" y="45223"/>
                  <a:pt x="370489" y="48560"/>
                  <a:pt x="370489" y="52375"/>
                </a:cubicBezTo>
                <a:lnTo>
                  <a:pt x="370489" y="93712"/>
                </a:lnTo>
                <a:close/>
                <a:moveTo>
                  <a:pt x="359319" y="65722"/>
                </a:moveTo>
                <a:lnTo>
                  <a:pt x="349715" y="65722"/>
                </a:lnTo>
                <a:cubicBezTo>
                  <a:pt x="346629" y="65722"/>
                  <a:pt x="343952" y="65994"/>
                  <a:pt x="341680" y="66540"/>
                </a:cubicBezTo>
                <a:cubicBezTo>
                  <a:pt x="339411" y="67040"/>
                  <a:pt x="337525" y="67811"/>
                  <a:pt x="336028" y="68854"/>
                </a:cubicBezTo>
                <a:cubicBezTo>
                  <a:pt x="334530" y="69854"/>
                  <a:pt x="333416" y="71080"/>
                  <a:pt x="332690" y="72532"/>
                </a:cubicBezTo>
                <a:cubicBezTo>
                  <a:pt x="332010" y="73941"/>
                  <a:pt x="331670" y="75575"/>
                  <a:pt x="331670" y="77435"/>
                </a:cubicBezTo>
                <a:cubicBezTo>
                  <a:pt x="331670" y="80613"/>
                  <a:pt x="332667" y="83156"/>
                  <a:pt x="334665" y="85065"/>
                </a:cubicBezTo>
                <a:cubicBezTo>
                  <a:pt x="336708" y="86925"/>
                  <a:pt x="339545" y="87857"/>
                  <a:pt x="343177" y="87857"/>
                </a:cubicBezTo>
                <a:cubicBezTo>
                  <a:pt x="346129" y="87857"/>
                  <a:pt x="348855" y="87108"/>
                  <a:pt x="351352" y="85608"/>
                </a:cubicBezTo>
                <a:cubicBezTo>
                  <a:pt x="353893" y="84111"/>
                  <a:pt x="356550" y="81819"/>
                  <a:pt x="359319" y="78730"/>
                </a:cubicBezTo>
                <a:lnTo>
                  <a:pt x="359319" y="65722"/>
                </a:lnTo>
                <a:close/>
                <a:moveTo>
                  <a:pt x="402362" y="93646"/>
                </a:moveTo>
                <a:cubicBezTo>
                  <a:pt x="402362" y="94009"/>
                  <a:pt x="402270" y="94326"/>
                  <a:pt x="402090" y="94598"/>
                </a:cubicBezTo>
                <a:cubicBezTo>
                  <a:pt x="401907" y="94826"/>
                  <a:pt x="401613" y="95029"/>
                  <a:pt x="401204" y="95212"/>
                </a:cubicBezTo>
                <a:cubicBezTo>
                  <a:pt x="400796" y="95392"/>
                  <a:pt x="400227" y="95529"/>
                  <a:pt x="399501" y="95621"/>
                </a:cubicBezTo>
                <a:cubicBezTo>
                  <a:pt x="398776" y="95712"/>
                  <a:pt x="397844" y="95755"/>
                  <a:pt x="396710" y="95755"/>
                </a:cubicBezTo>
                <a:cubicBezTo>
                  <a:pt x="395618" y="95755"/>
                  <a:pt x="394712" y="95712"/>
                  <a:pt x="393984" y="95621"/>
                </a:cubicBezTo>
                <a:cubicBezTo>
                  <a:pt x="393258" y="95529"/>
                  <a:pt x="392669" y="95392"/>
                  <a:pt x="392215" y="95212"/>
                </a:cubicBezTo>
                <a:cubicBezTo>
                  <a:pt x="391806" y="95029"/>
                  <a:pt x="391509" y="94826"/>
                  <a:pt x="391329" y="94598"/>
                </a:cubicBezTo>
                <a:cubicBezTo>
                  <a:pt x="391192" y="94326"/>
                  <a:pt x="391123" y="94009"/>
                  <a:pt x="391123" y="93646"/>
                </a:cubicBezTo>
                <a:lnTo>
                  <a:pt x="391123" y="2657"/>
                </a:lnTo>
                <a:cubicBezTo>
                  <a:pt x="391123" y="2295"/>
                  <a:pt x="391192" y="1977"/>
                  <a:pt x="391329" y="1703"/>
                </a:cubicBezTo>
                <a:cubicBezTo>
                  <a:pt x="391509" y="1432"/>
                  <a:pt x="391806" y="1206"/>
                  <a:pt x="392215" y="1023"/>
                </a:cubicBezTo>
                <a:cubicBezTo>
                  <a:pt x="392669" y="840"/>
                  <a:pt x="393258" y="706"/>
                  <a:pt x="393984" y="614"/>
                </a:cubicBezTo>
                <a:cubicBezTo>
                  <a:pt x="394712" y="523"/>
                  <a:pt x="395618" y="477"/>
                  <a:pt x="396710" y="477"/>
                </a:cubicBezTo>
                <a:cubicBezTo>
                  <a:pt x="397844" y="477"/>
                  <a:pt x="398776" y="523"/>
                  <a:pt x="399501" y="614"/>
                </a:cubicBezTo>
                <a:cubicBezTo>
                  <a:pt x="400227" y="706"/>
                  <a:pt x="400796" y="840"/>
                  <a:pt x="401204" y="1023"/>
                </a:cubicBezTo>
                <a:cubicBezTo>
                  <a:pt x="401613" y="1206"/>
                  <a:pt x="401907" y="1432"/>
                  <a:pt x="402090" y="1703"/>
                </a:cubicBezTo>
                <a:cubicBezTo>
                  <a:pt x="402270" y="1977"/>
                  <a:pt x="402362" y="2295"/>
                  <a:pt x="402362" y="2657"/>
                </a:cubicBezTo>
                <a:lnTo>
                  <a:pt x="402362" y="93646"/>
                </a:lnTo>
                <a:close/>
                <a:moveTo>
                  <a:pt x="511055" y="62182"/>
                </a:moveTo>
                <a:cubicBezTo>
                  <a:pt x="511055" y="67494"/>
                  <a:pt x="510467" y="72283"/>
                  <a:pt x="509287" y="76550"/>
                </a:cubicBezTo>
                <a:cubicBezTo>
                  <a:pt x="508149" y="80773"/>
                  <a:pt x="506449" y="84382"/>
                  <a:pt x="504177" y="87379"/>
                </a:cubicBezTo>
                <a:cubicBezTo>
                  <a:pt x="501954" y="90377"/>
                  <a:pt x="499205" y="92669"/>
                  <a:pt x="495936" y="94257"/>
                </a:cubicBezTo>
                <a:cubicBezTo>
                  <a:pt x="492667" y="95846"/>
                  <a:pt x="488921" y="96641"/>
                  <a:pt x="484701" y="96641"/>
                </a:cubicBezTo>
                <a:cubicBezTo>
                  <a:pt x="482746" y="96641"/>
                  <a:pt x="480932" y="96438"/>
                  <a:pt x="479251" y="96029"/>
                </a:cubicBezTo>
                <a:cubicBezTo>
                  <a:pt x="477617" y="95666"/>
                  <a:pt x="476005" y="95052"/>
                  <a:pt x="474416" y="94189"/>
                </a:cubicBezTo>
                <a:cubicBezTo>
                  <a:pt x="472828" y="93326"/>
                  <a:pt x="471239" y="92237"/>
                  <a:pt x="469647" y="90920"/>
                </a:cubicBezTo>
                <a:cubicBezTo>
                  <a:pt x="468058" y="89605"/>
                  <a:pt x="466378" y="88014"/>
                  <a:pt x="464609" y="86154"/>
                </a:cubicBezTo>
                <a:lnTo>
                  <a:pt x="464609" y="93646"/>
                </a:lnTo>
                <a:cubicBezTo>
                  <a:pt x="464609" y="94009"/>
                  <a:pt x="464518" y="94326"/>
                  <a:pt x="464335" y="94598"/>
                </a:cubicBezTo>
                <a:cubicBezTo>
                  <a:pt x="464155" y="94872"/>
                  <a:pt x="463861" y="95098"/>
                  <a:pt x="463452" y="95280"/>
                </a:cubicBezTo>
                <a:cubicBezTo>
                  <a:pt x="463044" y="95415"/>
                  <a:pt x="462521" y="95529"/>
                  <a:pt x="461883" y="95621"/>
                </a:cubicBezTo>
                <a:cubicBezTo>
                  <a:pt x="461295" y="95712"/>
                  <a:pt x="460523" y="95755"/>
                  <a:pt x="459569" y="95755"/>
                </a:cubicBezTo>
                <a:cubicBezTo>
                  <a:pt x="458660" y="95755"/>
                  <a:pt x="457889" y="95712"/>
                  <a:pt x="457254" y="95621"/>
                </a:cubicBezTo>
                <a:cubicBezTo>
                  <a:pt x="456617" y="95529"/>
                  <a:pt x="456097" y="95415"/>
                  <a:pt x="455688" y="95280"/>
                </a:cubicBezTo>
                <a:cubicBezTo>
                  <a:pt x="455280" y="95098"/>
                  <a:pt x="455005" y="94872"/>
                  <a:pt x="454871" y="94598"/>
                </a:cubicBezTo>
                <a:cubicBezTo>
                  <a:pt x="454734" y="94326"/>
                  <a:pt x="454665" y="94009"/>
                  <a:pt x="454665" y="93646"/>
                </a:cubicBezTo>
                <a:lnTo>
                  <a:pt x="454665" y="2657"/>
                </a:lnTo>
                <a:cubicBezTo>
                  <a:pt x="454665" y="2295"/>
                  <a:pt x="454734" y="1977"/>
                  <a:pt x="454871" y="1703"/>
                </a:cubicBezTo>
                <a:cubicBezTo>
                  <a:pt x="455051" y="1432"/>
                  <a:pt x="455345" y="1206"/>
                  <a:pt x="455754" y="1023"/>
                </a:cubicBezTo>
                <a:cubicBezTo>
                  <a:pt x="456208" y="840"/>
                  <a:pt x="456800" y="706"/>
                  <a:pt x="457526" y="614"/>
                </a:cubicBezTo>
                <a:cubicBezTo>
                  <a:pt x="458252" y="523"/>
                  <a:pt x="459160" y="477"/>
                  <a:pt x="460249" y="477"/>
                </a:cubicBezTo>
                <a:cubicBezTo>
                  <a:pt x="461386" y="477"/>
                  <a:pt x="462315" y="523"/>
                  <a:pt x="463044" y="614"/>
                </a:cubicBezTo>
                <a:cubicBezTo>
                  <a:pt x="463769" y="706"/>
                  <a:pt x="464335" y="840"/>
                  <a:pt x="464744" y="1023"/>
                </a:cubicBezTo>
                <a:cubicBezTo>
                  <a:pt x="465152" y="1206"/>
                  <a:pt x="465450" y="1432"/>
                  <a:pt x="465630" y="1703"/>
                </a:cubicBezTo>
                <a:cubicBezTo>
                  <a:pt x="465813" y="1977"/>
                  <a:pt x="465904" y="2295"/>
                  <a:pt x="465904" y="2657"/>
                </a:cubicBezTo>
                <a:lnTo>
                  <a:pt x="465904" y="39365"/>
                </a:lnTo>
                <a:cubicBezTo>
                  <a:pt x="467718" y="37505"/>
                  <a:pt x="469467" y="35939"/>
                  <a:pt x="471147" y="34667"/>
                </a:cubicBezTo>
                <a:cubicBezTo>
                  <a:pt x="472873" y="33396"/>
                  <a:pt x="474551" y="32373"/>
                  <a:pt x="476185" y="31601"/>
                </a:cubicBezTo>
                <a:cubicBezTo>
                  <a:pt x="477820" y="30784"/>
                  <a:pt x="479454" y="30195"/>
                  <a:pt x="481092" y="29832"/>
                </a:cubicBezTo>
                <a:cubicBezTo>
                  <a:pt x="482726" y="29467"/>
                  <a:pt x="484449" y="29287"/>
                  <a:pt x="486266" y="29287"/>
                </a:cubicBezTo>
                <a:cubicBezTo>
                  <a:pt x="490716" y="29287"/>
                  <a:pt x="494508" y="30172"/>
                  <a:pt x="497639" y="31941"/>
                </a:cubicBezTo>
                <a:cubicBezTo>
                  <a:pt x="500817" y="33713"/>
                  <a:pt x="503383" y="36096"/>
                  <a:pt x="505335" y="39093"/>
                </a:cubicBezTo>
                <a:cubicBezTo>
                  <a:pt x="507332" y="42045"/>
                  <a:pt x="508786" y="45517"/>
                  <a:pt x="509695" y="49512"/>
                </a:cubicBezTo>
                <a:cubicBezTo>
                  <a:pt x="510601" y="53510"/>
                  <a:pt x="511055" y="57730"/>
                  <a:pt x="511055" y="62182"/>
                </a:cubicBezTo>
                <a:close/>
                <a:moveTo>
                  <a:pt x="499205" y="63474"/>
                </a:moveTo>
                <a:cubicBezTo>
                  <a:pt x="499205" y="60342"/>
                  <a:pt x="498957" y="57299"/>
                  <a:pt x="498457" y="54350"/>
                </a:cubicBezTo>
                <a:cubicBezTo>
                  <a:pt x="498002" y="51398"/>
                  <a:pt x="497185" y="48786"/>
                  <a:pt x="496005" y="46517"/>
                </a:cubicBezTo>
                <a:cubicBezTo>
                  <a:pt x="494825" y="44246"/>
                  <a:pt x="493259" y="42431"/>
                  <a:pt x="491307" y="41068"/>
                </a:cubicBezTo>
                <a:cubicBezTo>
                  <a:pt x="489353" y="39662"/>
                  <a:pt x="486924" y="38956"/>
                  <a:pt x="484018" y="38956"/>
                </a:cubicBezTo>
                <a:cubicBezTo>
                  <a:pt x="482566" y="38956"/>
                  <a:pt x="481134" y="39162"/>
                  <a:pt x="479729" y="39571"/>
                </a:cubicBezTo>
                <a:cubicBezTo>
                  <a:pt x="478320" y="39979"/>
                  <a:pt x="476891" y="40659"/>
                  <a:pt x="475437" y="41614"/>
                </a:cubicBezTo>
                <a:cubicBezTo>
                  <a:pt x="473985" y="42565"/>
                  <a:pt x="472465" y="43791"/>
                  <a:pt x="470873" y="45291"/>
                </a:cubicBezTo>
                <a:cubicBezTo>
                  <a:pt x="469330" y="46789"/>
                  <a:pt x="467673" y="48675"/>
                  <a:pt x="465904" y="50944"/>
                </a:cubicBezTo>
                <a:lnTo>
                  <a:pt x="465904" y="75392"/>
                </a:lnTo>
                <a:cubicBezTo>
                  <a:pt x="468990" y="79161"/>
                  <a:pt x="471942" y="82045"/>
                  <a:pt x="474756" y="84042"/>
                </a:cubicBezTo>
                <a:cubicBezTo>
                  <a:pt x="477571" y="85994"/>
                  <a:pt x="480500" y="86971"/>
                  <a:pt x="483543" y="86971"/>
                </a:cubicBezTo>
                <a:cubicBezTo>
                  <a:pt x="486358" y="86971"/>
                  <a:pt x="488764" y="86291"/>
                  <a:pt x="490761" y="84928"/>
                </a:cubicBezTo>
                <a:cubicBezTo>
                  <a:pt x="492759" y="83565"/>
                  <a:pt x="494370" y="81773"/>
                  <a:pt x="495596" y="79547"/>
                </a:cubicBezTo>
                <a:cubicBezTo>
                  <a:pt x="496868" y="77278"/>
                  <a:pt x="497777" y="74758"/>
                  <a:pt x="498319" y="71989"/>
                </a:cubicBezTo>
                <a:cubicBezTo>
                  <a:pt x="498911" y="69172"/>
                  <a:pt x="499205" y="66334"/>
                  <a:pt x="499205" y="63474"/>
                </a:cubicBezTo>
                <a:close/>
                <a:moveTo>
                  <a:pt x="574120" y="93712"/>
                </a:moveTo>
                <a:cubicBezTo>
                  <a:pt x="574120" y="94257"/>
                  <a:pt x="573940" y="94666"/>
                  <a:pt x="573577" y="94938"/>
                </a:cubicBezTo>
                <a:cubicBezTo>
                  <a:pt x="573212" y="95212"/>
                  <a:pt x="572714" y="95415"/>
                  <a:pt x="572077" y="95552"/>
                </a:cubicBezTo>
                <a:cubicBezTo>
                  <a:pt x="571443" y="95689"/>
                  <a:pt x="570511" y="95755"/>
                  <a:pt x="569285" y="95755"/>
                </a:cubicBezTo>
                <a:cubicBezTo>
                  <a:pt x="568105" y="95755"/>
                  <a:pt x="567151" y="95689"/>
                  <a:pt x="566425" y="95552"/>
                </a:cubicBezTo>
                <a:cubicBezTo>
                  <a:pt x="565745" y="95415"/>
                  <a:pt x="565245" y="95212"/>
                  <a:pt x="564928" y="94938"/>
                </a:cubicBezTo>
                <a:cubicBezTo>
                  <a:pt x="564608" y="94666"/>
                  <a:pt x="564451" y="94257"/>
                  <a:pt x="564451" y="93712"/>
                </a:cubicBezTo>
                <a:lnTo>
                  <a:pt x="564451" y="87582"/>
                </a:lnTo>
                <a:cubicBezTo>
                  <a:pt x="561770" y="90443"/>
                  <a:pt x="558776" y="92669"/>
                  <a:pt x="555461" y="94257"/>
                </a:cubicBezTo>
                <a:cubicBezTo>
                  <a:pt x="552192" y="95846"/>
                  <a:pt x="548717" y="96641"/>
                  <a:pt x="545040" y="96641"/>
                </a:cubicBezTo>
                <a:cubicBezTo>
                  <a:pt x="541816" y="96641"/>
                  <a:pt x="538887" y="96209"/>
                  <a:pt x="536256" y="95346"/>
                </a:cubicBezTo>
                <a:cubicBezTo>
                  <a:pt x="533667" y="94529"/>
                  <a:pt x="531441" y="93326"/>
                  <a:pt x="529580" y="91737"/>
                </a:cubicBezTo>
                <a:cubicBezTo>
                  <a:pt x="527763" y="90148"/>
                  <a:pt x="526334" y="88197"/>
                  <a:pt x="525291" y="85882"/>
                </a:cubicBezTo>
                <a:cubicBezTo>
                  <a:pt x="524291" y="83565"/>
                  <a:pt x="523791" y="80933"/>
                  <a:pt x="523791" y="77981"/>
                </a:cubicBezTo>
                <a:cubicBezTo>
                  <a:pt x="523791" y="74529"/>
                  <a:pt x="524494" y="71535"/>
                  <a:pt x="525903" y="68991"/>
                </a:cubicBezTo>
                <a:cubicBezTo>
                  <a:pt x="527312" y="66448"/>
                  <a:pt x="529332" y="64337"/>
                  <a:pt x="531964" y="62656"/>
                </a:cubicBezTo>
                <a:cubicBezTo>
                  <a:pt x="534598" y="60976"/>
                  <a:pt x="537822" y="59730"/>
                  <a:pt x="541636" y="58913"/>
                </a:cubicBezTo>
                <a:cubicBezTo>
                  <a:pt x="545448" y="58050"/>
                  <a:pt x="549740" y="57619"/>
                  <a:pt x="554506" y="57619"/>
                </a:cubicBezTo>
                <a:lnTo>
                  <a:pt x="562950" y="57619"/>
                </a:lnTo>
                <a:lnTo>
                  <a:pt x="562950" y="52849"/>
                </a:lnTo>
                <a:cubicBezTo>
                  <a:pt x="562950" y="50489"/>
                  <a:pt x="562702" y="48400"/>
                  <a:pt x="562202" y="46586"/>
                </a:cubicBezTo>
                <a:cubicBezTo>
                  <a:pt x="561704" y="44768"/>
                  <a:pt x="560887" y="43271"/>
                  <a:pt x="559750" y="42091"/>
                </a:cubicBezTo>
                <a:cubicBezTo>
                  <a:pt x="558661" y="40865"/>
                  <a:pt x="557230" y="39956"/>
                  <a:pt x="555461" y="39365"/>
                </a:cubicBezTo>
                <a:cubicBezTo>
                  <a:pt x="553689" y="38731"/>
                  <a:pt x="551509" y="38413"/>
                  <a:pt x="548923" y="38413"/>
                </a:cubicBezTo>
                <a:cubicBezTo>
                  <a:pt x="546154" y="38413"/>
                  <a:pt x="543657" y="38753"/>
                  <a:pt x="541431" y="39433"/>
                </a:cubicBezTo>
                <a:cubicBezTo>
                  <a:pt x="539250" y="40071"/>
                  <a:pt x="537321" y="40797"/>
                  <a:pt x="535641" y="41614"/>
                </a:cubicBezTo>
                <a:cubicBezTo>
                  <a:pt x="534007" y="42385"/>
                  <a:pt x="532624" y="43111"/>
                  <a:pt x="531486" y="43791"/>
                </a:cubicBezTo>
                <a:cubicBezTo>
                  <a:pt x="530398" y="44428"/>
                  <a:pt x="529580" y="44746"/>
                  <a:pt x="529035" y="44746"/>
                </a:cubicBezTo>
                <a:cubicBezTo>
                  <a:pt x="528672" y="44746"/>
                  <a:pt x="528355" y="44654"/>
                  <a:pt x="528083" y="44474"/>
                </a:cubicBezTo>
                <a:cubicBezTo>
                  <a:pt x="527809" y="44291"/>
                  <a:pt x="527560" y="44020"/>
                  <a:pt x="527334" y="43657"/>
                </a:cubicBezTo>
                <a:cubicBezTo>
                  <a:pt x="527152" y="43294"/>
                  <a:pt x="527014" y="42840"/>
                  <a:pt x="526926" y="42294"/>
                </a:cubicBezTo>
                <a:cubicBezTo>
                  <a:pt x="526834" y="41705"/>
                  <a:pt x="526789" y="41068"/>
                  <a:pt x="526789" y="40388"/>
                </a:cubicBezTo>
                <a:cubicBezTo>
                  <a:pt x="526789" y="39253"/>
                  <a:pt x="526857" y="38368"/>
                  <a:pt x="526992" y="37730"/>
                </a:cubicBezTo>
                <a:cubicBezTo>
                  <a:pt x="527174" y="37050"/>
                  <a:pt x="527560" y="36413"/>
                  <a:pt x="528152" y="35824"/>
                </a:cubicBezTo>
                <a:cubicBezTo>
                  <a:pt x="528786" y="35233"/>
                  <a:pt x="529852" y="34553"/>
                  <a:pt x="531352" y="33781"/>
                </a:cubicBezTo>
                <a:cubicBezTo>
                  <a:pt x="532849" y="32964"/>
                  <a:pt x="534575" y="32238"/>
                  <a:pt x="536527" y="31601"/>
                </a:cubicBezTo>
                <a:cubicBezTo>
                  <a:pt x="538479" y="30921"/>
                  <a:pt x="540613" y="30375"/>
                  <a:pt x="542928" y="29967"/>
                </a:cubicBezTo>
                <a:cubicBezTo>
                  <a:pt x="545245" y="29512"/>
                  <a:pt x="547583" y="29287"/>
                  <a:pt x="549943" y="29287"/>
                </a:cubicBezTo>
                <a:cubicBezTo>
                  <a:pt x="554349" y="29287"/>
                  <a:pt x="558093" y="29787"/>
                  <a:pt x="561182" y="30784"/>
                </a:cubicBezTo>
                <a:cubicBezTo>
                  <a:pt x="564268" y="31784"/>
                  <a:pt x="566765" y="33258"/>
                  <a:pt x="568674" y="35210"/>
                </a:cubicBezTo>
                <a:cubicBezTo>
                  <a:pt x="570580" y="37119"/>
                  <a:pt x="571963" y="39502"/>
                  <a:pt x="572826" y="42362"/>
                </a:cubicBezTo>
                <a:cubicBezTo>
                  <a:pt x="573689" y="45223"/>
                  <a:pt x="574120" y="48560"/>
                  <a:pt x="574120" y="52375"/>
                </a:cubicBezTo>
                <a:lnTo>
                  <a:pt x="574120" y="93712"/>
                </a:lnTo>
                <a:close/>
                <a:moveTo>
                  <a:pt x="562950" y="65722"/>
                </a:moveTo>
                <a:lnTo>
                  <a:pt x="553349" y="65722"/>
                </a:lnTo>
                <a:cubicBezTo>
                  <a:pt x="550263" y="65722"/>
                  <a:pt x="547583" y="65994"/>
                  <a:pt x="545314" y="66540"/>
                </a:cubicBezTo>
                <a:cubicBezTo>
                  <a:pt x="543042" y="67040"/>
                  <a:pt x="541159" y="67811"/>
                  <a:pt x="539659" y="68854"/>
                </a:cubicBezTo>
                <a:cubicBezTo>
                  <a:pt x="538162" y="69854"/>
                  <a:pt x="537050" y="71080"/>
                  <a:pt x="536324" y="72532"/>
                </a:cubicBezTo>
                <a:cubicBezTo>
                  <a:pt x="535641" y="73941"/>
                  <a:pt x="535301" y="75575"/>
                  <a:pt x="535301" y="77435"/>
                </a:cubicBezTo>
                <a:cubicBezTo>
                  <a:pt x="535301" y="80613"/>
                  <a:pt x="536301" y="83156"/>
                  <a:pt x="538299" y="85065"/>
                </a:cubicBezTo>
                <a:cubicBezTo>
                  <a:pt x="540342" y="86925"/>
                  <a:pt x="543179" y="87857"/>
                  <a:pt x="546811" y="87857"/>
                </a:cubicBezTo>
                <a:cubicBezTo>
                  <a:pt x="549763" y="87857"/>
                  <a:pt x="552486" y="87108"/>
                  <a:pt x="554984" y="85608"/>
                </a:cubicBezTo>
                <a:cubicBezTo>
                  <a:pt x="557527" y="84111"/>
                  <a:pt x="560181" y="81819"/>
                  <a:pt x="562950" y="78730"/>
                </a:cubicBezTo>
                <a:lnTo>
                  <a:pt x="562950" y="65722"/>
                </a:lnTo>
                <a:close/>
                <a:moveTo>
                  <a:pt x="638820" y="84313"/>
                </a:moveTo>
                <a:cubicBezTo>
                  <a:pt x="638820" y="85088"/>
                  <a:pt x="638797" y="85768"/>
                  <a:pt x="638751" y="86357"/>
                </a:cubicBezTo>
                <a:cubicBezTo>
                  <a:pt x="638706" y="86902"/>
                  <a:pt x="638617" y="87379"/>
                  <a:pt x="638480" y="87788"/>
                </a:cubicBezTo>
                <a:cubicBezTo>
                  <a:pt x="638388" y="88151"/>
                  <a:pt x="638254" y="88491"/>
                  <a:pt x="638071" y="88808"/>
                </a:cubicBezTo>
                <a:cubicBezTo>
                  <a:pt x="637934" y="89083"/>
                  <a:pt x="637571" y="89514"/>
                  <a:pt x="636982" y="90103"/>
                </a:cubicBezTo>
                <a:cubicBezTo>
                  <a:pt x="636437" y="90648"/>
                  <a:pt x="635482" y="91351"/>
                  <a:pt x="634122" y="92214"/>
                </a:cubicBezTo>
                <a:cubicBezTo>
                  <a:pt x="632759" y="93032"/>
                  <a:pt x="631216" y="93780"/>
                  <a:pt x="629490" y="94463"/>
                </a:cubicBezTo>
                <a:cubicBezTo>
                  <a:pt x="627810" y="95098"/>
                  <a:pt x="625970" y="95621"/>
                  <a:pt x="623972" y="96029"/>
                </a:cubicBezTo>
                <a:cubicBezTo>
                  <a:pt x="621975" y="96438"/>
                  <a:pt x="619909" y="96641"/>
                  <a:pt x="617777" y="96641"/>
                </a:cubicBezTo>
                <a:cubicBezTo>
                  <a:pt x="613371" y="96641"/>
                  <a:pt x="609468" y="95915"/>
                  <a:pt x="606061" y="94463"/>
                </a:cubicBezTo>
                <a:cubicBezTo>
                  <a:pt x="602655" y="93009"/>
                  <a:pt x="599795" y="90897"/>
                  <a:pt x="597480" y="88128"/>
                </a:cubicBezTo>
                <a:cubicBezTo>
                  <a:pt x="595212" y="85314"/>
                  <a:pt x="593463" y="81885"/>
                  <a:pt x="592237" y="77844"/>
                </a:cubicBezTo>
                <a:cubicBezTo>
                  <a:pt x="591057" y="73758"/>
                  <a:pt x="590465" y="69060"/>
                  <a:pt x="590465" y="63748"/>
                </a:cubicBezTo>
                <a:cubicBezTo>
                  <a:pt x="590465" y="57707"/>
                  <a:pt x="591191" y="52532"/>
                  <a:pt x="592645" y="48220"/>
                </a:cubicBezTo>
                <a:cubicBezTo>
                  <a:pt x="594143" y="43860"/>
                  <a:pt x="596163" y="40296"/>
                  <a:pt x="598706" y="37528"/>
                </a:cubicBezTo>
                <a:cubicBezTo>
                  <a:pt x="601295" y="34759"/>
                  <a:pt x="604313" y="32716"/>
                  <a:pt x="607765" y="31398"/>
                </a:cubicBezTo>
                <a:cubicBezTo>
                  <a:pt x="611259" y="30035"/>
                  <a:pt x="615028" y="29355"/>
                  <a:pt x="619069" y="29355"/>
                </a:cubicBezTo>
                <a:cubicBezTo>
                  <a:pt x="621023" y="29355"/>
                  <a:pt x="622906" y="29535"/>
                  <a:pt x="624724" y="29898"/>
                </a:cubicBezTo>
                <a:cubicBezTo>
                  <a:pt x="626584" y="30264"/>
                  <a:pt x="628287" y="30738"/>
                  <a:pt x="629830" y="31330"/>
                </a:cubicBezTo>
                <a:cubicBezTo>
                  <a:pt x="631373" y="31918"/>
                  <a:pt x="632736" y="32601"/>
                  <a:pt x="633916" y="33373"/>
                </a:cubicBezTo>
                <a:cubicBezTo>
                  <a:pt x="635142" y="34144"/>
                  <a:pt x="636028" y="34801"/>
                  <a:pt x="636574" y="35347"/>
                </a:cubicBezTo>
                <a:cubicBezTo>
                  <a:pt x="637117" y="35893"/>
                  <a:pt x="637480" y="36325"/>
                  <a:pt x="637663" y="36642"/>
                </a:cubicBezTo>
                <a:cubicBezTo>
                  <a:pt x="637888" y="36959"/>
                  <a:pt x="638071" y="37345"/>
                  <a:pt x="638208" y="37799"/>
                </a:cubicBezTo>
                <a:cubicBezTo>
                  <a:pt x="638343" y="38208"/>
                  <a:pt x="638434" y="38685"/>
                  <a:pt x="638480" y="39231"/>
                </a:cubicBezTo>
                <a:cubicBezTo>
                  <a:pt x="638526" y="39774"/>
                  <a:pt x="638548" y="40456"/>
                  <a:pt x="638548" y="41274"/>
                </a:cubicBezTo>
                <a:cubicBezTo>
                  <a:pt x="638548" y="43043"/>
                  <a:pt x="638343" y="44291"/>
                  <a:pt x="637934" y="45017"/>
                </a:cubicBezTo>
                <a:cubicBezTo>
                  <a:pt x="637525" y="45700"/>
                  <a:pt x="637028" y="46040"/>
                  <a:pt x="636437" y="46040"/>
                </a:cubicBezTo>
                <a:cubicBezTo>
                  <a:pt x="635757" y="46040"/>
                  <a:pt x="634962" y="45677"/>
                  <a:pt x="634054" y="44951"/>
                </a:cubicBezTo>
                <a:cubicBezTo>
                  <a:pt x="633191" y="44180"/>
                  <a:pt x="632079" y="43340"/>
                  <a:pt x="630716" y="42431"/>
                </a:cubicBezTo>
                <a:cubicBezTo>
                  <a:pt x="629353" y="41522"/>
                  <a:pt x="627696" y="40705"/>
                  <a:pt x="625744" y="39979"/>
                </a:cubicBezTo>
                <a:cubicBezTo>
                  <a:pt x="623838" y="39208"/>
                  <a:pt x="621566" y="38822"/>
                  <a:pt x="618934" y="38822"/>
                </a:cubicBezTo>
                <a:cubicBezTo>
                  <a:pt x="613531" y="38822"/>
                  <a:pt x="609376" y="40911"/>
                  <a:pt x="606470" y="45086"/>
                </a:cubicBezTo>
                <a:cubicBezTo>
                  <a:pt x="603610" y="49218"/>
                  <a:pt x="602181" y="55235"/>
                  <a:pt x="602181" y="63134"/>
                </a:cubicBezTo>
                <a:cubicBezTo>
                  <a:pt x="602181" y="67086"/>
                  <a:pt x="602544" y="70557"/>
                  <a:pt x="603270" y="73555"/>
                </a:cubicBezTo>
                <a:cubicBezTo>
                  <a:pt x="604041" y="76507"/>
                  <a:pt x="605153" y="78978"/>
                  <a:pt x="606607" y="80979"/>
                </a:cubicBezTo>
                <a:cubicBezTo>
                  <a:pt x="608059" y="82976"/>
                  <a:pt x="609831" y="84473"/>
                  <a:pt x="611919" y="85474"/>
                </a:cubicBezTo>
                <a:cubicBezTo>
                  <a:pt x="614054" y="86425"/>
                  <a:pt x="616483" y="86902"/>
                  <a:pt x="619206" y="86902"/>
                </a:cubicBezTo>
                <a:cubicBezTo>
                  <a:pt x="621795" y="86902"/>
                  <a:pt x="624064" y="86494"/>
                  <a:pt x="626015" y="85676"/>
                </a:cubicBezTo>
                <a:cubicBezTo>
                  <a:pt x="627970" y="84859"/>
                  <a:pt x="629650" y="83973"/>
                  <a:pt x="631056" y="83022"/>
                </a:cubicBezTo>
                <a:cubicBezTo>
                  <a:pt x="632510" y="82022"/>
                  <a:pt x="633713" y="81136"/>
                  <a:pt x="634665" y="80364"/>
                </a:cubicBezTo>
                <a:cubicBezTo>
                  <a:pt x="635665" y="79547"/>
                  <a:pt x="636437" y="79138"/>
                  <a:pt x="636982" y="79138"/>
                </a:cubicBezTo>
                <a:cubicBezTo>
                  <a:pt x="637300" y="79138"/>
                  <a:pt x="637571" y="79230"/>
                  <a:pt x="637800" y="79410"/>
                </a:cubicBezTo>
                <a:cubicBezTo>
                  <a:pt x="638025" y="79593"/>
                  <a:pt x="638208" y="79910"/>
                  <a:pt x="638343" y="80364"/>
                </a:cubicBezTo>
                <a:cubicBezTo>
                  <a:pt x="638526" y="80773"/>
                  <a:pt x="638640" y="81319"/>
                  <a:pt x="638683" y="81999"/>
                </a:cubicBezTo>
                <a:cubicBezTo>
                  <a:pt x="638774" y="82636"/>
                  <a:pt x="638820" y="83408"/>
                  <a:pt x="638820" y="84313"/>
                </a:cubicBezTo>
                <a:close/>
                <a:moveTo>
                  <a:pt x="704065" y="93577"/>
                </a:moveTo>
                <a:cubicBezTo>
                  <a:pt x="704065" y="93940"/>
                  <a:pt x="703974" y="94257"/>
                  <a:pt x="703791" y="94529"/>
                </a:cubicBezTo>
                <a:cubicBezTo>
                  <a:pt x="703611" y="94803"/>
                  <a:pt x="703294" y="95029"/>
                  <a:pt x="702839" y="95212"/>
                </a:cubicBezTo>
                <a:cubicBezTo>
                  <a:pt x="702431" y="95392"/>
                  <a:pt x="701839" y="95529"/>
                  <a:pt x="701068" y="95621"/>
                </a:cubicBezTo>
                <a:cubicBezTo>
                  <a:pt x="700296" y="95712"/>
                  <a:pt x="699319" y="95755"/>
                  <a:pt x="698139" y="95755"/>
                </a:cubicBezTo>
                <a:cubicBezTo>
                  <a:pt x="696913" y="95755"/>
                  <a:pt x="695893" y="95712"/>
                  <a:pt x="695075" y="95621"/>
                </a:cubicBezTo>
                <a:cubicBezTo>
                  <a:pt x="694304" y="95575"/>
                  <a:pt x="693644" y="95483"/>
                  <a:pt x="693098" y="95346"/>
                </a:cubicBezTo>
                <a:cubicBezTo>
                  <a:pt x="692555" y="95166"/>
                  <a:pt x="692101" y="94938"/>
                  <a:pt x="691738" y="94666"/>
                </a:cubicBezTo>
                <a:cubicBezTo>
                  <a:pt x="691421" y="94349"/>
                  <a:pt x="691124" y="93986"/>
                  <a:pt x="690852" y="93577"/>
                </a:cubicBezTo>
                <a:lnTo>
                  <a:pt x="664972" y="59662"/>
                </a:lnTo>
                <a:lnTo>
                  <a:pt x="664972" y="93646"/>
                </a:lnTo>
                <a:cubicBezTo>
                  <a:pt x="664972" y="94009"/>
                  <a:pt x="664880" y="94326"/>
                  <a:pt x="664700" y="94598"/>
                </a:cubicBezTo>
                <a:cubicBezTo>
                  <a:pt x="664517" y="94826"/>
                  <a:pt x="664223" y="95029"/>
                  <a:pt x="663814" y="95212"/>
                </a:cubicBezTo>
                <a:cubicBezTo>
                  <a:pt x="663406" y="95392"/>
                  <a:pt x="662837" y="95529"/>
                  <a:pt x="662111" y="95621"/>
                </a:cubicBezTo>
                <a:cubicBezTo>
                  <a:pt x="661386" y="95712"/>
                  <a:pt x="660454" y="95755"/>
                  <a:pt x="659320" y="95755"/>
                </a:cubicBezTo>
                <a:cubicBezTo>
                  <a:pt x="658231" y="95755"/>
                  <a:pt x="657322" y="95712"/>
                  <a:pt x="656596" y="95621"/>
                </a:cubicBezTo>
                <a:cubicBezTo>
                  <a:pt x="655868" y="95529"/>
                  <a:pt x="655279" y="95392"/>
                  <a:pt x="654825" y="95212"/>
                </a:cubicBezTo>
                <a:cubicBezTo>
                  <a:pt x="654416" y="95029"/>
                  <a:pt x="654122" y="94826"/>
                  <a:pt x="653939" y="94598"/>
                </a:cubicBezTo>
                <a:cubicBezTo>
                  <a:pt x="653802" y="94326"/>
                  <a:pt x="653736" y="94009"/>
                  <a:pt x="653736" y="93646"/>
                </a:cubicBezTo>
                <a:lnTo>
                  <a:pt x="653736" y="2657"/>
                </a:lnTo>
                <a:cubicBezTo>
                  <a:pt x="653736" y="2295"/>
                  <a:pt x="653802" y="1977"/>
                  <a:pt x="653939" y="1703"/>
                </a:cubicBezTo>
                <a:cubicBezTo>
                  <a:pt x="654122" y="1432"/>
                  <a:pt x="654416" y="1206"/>
                  <a:pt x="654825" y="1023"/>
                </a:cubicBezTo>
                <a:cubicBezTo>
                  <a:pt x="655279" y="840"/>
                  <a:pt x="655868" y="706"/>
                  <a:pt x="656596" y="614"/>
                </a:cubicBezTo>
                <a:cubicBezTo>
                  <a:pt x="657322" y="523"/>
                  <a:pt x="658231" y="477"/>
                  <a:pt x="659320" y="477"/>
                </a:cubicBezTo>
                <a:cubicBezTo>
                  <a:pt x="660454" y="477"/>
                  <a:pt x="661386" y="523"/>
                  <a:pt x="662111" y="614"/>
                </a:cubicBezTo>
                <a:cubicBezTo>
                  <a:pt x="662837" y="706"/>
                  <a:pt x="663406" y="840"/>
                  <a:pt x="663814" y="1023"/>
                </a:cubicBezTo>
                <a:cubicBezTo>
                  <a:pt x="664223" y="1206"/>
                  <a:pt x="664517" y="1432"/>
                  <a:pt x="664700" y="1703"/>
                </a:cubicBezTo>
                <a:cubicBezTo>
                  <a:pt x="664880" y="1977"/>
                  <a:pt x="664972" y="2295"/>
                  <a:pt x="664972" y="2657"/>
                </a:cubicBezTo>
                <a:lnTo>
                  <a:pt x="664972" y="58096"/>
                </a:lnTo>
                <a:lnTo>
                  <a:pt x="688129" y="32624"/>
                </a:lnTo>
                <a:cubicBezTo>
                  <a:pt x="688492" y="32170"/>
                  <a:pt x="688878" y="31807"/>
                  <a:pt x="689286" y="31533"/>
                </a:cubicBezTo>
                <a:cubicBezTo>
                  <a:pt x="689695" y="31215"/>
                  <a:pt x="690172" y="30967"/>
                  <a:pt x="690715" y="30784"/>
                </a:cubicBezTo>
                <a:cubicBezTo>
                  <a:pt x="691306" y="30558"/>
                  <a:pt x="691986" y="30421"/>
                  <a:pt x="692758" y="30375"/>
                </a:cubicBezTo>
                <a:cubicBezTo>
                  <a:pt x="693530" y="30284"/>
                  <a:pt x="694461" y="30241"/>
                  <a:pt x="695550" y="30241"/>
                </a:cubicBezTo>
                <a:cubicBezTo>
                  <a:pt x="696687" y="30241"/>
                  <a:pt x="697639" y="30284"/>
                  <a:pt x="698410" y="30375"/>
                </a:cubicBezTo>
                <a:cubicBezTo>
                  <a:pt x="699185" y="30421"/>
                  <a:pt x="699796" y="30535"/>
                  <a:pt x="700250" y="30715"/>
                </a:cubicBezTo>
                <a:cubicBezTo>
                  <a:pt x="700750" y="30852"/>
                  <a:pt x="701090" y="31058"/>
                  <a:pt x="701273" y="31330"/>
                </a:cubicBezTo>
                <a:cubicBezTo>
                  <a:pt x="701499" y="31555"/>
                  <a:pt x="701613" y="31875"/>
                  <a:pt x="701613" y="32284"/>
                </a:cubicBezTo>
                <a:cubicBezTo>
                  <a:pt x="701613" y="32827"/>
                  <a:pt x="701453" y="33373"/>
                  <a:pt x="701136" y="33919"/>
                </a:cubicBezTo>
                <a:cubicBezTo>
                  <a:pt x="700865" y="34461"/>
                  <a:pt x="700388" y="35099"/>
                  <a:pt x="699705" y="35824"/>
                </a:cubicBezTo>
                <a:lnTo>
                  <a:pt x="677505" y="58027"/>
                </a:lnTo>
                <a:lnTo>
                  <a:pt x="702431" y="90377"/>
                </a:lnTo>
                <a:cubicBezTo>
                  <a:pt x="703019" y="91149"/>
                  <a:pt x="703428" y="91783"/>
                  <a:pt x="703657" y="92283"/>
                </a:cubicBezTo>
                <a:cubicBezTo>
                  <a:pt x="703928" y="92737"/>
                  <a:pt x="704065" y="93169"/>
                  <a:pt x="704065" y="93577"/>
                </a:cubicBezTo>
                <a:close/>
                <a:moveTo>
                  <a:pt x="780546" y="89151"/>
                </a:moveTo>
                <a:cubicBezTo>
                  <a:pt x="780546" y="90466"/>
                  <a:pt x="780455" y="91511"/>
                  <a:pt x="780272" y="92283"/>
                </a:cubicBezTo>
                <a:cubicBezTo>
                  <a:pt x="780092" y="93054"/>
                  <a:pt x="779820" y="93623"/>
                  <a:pt x="779455" y="93986"/>
                </a:cubicBezTo>
                <a:cubicBezTo>
                  <a:pt x="779092" y="94349"/>
                  <a:pt x="778549" y="94689"/>
                  <a:pt x="777820" y="95006"/>
                </a:cubicBezTo>
                <a:cubicBezTo>
                  <a:pt x="777094" y="95326"/>
                  <a:pt x="776254" y="95575"/>
                  <a:pt x="775303" y="95755"/>
                </a:cubicBezTo>
                <a:cubicBezTo>
                  <a:pt x="774394" y="95983"/>
                  <a:pt x="773417" y="96163"/>
                  <a:pt x="772374" y="96301"/>
                </a:cubicBezTo>
                <a:cubicBezTo>
                  <a:pt x="771328" y="96438"/>
                  <a:pt x="770285" y="96506"/>
                  <a:pt x="769239" y="96506"/>
                </a:cubicBezTo>
                <a:cubicBezTo>
                  <a:pt x="766061" y="96506"/>
                  <a:pt x="763338" y="96098"/>
                  <a:pt x="761067" y="95280"/>
                </a:cubicBezTo>
                <a:cubicBezTo>
                  <a:pt x="758798" y="94418"/>
                  <a:pt x="756937" y="93146"/>
                  <a:pt x="755483" y="91466"/>
                </a:cubicBezTo>
                <a:cubicBezTo>
                  <a:pt x="754031" y="89740"/>
                  <a:pt x="752963" y="87582"/>
                  <a:pt x="752283" y="84996"/>
                </a:cubicBezTo>
                <a:cubicBezTo>
                  <a:pt x="751645" y="82362"/>
                  <a:pt x="751328" y="79276"/>
                  <a:pt x="751328" y="75732"/>
                </a:cubicBezTo>
                <a:lnTo>
                  <a:pt x="751328" y="39911"/>
                </a:lnTo>
                <a:lnTo>
                  <a:pt x="742747" y="39911"/>
                </a:lnTo>
                <a:cubicBezTo>
                  <a:pt x="742067" y="39911"/>
                  <a:pt x="741521" y="39548"/>
                  <a:pt x="741113" y="38822"/>
                </a:cubicBezTo>
                <a:cubicBezTo>
                  <a:pt x="740704" y="38093"/>
                  <a:pt x="740501" y="36913"/>
                  <a:pt x="740501" y="35279"/>
                </a:cubicBezTo>
                <a:cubicBezTo>
                  <a:pt x="740501" y="34416"/>
                  <a:pt x="740547" y="33690"/>
                  <a:pt x="740635" y="33101"/>
                </a:cubicBezTo>
                <a:cubicBezTo>
                  <a:pt x="740773" y="32510"/>
                  <a:pt x="740933" y="32033"/>
                  <a:pt x="741113" y="31670"/>
                </a:cubicBezTo>
                <a:cubicBezTo>
                  <a:pt x="741296" y="31261"/>
                  <a:pt x="741521" y="30990"/>
                  <a:pt x="741796" y="30852"/>
                </a:cubicBezTo>
                <a:cubicBezTo>
                  <a:pt x="742113" y="30672"/>
                  <a:pt x="742453" y="30581"/>
                  <a:pt x="742816" y="30581"/>
                </a:cubicBezTo>
                <a:lnTo>
                  <a:pt x="751328" y="30581"/>
                </a:lnTo>
                <a:lnTo>
                  <a:pt x="751328" y="16005"/>
                </a:lnTo>
                <a:cubicBezTo>
                  <a:pt x="751328" y="15688"/>
                  <a:pt x="751397" y="15393"/>
                  <a:pt x="751534" y="15122"/>
                </a:cubicBezTo>
                <a:cubicBezTo>
                  <a:pt x="751714" y="14848"/>
                  <a:pt x="752011" y="14622"/>
                  <a:pt x="752420" y="14439"/>
                </a:cubicBezTo>
                <a:cubicBezTo>
                  <a:pt x="752871" y="14213"/>
                  <a:pt x="753463" y="14053"/>
                  <a:pt x="754189" y="13962"/>
                </a:cubicBezTo>
                <a:cubicBezTo>
                  <a:pt x="754914" y="13873"/>
                  <a:pt x="755823" y="13827"/>
                  <a:pt x="756915" y="13827"/>
                </a:cubicBezTo>
                <a:cubicBezTo>
                  <a:pt x="758049" y="13827"/>
                  <a:pt x="758981" y="13873"/>
                  <a:pt x="759706" y="13962"/>
                </a:cubicBezTo>
                <a:cubicBezTo>
                  <a:pt x="760432" y="14053"/>
                  <a:pt x="761001" y="14213"/>
                  <a:pt x="761409" y="14439"/>
                </a:cubicBezTo>
                <a:cubicBezTo>
                  <a:pt x="761818" y="14622"/>
                  <a:pt x="762112" y="14848"/>
                  <a:pt x="762292" y="15122"/>
                </a:cubicBezTo>
                <a:cubicBezTo>
                  <a:pt x="762475" y="15393"/>
                  <a:pt x="762567" y="15688"/>
                  <a:pt x="762567" y="16005"/>
                </a:cubicBezTo>
                <a:lnTo>
                  <a:pt x="762567" y="30581"/>
                </a:lnTo>
                <a:lnTo>
                  <a:pt x="778297" y="30581"/>
                </a:lnTo>
                <a:cubicBezTo>
                  <a:pt x="778660" y="30581"/>
                  <a:pt x="778980" y="30672"/>
                  <a:pt x="779252" y="30852"/>
                </a:cubicBezTo>
                <a:cubicBezTo>
                  <a:pt x="779523" y="30990"/>
                  <a:pt x="779752" y="31261"/>
                  <a:pt x="779932" y="31670"/>
                </a:cubicBezTo>
                <a:cubicBezTo>
                  <a:pt x="780160" y="32033"/>
                  <a:pt x="780318" y="32510"/>
                  <a:pt x="780409" y="33101"/>
                </a:cubicBezTo>
                <a:cubicBezTo>
                  <a:pt x="780500" y="33690"/>
                  <a:pt x="780546" y="34416"/>
                  <a:pt x="780546" y="35279"/>
                </a:cubicBezTo>
                <a:cubicBezTo>
                  <a:pt x="780546" y="36913"/>
                  <a:pt x="780340" y="38093"/>
                  <a:pt x="779932" y="38822"/>
                </a:cubicBezTo>
                <a:cubicBezTo>
                  <a:pt x="779523" y="39548"/>
                  <a:pt x="778980" y="39911"/>
                  <a:pt x="778297" y="39911"/>
                </a:cubicBezTo>
                <a:lnTo>
                  <a:pt x="762567" y="39911"/>
                </a:lnTo>
                <a:lnTo>
                  <a:pt x="762567" y="74098"/>
                </a:lnTo>
                <a:cubicBezTo>
                  <a:pt x="762567" y="78321"/>
                  <a:pt x="763178" y="81522"/>
                  <a:pt x="764404" y="83702"/>
                </a:cubicBezTo>
                <a:cubicBezTo>
                  <a:pt x="765676" y="85836"/>
                  <a:pt x="767925" y="86902"/>
                  <a:pt x="771148" y="86902"/>
                </a:cubicBezTo>
                <a:cubicBezTo>
                  <a:pt x="772191" y="86902"/>
                  <a:pt x="773122" y="86811"/>
                  <a:pt x="773940" y="86631"/>
                </a:cubicBezTo>
                <a:cubicBezTo>
                  <a:pt x="774757" y="86402"/>
                  <a:pt x="775483" y="86176"/>
                  <a:pt x="776120" y="85948"/>
                </a:cubicBezTo>
                <a:cubicBezTo>
                  <a:pt x="776754" y="85722"/>
                  <a:pt x="777300" y="85519"/>
                  <a:pt x="777754" y="85336"/>
                </a:cubicBezTo>
                <a:cubicBezTo>
                  <a:pt x="778209" y="85111"/>
                  <a:pt x="778617" y="84996"/>
                  <a:pt x="778980" y="84996"/>
                </a:cubicBezTo>
                <a:cubicBezTo>
                  <a:pt x="779206" y="84996"/>
                  <a:pt x="779412" y="85065"/>
                  <a:pt x="779592" y="85199"/>
                </a:cubicBezTo>
                <a:cubicBezTo>
                  <a:pt x="779820" y="85291"/>
                  <a:pt x="779977" y="85496"/>
                  <a:pt x="780069" y="85814"/>
                </a:cubicBezTo>
                <a:cubicBezTo>
                  <a:pt x="780206" y="86131"/>
                  <a:pt x="780318" y="86562"/>
                  <a:pt x="780409" y="87108"/>
                </a:cubicBezTo>
                <a:cubicBezTo>
                  <a:pt x="780500" y="87651"/>
                  <a:pt x="780546" y="88334"/>
                  <a:pt x="780546" y="89151"/>
                </a:cubicBezTo>
                <a:close/>
                <a:moveTo>
                  <a:pt x="881136" y="32215"/>
                </a:moveTo>
                <a:cubicBezTo>
                  <a:pt x="881136" y="32533"/>
                  <a:pt x="881090" y="32918"/>
                  <a:pt x="880999" y="33373"/>
                </a:cubicBezTo>
                <a:cubicBezTo>
                  <a:pt x="880910" y="33827"/>
                  <a:pt x="880750" y="34393"/>
                  <a:pt x="880524" y="35076"/>
                </a:cubicBezTo>
                <a:lnTo>
                  <a:pt x="862476" y="93303"/>
                </a:lnTo>
                <a:cubicBezTo>
                  <a:pt x="862339" y="93803"/>
                  <a:pt x="862113" y="94212"/>
                  <a:pt x="861793" y="94529"/>
                </a:cubicBezTo>
                <a:cubicBezTo>
                  <a:pt x="861522" y="94849"/>
                  <a:pt x="861113" y="95098"/>
                  <a:pt x="860568" y="95280"/>
                </a:cubicBezTo>
                <a:cubicBezTo>
                  <a:pt x="860070" y="95461"/>
                  <a:pt x="859365" y="95575"/>
                  <a:pt x="858456" y="95621"/>
                </a:cubicBezTo>
                <a:cubicBezTo>
                  <a:pt x="857550" y="95712"/>
                  <a:pt x="856413" y="95755"/>
                  <a:pt x="855053" y="95755"/>
                </a:cubicBezTo>
                <a:cubicBezTo>
                  <a:pt x="853644" y="95755"/>
                  <a:pt x="852464" y="95712"/>
                  <a:pt x="851509" y="95621"/>
                </a:cubicBezTo>
                <a:cubicBezTo>
                  <a:pt x="850558" y="95529"/>
                  <a:pt x="849786" y="95392"/>
                  <a:pt x="849195" y="95212"/>
                </a:cubicBezTo>
                <a:cubicBezTo>
                  <a:pt x="848649" y="95029"/>
                  <a:pt x="848240" y="94780"/>
                  <a:pt x="847969" y="94463"/>
                </a:cubicBezTo>
                <a:cubicBezTo>
                  <a:pt x="847697" y="94143"/>
                  <a:pt x="847492" y="93757"/>
                  <a:pt x="847357" y="93303"/>
                </a:cubicBezTo>
                <a:lnTo>
                  <a:pt x="834484" y="48832"/>
                </a:lnTo>
                <a:lnTo>
                  <a:pt x="834347" y="48220"/>
                </a:lnTo>
                <a:lnTo>
                  <a:pt x="834213" y="48832"/>
                </a:lnTo>
                <a:lnTo>
                  <a:pt x="822294" y="93303"/>
                </a:lnTo>
                <a:cubicBezTo>
                  <a:pt x="822157" y="93803"/>
                  <a:pt x="821931" y="94212"/>
                  <a:pt x="821611" y="94529"/>
                </a:cubicBezTo>
                <a:cubicBezTo>
                  <a:pt x="821340" y="94849"/>
                  <a:pt x="820908" y="95098"/>
                  <a:pt x="820320" y="95280"/>
                </a:cubicBezTo>
                <a:cubicBezTo>
                  <a:pt x="819728" y="95461"/>
                  <a:pt x="818957" y="95575"/>
                  <a:pt x="818002" y="95621"/>
                </a:cubicBezTo>
                <a:cubicBezTo>
                  <a:pt x="817096" y="95712"/>
                  <a:pt x="815959" y="95755"/>
                  <a:pt x="814599" y="95755"/>
                </a:cubicBezTo>
                <a:cubicBezTo>
                  <a:pt x="813190" y="95755"/>
                  <a:pt x="812033" y="95712"/>
                  <a:pt x="811124" y="95621"/>
                </a:cubicBezTo>
                <a:cubicBezTo>
                  <a:pt x="810261" y="95529"/>
                  <a:pt x="809535" y="95392"/>
                  <a:pt x="808944" y="95212"/>
                </a:cubicBezTo>
                <a:cubicBezTo>
                  <a:pt x="808401" y="95029"/>
                  <a:pt x="807992" y="94780"/>
                  <a:pt x="807718" y="94463"/>
                </a:cubicBezTo>
                <a:cubicBezTo>
                  <a:pt x="807447" y="94143"/>
                  <a:pt x="807244" y="93757"/>
                  <a:pt x="807107" y="93303"/>
                </a:cubicBezTo>
                <a:lnTo>
                  <a:pt x="789196" y="35076"/>
                </a:lnTo>
                <a:cubicBezTo>
                  <a:pt x="788967" y="34393"/>
                  <a:pt x="788810" y="33827"/>
                  <a:pt x="788719" y="33373"/>
                </a:cubicBezTo>
                <a:cubicBezTo>
                  <a:pt x="788627" y="32918"/>
                  <a:pt x="788581" y="32533"/>
                  <a:pt x="788581" y="32215"/>
                </a:cubicBezTo>
                <a:cubicBezTo>
                  <a:pt x="788581" y="31807"/>
                  <a:pt x="788673" y="31490"/>
                  <a:pt x="788856" y="31261"/>
                </a:cubicBezTo>
                <a:cubicBezTo>
                  <a:pt x="789036" y="30990"/>
                  <a:pt x="789330" y="30784"/>
                  <a:pt x="789739" y="30650"/>
                </a:cubicBezTo>
                <a:cubicBezTo>
                  <a:pt x="790193" y="30467"/>
                  <a:pt x="790785" y="30352"/>
                  <a:pt x="791510" y="30307"/>
                </a:cubicBezTo>
                <a:cubicBezTo>
                  <a:pt x="792236" y="30264"/>
                  <a:pt x="793122" y="30241"/>
                  <a:pt x="794168" y="30241"/>
                </a:cubicBezTo>
                <a:cubicBezTo>
                  <a:pt x="795437" y="30241"/>
                  <a:pt x="796460" y="30284"/>
                  <a:pt x="797231" y="30375"/>
                </a:cubicBezTo>
                <a:cubicBezTo>
                  <a:pt x="798003" y="30421"/>
                  <a:pt x="798594" y="30535"/>
                  <a:pt x="799003" y="30715"/>
                </a:cubicBezTo>
                <a:cubicBezTo>
                  <a:pt x="799411" y="30852"/>
                  <a:pt x="799706" y="31081"/>
                  <a:pt x="799889" y="31398"/>
                </a:cubicBezTo>
                <a:cubicBezTo>
                  <a:pt x="800069" y="31670"/>
                  <a:pt x="800229" y="32010"/>
                  <a:pt x="800363" y="32418"/>
                </a:cubicBezTo>
                <a:lnTo>
                  <a:pt x="815142" y="82953"/>
                </a:lnTo>
                <a:lnTo>
                  <a:pt x="815279" y="83565"/>
                </a:lnTo>
                <a:lnTo>
                  <a:pt x="815416" y="82953"/>
                </a:lnTo>
                <a:lnTo>
                  <a:pt x="828969" y="32418"/>
                </a:lnTo>
                <a:cubicBezTo>
                  <a:pt x="829058" y="32010"/>
                  <a:pt x="829195" y="31670"/>
                  <a:pt x="829378" y="31398"/>
                </a:cubicBezTo>
                <a:cubicBezTo>
                  <a:pt x="829604" y="31081"/>
                  <a:pt x="829921" y="30852"/>
                  <a:pt x="830329" y="30715"/>
                </a:cubicBezTo>
                <a:cubicBezTo>
                  <a:pt x="830738" y="30535"/>
                  <a:pt x="831284" y="30421"/>
                  <a:pt x="831964" y="30375"/>
                </a:cubicBezTo>
                <a:cubicBezTo>
                  <a:pt x="832690" y="30284"/>
                  <a:pt x="833621" y="30241"/>
                  <a:pt x="834756" y="30241"/>
                </a:cubicBezTo>
                <a:cubicBezTo>
                  <a:pt x="835847" y="30241"/>
                  <a:pt x="836733" y="30284"/>
                  <a:pt x="837413" y="30375"/>
                </a:cubicBezTo>
                <a:cubicBezTo>
                  <a:pt x="838139" y="30421"/>
                  <a:pt x="838708" y="30535"/>
                  <a:pt x="839116" y="30715"/>
                </a:cubicBezTo>
                <a:cubicBezTo>
                  <a:pt x="839525" y="30852"/>
                  <a:pt x="839819" y="31058"/>
                  <a:pt x="840002" y="31330"/>
                </a:cubicBezTo>
                <a:cubicBezTo>
                  <a:pt x="840182" y="31601"/>
                  <a:pt x="840319" y="31918"/>
                  <a:pt x="840411" y="32284"/>
                </a:cubicBezTo>
                <a:lnTo>
                  <a:pt x="855053" y="82953"/>
                </a:lnTo>
                <a:lnTo>
                  <a:pt x="855187" y="83565"/>
                </a:lnTo>
                <a:lnTo>
                  <a:pt x="855255" y="82953"/>
                </a:lnTo>
                <a:lnTo>
                  <a:pt x="869832" y="32418"/>
                </a:lnTo>
                <a:cubicBezTo>
                  <a:pt x="869920" y="32010"/>
                  <a:pt x="870057" y="31670"/>
                  <a:pt x="870240" y="31398"/>
                </a:cubicBezTo>
                <a:cubicBezTo>
                  <a:pt x="870466" y="31081"/>
                  <a:pt x="870783" y="30852"/>
                  <a:pt x="871192" y="30715"/>
                </a:cubicBezTo>
                <a:cubicBezTo>
                  <a:pt x="871646" y="30535"/>
                  <a:pt x="872238" y="30421"/>
                  <a:pt x="872963" y="30375"/>
                </a:cubicBezTo>
                <a:cubicBezTo>
                  <a:pt x="873735" y="30284"/>
                  <a:pt x="874712" y="30241"/>
                  <a:pt x="875892" y="30241"/>
                </a:cubicBezTo>
                <a:cubicBezTo>
                  <a:pt x="876981" y="30241"/>
                  <a:pt x="877844" y="30264"/>
                  <a:pt x="878481" y="30307"/>
                </a:cubicBezTo>
                <a:cubicBezTo>
                  <a:pt x="879161" y="30352"/>
                  <a:pt x="879684" y="30467"/>
                  <a:pt x="880047" y="30650"/>
                </a:cubicBezTo>
                <a:cubicBezTo>
                  <a:pt x="880456" y="30830"/>
                  <a:pt x="880727" y="31035"/>
                  <a:pt x="880864" y="31261"/>
                </a:cubicBezTo>
                <a:cubicBezTo>
                  <a:pt x="881044" y="31490"/>
                  <a:pt x="881136" y="31807"/>
                  <a:pt x="881136" y="32215"/>
                </a:cubicBezTo>
                <a:close/>
                <a:moveTo>
                  <a:pt x="906333" y="93646"/>
                </a:moveTo>
                <a:cubicBezTo>
                  <a:pt x="906333" y="94009"/>
                  <a:pt x="906245" y="94326"/>
                  <a:pt x="906062" y="94598"/>
                </a:cubicBezTo>
                <a:cubicBezTo>
                  <a:pt x="905882" y="94826"/>
                  <a:pt x="905585" y="95029"/>
                  <a:pt x="905176" y="95212"/>
                </a:cubicBezTo>
                <a:cubicBezTo>
                  <a:pt x="904767" y="95392"/>
                  <a:pt x="904202" y="95529"/>
                  <a:pt x="903473" y="95621"/>
                </a:cubicBezTo>
                <a:cubicBezTo>
                  <a:pt x="902747" y="95712"/>
                  <a:pt x="901816" y="95755"/>
                  <a:pt x="900681" y="95755"/>
                </a:cubicBezTo>
                <a:cubicBezTo>
                  <a:pt x="899592" y="95755"/>
                  <a:pt x="898684" y="95712"/>
                  <a:pt x="897958" y="95621"/>
                </a:cubicBezTo>
                <a:cubicBezTo>
                  <a:pt x="897232" y="95529"/>
                  <a:pt x="896641" y="95392"/>
                  <a:pt x="896186" y="95212"/>
                </a:cubicBezTo>
                <a:cubicBezTo>
                  <a:pt x="895778" y="95029"/>
                  <a:pt x="895483" y="94826"/>
                  <a:pt x="895300" y="94598"/>
                </a:cubicBezTo>
                <a:cubicBezTo>
                  <a:pt x="895166" y="94326"/>
                  <a:pt x="895098" y="94009"/>
                  <a:pt x="895098" y="93646"/>
                </a:cubicBezTo>
                <a:lnTo>
                  <a:pt x="895098" y="32350"/>
                </a:lnTo>
                <a:cubicBezTo>
                  <a:pt x="895098" y="32033"/>
                  <a:pt x="895166" y="31738"/>
                  <a:pt x="895300" y="31467"/>
                </a:cubicBezTo>
                <a:cubicBezTo>
                  <a:pt x="895483" y="31192"/>
                  <a:pt x="895778" y="30967"/>
                  <a:pt x="896186" y="30784"/>
                </a:cubicBezTo>
                <a:cubicBezTo>
                  <a:pt x="896641" y="30604"/>
                  <a:pt x="897232" y="30467"/>
                  <a:pt x="897958" y="30375"/>
                </a:cubicBezTo>
                <a:cubicBezTo>
                  <a:pt x="898684" y="30284"/>
                  <a:pt x="899592" y="30241"/>
                  <a:pt x="900681" y="30241"/>
                </a:cubicBezTo>
                <a:cubicBezTo>
                  <a:pt x="901818" y="30241"/>
                  <a:pt x="902747" y="30284"/>
                  <a:pt x="903473" y="30375"/>
                </a:cubicBezTo>
                <a:cubicBezTo>
                  <a:pt x="904202" y="30467"/>
                  <a:pt x="904767" y="30604"/>
                  <a:pt x="905176" y="30784"/>
                </a:cubicBezTo>
                <a:cubicBezTo>
                  <a:pt x="905585" y="30967"/>
                  <a:pt x="905882" y="31192"/>
                  <a:pt x="906062" y="31467"/>
                </a:cubicBezTo>
                <a:cubicBezTo>
                  <a:pt x="906245" y="31738"/>
                  <a:pt x="906333" y="32033"/>
                  <a:pt x="906333" y="32350"/>
                </a:cubicBezTo>
                <a:lnTo>
                  <a:pt x="906333" y="93646"/>
                </a:lnTo>
                <a:close/>
                <a:moveTo>
                  <a:pt x="907628" y="11647"/>
                </a:moveTo>
                <a:cubicBezTo>
                  <a:pt x="907628" y="14282"/>
                  <a:pt x="907131" y="16073"/>
                  <a:pt x="906130" y="17028"/>
                </a:cubicBezTo>
                <a:cubicBezTo>
                  <a:pt x="905130" y="17982"/>
                  <a:pt x="903293" y="18457"/>
                  <a:pt x="900613" y="18457"/>
                </a:cubicBezTo>
                <a:cubicBezTo>
                  <a:pt x="897981" y="18457"/>
                  <a:pt x="896163" y="18002"/>
                  <a:pt x="895166" y="17096"/>
                </a:cubicBezTo>
                <a:cubicBezTo>
                  <a:pt x="894212" y="16142"/>
                  <a:pt x="893735" y="14370"/>
                  <a:pt x="893735" y="11784"/>
                </a:cubicBezTo>
                <a:cubicBezTo>
                  <a:pt x="893735" y="9150"/>
                  <a:pt x="894235" y="7355"/>
                  <a:pt x="895235" y="6404"/>
                </a:cubicBezTo>
                <a:cubicBezTo>
                  <a:pt x="896232" y="5449"/>
                  <a:pt x="898072" y="4972"/>
                  <a:pt x="900750" y="4972"/>
                </a:cubicBezTo>
                <a:cubicBezTo>
                  <a:pt x="903384" y="4972"/>
                  <a:pt x="905176" y="5449"/>
                  <a:pt x="906130" y="6404"/>
                </a:cubicBezTo>
                <a:cubicBezTo>
                  <a:pt x="907131" y="7312"/>
                  <a:pt x="907628" y="9058"/>
                  <a:pt x="907628" y="11647"/>
                </a:cubicBezTo>
                <a:close/>
                <a:moveTo>
                  <a:pt x="971170" y="84313"/>
                </a:moveTo>
                <a:cubicBezTo>
                  <a:pt x="971170" y="85088"/>
                  <a:pt x="971147" y="85768"/>
                  <a:pt x="971101" y="86357"/>
                </a:cubicBezTo>
                <a:cubicBezTo>
                  <a:pt x="971056" y="86902"/>
                  <a:pt x="970967" y="87379"/>
                  <a:pt x="970830" y="87788"/>
                </a:cubicBezTo>
                <a:cubicBezTo>
                  <a:pt x="970738" y="88151"/>
                  <a:pt x="970601" y="88491"/>
                  <a:pt x="970421" y="88808"/>
                </a:cubicBezTo>
                <a:cubicBezTo>
                  <a:pt x="970284" y="89083"/>
                  <a:pt x="969921" y="89514"/>
                  <a:pt x="969333" y="90103"/>
                </a:cubicBezTo>
                <a:cubicBezTo>
                  <a:pt x="968787" y="90648"/>
                  <a:pt x="967832" y="91351"/>
                  <a:pt x="966472" y="92214"/>
                </a:cubicBezTo>
                <a:cubicBezTo>
                  <a:pt x="965109" y="93032"/>
                  <a:pt x="963566" y="93780"/>
                  <a:pt x="961840" y="94463"/>
                </a:cubicBezTo>
                <a:cubicBezTo>
                  <a:pt x="960160" y="95098"/>
                  <a:pt x="958320" y="95621"/>
                  <a:pt x="956322" y="96029"/>
                </a:cubicBezTo>
                <a:cubicBezTo>
                  <a:pt x="954325" y="96438"/>
                  <a:pt x="952259" y="96641"/>
                  <a:pt x="950124" y="96641"/>
                </a:cubicBezTo>
                <a:cubicBezTo>
                  <a:pt x="945721" y="96641"/>
                  <a:pt x="941818" y="95915"/>
                  <a:pt x="938412" y="94463"/>
                </a:cubicBezTo>
                <a:cubicBezTo>
                  <a:pt x="935005" y="93009"/>
                  <a:pt x="932145" y="90897"/>
                  <a:pt x="929830" y="88128"/>
                </a:cubicBezTo>
                <a:cubicBezTo>
                  <a:pt x="927562" y="85314"/>
                  <a:pt x="925813" y="81885"/>
                  <a:pt x="924587" y="77844"/>
                </a:cubicBezTo>
                <a:cubicBezTo>
                  <a:pt x="923407" y="73758"/>
                  <a:pt x="922815" y="69060"/>
                  <a:pt x="922815" y="63748"/>
                </a:cubicBezTo>
                <a:cubicBezTo>
                  <a:pt x="922815" y="57707"/>
                  <a:pt x="923541" y="52532"/>
                  <a:pt x="924996" y="48220"/>
                </a:cubicBezTo>
                <a:cubicBezTo>
                  <a:pt x="926493" y="43860"/>
                  <a:pt x="928513" y="40296"/>
                  <a:pt x="931056" y="37528"/>
                </a:cubicBezTo>
                <a:cubicBezTo>
                  <a:pt x="933645" y="34759"/>
                  <a:pt x="936663" y="32716"/>
                  <a:pt x="940115" y="31398"/>
                </a:cubicBezTo>
                <a:cubicBezTo>
                  <a:pt x="943609" y="30035"/>
                  <a:pt x="947378" y="29355"/>
                  <a:pt x="951419" y="29355"/>
                </a:cubicBezTo>
                <a:cubicBezTo>
                  <a:pt x="953373" y="29355"/>
                  <a:pt x="955257" y="29535"/>
                  <a:pt x="957074" y="29898"/>
                </a:cubicBezTo>
                <a:cubicBezTo>
                  <a:pt x="958934" y="30264"/>
                  <a:pt x="960637" y="30738"/>
                  <a:pt x="962180" y="31330"/>
                </a:cubicBezTo>
                <a:cubicBezTo>
                  <a:pt x="963723" y="31918"/>
                  <a:pt x="965086" y="32601"/>
                  <a:pt x="966266" y="33373"/>
                </a:cubicBezTo>
                <a:cubicBezTo>
                  <a:pt x="967492" y="34144"/>
                  <a:pt x="968378" y="34801"/>
                  <a:pt x="968924" y="35347"/>
                </a:cubicBezTo>
                <a:cubicBezTo>
                  <a:pt x="969467" y="35893"/>
                  <a:pt x="969830" y="36325"/>
                  <a:pt x="970013" y="36642"/>
                </a:cubicBezTo>
                <a:cubicBezTo>
                  <a:pt x="970238" y="36959"/>
                  <a:pt x="970421" y="37345"/>
                  <a:pt x="970558" y="37799"/>
                </a:cubicBezTo>
                <a:cubicBezTo>
                  <a:pt x="970693" y="38208"/>
                  <a:pt x="970784" y="38685"/>
                  <a:pt x="970830" y="39231"/>
                </a:cubicBezTo>
                <a:cubicBezTo>
                  <a:pt x="970876" y="39774"/>
                  <a:pt x="970898" y="40456"/>
                  <a:pt x="970898" y="41274"/>
                </a:cubicBezTo>
                <a:cubicBezTo>
                  <a:pt x="970898" y="43043"/>
                  <a:pt x="970693" y="44291"/>
                  <a:pt x="970284" y="45017"/>
                </a:cubicBezTo>
                <a:cubicBezTo>
                  <a:pt x="969876" y="45700"/>
                  <a:pt x="969375" y="46040"/>
                  <a:pt x="968787" y="46040"/>
                </a:cubicBezTo>
                <a:cubicBezTo>
                  <a:pt x="968107" y="46040"/>
                  <a:pt x="967309" y="45677"/>
                  <a:pt x="966404" y="44951"/>
                </a:cubicBezTo>
                <a:cubicBezTo>
                  <a:pt x="965541" y="44180"/>
                  <a:pt x="964429" y="43340"/>
                  <a:pt x="963066" y="42431"/>
                </a:cubicBezTo>
                <a:cubicBezTo>
                  <a:pt x="961703" y="41522"/>
                  <a:pt x="960046" y="40705"/>
                  <a:pt x="958094" y="39979"/>
                </a:cubicBezTo>
                <a:cubicBezTo>
                  <a:pt x="956188" y="39208"/>
                  <a:pt x="953916" y="38822"/>
                  <a:pt x="951285" y="38822"/>
                </a:cubicBezTo>
                <a:cubicBezTo>
                  <a:pt x="945881" y="38822"/>
                  <a:pt x="941726" y="40911"/>
                  <a:pt x="938820" y="45086"/>
                </a:cubicBezTo>
                <a:cubicBezTo>
                  <a:pt x="935960" y="49218"/>
                  <a:pt x="934531" y="55235"/>
                  <a:pt x="934531" y="63134"/>
                </a:cubicBezTo>
                <a:cubicBezTo>
                  <a:pt x="934531" y="67086"/>
                  <a:pt x="934894" y="70557"/>
                  <a:pt x="935620" y="73555"/>
                </a:cubicBezTo>
                <a:cubicBezTo>
                  <a:pt x="936391" y="76507"/>
                  <a:pt x="937503" y="78978"/>
                  <a:pt x="938957" y="80979"/>
                </a:cubicBezTo>
                <a:cubicBezTo>
                  <a:pt x="940409" y="82976"/>
                  <a:pt x="942181" y="84473"/>
                  <a:pt x="944269" y="85474"/>
                </a:cubicBezTo>
                <a:cubicBezTo>
                  <a:pt x="946404" y="86425"/>
                  <a:pt x="948833" y="86902"/>
                  <a:pt x="951556" y="86902"/>
                </a:cubicBezTo>
                <a:cubicBezTo>
                  <a:pt x="954145" y="86902"/>
                  <a:pt x="956414" y="86494"/>
                  <a:pt x="958365" y="85676"/>
                </a:cubicBezTo>
                <a:cubicBezTo>
                  <a:pt x="960320" y="84859"/>
                  <a:pt x="961997" y="83973"/>
                  <a:pt x="963406" y="83022"/>
                </a:cubicBezTo>
                <a:cubicBezTo>
                  <a:pt x="964858" y="82022"/>
                  <a:pt x="966064" y="81136"/>
                  <a:pt x="967015" y="80364"/>
                </a:cubicBezTo>
                <a:cubicBezTo>
                  <a:pt x="968015" y="79547"/>
                  <a:pt x="968787" y="79138"/>
                  <a:pt x="969333" y="79138"/>
                </a:cubicBezTo>
                <a:cubicBezTo>
                  <a:pt x="969650" y="79138"/>
                  <a:pt x="969921" y="79230"/>
                  <a:pt x="970150" y="79410"/>
                </a:cubicBezTo>
                <a:cubicBezTo>
                  <a:pt x="970376" y="79593"/>
                  <a:pt x="970558" y="79910"/>
                  <a:pt x="970693" y="80364"/>
                </a:cubicBezTo>
                <a:cubicBezTo>
                  <a:pt x="970876" y="80773"/>
                  <a:pt x="970990" y="81319"/>
                  <a:pt x="971033" y="81999"/>
                </a:cubicBezTo>
                <a:cubicBezTo>
                  <a:pt x="971124" y="82636"/>
                  <a:pt x="971170" y="83408"/>
                  <a:pt x="971170" y="84313"/>
                </a:cubicBezTo>
                <a:close/>
                <a:moveTo>
                  <a:pt x="1038390" y="60342"/>
                </a:moveTo>
                <a:cubicBezTo>
                  <a:pt x="1038390" y="62113"/>
                  <a:pt x="1037935" y="63385"/>
                  <a:pt x="1037027" y="64157"/>
                </a:cubicBezTo>
                <a:cubicBezTo>
                  <a:pt x="1036164" y="64882"/>
                  <a:pt x="1035167" y="65245"/>
                  <a:pt x="1034029" y="65245"/>
                </a:cubicBezTo>
                <a:lnTo>
                  <a:pt x="993850" y="65245"/>
                </a:lnTo>
                <a:cubicBezTo>
                  <a:pt x="993850" y="68651"/>
                  <a:pt x="994190" y="71715"/>
                  <a:pt x="994870" y="74441"/>
                </a:cubicBezTo>
                <a:cubicBezTo>
                  <a:pt x="995550" y="77164"/>
                  <a:pt x="996687" y="79501"/>
                  <a:pt x="998276" y="81453"/>
                </a:cubicBezTo>
                <a:cubicBezTo>
                  <a:pt x="999865" y="83408"/>
                  <a:pt x="1001931" y="84905"/>
                  <a:pt x="1004474" y="85948"/>
                </a:cubicBezTo>
                <a:cubicBezTo>
                  <a:pt x="1007014" y="86994"/>
                  <a:pt x="1010126" y="87517"/>
                  <a:pt x="1013804" y="87517"/>
                </a:cubicBezTo>
                <a:cubicBezTo>
                  <a:pt x="1016710" y="87517"/>
                  <a:pt x="1019296" y="87288"/>
                  <a:pt x="1021568" y="86834"/>
                </a:cubicBezTo>
                <a:cubicBezTo>
                  <a:pt x="1023837" y="86337"/>
                  <a:pt x="1025791" y="85791"/>
                  <a:pt x="1027426" y="85199"/>
                </a:cubicBezTo>
                <a:cubicBezTo>
                  <a:pt x="1029103" y="84611"/>
                  <a:pt x="1030466" y="84088"/>
                  <a:pt x="1031512" y="83633"/>
                </a:cubicBezTo>
                <a:cubicBezTo>
                  <a:pt x="1032600" y="83133"/>
                  <a:pt x="1033418" y="82885"/>
                  <a:pt x="1033964" y="82885"/>
                </a:cubicBezTo>
                <a:cubicBezTo>
                  <a:pt x="1034281" y="82885"/>
                  <a:pt x="1034552" y="82976"/>
                  <a:pt x="1034781" y="83156"/>
                </a:cubicBezTo>
                <a:cubicBezTo>
                  <a:pt x="1035052" y="83293"/>
                  <a:pt x="1035255" y="83519"/>
                  <a:pt x="1035392" y="83839"/>
                </a:cubicBezTo>
                <a:cubicBezTo>
                  <a:pt x="1035529" y="84156"/>
                  <a:pt x="1035621" y="84611"/>
                  <a:pt x="1035664" y="85199"/>
                </a:cubicBezTo>
                <a:cubicBezTo>
                  <a:pt x="1035755" y="85745"/>
                  <a:pt x="1035801" y="86425"/>
                  <a:pt x="1035801" y="87242"/>
                </a:cubicBezTo>
                <a:cubicBezTo>
                  <a:pt x="1035801" y="87834"/>
                  <a:pt x="1035778" y="88357"/>
                  <a:pt x="1035732" y="88808"/>
                </a:cubicBezTo>
                <a:cubicBezTo>
                  <a:pt x="1035687" y="89217"/>
                  <a:pt x="1035621" y="89605"/>
                  <a:pt x="1035529" y="89968"/>
                </a:cubicBezTo>
                <a:cubicBezTo>
                  <a:pt x="1035484" y="90286"/>
                  <a:pt x="1035369" y="90580"/>
                  <a:pt x="1035189" y="90851"/>
                </a:cubicBezTo>
                <a:cubicBezTo>
                  <a:pt x="1035052" y="91126"/>
                  <a:pt x="1034846" y="91397"/>
                  <a:pt x="1034575" y="91669"/>
                </a:cubicBezTo>
                <a:cubicBezTo>
                  <a:pt x="1034349" y="91897"/>
                  <a:pt x="1033621" y="92306"/>
                  <a:pt x="1032395" y="92894"/>
                </a:cubicBezTo>
                <a:cubicBezTo>
                  <a:pt x="1031169" y="93440"/>
                  <a:pt x="1029580" y="93986"/>
                  <a:pt x="1027628" y="94529"/>
                </a:cubicBezTo>
                <a:cubicBezTo>
                  <a:pt x="1025677" y="95075"/>
                  <a:pt x="1023405" y="95552"/>
                  <a:pt x="1020819" y="95961"/>
                </a:cubicBezTo>
                <a:cubicBezTo>
                  <a:pt x="1018276" y="96415"/>
                  <a:pt x="1015553" y="96641"/>
                  <a:pt x="1012647" y="96641"/>
                </a:cubicBezTo>
                <a:cubicBezTo>
                  <a:pt x="1007606" y="96641"/>
                  <a:pt x="1003180" y="95938"/>
                  <a:pt x="999365" y="94529"/>
                </a:cubicBezTo>
                <a:cubicBezTo>
                  <a:pt x="995596" y="93123"/>
                  <a:pt x="992418" y="91034"/>
                  <a:pt x="989829" y="88265"/>
                </a:cubicBezTo>
                <a:cubicBezTo>
                  <a:pt x="987243" y="85496"/>
                  <a:pt x="985292" y="82022"/>
                  <a:pt x="983974" y="77844"/>
                </a:cubicBezTo>
                <a:cubicBezTo>
                  <a:pt x="982657" y="73666"/>
                  <a:pt x="982000" y="68809"/>
                  <a:pt x="982000" y="63271"/>
                </a:cubicBezTo>
                <a:cubicBezTo>
                  <a:pt x="982000" y="58004"/>
                  <a:pt x="982680" y="53281"/>
                  <a:pt x="984043" y="49103"/>
                </a:cubicBezTo>
                <a:cubicBezTo>
                  <a:pt x="985403" y="44883"/>
                  <a:pt x="987358" y="41319"/>
                  <a:pt x="989898" y="38413"/>
                </a:cubicBezTo>
                <a:cubicBezTo>
                  <a:pt x="992487" y="35462"/>
                  <a:pt x="995596" y="33213"/>
                  <a:pt x="999228" y="31670"/>
                </a:cubicBezTo>
                <a:cubicBezTo>
                  <a:pt x="1002862" y="30081"/>
                  <a:pt x="1006926" y="29287"/>
                  <a:pt x="1011421" y="29287"/>
                </a:cubicBezTo>
                <a:cubicBezTo>
                  <a:pt x="1016233" y="29287"/>
                  <a:pt x="1020319" y="30058"/>
                  <a:pt x="1023679" y="31601"/>
                </a:cubicBezTo>
                <a:cubicBezTo>
                  <a:pt x="1027083" y="33144"/>
                  <a:pt x="1029877" y="35233"/>
                  <a:pt x="1032055" y="37868"/>
                </a:cubicBezTo>
                <a:cubicBezTo>
                  <a:pt x="1034235" y="40456"/>
                  <a:pt x="1035824" y="43520"/>
                  <a:pt x="1036824" y="47060"/>
                </a:cubicBezTo>
                <a:cubicBezTo>
                  <a:pt x="1037867" y="50558"/>
                  <a:pt x="1038390" y="54304"/>
                  <a:pt x="1038390" y="58299"/>
                </a:cubicBezTo>
                <a:lnTo>
                  <a:pt x="1038390" y="60342"/>
                </a:lnTo>
                <a:close/>
                <a:moveTo>
                  <a:pt x="1027083" y="57004"/>
                </a:moveTo>
                <a:cubicBezTo>
                  <a:pt x="1027220" y="51104"/>
                  <a:pt x="1025903" y="46472"/>
                  <a:pt x="1023134" y="43111"/>
                </a:cubicBezTo>
                <a:cubicBezTo>
                  <a:pt x="1020410" y="39751"/>
                  <a:pt x="1016347" y="38070"/>
                  <a:pt x="1010943" y="38070"/>
                </a:cubicBezTo>
                <a:cubicBezTo>
                  <a:pt x="1008175" y="38070"/>
                  <a:pt x="1005746" y="38593"/>
                  <a:pt x="1003657" y="39639"/>
                </a:cubicBezTo>
                <a:cubicBezTo>
                  <a:pt x="1001568" y="40682"/>
                  <a:pt x="999819" y="42068"/>
                  <a:pt x="998410" y="43791"/>
                </a:cubicBezTo>
                <a:cubicBezTo>
                  <a:pt x="997005" y="45517"/>
                  <a:pt x="995916" y="47537"/>
                  <a:pt x="995142" y="49855"/>
                </a:cubicBezTo>
                <a:cubicBezTo>
                  <a:pt x="994370" y="52124"/>
                  <a:pt x="993939" y="54507"/>
                  <a:pt x="993850" y="57004"/>
                </a:cubicBezTo>
                <a:lnTo>
                  <a:pt x="1027083" y="57004"/>
                </a:lnTo>
                <a:close/>
                <a:moveTo>
                  <a:pt x="1118888" y="89151"/>
                </a:moveTo>
                <a:cubicBezTo>
                  <a:pt x="1118888" y="90466"/>
                  <a:pt x="1118797" y="91511"/>
                  <a:pt x="1118617" y="92283"/>
                </a:cubicBezTo>
                <a:cubicBezTo>
                  <a:pt x="1118434" y="93054"/>
                  <a:pt x="1118163" y="93623"/>
                  <a:pt x="1117800" y="93986"/>
                </a:cubicBezTo>
                <a:cubicBezTo>
                  <a:pt x="1117437" y="94349"/>
                  <a:pt x="1116891" y="94689"/>
                  <a:pt x="1116165" y="95006"/>
                </a:cubicBezTo>
                <a:cubicBezTo>
                  <a:pt x="1115439" y="95326"/>
                  <a:pt x="1114599" y="95575"/>
                  <a:pt x="1113645" y="95755"/>
                </a:cubicBezTo>
                <a:cubicBezTo>
                  <a:pt x="1112736" y="95983"/>
                  <a:pt x="1111762" y="96163"/>
                  <a:pt x="1110716" y="96301"/>
                </a:cubicBezTo>
                <a:cubicBezTo>
                  <a:pt x="1109673" y="96438"/>
                  <a:pt x="1108627" y="96506"/>
                  <a:pt x="1107584" y="96506"/>
                </a:cubicBezTo>
                <a:cubicBezTo>
                  <a:pt x="1104407" y="96506"/>
                  <a:pt x="1101681" y="96098"/>
                  <a:pt x="1099412" y="95280"/>
                </a:cubicBezTo>
                <a:cubicBezTo>
                  <a:pt x="1097140" y="94418"/>
                  <a:pt x="1095280" y="93146"/>
                  <a:pt x="1093825" y="91466"/>
                </a:cubicBezTo>
                <a:cubicBezTo>
                  <a:pt x="1092374" y="89740"/>
                  <a:pt x="1091308" y="87582"/>
                  <a:pt x="1090625" y="84996"/>
                </a:cubicBezTo>
                <a:cubicBezTo>
                  <a:pt x="1089991" y="82362"/>
                  <a:pt x="1089673" y="79276"/>
                  <a:pt x="1089673" y="75732"/>
                </a:cubicBezTo>
                <a:lnTo>
                  <a:pt x="1089673" y="39911"/>
                </a:lnTo>
                <a:lnTo>
                  <a:pt x="1081089" y="39911"/>
                </a:lnTo>
                <a:cubicBezTo>
                  <a:pt x="1080409" y="39911"/>
                  <a:pt x="1079864" y="39548"/>
                  <a:pt x="1079455" y="38822"/>
                </a:cubicBezTo>
                <a:cubicBezTo>
                  <a:pt x="1079046" y="38093"/>
                  <a:pt x="1078843" y="36913"/>
                  <a:pt x="1078843" y="35279"/>
                </a:cubicBezTo>
                <a:cubicBezTo>
                  <a:pt x="1078843" y="34416"/>
                  <a:pt x="1078889" y="33690"/>
                  <a:pt x="1078981" y="33101"/>
                </a:cubicBezTo>
                <a:cubicBezTo>
                  <a:pt x="1079115" y="32510"/>
                  <a:pt x="1079275" y="32033"/>
                  <a:pt x="1079455" y="31670"/>
                </a:cubicBezTo>
                <a:cubicBezTo>
                  <a:pt x="1079638" y="31261"/>
                  <a:pt x="1079864" y="30990"/>
                  <a:pt x="1080138" y="30852"/>
                </a:cubicBezTo>
                <a:cubicBezTo>
                  <a:pt x="1080455" y="30672"/>
                  <a:pt x="1080795" y="30581"/>
                  <a:pt x="1081158" y="30581"/>
                </a:cubicBezTo>
                <a:lnTo>
                  <a:pt x="1089673" y="30581"/>
                </a:lnTo>
                <a:lnTo>
                  <a:pt x="1089673" y="16005"/>
                </a:lnTo>
                <a:cubicBezTo>
                  <a:pt x="1089673" y="15688"/>
                  <a:pt x="1089739" y="15393"/>
                  <a:pt x="1089876" y="15122"/>
                </a:cubicBezTo>
                <a:cubicBezTo>
                  <a:pt x="1090059" y="14848"/>
                  <a:pt x="1090353" y="14622"/>
                  <a:pt x="1090762" y="14439"/>
                </a:cubicBezTo>
                <a:cubicBezTo>
                  <a:pt x="1091216" y="14213"/>
                  <a:pt x="1091805" y="14053"/>
                  <a:pt x="1092534" y="13962"/>
                </a:cubicBezTo>
                <a:cubicBezTo>
                  <a:pt x="1093259" y="13873"/>
                  <a:pt x="1094168" y="13827"/>
                  <a:pt x="1095257" y="13827"/>
                </a:cubicBezTo>
                <a:cubicBezTo>
                  <a:pt x="1096391" y="13827"/>
                  <a:pt x="1097323" y="13873"/>
                  <a:pt x="1098049" y="13962"/>
                </a:cubicBezTo>
                <a:cubicBezTo>
                  <a:pt x="1098774" y="14053"/>
                  <a:pt x="1099343" y="14213"/>
                  <a:pt x="1099752" y="14439"/>
                </a:cubicBezTo>
                <a:cubicBezTo>
                  <a:pt x="1100160" y="14622"/>
                  <a:pt x="1100455" y="14848"/>
                  <a:pt x="1100638" y="15122"/>
                </a:cubicBezTo>
                <a:cubicBezTo>
                  <a:pt x="1100818" y="15393"/>
                  <a:pt x="1100909" y="15688"/>
                  <a:pt x="1100909" y="16005"/>
                </a:cubicBezTo>
                <a:lnTo>
                  <a:pt x="1100909" y="30581"/>
                </a:lnTo>
                <a:lnTo>
                  <a:pt x="1116642" y="30581"/>
                </a:lnTo>
                <a:cubicBezTo>
                  <a:pt x="1117005" y="30581"/>
                  <a:pt x="1117323" y="30672"/>
                  <a:pt x="1117594" y="30852"/>
                </a:cubicBezTo>
                <a:cubicBezTo>
                  <a:pt x="1117868" y="30990"/>
                  <a:pt x="1118094" y="31261"/>
                  <a:pt x="1118277" y="31670"/>
                </a:cubicBezTo>
                <a:cubicBezTo>
                  <a:pt x="1118503" y="32033"/>
                  <a:pt x="1118663" y="32510"/>
                  <a:pt x="1118751" y="33101"/>
                </a:cubicBezTo>
                <a:cubicBezTo>
                  <a:pt x="1118843" y="33690"/>
                  <a:pt x="1118888" y="34416"/>
                  <a:pt x="1118888" y="35279"/>
                </a:cubicBezTo>
                <a:cubicBezTo>
                  <a:pt x="1118888" y="36913"/>
                  <a:pt x="1118686" y="38093"/>
                  <a:pt x="1118277" y="38822"/>
                </a:cubicBezTo>
                <a:cubicBezTo>
                  <a:pt x="1117868" y="39548"/>
                  <a:pt x="1117323" y="39911"/>
                  <a:pt x="1116642" y="39911"/>
                </a:cubicBezTo>
                <a:lnTo>
                  <a:pt x="1100909" y="39911"/>
                </a:lnTo>
                <a:lnTo>
                  <a:pt x="1100909" y="74098"/>
                </a:lnTo>
                <a:cubicBezTo>
                  <a:pt x="1100909" y="78321"/>
                  <a:pt x="1101523" y="81522"/>
                  <a:pt x="1102749" y="83702"/>
                </a:cubicBezTo>
                <a:cubicBezTo>
                  <a:pt x="1104018" y="85836"/>
                  <a:pt x="1106267" y="86902"/>
                  <a:pt x="1109490" y="86902"/>
                </a:cubicBezTo>
                <a:cubicBezTo>
                  <a:pt x="1110536" y="86902"/>
                  <a:pt x="1111465" y="86811"/>
                  <a:pt x="1112282" y="86631"/>
                </a:cubicBezTo>
                <a:cubicBezTo>
                  <a:pt x="1113099" y="86402"/>
                  <a:pt x="1113825" y="86176"/>
                  <a:pt x="1114462" y="85948"/>
                </a:cubicBezTo>
                <a:cubicBezTo>
                  <a:pt x="1115097" y="85722"/>
                  <a:pt x="1115642" y="85519"/>
                  <a:pt x="1116097" y="85336"/>
                </a:cubicBezTo>
                <a:cubicBezTo>
                  <a:pt x="1116551" y="85111"/>
                  <a:pt x="1116960" y="84996"/>
                  <a:pt x="1117323" y="84996"/>
                </a:cubicBezTo>
                <a:cubicBezTo>
                  <a:pt x="1117548" y="84996"/>
                  <a:pt x="1117754" y="85065"/>
                  <a:pt x="1117934" y="85199"/>
                </a:cubicBezTo>
                <a:cubicBezTo>
                  <a:pt x="1118163" y="85291"/>
                  <a:pt x="1118323" y="85496"/>
                  <a:pt x="1118411" y="85814"/>
                </a:cubicBezTo>
                <a:cubicBezTo>
                  <a:pt x="1118548" y="86131"/>
                  <a:pt x="1118663" y="86562"/>
                  <a:pt x="1118751" y="87108"/>
                </a:cubicBezTo>
                <a:cubicBezTo>
                  <a:pt x="1118843" y="87651"/>
                  <a:pt x="1118888" y="88334"/>
                  <a:pt x="1118888" y="89151"/>
                </a:cubicBezTo>
                <a:close/>
                <a:moveTo>
                  <a:pt x="1186517" y="93646"/>
                </a:moveTo>
                <a:cubicBezTo>
                  <a:pt x="1186517" y="94009"/>
                  <a:pt x="1186425" y="94326"/>
                  <a:pt x="1186245" y="94598"/>
                </a:cubicBezTo>
                <a:cubicBezTo>
                  <a:pt x="1186063" y="94826"/>
                  <a:pt x="1185768" y="95029"/>
                  <a:pt x="1185360" y="95212"/>
                </a:cubicBezTo>
                <a:cubicBezTo>
                  <a:pt x="1184951" y="95392"/>
                  <a:pt x="1184382" y="95529"/>
                  <a:pt x="1183657" y="95621"/>
                </a:cubicBezTo>
                <a:cubicBezTo>
                  <a:pt x="1182931" y="95712"/>
                  <a:pt x="1182022" y="95755"/>
                  <a:pt x="1180933" y="95755"/>
                </a:cubicBezTo>
                <a:cubicBezTo>
                  <a:pt x="1179796" y="95755"/>
                  <a:pt x="1178867" y="95712"/>
                  <a:pt x="1178139" y="95621"/>
                </a:cubicBezTo>
                <a:cubicBezTo>
                  <a:pt x="1177413" y="95529"/>
                  <a:pt x="1176847" y="95392"/>
                  <a:pt x="1176438" y="95212"/>
                </a:cubicBezTo>
                <a:cubicBezTo>
                  <a:pt x="1176030" y="95029"/>
                  <a:pt x="1175733" y="94826"/>
                  <a:pt x="1175553" y="94598"/>
                </a:cubicBezTo>
                <a:cubicBezTo>
                  <a:pt x="1175370" y="94326"/>
                  <a:pt x="1175278" y="94009"/>
                  <a:pt x="1175278" y="93646"/>
                </a:cubicBezTo>
                <a:lnTo>
                  <a:pt x="1175278" y="57753"/>
                </a:lnTo>
                <a:cubicBezTo>
                  <a:pt x="1175278" y="54258"/>
                  <a:pt x="1175007" y="51444"/>
                  <a:pt x="1174461" y="49309"/>
                </a:cubicBezTo>
                <a:cubicBezTo>
                  <a:pt x="1173918" y="47174"/>
                  <a:pt x="1173124" y="45337"/>
                  <a:pt x="1172078" y="43791"/>
                </a:cubicBezTo>
                <a:cubicBezTo>
                  <a:pt x="1171035" y="42248"/>
                  <a:pt x="1169672" y="41068"/>
                  <a:pt x="1167992" y="40251"/>
                </a:cubicBezTo>
                <a:cubicBezTo>
                  <a:pt x="1166357" y="39433"/>
                  <a:pt x="1164451" y="39025"/>
                  <a:pt x="1162271" y="39025"/>
                </a:cubicBezTo>
                <a:cubicBezTo>
                  <a:pt x="1159456" y="39025"/>
                  <a:pt x="1156642" y="40025"/>
                  <a:pt x="1153827" y="42022"/>
                </a:cubicBezTo>
                <a:cubicBezTo>
                  <a:pt x="1151012" y="44020"/>
                  <a:pt x="1148061" y="46949"/>
                  <a:pt x="1144972" y="50806"/>
                </a:cubicBezTo>
                <a:lnTo>
                  <a:pt x="1144972" y="93646"/>
                </a:lnTo>
                <a:cubicBezTo>
                  <a:pt x="1144972" y="94009"/>
                  <a:pt x="1144883" y="94326"/>
                  <a:pt x="1144700" y="94598"/>
                </a:cubicBezTo>
                <a:cubicBezTo>
                  <a:pt x="1144520" y="94826"/>
                  <a:pt x="1144223" y="95029"/>
                  <a:pt x="1143814" y="95212"/>
                </a:cubicBezTo>
                <a:cubicBezTo>
                  <a:pt x="1143406" y="95392"/>
                  <a:pt x="1142840" y="95529"/>
                  <a:pt x="1142111" y="95621"/>
                </a:cubicBezTo>
                <a:cubicBezTo>
                  <a:pt x="1141386" y="95712"/>
                  <a:pt x="1140454" y="95755"/>
                  <a:pt x="1139320" y="95755"/>
                </a:cubicBezTo>
                <a:cubicBezTo>
                  <a:pt x="1138231" y="95755"/>
                  <a:pt x="1137322" y="95712"/>
                  <a:pt x="1136596" y="95621"/>
                </a:cubicBezTo>
                <a:cubicBezTo>
                  <a:pt x="1135871" y="95529"/>
                  <a:pt x="1135279" y="95392"/>
                  <a:pt x="1134825" y="95212"/>
                </a:cubicBezTo>
                <a:cubicBezTo>
                  <a:pt x="1134416" y="95029"/>
                  <a:pt x="1134122" y="94826"/>
                  <a:pt x="1133939" y="94598"/>
                </a:cubicBezTo>
                <a:cubicBezTo>
                  <a:pt x="1133805" y="94326"/>
                  <a:pt x="1133736" y="94009"/>
                  <a:pt x="1133736" y="93646"/>
                </a:cubicBezTo>
                <a:lnTo>
                  <a:pt x="1133736" y="2657"/>
                </a:lnTo>
                <a:cubicBezTo>
                  <a:pt x="1133736" y="2295"/>
                  <a:pt x="1133805" y="1977"/>
                  <a:pt x="1133939" y="1703"/>
                </a:cubicBezTo>
                <a:cubicBezTo>
                  <a:pt x="1134122" y="1432"/>
                  <a:pt x="1134416" y="1206"/>
                  <a:pt x="1134825" y="1023"/>
                </a:cubicBezTo>
                <a:cubicBezTo>
                  <a:pt x="1135279" y="840"/>
                  <a:pt x="1135871" y="706"/>
                  <a:pt x="1136596" y="614"/>
                </a:cubicBezTo>
                <a:cubicBezTo>
                  <a:pt x="1137322" y="523"/>
                  <a:pt x="1138231" y="477"/>
                  <a:pt x="1139320" y="477"/>
                </a:cubicBezTo>
                <a:cubicBezTo>
                  <a:pt x="1140454" y="477"/>
                  <a:pt x="1141386" y="523"/>
                  <a:pt x="1142111" y="614"/>
                </a:cubicBezTo>
                <a:cubicBezTo>
                  <a:pt x="1142840" y="706"/>
                  <a:pt x="1143406" y="840"/>
                  <a:pt x="1143814" y="1023"/>
                </a:cubicBezTo>
                <a:cubicBezTo>
                  <a:pt x="1144223" y="1206"/>
                  <a:pt x="1144520" y="1432"/>
                  <a:pt x="1144700" y="1703"/>
                </a:cubicBezTo>
                <a:cubicBezTo>
                  <a:pt x="1144883" y="1977"/>
                  <a:pt x="1144972" y="2295"/>
                  <a:pt x="1144972" y="2657"/>
                </a:cubicBezTo>
                <a:lnTo>
                  <a:pt x="1144972" y="39365"/>
                </a:lnTo>
                <a:cubicBezTo>
                  <a:pt x="1148198" y="35962"/>
                  <a:pt x="1151444" y="33441"/>
                  <a:pt x="1154713" y="31807"/>
                </a:cubicBezTo>
                <a:cubicBezTo>
                  <a:pt x="1157982" y="30127"/>
                  <a:pt x="1161274" y="29287"/>
                  <a:pt x="1164586" y="29287"/>
                </a:cubicBezTo>
                <a:cubicBezTo>
                  <a:pt x="1168672" y="29287"/>
                  <a:pt x="1172101" y="29989"/>
                  <a:pt x="1174870" y="31398"/>
                </a:cubicBezTo>
                <a:cubicBezTo>
                  <a:pt x="1177684" y="32758"/>
                  <a:pt x="1179956" y="34599"/>
                  <a:pt x="1181682" y="36913"/>
                </a:cubicBezTo>
                <a:cubicBezTo>
                  <a:pt x="1183405" y="39231"/>
                  <a:pt x="1184631" y="41954"/>
                  <a:pt x="1185360" y="45086"/>
                </a:cubicBezTo>
                <a:cubicBezTo>
                  <a:pt x="1186131" y="48175"/>
                  <a:pt x="1186517" y="51921"/>
                  <a:pt x="1186517" y="56324"/>
                </a:cubicBezTo>
                <a:lnTo>
                  <a:pt x="1186517" y="93646"/>
                </a:lnTo>
                <a:close/>
                <a:moveTo>
                  <a:pt x="1259320" y="60342"/>
                </a:moveTo>
                <a:cubicBezTo>
                  <a:pt x="1259320" y="62113"/>
                  <a:pt x="1258866" y="63385"/>
                  <a:pt x="1257957" y="64157"/>
                </a:cubicBezTo>
                <a:cubicBezTo>
                  <a:pt x="1257094" y="64882"/>
                  <a:pt x="1256097" y="65245"/>
                  <a:pt x="1254963" y="65245"/>
                </a:cubicBezTo>
                <a:lnTo>
                  <a:pt x="1214780" y="65245"/>
                </a:lnTo>
                <a:cubicBezTo>
                  <a:pt x="1214780" y="68651"/>
                  <a:pt x="1215120" y="71715"/>
                  <a:pt x="1215801" y="74441"/>
                </a:cubicBezTo>
                <a:cubicBezTo>
                  <a:pt x="1216483" y="77164"/>
                  <a:pt x="1217618" y="79501"/>
                  <a:pt x="1219207" y="81453"/>
                </a:cubicBezTo>
                <a:cubicBezTo>
                  <a:pt x="1220795" y="83408"/>
                  <a:pt x="1222861" y="84905"/>
                  <a:pt x="1225405" y="85948"/>
                </a:cubicBezTo>
                <a:cubicBezTo>
                  <a:pt x="1227948" y="86994"/>
                  <a:pt x="1231057" y="87517"/>
                  <a:pt x="1234734" y="87517"/>
                </a:cubicBezTo>
                <a:cubicBezTo>
                  <a:pt x="1237640" y="87517"/>
                  <a:pt x="1240229" y="87288"/>
                  <a:pt x="1242498" y="86834"/>
                </a:cubicBezTo>
                <a:cubicBezTo>
                  <a:pt x="1244770" y="86337"/>
                  <a:pt x="1246722" y="85791"/>
                  <a:pt x="1248356" y="85199"/>
                </a:cubicBezTo>
                <a:cubicBezTo>
                  <a:pt x="1250036" y="84611"/>
                  <a:pt x="1251396" y="84088"/>
                  <a:pt x="1252442" y="83633"/>
                </a:cubicBezTo>
                <a:cubicBezTo>
                  <a:pt x="1253531" y="83133"/>
                  <a:pt x="1254348" y="82885"/>
                  <a:pt x="1254894" y="82885"/>
                </a:cubicBezTo>
                <a:cubicBezTo>
                  <a:pt x="1255211" y="82885"/>
                  <a:pt x="1255483" y="82976"/>
                  <a:pt x="1255711" y="83156"/>
                </a:cubicBezTo>
                <a:cubicBezTo>
                  <a:pt x="1255983" y="83293"/>
                  <a:pt x="1256188" y="83519"/>
                  <a:pt x="1256323" y="83839"/>
                </a:cubicBezTo>
                <a:cubicBezTo>
                  <a:pt x="1256460" y="84156"/>
                  <a:pt x="1256551" y="84611"/>
                  <a:pt x="1256597" y="85199"/>
                </a:cubicBezTo>
                <a:cubicBezTo>
                  <a:pt x="1256686" y="85745"/>
                  <a:pt x="1256731" y="86425"/>
                  <a:pt x="1256731" y="87242"/>
                </a:cubicBezTo>
                <a:cubicBezTo>
                  <a:pt x="1256731" y="87834"/>
                  <a:pt x="1256708" y="88357"/>
                  <a:pt x="1256663" y="88808"/>
                </a:cubicBezTo>
                <a:cubicBezTo>
                  <a:pt x="1256620" y="89217"/>
                  <a:pt x="1256551" y="89605"/>
                  <a:pt x="1256460" y="89968"/>
                </a:cubicBezTo>
                <a:cubicBezTo>
                  <a:pt x="1256414" y="90286"/>
                  <a:pt x="1256300" y="90580"/>
                  <a:pt x="1256120" y="90851"/>
                </a:cubicBezTo>
                <a:cubicBezTo>
                  <a:pt x="1255983" y="91126"/>
                  <a:pt x="1255780" y="91397"/>
                  <a:pt x="1255505" y="91669"/>
                </a:cubicBezTo>
                <a:cubicBezTo>
                  <a:pt x="1255280" y="91897"/>
                  <a:pt x="1254554" y="92306"/>
                  <a:pt x="1253328" y="92894"/>
                </a:cubicBezTo>
                <a:cubicBezTo>
                  <a:pt x="1252102" y="93440"/>
                  <a:pt x="1250511" y="93986"/>
                  <a:pt x="1248559" y="94529"/>
                </a:cubicBezTo>
                <a:cubicBezTo>
                  <a:pt x="1246607" y="95075"/>
                  <a:pt x="1244338" y="95552"/>
                  <a:pt x="1241749" y="95961"/>
                </a:cubicBezTo>
                <a:cubicBezTo>
                  <a:pt x="1239206" y="96415"/>
                  <a:pt x="1236483" y="96641"/>
                  <a:pt x="1233577" y="96641"/>
                </a:cubicBezTo>
                <a:cubicBezTo>
                  <a:pt x="1228536" y="96641"/>
                  <a:pt x="1224110" y="95938"/>
                  <a:pt x="1220295" y="94529"/>
                </a:cubicBezTo>
                <a:cubicBezTo>
                  <a:pt x="1216529" y="93123"/>
                  <a:pt x="1213349" y="91034"/>
                  <a:pt x="1210763" y="88265"/>
                </a:cubicBezTo>
                <a:cubicBezTo>
                  <a:pt x="1208174" y="85496"/>
                  <a:pt x="1206222" y="82022"/>
                  <a:pt x="1204905" y="77844"/>
                </a:cubicBezTo>
                <a:cubicBezTo>
                  <a:pt x="1203588" y="73666"/>
                  <a:pt x="1202930" y="68809"/>
                  <a:pt x="1202930" y="63271"/>
                </a:cubicBezTo>
                <a:cubicBezTo>
                  <a:pt x="1202930" y="58004"/>
                  <a:pt x="1203610" y="53281"/>
                  <a:pt x="1204973" y="49103"/>
                </a:cubicBezTo>
                <a:cubicBezTo>
                  <a:pt x="1206334" y="44883"/>
                  <a:pt x="1208288" y="41319"/>
                  <a:pt x="1210828" y="38413"/>
                </a:cubicBezTo>
                <a:cubicBezTo>
                  <a:pt x="1213417" y="35462"/>
                  <a:pt x="1216529" y="33213"/>
                  <a:pt x="1220161" y="31670"/>
                </a:cubicBezTo>
                <a:cubicBezTo>
                  <a:pt x="1223793" y="30081"/>
                  <a:pt x="1227856" y="29287"/>
                  <a:pt x="1232351" y="29287"/>
                </a:cubicBezTo>
                <a:cubicBezTo>
                  <a:pt x="1237163" y="29287"/>
                  <a:pt x="1241249" y="30058"/>
                  <a:pt x="1244610" y="31601"/>
                </a:cubicBezTo>
                <a:cubicBezTo>
                  <a:pt x="1248016" y="33144"/>
                  <a:pt x="1250808" y="35233"/>
                  <a:pt x="1252985" y="37868"/>
                </a:cubicBezTo>
                <a:cubicBezTo>
                  <a:pt x="1255165" y="40456"/>
                  <a:pt x="1256754" y="43520"/>
                  <a:pt x="1257754" y="47060"/>
                </a:cubicBezTo>
                <a:cubicBezTo>
                  <a:pt x="1258797" y="50558"/>
                  <a:pt x="1259320" y="54304"/>
                  <a:pt x="1259320" y="58299"/>
                </a:cubicBezTo>
                <a:lnTo>
                  <a:pt x="1259320" y="60342"/>
                </a:lnTo>
                <a:close/>
                <a:moveTo>
                  <a:pt x="1248016" y="57004"/>
                </a:moveTo>
                <a:cubicBezTo>
                  <a:pt x="1248150" y="51104"/>
                  <a:pt x="1246833" y="46472"/>
                  <a:pt x="1244064" y="43111"/>
                </a:cubicBezTo>
                <a:cubicBezTo>
                  <a:pt x="1241341" y="39751"/>
                  <a:pt x="1237277" y="38070"/>
                  <a:pt x="1231874" y="38070"/>
                </a:cubicBezTo>
                <a:cubicBezTo>
                  <a:pt x="1229105" y="38070"/>
                  <a:pt x="1226676" y="38593"/>
                  <a:pt x="1224587" y="39639"/>
                </a:cubicBezTo>
                <a:cubicBezTo>
                  <a:pt x="1222499" y="40682"/>
                  <a:pt x="1220750" y="42068"/>
                  <a:pt x="1219344" y="43791"/>
                </a:cubicBezTo>
                <a:cubicBezTo>
                  <a:pt x="1217935" y="45517"/>
                  <a:pt x="1216846" y="47537"/>
                  <a:pt x="1216075" y="49855"/>
                </a:cubicBezTo>
                <a:cubicBezTo>
                  <a:pt x="1215303" y="52124"/>
                  <a:pt x="1214872" y="54507"/>
                  <a:pt x="1214780" y="57004"/>
                </a:cubicBezTo>
                <a:lnTo>
                  <a:pt x="1248016" y="57004"/>
                </a:lnTo>
                <a:close/>
                <a:moveTo>
                  <a:pt x="1346425" y="76958"/>
                </a:moveTo>
                <a:cubicBezTo>
                  <a:pt x="1346425" y="80093"/>
                  <a:pt x="1345837" y="82885"/>
                  <a:pt x="1344654" y="85336"/>
                </a:cubicBezTo>
                <a:cubicBezTo>
                  <a:pt x="1343519" y="87788"/>
                  <a:pt x="1341885" y="89854"/>
                  <a:pt x="1339750" y="91534"/>
                </a:cubicBezTo>
                <a:cubicBezTo>
                  <a:pt x="1337619" y="93215"/>
                  <a:pt x="1335075" y="94486"/>
                  <a:pt x="1332124" y="95346"/>
                </a:cubicBezTo>
                <a:cubicBezTo>
                  <a:pt x="1329172" y="96209"/>
                  <a:pt x="1325926" y="96641"/>
                  <a:pt x="1322385" y="96641"/>
                </a:cubicBezTo>
                <a:cubicBezTo>
                  <a:pt x="1320205" y="96641"/>
                  <a:pt x="1318116" y="96461"/>
                  <a:pt x="1316119" y="96098"/>
                </a:cubicBezTo>
                <a:cubicBezTo>
                  <a:pt x="1314167" y="95778"/>
                  <a:pt x="1312395" y="95369"/>
                  <a:pt x="1310807" y="94872"/>
                </a:cubicBezTo>
                <a:cubicBezTo>
                  <a:pt x="1309264" y="94326"/>
                  <a:pt x="1307946" y="93780"/>
                  <a:pt x="1306858" y="93237"/>
                </a:cubicBezTo>
                <a:cubicBezTo>
                  <a:pt x="1305769" y="92646"/>
                  <a:pt x="1304972" y="92123"/>
                  <a:pt x="1304474" y="91669"/>
                </a:cubicBezTo>
                <a:cubicBezTo>
                  <a:pt x="1303974" y="91217"/>
                  <a:pt x="1303612" y="90580"/>
                  <a:pt x="1303383" y="89763"/>
                </a:cubicBezTo>
                <a:cubicBezTo>
                  <a:pt x="1303157" y="88945"/>
                  <a:pt x="1303043" y="87834"/>
                  <a:pt x="1303043" y="86425"/>
                </a:cubicBezTo>
                <a:cubicBezTo>
                  <a:pt x="1303043" y="85562"/>
                  <a:pt x="1303089" y="84836"/>
                  <a:pt x="1303180" y="84248"/>
                </a:cubicBezTo>
                <a:cubicBezTo>
                  <a:pt x="1303271" y="83656"/>
                  <a:pt x="1303383" y="83179"/>
                  <a:pt x="1303520" y="82816"/>
                </a:cubicBezTo>
                <a:cubicBezTo>
                  <a:pt x="1303657" y="82453"/>
                  <a:pt x="1303837" y="82205"/>
                  <a:pt x="1304066" y="82067"/>
                </a:cubicBezTo>
                <a:cubicBezTo>
                  <a:pt x="1304337" y="81885"/>
                  <a:pt x="1304632" y="81796"/>
                  <a:pt x="1304952" y="81796"/>
                </a:cubicBezTo>
                <a:cubicBezTo>
                  <a:pt x="1305449" y="81796"/>
                  <a:pt x="1306175" y="82113"/>
                  <a:pt x="1307129" y="82747"/>
                </a:cubicBezTo>
                <a:cubicBezTo>
                  <a:pt x="1308129" y="83339"/>
                  <a:pt x="1309332" y="83996"/>
                  <a:pt x="1310738" y="84722"/>
                </a:cubicBezTo>
                <a:cubicBezTo>
                  <a:pt x="1312193" y="85451"/>
                  <a:pt x="1313896" y="86131"/>
                  <a:pt x="1315847" y="86765"/>
                </a:cubicBezTo>
                <a:cubicBezTo>
                  <a:pt x="1317799" y="87357"/>
                  <a:pt x="1320048" y="87651"/>
                  <a:pt x="1322588" y="87651"/>
                </a:cubicBezTo>
                <a:cubicBezTo>
                  <a:pt x="1324497" y="87651"/>
                  <a:pt x="1326223" y="87448"/>
                  <a:pt x="1327766" y="87039"/>
                </a:cubicBezTo>
                <a:cubicBezTo>
                  <a:pt x="1329309" y="86631"/>
                  <a:pt x="1330649" y="86039"/>
                  <a:pt x="1331784" y="85268"/>
                </a:cubicBezTo>
                <a:cubicBezTo>
                  <a:pt x="1332918" y="84451"/>
                  <a:pt x="1333781" y="83430"/>
                  <a:pt x="1334372" y="82205"/>
                </a:cubicBezTo>
                <a:cubicBezTo>
                  <a:pt x="1335007" y="80979"/>
                  <a:pt x="1335324" y="79524"/>
                  <a:pt x="1335324" y="77844"/>
                </a:cubicBezTo>
                <a:cubicBezTo>
                  <a:pt x="1335324" y="76118"/>
                  <a:pt x="1334870" y="74666"/>
                  <a:pt x="1333964" y="73486"/>
                </a:cubicBezTo>
                <a:cubicBezTo>
                  <a:pt x="1333101" y="72306"/>
                  <a:pt x="1331944" y="71260"/>
                  <a:pt x="1330489" y="70355"/>
                </a:cubicBezTo>
                <a:cubicBezTo>
                  <a:pt x="1329038" y="69446"/>
                  <a:pt x="1327403" y="68651"/>
                  <a:pt x="1325586" y="67968"/>
                </a:cubicBezTo>
                <a:cubicBezTo>
                  <a:pt x="1323771" y="67243"/>
                  <a:pt x="1321885" y="66494"/>
                  <a:pt x="1319934" y="65722"/>
                </a:cubicBezTo>
                <a:cubicBezTo>
                  <a:pt x="1318028" y="64951"/>
                  <a:pt x="1316142" y="64088"/>
                  <a:pt x="1314281" y="63134"/>
                </a:cubicBezTo>
                <a:cubicBezTo>
                  <a:pt x="1312464" y="62136"/>
                  <a:pt x="1310830" y="60933"/>
                  <a:pt x="1309378" y="59525"/>
                </a:cubicBezTo>
                <a:cubicBezTo>
                  <a:pt x="1307923" y="58116"/>
                  <a:pt x="1306743" y="56438"/>
                  <a:pt x="1305835" y="54484"/>
                </a:cubicBezTo>
                <a:cubicBezTo>
                  <a:pt x="1304972" y="52532"/>
                  <a:pt x="1304540" y="50195"/>
                  <a:pt x="1304540" y="47469"/>
                </a:cubicBezTo>
                <a:cubicBezTo>
                  <a:pt x="1304540" y="45063"/>
                  <a:pt x="1304995" y="42771"/>
                  <a:pt x="1305903" y="40591"/>
                </a:cubicBezTo>
                <a:cubicBezTo>
                  <a:pt x="1306858" y="38368"/>
                  <a:pt x="1308264" y="36436"/>
                  <a:pt x="1310127" y="34801"/>
                </a:cubicBezTo>
                <a:cubicBezTo>
                  <a:pt x="1311987" y="33124"/>
                  <a:pt x="1314304" y="31784"/>
                  <a:pt x="1317073" y="30784"/>
                </a:cubicBezTo>
                <a:cubicBezTo>
                  <a:pt x="1319888" y="29787"/>
                  <a:pt x="1323157" y="29287"/>
                  <a:pt x="1326880" y="29287"/>
                </a:cubicBezTo>
                <a:cubicBezTo>
                  <a:pt x="1328515" y="29287"/>
                  <a:pt x="1330149" y="29424"/>
                  <a:pt x="1331784" y="29695"/>
                </a:cubicBezTo>
                <a:cubicBezTo>
                  <a:pt x="1333418" y="29967"/>
                  <a:pt x="1334893" y="30307"/>
                  <a:pt x="1336210" y="30715"/>
                </a:cubicBezTo>
                <a:cubicBezTo>
                  <a:pt x="1337527" y="31124"/>
                  <a:pt x="1338639" y="31578"/>
                  <a:pt x="1339547" y="32078"/>
                </a:cubicBezTo>
                <a:cubicBezTo>
                  <a:pt x="1340502" y="32533"/>
                  <a:pt x="1341205" y="32941"/>
                  <a:pt x="1341659" y="33304"/>
                </a:cubicBezTo>
                <a:cubicBezTo>
                  <a:pt x="1342159" y="33667"/>
                  <a:pt x="1342476" y="33984"/>
                  <a:pt x="1342611" y="34259"/>
                </a:cubicBezTo>
                <a:cubicBezTo>
                  <a:pt x="1342794" y="34530"/>
                  <a:pt x="1342908" y="34847"/>
                  <a:pt x="1342954" y="35210"/>
                </a:cubicBezTo>
                <a:cubicBezTo>
                  <a:pt x="1343042" y="35530"/>
                  <a:pt x="1343111" y="35939"/>
                  <a:pt x="1343156" y="36436"/>
                </a:cubicBezTo>
                <a:cubicBezTo>
                  <a:pt x="1343248" y="36936"/>
                  <a:pt x="1343294" y="37550"/>
                  <a:pt x="1343294" y="38276"/>
                </a:cubicBezTo>
                <a:cubicBezTo>
                  <a:pt x="1343294" y="39048"/>
                  <a:pt x="1343248" y="39728"/>
                  <a:pt x="1343156" y="40319"/>
                </a:cubicBezTo>
                <a:cubicBezTo>
                  <a:pt x="1343111" y="40865"/>
                  <a:pt x="1342999" y="41319"/>
                  <a:pt x="1342816" y="41682"/>
                </a:cubicBezTo>
                <a:cubicBezTo>
                  <a:pt x="1342679" y="42045"/>
                  <a:pt x="1342499" y="42317"/>
                  <a:pt x="1342271" y="42500"/>
                </a:cubicBezTo>
                <a:cubicBezTo>
                  <a:pt x="1342045" y="42634"/>
                  <a:pt x="1341793" y="42702"/>
                  <a:pt x="1341522" y="42702"/>
                </a:cubicBezTo>
                <a:cubicBezTo>
                  <a:pt x="1341113" y="42702"/>
                  <a:pt x="1340525" y="42454"/>
                  <a:pt x="1339750" y="41954"/>
                </a:cubicBezTo>
                <a:cubicBezTo>
                  <a:pt x="1338979" y="41454"/>
                  <a:pt x="1337982" y="40931"/>
                  <a:pt x="1336756" y="40388"/>
                </a:cubicBezTo>
                <a:cubicBezTo>
                  <a:pt x="1335530" y="39796"/>
                  <a:pt x="1334075" y="39253"/>
                  <a:pt x="1332395" y="38753"/>
                </a:cubicBezTo>
                <a:cubicBezTo>
                  <a:pt x="1330761" y="38253"/>
                  <a:pt x="1328878" y="38005"/>
                  <a:pt x="1326743" y="38005"/>
                </a:cubicBezTo>
                <a:cubicBezTo>
                  <a:pt x="1324837" y="38005"/>
                  <a:pt x="1323157" y="38230"/>
                  <a:pt x="1321705" y="38685"/>
                </a:cubicBezTo>
                <a:cubicBezTo>
                  <a:pt x="1320251" y="39093"/>
                  <a:pt x="1319048" y="39705"/>
                  <a:pt x="1318093" y="40522"/>
                </a:cubicBezTo>
                <a:cubicBezTo>
                  <a:pt x="1317187" y="41297"/>
                  <a:pt x="1316482" y="42225"/>
                  <a:pt x="1315984" y="43317"/>
                </a:cubicBezTo>
                <a:cubicBezTo>
                  <a:pt x="1315530" y="44406"/>
                  <a:pt x="1315302" y="45586"/>
                  <a:pt x="1315302" y="46857"/>
                </a:cubicBezTo>
                <a:cubicBezTo>
                  <a:pt x="1315302" y="48629"/>
                  <a:pt x="1315756" y="50126"/>
                  <a:pt x="1316665" y="51352"/>
                </a:cubicBezTo>
                <a:cubicBezTo>
                  <a:pt x="1317573" y="52532"/>
                  <a:pt x="1318753" y="53578"/>
                  <a:pt x="1320205" y="54484"/>
                </a:cubicBezTo>
                <a:cubicBezTo>
                  <a:pt x="1321659" y="55393"/>
                  <a:pt x="1323317" y="56210"/>
                  <a:pt x="1325177" y="56936"/>
                </a:cubicBezTo>
                <a:cubicBezTo>
                  <a:pt x="1327040" y="57664"/>
                  <a:pt x="1328923" y="58413"/>
                  <a:pt x="1330829" y="59185"/>
                </a:cubicBezTo>
                <a:cubicBezTo>
                  <a:pt x="1332781" y="59956"/>
                  <a:pt x="1334690" y="60819"/>
                  <a:pt x="1336550" y="61773"/>
                </a:cubicBezTo>
                <a:cubicBezTo>
                  <a:pt x="1338459" y="62725"/>
                  <a:pt x="1340139" y="63882"/>
                  <a:pt x="1341591" y="65245"/>
                </a:cubicBezTo>
                <a:cubicBezTo>
                  <a:pt x="1343042" y="66608"/>
                  <a:pt x="1344202" y="68243"/>
                  <a:pt x="1345062" y="70149"/>
                </a:cubicBezTo>
                <a:cubicBezTo>
                  <a:pt x="1345971" y="72055"/>
                  <a:pt x="1346425" y="74326"/>
                  <a:pt x="1346425" y="76958"/>
                </a:cubicBezTo>
                <a:close/>
                <a:moveTo>
                  <a:pt x="1414803" y="60342"/>
                </a:moveTo>
                <a:cubicBezTo>
                  <a:pt x="1414803" y="62113"/>
                  <a:pt x="1414348" y="63385"/>
                  <a:pt x="1413440" y="64157"/>
                </a:cubicBezTo>
                <a:cubicBezTo>
                  <a:pt x="1412579" y="64882"/>
                  <a:pt x="1411579" y="65245"/>
                  <a:pt x="1410445" y="65245"/>
                </a:cubicBezTo>
                <a:lnTo>
                  <a:pt x="1370263" y="65245"/>
                </a:lnTo>
                <a:cubicBezTo>
                  <a:pt x="1370263" y="68651"/>
                  <a:pt x="1370603" y="71715"/>
                  <a:pt x="1371283" y="74441"/>
                </a:cubicBezTo>
                <a:cubicBezTo>
                  <a:pt x="1371966" y="77164"/>
                  <a:pt x="1373100" y="79501"/>
                  <a:pt x="1374689" y="81453"/>
                </a:cubicBezTo>
                <a:cubicBezTo>
                  <a:pt x="1376278" y="83408"/>
                  <a:pt x="1378344" y="84905"/>
                  <a:pt x="1380887" y="85948"/>
                </a:cubicBezTo>
                <a:cubicBezTo>
                  <a:pt x="1383430" y="86994"/>
                  <a:pt x="1386539" y="87517"/>
                  <a:pt x="1390217" y="87517"/>
                </a:cubicBezTo>
                <a:cubicBezTo>
                  <a:pt x="1393123" y="87517"/>
                  <a:pt x="1395712" y="87288"/>
                  <a:pt x="1397980" y="86834"/>
                </a:cubicBezTo>
                <a:cubicBezTo>
                  <a:pt x="1400252" y="86337"/>
                  <a:pt x="1402204" y="85791"/>
                  <a:pt x="1403838" y="85199"/>
                </a:cubicBezTo>
                <a:cubicBezTo>
                  <a:pt x="1405519" y="84611"/>
                  <a:pt x="1406879" y="84088"/>
                  <a:pt x="1407925" y="83633"/>
                </a:cubicBezTo>
                <a:cubicBezTo>
                  <a:pt x="1409013" y="83133"/>
                  <a:pt x="1409830" y="82885"/>
                  <a:pt x="1410376" y="82885"/>
                </a:cubicBezTo>
                <a:cubicBezTo>
                  <a:pt x="1410693" y="82885"/>
                  <a:pt x="1410965" y="82976"/>
                  <a:pt x="1411194" y="83156"/>
                </a:cubicBezTo>
                <a:cubicBezTo>
                  <a:pt x="1411465" y="83293"/>
                  <a:pt x="1411671" y="83519"/>
                  <a:pt x="1411805" y="83839"/>
                </a:cubicBezTo>
                <a:cubicBezTo>
                  <a:pt x="1411942" y="84156"/>
                  <a:pt x="1412034" y="84611"/>
                  <a:pt x="1412079" y="85199"/>
                </a:cubicBezTo>
                <a:cubicBezTo>
                  <a:pt x="1412171" y="85745"/>
                  <a:pt x="1412214" y="86425"/>
                  <a:pt x="1412214" y="87242"/>
                </a:cubicBezTo>
                <a:cubicBezTo>
                  <a:pt x="1412214" y="87834"/>
                  <a:pt x="1412191" y="88357"/>
                  <a:pt x="1412148" y="88808"/>
                </a:cubicBezTo>
                <a:cubicBezTo>
                  <a:pt x="1412102" y="89217"/>
                  <a:pt x="1412034" y="89605"/>
                  <a:pt x="1411942" y="89968"/>
                </a:cubicBezTo>
                <a:cubicBezTo>
                  <a:pt x="1411896" y="90286"/>
                  <a:pt x="1411782" y="90580"/>
                  <a:pt x="1411602" y="90851"/>
                </a:cubicBezTo>
                <a:cubicBezTo>
                  <a:pt x="1411465" y="91126"/>
                  <a:pt x="1411262" y="91397"/>
                  <a:pt x="1410988" y="91669"/>
                </a:cubicBezTo>
                <a:cubicBezTo>
                  <a:pt x="1410762" y="91897"/>
                  <a:pt x="1410036" y="92306"/>
                  <a:pt x="1408810" y="92894"/>
                </a:cubicBezTo>
                <a:cubicBezTo>
                  <a:pt x="1407584" y="93440"/>
                  <a:pt x="1405996" y="93986"/>
                  <a:pt x="1404041" y="94529"/>
                </a:cubicBezTo>
                <a:cubicBezTo>
                  <a:pt x="1402090" y="95075"/>
                  <a:pt x="1399821" y="95552"/>
                  <a:pt x="1397232" y="95961"/>
                </a:cubicBezTo>
                <a:cubicBezTo>
                  <a:pt x="1394689" y="96415"/>
                  <a:pt x="1391965" y="96641"/>
                  <a:pt x="1389059" y="96641"/>
                </a:cubicBezTo>
                <a:cubicBezTo>
                  <a:pt x="1384019" y="96641"/>
                  <a:pt x="1379592" y="95938"/>
                  <a:pt x="1375778" y="94529"/>
                </a:cubicBezTo>
                <a:cubicBezTo>
                  <a:pt x="1372011" y="93123"/>
                  <a:pt x="1368831" y="91034"/>
                  <a:pt x="1366245" y="88265"/>
                </a:cubicBezTo>
                <a:cubicBezTo>
                  <a:pt x="1363656" y="85496"/>
                  <a:pt x="1361704" y="82022"/>
                  <a:pt x="1360387" y="77844"/>
                </a:cubicBezTo>
                <a:cubicBezTo>
                  <a:pt x="1359070" y="73666"/>
                  <a:pt x="1358413" y="68809"/>
                  <a:pt x="1358413" y="63271"/>
                </a:cubicBezTo>
                <a:cubicBezTo>
                  <a:pt x="1358413" y="58004"/>
                  <a:pt x="1359093" y="53281"/>
                  <a:pt x="1360456" y="49103"/>
                </a:cubicBezTo>
                <a:cubicBezTo>
                  <a:pt x="1361819" y="44883"/>
                  <a:pt x="1363770" y="41319"/>
                  <a:pt x="1366314" y="38413"/>
                </a:cubicBezTo>
                <a:cubicBezTo>
                  <a:pt x="1368900" y="35462"/>
                  <a:pt x="1372011" y="33213"/>
                  <a:pt x="1375643" y="31670"/>
                </a:cubicBezTo>
                <a:cubicBezTo>
                  <a:pt x="1379275" y="30081"/>
                  <a:pt x="1383339" y="29287"/>
                  <a:pt x="1387833" y="29287"/>
                </a:cubicBezTo>
                <a:cubicBezTo>
                  <a:pt x="1392645" y="29287"/>
                  <a:pt x="1396732" y="30058"/>
                  <a:pt x="1400092" y="31601"/>
                </a:cubicBezTo>
                <a:cubicBezTo>
                  <a:pt x="1403498" y="33144"/>
                  <a:pt x="1406290" y="35233"/>
                  <a:pt x="1408470" y="37868"/>
                </a:cubicBezTo>
                <a:cubicBezTo>
                  <a:pt x="1410648" y="40456"/>
                  <a:pt x="1412237" y="43520"/>
                  <a:pt x="1413237" y="47060"/>
                </a:cubicBezTo>
                <a:cubicBezTo>
                  <a:pt x="1414280" y="50558"/>
                  <a:pt x="1414803" y="54304"/>
                  <a:pt x="1414803" y="58299"/>
                </a:cubicBezTo>
                <a:lnTo>
                  <a:pt x="1414803" y="60342"/>
                </a:lnTo>
                <a:close/>
                <a:moveTo>
                  <a:pt x="1403498" y="57004"/>
                </a:moveTo>
                <a:cubicBezTo>
                  <a:pt x="1403633" y="51104"/>
                  <a:pt x="1402318" y="46472"/>
                  <a:pt x="1399546" y="43111"/>
                </a:cubicBezTo>
                <a:cubicBezTo>
                  <a:pt x="1396823" y="39751"/>
                  <a:pt x="1392760" y="38070"/>
                  <a:pt x="1387356" y="38070"/>
                </a:cubicBezTo>
                <a:cubicBezTo>
                  <a:pt x="1384587" y="38070"/>
                  <a:pt x="1382158" y="38593"/>
                  <a:pt x="1380070" y="39639"/>
                </a:cubicBezTo>
                <a:cubicBezTo>
                  <a:pt x="1377981" y="40682"/>
                  <a:pt x="1376232" y="42068"/>
                  <a:pt x="1374826" y="43791"/>
                </a:cubicBezTo>
                <a:cubicBezTo>
                  <a:pt x="1373417" y="45517"/>
                  <a:pt x="1372329" y="47537"/>
                  <a:pt x="1371557" y="49855"/>
                </a:cubicBezTo>
                <a:cubicBezTo>
                  <a:pt x="1370786" y="52124"/>
                  <a:pt x="1370354" y="54507"/>
                  <a:pt x="1370263" y="57004"/>
                </a:cubicBezTo>
                <a:lnTo>
                  <a:pt x="1403498" y="57004"/>
                </a:lnTo>
                <a:close/>
                <a:moveTo>
                  <a:pt x="1478070" y="93712"/>
                </a:moveTo>
                <a:cubicBezTo>
                  <a:pt x="1478070" y="94257"/>
                  <a:pt x="1477890" y="94666"/>
                  <a:pt x="1477528" y="94938"/>
                </a:cubicBezTo>
                <a:cubicBezTo>
                  <a:pt x="1477165" y="95212"/>
                  <a:pt x="1476665" y="95415"/>
                  <a:pt x="1476027" y="95552"/>
                </a:cubicBezTo>
                <a:cubicBezTo>
                  <a:pt x="1475393" y="95689"/>
                  <a:pt x="1474461" y="95755"/>
                  <a:pt x="1473236" y="95755"/>
                </a:cubicBezTo>
                <a:cubicBezTo>
                  <a:pt x="1472055" y="95755"/>
                  <a:pt x="1471104" y="95689"/>
                  <a:pt x="1470375" y="95552"/>
                </a:cubicBezTo>
                <a:cubicBezTo>
                  <a:pt x="1469695" y="95415"/>
                  <a:pt x="1469195" y="95212"/>
                  <a:pt x="1468878" y="94938"/>
                </a:cubicBezTo>
                <a:cubicBezTo>
                  <a:pt x="1468561" y="94666"/>
                  <a:pt x="1468401" y="94257"/>
                  <a:pt x="1468401" y="93712"/>
                </a:cubicBezTo>
                <a:lnTo>
                  <a:pt x="1468401" y="87582"/>
                </a:lnTo>
                <a:cubicBezTo>
                  <a:pt x="1465723" y="90443"/>
                  <a:pt x="1462726" y="92669"/>
                  <a:pt x="1459411" y="94257"/>
                </a:cubicBezTo>
                <a:cubicBezTo>
                  <a:pt x="1456142" y="95846"/>
                  <a:pt x="1452670" y="96641"/>
                  <a:pt x="1448993" y="96641"/>
                </a:cubicBezTo>
                <a:cubicBezTo>
                  <a:pt x="1445766" y="96641"/>
                  <a:pt x="1442840" y="96209"/>
                  <a:pt x="1440206" y="95346"/>
                </a:cubicBezTo>
                <a:cubicBezTo>
                  <a:pt x="1437617" y="94529"/>
                  <a:pt x="1435394" y="93326"/>
                  <a:pt x="1433531" y="91737"/>
                </a:cubicBezTo>
                <a:cubicBezTo>
                  <a:pt x="1431716" y="90148"/>
                  <a:pt x="1430284" y="88197"/>
                  <a:pt x="1429241" y="85882"/>
                </a:cubicBezTo>
                <a:cubicBezTo>
                  <a:pt x="1428241" y="83565"/>
                  <a:pt x="1427741" y="80933"/>
                  <a:pt x="1427741" y="77981"/>
                </a:cubicBezTo>
                <a:cubicBezTo>
                  <a:pt x="1427741" y="74529"/>
                  <a:pt x="1428447" y="71535"/>
                  <a:pt x="1429853" y="68991"/>
                </a:cubicBezTo>
                <a:cubicBezTo>
                  <a:pt x="1431262" y="66448"/>
                  <a:pt x="1433282" y="64337"/>
                  <a:pt x="1435914" y="62656"/>
                </a:cubicBezTo>
                <a:cubicBezTo>
                  <a:pt x="1438548" y="60976"/>
                  <a:pt x="1441772" y="59730"/>
                  <a:pt x="1445586" y="58913"/>
                </a:cubicBezTo>
                <a:cubicBezTo>
                  <a:pt x="1449401" y="58050"/>
                  <a:pt x="1453690" y="57619"/>
                  <a:pt x="1458457" y="57619"/>
                </a:cubicBezTo>
                <a:lnTo>
                  <a:pt x="1466903" y="57619"/>
                </a:lnTo>
                <a:lnTo>
                  <a:pt x="1466903" y="52849"/>
                </a:lnTo>
                <a:cubicBezTo>
                  <a:pt x="1466903" y="50489"/>
                  <a:pt x="1466652" y="48400"/>
                  <a:pt x="1466155" y="46586"/>
                </a:cubicBezTo>
                <a:cubicBezTo>
                  <a:pt x="1465655" y="44768"/>
                  <a:pt x="1464837" y="43271"/>
                  <a:pt x="1463703" y="42091"/>
                </a:cubicBezTo>
                <a:cubicBezTo>
                  <a:pt x="1462611" y="40865"/>
                  <a:pt x="1461183" y="39956"/>
                  <a:pt x="1459411" y="39365"/>
                </a:cubicBezTo>
                <a:cubicBezTo>
                  <a:pt x="1457639" y="38731"/>
                  <a:pt x="1455462" y="38413"/>
                  <a:pt x="1452873" y="38413"/>
                </a:cubicBezTo>
                <a:cubicBezTo>
                  <a:pt x="1450104" y="38413"/>
                  <a:pt x="1447607" y="38753"/>
                  <a:pt x="1445381" y="39433"/>
                </a:cubicBezTo>
                <a:cubicBezTo>
                  <a:pt x="1443203" y="40071"/>
                  <a:pt x="1441272" y="40797"/>
                  <a:pt x="1439594" y="41614"/>
                </a:cubicBezTo>
                <a:cubicBezTo>
                  <a:pt x="1437960" y="42385"/>
                  <a:pt x="1436574" y="43111"/>
                  <a:pt x="1435439" y="43791"/>
                </a:cubicBezTo>
                <a:cubicBezTo>
                  <a:pt x="1434348" y="44428"/>
                  <a:pt x="1433531" y="44746"/>
                  <a:pt x="1432988" y="44746"/>
                </a:cubicBezTo>
                <a:cubicBezTo>
                  <a:pt x="1432625" y="44746"/>
                  <a:pt x="1432305" y="44654"/>
                  <a:pt x="1432033" y="44474"/>
                </a:cubicBezTo>
                <a:cubicBezTo>
                  <a:pt x="1431762" y="44291"/>
                  <a:pt x="1431510" y="44020"/>
                  <a:pt x="1431285" y="43657"/>
                </a:cubicBezTo>
                <a:cubicBezTo>
                  <a:pt x="1431102" y="43294"/>
                  <a:pt x="1430967" y="42840"/>
                  <a:pt x="1430876" y="42294"/>
                </a:cubicBezTo>
                <a:cubicBezTo>
                  <a:pt x="1430785" y="41705"/>
                  <a:pt x="1430739" y="41068"/>
                  <a:pt x="1430739" y="40388"/>
                </a:cubicBezTo>
                <a:cubicBezTo>
                  <a:pt x="1430739" y="39253"/>
                  <a:pt x="1430807" y="38368"/>
                  <a:pt x="1430945" y="37730"/>
                </a:cubicBezTo>
                <a:cubicBezTo>
                  <a:pt x="1431125" y="37050"/>
                  <a:pt x="1431510" y="36413"/>
                  <a:pt x="1432102" y="35824"/>
                </a:cubicBezTo>
                <a:cubicBezTo>
                  <a:pt x="1432736" y="35233"/>
                  <a:pt x="1433805" y="34553"/>
                  <a:pt x="1435302" y="33781"/>
                </a:cubicBezTo>
                <a:cubicBezTo>
                  <a:pt x="1436800" y="32964"/>
                  <a:pt x="1438526" y="32238"/>
                  <a:pt x="1440477" y="31601"/>
                </a:cubicBezTo>
                <a:cubicBezTo>
                  <a:pt x="1442432" y="30921"/>
                  <a:pt x="1444563" y="30375"/>
                  <a:pt x="1446881" y="29967"/>
                </a:cubicBezTo>
                <a:cubicBezTo>
                  <a:pt x="1449195" y="29512"/>
                  <a:pt x="1451533" y="29287"/>
                  <a:pt x="1453896" y="29287"/>
                </a:cubicBezTo>
                <a:cubicBezTo>
                  <a:pt x="1458299" y="29287"/>
                  <a:pt x="1462046" y="29787"/>
                  <a:pt x="1465132" y="30784"/>
                </a:cubicBezTo>
                <a:cubicBezTo>
                  <a:pt x="1468221" y="31784"/>
                  <a:pt x="1470715" y="33258"/>
                  <a:pt x="1472624" y="35210"/>
                </a:cubicBezTo>
                <a:cubicBezTo>
                  <a:pt x="1474530" y="37119"/>
                  <a:pt x="1475916" y="39502"/>
                  <a:pt x="1476779" y="42362"/>
                </a:cubicBezTo>
                <a:cubicBezTo>
                  <a:pt x="1477642" y="45223"/>
                  <a:pt x="1478070" y="48560"/>
                  <a:pt x="1478070" y="52375"/>
                </a:cubicBezTo>
                <a:lnTo>
                  <a:pt x="1478070" y="93712"/>
                </a:lnTo>
                <a:close/>
                <a:moveTo>
                  <a:pt x="1466903" y="65722"/>
                </a:moveTo>
                <a:lnTo>
                  <a:pt x="1457299" y="65722"/>
                </a:lnTo>
                <a:cubicBezTo>
                  <a:pt x="1454213" y="65722"/>
                  <a:pt x="1451533" y="65994"/>
                  <a:pt x="1449264" y="66540"/>
                </a:cubicBezTo>
                <a:cubicBezTo>
                  <a:pt x="1446992" y="67040"/>
                  <a:pt x="1445109" y="67811"/>
                  <a:pt x="1443612" y="68854"/>
                </a:cubicBezTo>
                <a:cubicBezTo>
                  <a:pt x="1442112" y="69854"/>
                  <a:pt x="1441000" y="71080"/>
                  <a:pt x="1440274" y="72532"/>
                </a:cubicBezTo>
                <a:cubicBezTo>
                  <a:pt x="1439594" y="73941"/>
                  <a:pt x="1439251" y="75575"/>
                  <a:pt x="1439251" y="77435"/>
                </a:cubicBezTo>
                <a:cubicBezTo>
                  <a:pt x="1439251" y="80613"/>
                  <a:pt x="1440251" y="83156"/>
                  <a:pt x="1442249" y="85065"/>
                </a:cubicBezTo>
                <a:cubicBezTo>
                  <a:pt x="1444292" y="86925"/>
                  <a:pt x="1447129" y="87857"/>
                  <a:pt x="1450761" y="87857"/>
                </a:cubicBezTo>
                <a:cubicBezTo>
                  <a:pt x="1453713" y="87857"/>
                  <a:pt x="1456436" y="87108"/>
                  <a:pt x="1458934" y="85608"/>
                </a:cubicBezTo>
                <a:cubicBezTo>
                  <a:pt x="1461477" y="84111"/>
                  <a:pt x="1464134" y="81819"/>
                  <a:pt x="1466903" y="78730"/>
                </a:cubicBezTo>
                <a:lnTo>
                  <a:pt x="1466903" y="65722"/>
                </a:lnTo>
                <a:close/>
                <a:moveTo>
                  <a:pt x="1529285" y="89151"/>
                </a:moveTo>
                <a:cubicBezTo>
                  <a:pt x="1529285" y="90466"/>
                  <a:pt x="1529197" y="91511"/>
                  <a:pt x="1529014" y="92283"/>
                </a:cubicBezTo>
                <a:cubicBezTo>
                  <a:pt x="1528831" y="93054"/>
                  <a:pt x="1528560" y="93623"/>
                  <a:pt x="1528197" y="93986"/>
                </a:cubicBezTo>
                <a:cubicBezTo>
                  <a:pt x="1527834" y="94349"/>
                  <a:pt x="1527288" y="94689"/>
                  <a:pt x="1526562" y="95006"/>
                </a:cubicBezTo>
                <a:cubicBezTo>
                  <a:pt x="1525836" y="95326"/>
                  <a:pt x="1524996" y="95575"/>
                  <a:pt x="1524042" y="95755"/>
                </a:cubicBezTo>
                <a:cubicBezTo>
                  <a:pt x="1523133" y="95983"/>
                  <a:pt x="1522159" y="96163"/>
                  <a:pt x="1521113" y="96301"/>
                </a:cubicBezTo>
                <a:cubicBezTo>
                  <a:pt x="1520070" y="96438"/>
                  <a:pt x="1519024" y="96506"/>
                  <a:pt x="1517981" y="96506"/>
                </a:cubicBezTo>
                <a:cubicBezTo>
                  <a:pt x="1514804" y="96506"/>
                  <a:pt x="1512078" y="96098"/>
                  <a:pt x="1509809" y="95280"/>
                </a:cubicBezTo>
                <a:cubicBezTo>
                  <a:pt x="1507537" y="94418"/>
                  <a:pt x="1505677" y="93146"/>
                  <a:pt x="1504225" y="91466"/>
                </a:cubicBezTo>
                <a:cubicBezTo>
                  <a:pt x="1502771" y="89740"/>
                  <a:pt x="1501705" y="87582"/>
                  <a:pt x="1501022" y="84996"/>
                </a:cubicBezTo>
                <a:cubicBezTo>
                  <a:pt x="1500388" y="82362"/>
                  <a:pt x="1500070" y="79276"/>
                  <a:pt x="1500070" y="75732"/>
                </a:cubicBezTo>
                <a:lnTo>
                  <a:pt x="1500070" y="39911"/>
                </a:lnTo>
                <a:lnTo>
                  <a:pt x="1491489" y="39911"/>
                </a:lnTo>
                <a:cubicBezTo>
                  <a:pt x="1490806" y="39911"/>
                  <a:pt x="1490263" y="39548"/>
                  <a:pt x="1489855" y="38822"/>
                </a:cubicBezTo>
                <a:cubicBezTo>
                  <a:pt x="1489446" y="38093"/>
                  <a:pt x="1489240" y="36913"/>
                  <a:pt x="1489240" y="35279"/>
                </a:cubicBezTo>
                <a:cubicBezTo>
                  <a:pt x="1489240" y="34416"/>
                  <a:pt x="1489286" y="33690"/>
                  <a:pt x="1489378" y="33101"/>
                </a:cubicBezTo>
                <a:cubicBezTo>
                  <a:pt x="1489515" y="32510"/>
                  <a:pt x="1489672" y="32033"/>
                  <a:pt x="1489855" y="31670"/>
                </a:cubicBezTo>
                <a:cubicBezTo>
                  <a:pt x="1490035" y="31261"/>
                  <a:pt x="1490263" y="30990"/>
                  <a:pt x="1490535" y="30852"/>
                </a:cubicBezTo>
                <a:cubicBezTo>
                  <a:pt x="1490852" y="30672"/>
                  <a:pt x="1491192" y="30581"/>
                  <a:pt x="1491558" y="30581"/>
                </a:cubicBezTo>
                <a:lnTo>
                  <a:pt x="1500070" y="30581"/>
                </a:lnTo>
                <a:lnTo>
                  <a:pt x="1500070" y="16005"/>
                </a:lnTo>
                <a:cubicBezTo>
                  <a:pt x="1500070" y="15688"/>
                  <a:pt x="1500139" y="15393"/>
                  <a:pt x="1500273" y="15122"/>
                </a:cubicBezTo>
                <a:cubicBezTo>
                  <a:pt x="1500456" y="14848"/>
                  <a:pt x="1500750" y="14622"/>
                  <a:pt x="1501159" y="14439"/>
                </a:cubicBezTo>
                <a:cubicBezTo>
                  <a:pt x="1501613" y="14213"/>
                  <a:pt x="1502202" y="14053"/>
                  <a:pt x="1502931" y="13962"/>
                </a:cubicBezTo>
                <a:cubicBezTo>
                  <a:pt x="1503657" y="13873"/>
                  <a:pt x="1504565" y="13827"/>
                  <a:pt x="1505654" y="13827"/>
                </a:cubicBezTo>
                <a:cubicBezTo>
                  <a:pt x="1506788" y="13827"/>
                  <a:pt x="1507720" y="13873"/>
                  <a:pt x="1508446" y="13962"/>
                </a:cubicBezTo>
                <a:cubicBezTo>
                  <a:pt x="1509171" y="14053"/>
                  <a:pt x="1509740" y="14213"/>
                  <a:pt x="1510149" y="14439"/>
                </a:cubicBezTo>
                <a:cubicBezTo>
                  <a:pt x="1510557" y="14622"/>
                  <a:pt x="1510852" y="14848"/>
                  <a:pt x="1511035" y="15122"/>
                </a:cubicBezTo>
                <a:cubicBezTo>
                  <a:pt x="1511215" y="15393"/>
                  <a:pt x="1511306" y="15688"/>
                  <a:pt x="1511306" y="16005"/>
                </a:cubicBezTo>
                <a:lnTo>
                  <a:pt x="1511306" y="30581"/>
                </a:lnTo>
                <a:lnTo>
                  <a:pt x="1527039" y="30581"/>
                </a:lnTo>
                <a:cubicBezTo>
                  <a:pt x="1527402" y="30581"/>
                  <a:pt x="1527720" y="30672"/>
                  <a:pt x="1527994" y="30852"/>
                </a:cubicBezTo>
                <a:cubicBezTo>
                  <a:pt x="1528265" y="30990"/>
                  <a:pt x="1528491" y="31261"/>
                  <a:pt x="1528674" y="31670"/>
                </a:cubicBezTo>
                <a:cubicBezTo>
                  <a:pt x="1528900" y="32033"/>
                  <a:pt x="1529060" y="32510"/>
                  <a:pt x="1529151" y="33101"/>
                </a:cubicBezTo>
                <a:cubicBezTo>
                  <a:pt x="1529240" y="33690"/>
                  <a:pt x="1529285" y="34416"/>
                  <a:pt x="1529285" y="35279"/>
                </a:cubicBezTo>
                <a:cubicBezTo>
                  <a:pt x="1529285" y="36913"/>
                  <a:pt x="1529083" y="38093"/>
                  <a:pt x="1528674" y="38822"/>
                </a:cubicBezTo>
                <a:cubicBezTo>
                  <a:pt x="1528265" y="39548"/>
                  <a:pt x="1527720" y="39911"/>
                  <a:pt x="1527039" y="39911"/>
                </a:cubicBezTo>
                <a:lnTo>
                  <a:pt x="1511306" y="39911"/>
                </a:lnTo>
                <a:lnTo>
                  <a:pt x="1511306" y="74098"/>
                </a:lnTo>
                <a:cubicBezTo>
                  <a:pt x="1511306" y="78321"/>
                  <a:pt x="1511920" y="81522"/>
                  <a:pt x="1513146" y="83702"/>
                </a:cubicBezTo>
                <a:cubicBezTo>
                  <a:pt x="1514418" y="85836"/>
                  <a:pt x="1516664" y="86902"/>
                  <a:pt x="1519887" y="86902"/>
                </a:cubicBezTo>
                <a:cubicBezTo>
                  <a:pt x="1520933" y="86902"/>
                  <a:pt x="1521862" y="86811"/>
                  <a:pt x="1522679" y="86631"/>
                </a:cubicBezTo>
                <a:cubicBezTo>
                  <a:pt x="1523496" y="86402"/>
                  <a:pt x="1524225" y="86176"/>
                  <a:pt x="1524859" y="85948"/>
                </a:cubicBezTo>
                <a:cubicBezTo>
                  <a:pt x="1525496" y="85722"/>
                  <a:pt x="1526039" y="85519"/>
                  <a:pt x="1526494" y="85336"/>
                </a:cubicBezTo>
                <a:cubicBezTo>
                  <a:pt x="1526948" y="85111"/>
                  <a:pt x="1527357" y="84996"/>
                  <a:pt x="1527720" y="84996"/>
                </a:cubicBezTo>
                <a:cubicBezTo>
                  <a:pt x="1527948" y="84996"/>
                  <a:pt x="1528151" y="85065"/>
                  <a:pt x="1528334" y="85199"/>
                </a:cubicBezTo>
                <a:cubicBezTo>
                  <a:pt x="1528560" y="85291"/>
                  <a:pt x="1528720" y="85496"/>
                  <a:pt x="1528811" y="85814"/>
                </a:cubicBezTo>
                <a:cubicBezTo>
                  <a:pt x="1528945" y="86131"/>
                  <a:pt x="1529060" y="86562"/>
                  <a:pt x="1529151" y="87108"/>
                </a:cubicBezTo>
                <a:cubicBezTo>
                  <a:pt x="1529240" y="87651"/>
                  <a:pt x="1529285" y="88334"/>
                  <a:pt x="1529285" y="89151"/>
                </a:cubicBezTo>
                <a:close/>
                <a:moveTo>
                  <a:pt x="1628446" y="93646"/>
                </a:moveTo>
                <a:cubicBezTo>
                  <a:pt x="1628446" y="94009"/>
                  <a:pt x="1628355" y="94326"/>
                  <a:pt x="1628175" y="94598"/>
                </a:cubicBezTo>
                <a:cubicBezTo>
                  <a:pt x="1627992" y="94826"/>
                  <a:pt x="1627698" y="95029"/>
                  <a:pt x="1627289" y="95212"/>
                </a:cubicBezTo>
                <a:cubicBezTo>
                  <a:pt x="1626880" y="95392"/>
                  <a:pt x="1626312" y="95529"/>
                  <a:pt x="1625586" y="95621"/>
                </a:cubicBezTo>
                <a:cubicBezTo>
                  <a:pt x="1624860" y="95712"/>
                  <a:pt x="1623952" y="95755"/>
                  <a:pt x="1622863" y="95755"/>
                </a:cubicBezTo>
                <a:cubicBezTo>
                  <a:pt x="1621728" y="95755"/>
                  <a:pt x="1620797" y="95712"/>
                  <a:pt x="1620071" y="95621"/>
                </a:cubicBezTo>
                <a:cubicBezTo>
                  <a:pt x="1619342" y="95529"/>
                  <a:pt x="1618777" y="95392"/>
                  <a:pt x="1618368" y="95212"/>
                </a:cubicBezTo>
                <a:cubicBezTo>
                  <a:pt x="1617959" y="95029"/>
                  <a:pt x="1617662" y="94826"/>
                  <a:pt x="1617482" y="94598"/>
                </a:cubicBezTo>
                <a:cubicBezTo>
                  <a:pt x="1617299" y="94326"/>
                  <a:pt x="1617211" y="94009"/>
                  <a:pt x="1617211" y="93646"/>
                </a:cubicBezTo>
                <a:lnTo>
                  <a:pt x="1617211" y="57753"/>
                </a:lnTo>
                <a:cubicBezTo>
                  <a:pt x="1617211" y="54258"/>
                  <a:pt x="1616936" y="51444"/>
                  <a:pt x="1616393" y="49309"/>
                </a:cubicBezTo>
                <a:cubicBezTo>
                  <a:pt x="1615848" y="47174"/>
                  <a:pt x="1615053" y="45337"/>
                  <a:pt x="1614007" y="43791"/>
                </a:cubicBezTo>
                <a:cubicBezTo>
                  <a:pt x="1612964" y="42248"/>
                  <a:pt x="1611601" y="41068"/>
                  <a:pt x="1609921" y="40251"/>
                </a:cubicBezTo>
                <a:cubicBezTo>
                  <a:pt x="1608287" y="39433"/>
                  <a:pt x="1606381" y="39025"/>
                  <a:pt x="1604200" y="39025"/>
                </a:cubicBezTo>
                <a:cubicBezTo>
                  <a:pt x="1601386" y="39025"/>
                  <a:pt x="1598571" y="40025"/>
                  <a:pt x="1595757" y="42022"/>
                </a:cubicBezTo>
                <a:cubicBezTo>
                  <a:pt x="1592942" y="44020"/>
                  <a:pt x="1589990" y="46949"/>
                  <a:pt x="1586904" y="50806"/>
                </a:cubicBezTo>
                <a:lnTo>
                  <a:pt x="1586904" y="93646"/>
                </a:lnTo>
                <a:cubicBezTo>
                  <a:pt x="1586904" y="94009"/>
                  <a:pt x="1586813" y="94326"/>
                  <a:pt x="1586630" y="94598"/>
                </a:cubicBezTo>
                <a:cubicBezTo>
                  <a:pt x="1586450" y="94826"/>
                  <a:pt x="1586153" y="95029"/>
                  <a:pt x="1585744" y="95212"/>
                </a:cubicBezTo>
                <a:cubicBezTo>
                  <a:pt x="1585335" y="95392"/>
                  <a:pt x="1584770" y="95529"/>
                  <a:pt x="1584044" y="95621"/>
                </a:cubicBezTo>
                <a:cubicBezTo>
                  <a:pt x="1583315" y="95712"/>
                  <a:pt x="1582386" y="95755"/>
                  <a:pt x="1581249" y="95755"/>
                </a:cubicBezTo>
                <a:cubicBezTo>
                  <a:pt x="1580160" y="95755"/>
                  <a:pt x="1579252" y="95712"/>
                  <a:pt x="1578526" y="95621"/>
                </a:cubicBezTo>
                <a:cubicBezTo>
                  <a:pt x="1577800" y="95529"/>
                  <a:pt x="1577209" y="95392"/>
                  <a:pt x="1576754" y="95212"/>
                </a:cubicBezTo>
                <a:cubicBezTo>
                  <a:pt x="1576346" y="95029"/>
                  <a:pt x="1576051" y="94826"/>
                  <a:pt x="1575871" y="94598"/>
                </a:cubicBezTo>
                <a:cubicBezTo>
                  <a:pt x="1575734" y="94326"/>
                  <a:pt x="1575666" y="94009"/>
                  <a:pt x="1575666" y="93646"/>
                </a:cubicBezTo>
                <a:lnTo>
                  <a:pt x="1575666" y="2657"/>
                </a:lnTo>
                <a:cubicBezTo>
                  <a:pt x="1575666" y="2295"/>
                  <a:pt x="1575734" y="1977"/>
                  <a:pt x="1575871" y="1703"/>
                </a:cubicBezTo>
                <a:cubicBezTo>
                  <a:pt x="1576051" y="1432"/>
                  <a:pt x="1576346" y="1206"/>
                  <a:pt x="1576754" y="1023"/>
                </a:cubicBezTo>
                <a:cubicBezTo>
                  <a:pt x="1577209" y="840"/>
                  <a:pt x="1577800" y="706"/>
                  <a:pt x="1578526" y="614"/>
                </a:cubicBezTo>
                <a:cubicBezTo>
                  <a:pt x="1579252" y="523"/>
                  <a:pt x="1580160" y="477"/>
                  <a:pt x="1581249" y="477"/>
                </a:cubicBezTo>
                <a:cubicBezTo>
                  <a:pt x="1582386" y="477"/>
                  <a:pt x="1583315" y="523"/>
                  <a:pt x="1584044" y="614"/>
                </a:cubicBezTo>
                <a:cubicBezTo>
                  <a:pt x="1584770" y="706"/>
                  <a:pt x="1585335" y="840"/>
                  <a:pt x="1585744" y="1023"/>
                </a:cubicBezTo>
                <a:cubicBezTo>
                  <a:pt x="1586153" y="1206"/>
                  <a:pt x="1586450" y="1432"/>
                  <a:pt x="1586630" y="1703"/>
                </a:cubicBezTo>
                <a:cubicBezTo>
                  <a:pt x="1586813" y="1977"/>
                  <a:pt x="1586904" y="2295"/>
                  <a:pt x="1586904" y="2657"/>
                </a:cubicBezTo>
                <a:lnTo>
                  <a:pt x="1586904" y="39365"/>
                </a:lnTo>
                <a:cubicBezTo>
                  <a:pt x="1590127" y="35962"/>
                  <a:pt x="1593373" y="33441"/>
                  <a:pt x="1596642" y="31807"/>
                </a:cubicBezTo>
                <a:cubicBezTo>
                  <a:pt x="1599911" y="30127"/>
                  <a:pt x="1603203" y="29287"/>
                  <a:pt x="1606518" y="29287"/>
                </a:cubicBezTo>
                <a:cubicBezTo>
                  <a:pt x="1610604" y="29287"/>
                  <a:pt x="1614030" y="29989"/>
                  <a:pt x="1616802" y="31398"/>
                </a:cubicBezTo>
                <a:cubicBezTo>
                  <a:pt x="1619617" y="32758"/>
                  <a:pt x="1621886" y="34599"/>
                  <a:pt x="1623611" y="36913"/>
                </a:cubicBezTo>
                <a:cubicBezTo>
                  <a:pt x="1625337" y="39231"/>
                  <a:pt x="1626563" y="41954"/>
                  <a:pt x="1627289" y="45086"/>
                </a:cubicBezTo>
                <a:cubicBezTo>
                  <a:pt x="1628061" y="48175"/>
                  <a:pt x="1628446" y="51921"/>
                  <a:pt x="1628446" y="56324"/>
                </a:cubicBezTo>
                <a:lnTo>
                  <a:pt x="1628446" y="93646"/>
                </a:lnTo>
                <a:close/>
                <a:moveTo>
                  <a:pt x="1701250" y="60342"/>
                </a:moveTo>
                <a:cubicBezTo>
                  <a:pt x="1701250" y="62113"/>
                  <a:pt x="1700795" y="63385"/>
                  <a:pt x="1699890" y="64157"/>
                </a:cubicBezTo>
                <a:cubicBezTo>
                  <a:pt x="1699027" y="64882"/>
                  <a:pt x="1698027" y="65245"/>
                  <a:pt x="1696892" y="65245"/>
                </a:cubicBezTo>
                <a:lnTo>
                  <a:pt x="1656710" y="65245"/>
                </a:lnTo>
                <a:cubicBezTo>
                  <a:pt x="1656710" y="68651"/>
                  <a:pt x="1657050" y="71715"/>
                  <a:pt x="1657733" y="74441"/>
                </a:cubicBezTo>
                <a:cubicBezTo>
                  <a:pt x="1658413" y="77164"/>
                  <a:pt x="1659547" y="79501"/>
                  <a:pt x="1661136" y="81453"/>
                </a:cubicBezTo>
                <a:cubicBezTo>
                  <a:pt x="1662725" y="83408"/>
                  <a:pt x="1664791" y="84905"/>
                  <a:pt x="1667334" y="85948"/>
                </a:cubicBezTo>
                <a:cubicBezTo>
                  <a:pt x="1669877" y="86994"/>
                  <a:pt x="1672986" y="87517"/>
                  <a:pt x="1676664" y="87517"/>
                </a:cubicBezTo>
                <a:cubicBezTo>
                  <a:pt x="1679570" y="87517"/>
                  <a:pt x="1682159" y="87288"/>
                  <a:pt x="1684428" y="86834"/>
                </a:cubicBezTo>
                <a:cubicBezTo>
                  <a:pt x="1686699" y="86337"/>
                  <a:pt x="1688651" y="85791"/>
                  <a:pt x="1690286" y="85199"/>
                </a:cubicBezTo>
                <a:cubicBezTo>
                  <a:pt x="1691966" y="84611"/>
                  <a:pt x="1693329" y="84088"/>
                  <a:pt x="1694372" y="83633"/>
                </a:cubicBezTo>
                <a:cubicBezTo>
                  <a:pt x="1695460" y="83133"/>
                  <a:pt x="1696278" y="82885"/>
                  <a:pt x="1696824" y="82885"/>
                </a:cubicBezTo>
                <a:cubicBezTo>
                  <a:pt x="1697141" y="82885"/>
                  <a:pt x="1697415" y="82976"/>
                  <a:pt x="1697641" y="83156"/>
                </a:cubicBezTo>
                <a:cubicBezTo>
                  <a:pt x="1697912" y="83293"/>
                  <a:pt x="1698118" y="83519"/>
                  <a:pt x="1698255" y="83839"/>
                </a:cubicBezTo>
                <a:cubicBezTo>
                  <a:pt x="1698389" y="84156"/>
                  <a:pt x="1698481" y="84611"/>
                  <a:pt x="1698527" y="85199"/>
                </a:cubicBezTo>
                <a:cubicBezTo>
                  <a:pt x="1698618" y="85745"/>
                  <a:pt x="1698664" y="86425"/>
                  <a:pt x="1698664" y="87242"/>
                </a:cubicBezTo>
                <a:cubicBezTo>
                  <a:pt x="1698664" y="87834"/>
                  <a:pt x="1698641" y="88357"/>
                  <a:pt x="1698595" y="88808"/>
                </a:cubicBezTo>
                <a:cubicBezTo>
                  <a:pt x="1698549" y="89217"/>
                  <a:pt x="1698481" y="89605"/>
                  <a:pt x="1698389" y="89968"/>
                </a:cubicBezTo>
                <a:cubicBezTo>
                  <a:pt x="1698344" y="90286"/>
                  <a:pt x="1698232" y="90580"/>
                  <a:pt x="1698049" y="90851"/>
                </a:cubicBezTo>
                <a:cubicBezTo>
                  <a:pt x="1697912" y="91126"/>
                  <a:pt x="1697709" y="91397"/>
                  <a:pt x="1697435" y="91669"/>
                </a:cubicBezTo>
                <a:cubicBezTo>
                  <a:pt x="1697209" y="91897"/>
                  <a:pt x="1696483" y="92306"/>
                  <a:pt x="1695258" y="92894"/>
                </a:cubicBezTo>
                <a:cubicBezTo>
                  <a:pt x="1694032" y="93440"/>
                  <a:pt x="1692443" y="93986"/>
                  <a:pt x="1690488" y="94529"/>
                </a:cubicBezTo>
                <a:cubicBezTo>
                  <a:pt x="1688537" y="95075"/>
                  <a:pt x="1686268" y="95552"/>
                  <a:pt x="1683679" y="95961"/>
                </a:cubicBezTo>
                <a:cubicBezTo>
                  <a:pt x="1681136" y="96415"/>
                  <a:pt x="1678413" y="96641"/>
                  <a:pt x="1675507" y="96641"/>
                </a:cubicBezTo>
                <a:cubicBezTo>
                  <a:pt x="1670466" y="96641"/>
                  <a:pt x="1666040" y="95938"/>
                  <a:pt x="1662228" y="94529"/>
                </a:cubicBezTo>
                <a:cubicBezTo>
                  <a:pt x="1658459" y="93123"/>
                  <a:pt x="1655281" y="91034"/>
                  <a:pt x="1652692" y="88265"/>
                </a:cubicBezTo>
                <a:cubicBezTo>
                  <a:pt x="1650103" y="85496"/>
                  <a:pt x="1648152" y="82022"/>
                  <a:pt x="1646834" y="77844"/>
                </a:cubicBezTo>
                <a:cubicBezTo>
                  <a:pt x="1645517" y="73666"/>
                  <a:pt x="1644860" y="68809"/>
                  <a:pt x="1644860" y="63271"/>
                </a:cubicBezTo>
                <a:cubicBezTo>
                  <a:pt x="1644860" y="58004"/>
                  <a:pt x="1645540" y="53281"/>
                  <a:pt x="1646903" y="49103"/>
                </a:cubicBezTo>
                <a:cubicBezTo>
                  <a:pt x="1648266" y="44883"/>
                  <a:pt x="1650218" y="41319"/>
                  <a:pt x="1652761" y="38413"/>
                </a:cubicBezTo>
                <a:cubicBezTo>
                  <a:pt x="1655347" y="35462"/>
                  <a:pt x="1658459" y="33213"/>
                  <a:pt x="1662091" y="31670"/>
                </a:cubicBezTo>
                <a:cubicBezTo>
                  <a:pt x="1665722" y="30081"/>
                  <a:pt x="1669786" y="29287"/>
                  <a:pt x="1674281" y="29287"/>
                </a:cubicBezTo>
                <a:cubicBezTo>
                  <a:pt x="1679093" y="29287"/>
                  <a:pt x="1683179" y="30058"/>
                  <a:pt x="1686539" y="31601"/>
                </a:cubicBezTo>
                <a:cubicBezTo>
                  <a:pt x="1689946" y="33144"/>
                  <a:pt x="1692737" y="35233"/>
                  <a:pt x="1694918" y="37868"/>
                </a:cubicBezTo>
                <a:cubicBezTo>
                  <a:pt x="1697095" y="40456"/>
                  <a:pt x="1698684" y="43520"/>
                  <a:pt x="1699684" y="47060"/>
                </a:cubicBezTo>
                <a:cubicBezTo>
                  <a:pt x="1700727" y="50558"/>
                  <a:pt x="1701250" y="54304"/>
                  <a:pt x="1701250" y="58299"/>
                </a:cubicBezTo>
                <a:lnTo>
                  <a:pt x="1701250" y="60342"/>
                </a:lnTo>
                <a:close/>
                <a:moveTo>
                  <a:pt x="1689946" y="57004"/>
                </a:moveTo>
                <a:cubicBezTo>
                  <a:pt x="1690080" y="51104"/>
                  <a:pt x="1688765" y="46472"/>
                  <a:pt x="1685994" y="43111"/>
                </a:cubicBezTo>
                <a:cubicBezTo>
                  <a:pt x="1683270" y="39751"/>
                  <a:pt x="1679207" y="38070"/>
                  <a:pt x="1673803" y="38070"/>
                </a:cubicBezTo>
                <a:cubicBezTo>
                  <a:pt x="1671035" y="38070"/>
                  <a:pt x="1668606" y="38593"/>
                  <a:pt x="1666517" y="39639"/>
                </a:cubicBezTo>
                <a:cubicBezTo>
                  <a:pt x="1664428" y="40682"/>
                  <a:pt x="1662679" y="42068"/>
                  <a:pt x="1661273" y="43791"/>
                </a:cubicBezTo>
                <a:cubicBezTo>
                  <a:pt x="1659865" y="45517"/>
                  <a:pt x="1658776" y="47537"/>
                  <a:pt x="1658004" y="49855"/>
                </a:cubicBezTo>
                <a:cubicBezTo>
                  <a:pt x="1657233" y="52124"/>
                  <a:pt x="1656801" y="54507"/>
                  <a:pt x="1656710" y="57004"/>
                </a:cubicBezTo>
                <a:lnTo>
                  <a:pt x="1689946" y="57004"/>
                </a:lnTo>
                <a:close/>
                <a:moveTo>
                  <a:pt x="1729582" y="93646"/>
                </a:moveTo>
                <a:cubicBezTo>
                  <a:pt x="1729582" y="94009"/>
                  <a:pt x="1729490" y="94326"/>
                  <a:pt x="1729310" y="94598"/>
                </a:cubicBezTo>
                <a:cubicBezTo>
                  <a:pt x="1729128" y="94826"/>
                  <a:pt x="1728833" y="95029"/>
                  <a:pt x="1728425" y="95212"/>
                </a:cubicBezTo>
                <a:cubicBezTo>
                  <a:pt x="1728016" y="95392"/>
                  <a:pt x="1727447" y="95529"/>
                  <a:pt x="1726722" y="95621"/>
                </a:cubicBezTo>
                <a:cubicBezTo>
                  <a:pt x="1725996" y="95712"/>
                  <a:pt x="1725064" y="95755"/>
                  <a:pt x="1723930" y="95755"/>
                </a:cubicBezTo>
                <a:cubicBezTo>
                  <a:pt x="1722838" y="95755"/>
                  <a:pt x="1721932" y="95712"/>
                  <a:pt x="1721204" y="95621"/>
                </a:cubicBezTo>
                <a:cubicBezTo>
                  <a:pt x="1720478" y="95529"/>
                  <a:pt x="1719889" y="95392"/>
                  <a:pt x="1719435" y="95212"/>
                </a:cubicBezTo>
                <a:cubicBezTo>
                  <a:pt x="1719026" y="95029"/>
                  <a:pt x="1718729" y="94826"/>
                  <a:pt x="1718549" y="94598"/>
                </a:cubicBezTo>
                <a:cubicBezTo>
                  <a:pt x="1718412" y="94326"/>
                  <a:pt x="1718343" y="94009"/>
                  <a:pt x="1718343" y="93646"/>
                </a:cubicBezTo>
                <a:lnTo>
                  <a:pt x="1718343" y="32350"/>
                </a:lnTo>
                <a:cubicBezTo>
                  <a:pt x="1718343" y="32033"/>
                  <a:pt x="1718412" y="31738"/>
                  <a:pt x="1718549" y="31467"/>
                </a:cubicBezTo>
                <a:cubicBezTo>
                  <a:pt x="1718729" y="31192"/>
                  <a:pt x="1719026" y="30967"/>
                  <a:pt x="1719435" y="30784"/>
                </a:cubicBezTo>
                <a:cubicBezTo>
                  <a:pt x="1719889" y="30604"/>
                  <a:pt x="1720478" y="30467"/>
                  <a:pt x="1721204" y="30375"/>
                </a:cubicBezTo>
                <a:cubicBezTo>
                  <a:pt x="1721932" y="30284"/>
                  <a:pt x="1722838" y="30241"/>
                  <a:pt x="1723930" y="30241"/>
                </a:cubicBezTo>
                <a:cubicBezTo>
                  <a:pt x="1725064" y="30241"/>
                  <a:pt x="1725996" y="30284"/>
                  <a:pt x="1726722" y="30375"/>
                </a:cubicBezTo>
                <a:cubicBezTo>
                  <a:pt x="1727447" y="30467"/>
                  <a:pt x="1728016" y="30604"/>
                  <a:pt x="1728425" y="30784"/>
                </a:cubicBezTo>
                <a:cubicBezTo>
                  <a:pt x="1728833" y="30967"/>
                  <a:pt x="1729128" y="31192"/>
                  <a:pt x="1729310" y="31467"/>
                </a:cubicBezTo>
                <a:cubicBezTo>
                  <a:pt x="1729490" y="31738"/>
                  <a:pt x="1729582" y="32033"/>
                  <a:pt x="1729582" y="32350"/>
                </a:cubicBezTo>
                <a:lnTo>
                  <a:pt x="1729582" y="93646"/>
                </a:lnTo>
                <a:close/>
                <a:moveTo>
                  <a:pt x="1730876" y="11647"/>
                </a:moveTo>
                <a:cubicBezTo>
                  <a:pt x="1730876" y="14282"/>
                  <a:pt x="1730376" y="16073"/>
                  <a:pt x="1729376" y="17028"/>
                </a:cubicBezTo>
                <a:cubicBezTo>
                  <a:pt x="1728379" y="17982"/>
                  <a:pt x="1726539" y="18457"/>
                  <a:pt x="1723861" y="18457"/>
                </a:cubicBezTo>
                <a:cubicBezTo>
                  <a:pt x="1721227" y="18457"/>
                  <a:pt x="1719412" y="18002"/>
                  <a:pt x="1718412" y="17096"/>
                </a:cubicBezTo>
                <a:cubicBezTo>
                  <a:pt x="1717460" y="16142"/>
                  <a:pt x="1716983" y="14370"/>
                  <a:pt x="1716983" y="11784"/>
                </a:cubicBezTo>
                <a:cubicBezTo>
                  <a:pt x="1716983" y="9150"/>
                  <a:pt x="1717483" y="7355"/>
                  <a:pt x="1718480" y="6404"/>
                </a:cubicBezTo>
                <a:cubicBezTo>
                  <a:pt x="1719481" y="5449"/>
                  <a:pt x="1721318" y="4972"/>
                  <a:pt x="1723998" y="4972"/>
                </a:cubicBezTo>
                <a:cubicBezTo>
                  <a:pt x="1726630" y="4972"/>
                  <a:pt x="1728425" y="5449"/>
                  <a:pt x="1729376" y="6404"/>
                </a:cubicBezTo>
                <a:cubicBezTo>
                  <a:pt x="1730376" y="7312"/>
                  <a:pt x="1730876" y="9058"/>
                  <a:pt x="1730876" y="11647"/>
                </a:cubicBezTo>
                <a:close/>
                <a:moveTo>
                  <a:pt x="1801568" y="35144"/>
                </a:moveTo>
                <a:cubicBezTo>
                  <a:pt x="1801568" y="36733"/>
                  <a:pt x="1801342" y="37890"/>
                  <a:pt x="1800888" y="38616"/>
                </a:cubicBezTo>
                <a:cubicBezTo>
                  <a:pt x="1800479" y="39296"/>
                  <a:pt x="1799934" y="39639"/>
                  <a:pt x="1799253" y="39639"/>
                </a:cubicBezTo>
                <a:lnTo>
                  <a:pt x="1790467" y="39639"/>
                </a:lnTo>
                <a:cubicBezTo>
                  <a:pt x="1792055" y="41274"/>
                  <a:pt x="1793170" y="43088"/>
                  <a:pt x="1793804" y="45086"/>
                </a:cubicBezTo>
                <a:cubicBezTo>
                  <a:pt x="1794441" y="47040"/>
                  <a:pt x="1794759" y="49083"/>
                  <a:pt x="1794759" y="51215"/>
                </a:cubicBezTo>
                <a:cubicBezTo>
                  <a:pt x="1794759" y="54758"/>
                  <a:pt x="1794190" y="57890"/>
                  <a:pt x="1793056" y="60613"/>
                </a:cubicBezTo>
                <a:cubicBezTo>
                  <a:pt x="1791921" y="63339"/>
                  <a:pt x="1790287" y="65654"/>
                  <a:pt x="1788152" y="67560"/>
                </a:cubicBezTo>
                <a:cubicBezTo>
                  <a:pt x="1786063" y="69423"/>
                  <a:pt x="1783566" y="70852"/>
                  <a:pt x="1780660" y="71852"/>
                </a:cubicBezTo>
                <a:cubicBezTo>
                  <a:pt x="1777754" y="72849"/>
                  <a:pt x="1774530" y="73349"/>
                  <a:pt x="1770990" y="73349"/>
                </a:cubicBezTo>
                <a:cubicBezTo>
                  <a:pt x="1768492" y="73349"/>
                  <a:pt x="1766109" y="73032"/>
                  <a:pt x="1763838" y="72398"/>
                </a:cubicBezTo>
                <a:cubicBezTo>
                  <a:pt x="1761614" y="71715"/>
                  <a:pt x="1759889" y="70875"/>
                  <a:pt x="1758663" y="69877"/>
                </a:cubicBezTo>
                <a:cubicBezTo>
                  <a:pt x="1757845" y="70695"/>
                  <a:pt x="1757165" y="71623"/>
                  <a:pt x="1756620" y="72669"/>
                </a:cubicBezTo>
                <a:cubicBezTo>
                  <a:pt x="1756119" y="73712"/>
                  <a:pt x="1755871" y="74915"/>
                  <a:pt x="1755871" y="76278"/>
                </a:cubicBezTo>
                <a:cubicBezTo>
                  <a:pt x="1755871" y="77867"/>
                  <a:pt x="1756597" y="79184"/>
                  <a:pt x="1758048" y="80227"/>
                </a:cubicBezTo>
                <a:cubicBezTo>
                  <a:pt x="1759548" y="81273"/>
                  <a:pt x="1761523" y="81842"/>
                  <a:pt x="1763975" y="81930"/>
                </a:cubicBezTo>
                <a:lnTo>
                  <a:pt x="1779980" y="82613"/>
                </a:lnTo>
                <a:cubicBezTo>
                  <a:pt x="1783020" y="82702"/>
                  <a:pt x="1785815" y="83133"/>
                  <a:pt x="1788355" y="83905"/>
                </a:cubicBezTo>
                <a:cubicBezTo>
                  <a:pt x="1790898" y="84633"/>
                  <a:pt x="1793101" y="85699"/>
                  <a:pt x="1794961" y="87108"/>
                </a:cubicBezTo>
                <a:cubicBezTo>
                  <a:pt x="1796825" y="88468"/>
                  <a:pt x="1798276" y="90171"/>
                  <a:pt x="1799322" y="92214"/>
                </a:cubicBezTo>
                <a:cubicBezTo>
                  <a:pt x="1800365" y="94212"/>
                  <a:pt x="1800888" y="96552"/>
                  <a:pt x="1800888" y="99230"/>
                </a:cubicBezTo>
                <a:cubicBezTo>
                  <a:pt x="1800888" y="102044"/>
                  <a:pt x="1800296" y="104725"/>
                  <a:pt x="1799116" y="107265"/>
                </a:cubicBezTo>
                <a:cubicBezTo>
                  <a:pt x="1797936" y="109808"/>
                  <a:pt x="1796119" y="112034"/>
                  <a:pt x="1793667" y="113940"/>
                </a:cubicBezTo>
                <a:cubicBezTo>
                  <a:pt x="1791261" y="115892"/>
                  <a:pt x="1788175" y="117415"/>
                  <a:pt x="1784406" y="118503"/>
                </a:cubicBezTo>
                <a:cubicBezTo>
                  <a:pt x="1780637" y="119638"/>
                  <a:pt x="1776188" y="120206"/>
                  <a:pt x="1771058" y="120206"/>
                </a:cubicBezTo>
                <a:cubicBezTo>
                  <a:pt x="1766109" y="120206"/>
                  <a:pt x="1761886" y="119775"/>
                  <a:pt x="1758391" y="118912"/>
                </a:cubicBezTo>
                <a:cubicBezTo>
                  <a:pt x="1754939" y="118095"/>
                  <a:pt x="1752102" y="116960"/>
                  <a:pt x="1749876" y="115506"/>
                </a:cubicBezTo>
                <a:cubicBezTo>
                  <a:pt x="1747653" y="114054"/>
                  <a:pt x="1746041" y="112305"/>
                  <a:pt x="1745041" y="110262"/>
                </a:cubicBezTo>
                <a:cubicBezTo>
                  <a:pt x="1744044" y="108265"/>
                  <a:pt x="1743544" y="106085"/>
                  <a:pt x="1743544" y="103724"/>
                </a:cubicBezTo>
                <a:cubicBezTo>
                  <a:pt x="1743544" y="102227"/>
                  <a:pt x="1743724" y="100773"/>
                  <a:pt x="1744089" y="99367"/>
                </a:cubicBezTo>
                <a:cubicBezTo>
                  <a:pt x="1744452" y="97958"/>
                  <a:pt x="1744995" y="96618"/>
                  <a:pt x="1745724" y="95346"/>
                </a:cubicBezTo>
                <a:cubicBezTo>
                  <a:pt x="1746495" y="94077"/>
                  <a:pt x="1747424" y="92874"/>
                  <a:pt x="1748516" y="91737"/>
                </a:cubicBezTo>
                <a:cubicBezTo>
                  <a:pt x="1749650" y="90557"/>
                  <a:pt x="1750945" y="89400"/>
                  <a:pt x="1752396" y="88265"/>
                </a:cubicBezTo>
                <a:cubicBezTo>
                  <a:pt x="1750173" y="87131"/>
                  <a:pt x="1748516" y="85699"/>
                  <a:pt x="1747424" y="83973"/>
                </a:cubicBezTo>
                <a:cubicBezTo>
                  <a:pt x="1746381" y="82247"/>
                  <a:pt x="1745858" y="80387"/>
                  <a:pt x="1745858" y="78390"/>
                </a:cubicBezTo>
                <a:cubicBezTo>
                  <a:pt x="1745858" y="75621"/>
                  <a:pt x="1746427" y="73146"/>
                  <a:pt x="1747561" y="70966"/>
                </a:cubicBezTo>
                <a:cubicBezTo>
                  <a:pt x="1748696" y="68786"/>
                  <a:pt x="1750104" y="66834"/>
                  <a:pt x="1751785" y="65108"/>
                </a:cubicBezTo>
                <a:cubicBezTo>
                  <a:pt x="1750376" y="63428"/>
                  <a:pt x="1749264" y="61545"/>
                  <a:pt x="1748447" y="59456"/>
                </a:cubicBezTo>
                <a:cubicBezTo>
                  <a:pt x="1747630" y="57321"/>
                  <a:pt x="1747221" y="54758"/>
                  <a:pt x="1747221" y="51761"/>
                </a:cubicBezTo>
                <a:cubicBezTo>
                  <a:pt x="1747221" y="48266"/>
                  <a:pt x="1747810" y="45131"/>
                  <a:pt x="1748993" y="42362"/>
                </a:cubicBezTo>
                <a:cubicBezTo>
                  <a:pt x="1750173" y="39594"/>
                  <a:pt x="1751808" y="37253"/>
                  <a:pt x="1753896" y="35347"/>
                </a:cubicBezTo>
                <a:cubicBezTo>
                  <a:pt x="1755982" y="33441"/>
                  <a:pt x="1758480" y="31987"/>
                  <a:pt x="1761386" y="30990"/>
                </a:cubicBezTo>
                <a:cubicBezTo>
                  <a:pt x="1764338" y="29944"/>
                  <a:pt x="1767538" y="29424"/>
                  <a:pt x="1770990" y="29424"/>
                </a:cubicBezTo>
                <a:cubicBezTo>
                  <a:pt x="1772850" y="29424"/>
                  <a:pt x="1774576" y="29535"/>
                  <a:pt x="1776165" y="29764"/>
                </a:cubicBezTo>
                <a:cubicBezTo>
                  <a:pt x="1777799" y="29944"/>
                  <a:pt x="1779320" y="30218"/>
                  <a:pt x="1780728" y="30581"/>
                </a:cubicBezTo>
                <a:lnTo>
                  <a:pt x="1799253" y="30581"/>
                </a:lnTo>
                <a:cubicBezTo>
                  <a:pt x="1800025" y="30581"/>
                  <a:pt x="1800591" y="30967"/>
                  <a:pt x="1800957" y="31738"/>
                </a:cubicBezTo>
                <a:cubicBezTo>
                  <a:pt x="1801365" y="32464"/>
                  <a:pt x="1801568" y="33598"/>
                  <a:pt x="1801568" y="35144"/>
                </a:cubicBezTo>
                <a:close/>
                <a:moveTo>
                  <a:pt x="1783997" y="51284"/>
                </a:moveTo>
                <a:cubicBezTo>
                  <a:pt x="1783997" y="47106"/>
                  <a:pt x="1782840" y="43860"/>
                  <a:pt x="1780523" y="41545"/>
                </a:cubicBezTo>
                <a:cubicBezTo>
                  <a:pt x="1778254" y="39185"/>
                  <a:pt x="1775008" y="38005"/>
                  <a:pt x="1770784" y="38005"/>
                </a:cubicBezTo>
                <a:cubicBezTo>
                  <a:pt x="1768607" y="38005"/>
                  <a:pt x="1766698" y="38368"/>
                  <a:pt x="1765063" y="39093"/>
                </a:cubicBezTo>
                <a:cubicBezTo>
                  <a:pt x="1763475" y="39819"/>
                  <a:pt x="1762135" y="40819"/>
                  <a:pt x="1761046" y="42091"/>
                </a:cubicBezTo>
                <a:cubicBezTo>
                  <a:pt x="1760003" y="43363"/>
                  <a:pt x="1759208" y="44837"/>
                  <a:pt x="1758663" y="46517"/>
                </a:cubicBezTo>
                <a:cubicBezTo>
                  <a:pt x="1758163" y="48152"/>
                  <a:pt x="1757914" y="49878"/>
                  <a:pt x="1757914" y="51692"/>
                </a:cubicBezTo>
                <a:cubicBezTo>
                  <a:pt x="1757914" y="55733"/>
                  <a:pt x="1759048" y="58913"/>
                  <a:pt x="1761317" y="61228"/>
                </a:cubicBezTo>
                <a:cubicBezTo>
                  <a:pt x="1763635" y="63542"/>
                  <a:pt x="1766858" y="64700"/>
                  <a:pt x="1770990" y="64700"/>
                </a:cubicBezTo>
                <a:cubicBezTo>
                  <a:pt x="1773213" y="64700"/>
                  <a:pt x="1775145" y="64359"/>
                  <a:pt x="1776779" y="63679"/>
                </a:cubicBezTo>
                <a:cubicBezTo>
                  <a:pt x="1778414" y="62954"/>
                  <a:pt x="1779751" y="61976"/>
                  <a:pt x="1780797" y="60750"/>
                </a:cubicBezTo>
                <a:cubicBezTo>
                  <a:pt x="1781886" y="59479"/>
                  <a:pt x="1782680" y="58027"/>
                  <a:pt x="1783180" y="56393"/>
                </a:cubicBezTo>
                <a:cubicBezTo>
                  <a:pt x="1783726" y="54758"/>
                  <a:pt x="1783997" y="53055"/>
                  <a:pt x="1783997" y="51284"/>
                </a:cubicBezTo>
                <a:close/>
                <a:moveTo>
                  <a:pt x="1789649" y="99844"/>
                </a:moveTo>
                <a:cubicBezTo>
                  <a:pt x="1789649" y="97209"/>
                  <a:pt x="1788561" y="95189"/>
                  <a:pt x="1786380" y="93780"/>
                </a:cubicBezTo>
                <a:cubicBezTo>
                  <a:pt x="1784246" y="92329"/>
                  <a:pt x="1781340" y="91557"/>
                  <a:pt x="1777662" y="91466"/>
                </a:cubicBezTo>
                <a:lnTo>
                  <a:pt x="1761794" y="90920"/>
                </a:lnTo>
                <a:cubicBezTo>
                  <a:pt x="1760343" y="92057"/>
                  <a:pt x="1759140" y="93146"/>
                  <a:pt x="1758185" y="94189"/>
                </a:cubicBezTo>
                <a:cubicBezTo>
                  <a:pt x="1757277" y="95189"/>
                  <a:pt x="1756551" y="96143"/>
                  <a:pt x="1756005" y="97049"/>
                </a:cubicBezTo>
                <a:cubicBezTo>
                  <a:pt x="1755462" y="98004"/>
                  <a:pt x="1755076" y="98935"/>
                  <a:pt x="1754848" y="99844"/>
                </a:cubicBezTo>
                <a:cubicBezTo>
                  <a:pt x="1754668" y="100750"/>
                  <a:pt x="1754576" y="101681"/>
                  <a:pt x="1754576" y="102636"/>
                </a:cubicBezTo>
                <a:cubicBezTo>
                  <a:pt x="1754576" y="105585"/>
                  <a:pt x="1756074" y="107811"/>
                  <a:pt x="1759071" y="109308"/>
                </a:cubicBezTo>
                <a:cubicBezTo>
                  <a:pt x="1762069" y="110854"/>
                  <a:pt x="1766244" y="111625"/>
                  <a:pt x="1771601" y="111625"/>
                </a:cubicBezTo>
                <a:cubicBezTo>
                  <a:pt x="1775008" y="111625"/>
                  <a:pt x="1777845" y="111285"/>
                  <a:pt x="1780114" y="110602"/>
                </a:cubicBezTo>
                <a:cubicBezTo>
                  <a:pt x="1782431" y="109968"/>
                  <a:pt x="1784292" y="109105"/>
                  <a:pt x="1785700" y="108016"/>
                </a:cubicBezTo>
                <a:cubicBezTo>
                  <a:pt x="1787106" y="106925"/>
                  <a:pt x="1788106" y="105676"/>
                  <a:pt x="1788698" y="104270"/>
                </a:cubicBezTo>
                <a:cubicBezTo>
                  <a:pt x="1789332" y="102861"/>
                  <a:pt x="1789649" y="101387"/>
                  <a:pt x="1789649" y="99844"/>
                </a:cubicBezTo>
                <a:close/>
                <a:moveTo>
                  <a:pt x="1868788" y="93646"/>
                </a:moveTo>
                <a:cubicBezTo>
                  <a:pt x="1868788" y="94009"/>
                  <a:pt x="1868696" y="94326"/>
                  <a:pt x="1868514" y="94598"/>
                </a:cubicBezTo>
                <a:cubicBezTo>
                  <a:pt x="1868334" y="94826"/>
                  <a:pt x="1868039" y="95029"/>
                  <a:pt x="1867631" y="95212"/>
                </a:cubicBezTo>
                <a:cubicBezTo>
                  <a:pt x="1867222" y="95392"/>
                  <a:pt x="1866653" y="95529"/>
                  <a:pt x="1865927" y="95621"/>
                </a:cubicBezTo>
                <a:cubicBezTo>
                  <a:pt x="1865202" y="95712"/>
                  <a:pt x="1864293" y="95755"/>
                  <a:pt x="1863201" y="95755"/>
                </a:cubicBezTo>
                <a:cubicBezTo>
                  <a:pt x="1862067" y="95755"/>
                  <a:pt x="1861138" y="95712"/>
                  <a:pt x="1860410" y="95621"/>
                </a:cubicBezTo>
                <a:cubicBezTo>
                  <a:pt x="1859684" y="95529"/>
                  <a:pt x="1859115" y="95392"/>
                  <a:pt x="1858707" y="95212"/>
                </a:cubicBezTo>
                <a:cubicBezTo>
                  <a:pt x="1858298" y="95029"/>
                  <a:pt x="1858004" y="94826"/>
                  <a:pt x="1857824" y="94598"/>
                </a:cubicBezTo>
                <a:cubicBezTo>
                  <a:pt x="1857641" y="94326"/>
                  <a:pt x="1857549" y="94009"/>
                  <a:pt x="1857549" y="93646"/>
                </a:cubicBezTo>
                <a:lnTo>
                  <a:pt x="1857549" y="57753"/>
                </a:lnTo>
                <a:cubicBezTo>
                  <a:pt x="1857549" y="54258"/>
                  <a:pt x="1857278" y="51444"/>
                  <a:pt x="1856732" y="49309"/>
                </a:cubicBezTo>
                <a:cubicBezTo>
                  <a:pt x="1856189" y="47174"/>
                  <a:pt x="1855395" y="45337"/>
                  <a:pt x="1854349" y="43791"/>
                </a:cubicBezTo>
                <a:cubicBezTo>
                  <a:pt x="1853306" y="42248"/>
                  <a:pt x="1851943" y="41068"/>
                  <a:pt x="1850263" y="40251"/>
                </a:cubicBezTo>
                <a:cubicBezTo>
                  <a:pt x="1848628" y="39433"/>
                  <a:pt x="1846722" y="39025"/>
                  <a:pt x="1844542" y="39025"/>
                </a:cubicBezTo>
                <a:cubicBezTo>
                  <a:pt x="1841727" y="39025"/>
                  <a:pt x="1838913" y="40025"/>
                  <a:pt x="1836098" y="42022"/>
                </a:cubicBezTo>
                <a:cubicBezTo>
                  <a:pt x="1833283" y="44020"/>
                  <a:pt x="1830332" y="46949"/>
                  <a:pt x="1827243" y="50806"/>
                </a:cubicBezTo>
                <a:lnTo>
                  <a:pt x="1827243" y="93646"/>
                </a:lnTo>
                <a:cubicBezTo>
                  <a:pt x="1827243" y="94009"/>
                  <a:pt x="1827154" y="94326"/>
                  <a:pt x="1826971" y="94598"/>
                </a:cubicBezTo>
                <a:cubicBezTo>
                  <a:pt x="1826788" y="94826"/>
                  <a:pt x="1826494" y="95029"/>
                  <a:pt x="1826085" y="95212"/>
                </a:cubicBezTo>
                <a:cubicBezTo>
                  <a:pt x="1825677" y="95392"/>
                  <a:pt x="1825111" y="95529"/>
                  <a:pt x="1824382" y="95621"/>
                </a:cubicBezTo>
                <a:cubicBezTo>
                  <a:pt x="1823656" y="95712"/>
                  <a:pt x="1822725" y="95755"/>
                  <a:pt x="1821591" y="95755"/>
                </a:cubicBezTo>
                <a:cubicBezTo>
                  <a:pt x="1820502" y="95755"/>
                  <a:pt x="1819593" y="95712"/>
                  <a:pt x="1818867" y="95621"/>
                </a:cubicBezTo>
                <a:cubicBezTo>
                  <a:pt x="1818142" y="95529"/>
                  <a:pt x="1817550" y="95392"/>
                  <a:pt x="1817096" y="95212"/>
                </a:cubicBezTo>
                <a:cubicBezTo>
                  <a:pt x="1816687" y="95029"/>
                  <a:pt x="1816393" y="94826"/>
                  <a:pt x="1816210" y="94598"/>
                </a:cubicBezTo>
                <a:cubicBezTo>
                  <a:pt x="1816076" y="94326"/>
                  <a:pt x="1816007" y="94009"/>
                  <a:pt x="1816007" y="93646"/>
                </a:cubicBezTo>
                <a:lnTo>
                  <a:pt x="1816007" y="2657"/>
                </a:lnTo>
                <a:cubicBezTo>
                  <a:pt x="1816007" y="2295"/>
                  <a:pt x="1816076" y="1977"/>
                  <a:pt x="1816210" y="1703"/>
                </a:cubicBezTo>
                <a:cubicBezTo>
                  <a:pt x="1816393" y="1432"/>
                  <a:pt x="1816687" y="1206"/>
                  <a:pt x="1817096" y="1023"/>
                </a:cubicBezTo>
                <a:cubicBezTo>
                  <a:pt x="1817550" y="840"/>
                  <a:pt x="1818142" y="706"/>
                  <a:pt x="1818867" y="614"/>
                </a:cubicBezTo>
                <a:cubicBezTo>
                  <a:pt x="1819593" y="523"/>
                  <a:pt x="1820502" y="477"/>
                  <a:pt x="1821591" y="477"/>
                </a:cubicBezTo>
                <a:cubicBezTo>
                  <a:pt x="1822725" y="477"/>
                  <a:pt x="1823656" y="523"/>
                  <a:pt x="1824382" y="614"/>
                </a:cubicBezTo>
                <a:cubicBezTo>
                  <a:pt x="1825111" y="706"/>
                  <a:pt x="1825677" y="840"/>
                  <a:pt x="1826085" y="1023"/>
                </a:cubicBezTo>
                <a:cubicBezTo>
                  <a:pt x="1826494" y="1206"/>
                  <a:pt x="1826788" y="1432"/>
                  <a:pt x="1826971" y="1703"/>
                </a:cubicBezTo>
                <a:cubicBezTo>
                  <a:pt x="1827154" y="1977"/>
                  <a:pt x="1827243" y="2295"/>
                  <a:pt x="1827243" y="2657"/>
                </a:cubicBezTo>
                <a:lnTo>
                  <a:pt x="1827243" y="39365"/>
                </a:lnTo>
                <a:cubicBezTo>
                  <a:pt x="1830466" y="35962"/>
                  <a:pt x="1833715" y="33441"/>
                  <a:pt x="1836984" y="31807"/>
                </a:cubicBezTo>
                <a:cubicBezTo>
                  <a:pt x="1840253" y="30127"/>
                  <a:pt x="1843545" y="29287"/>
                  <a:pt x="1846857" y="29287"/>
                </a:cubicBezTo>
                <a:cubicBezTo>
                  <a:pt x="1850943" y="29287"/>
                  <a:pt x="1854372" y="29989"/>
                  <a:pt x="1857141" y="31398"/>
                </a:cubicBezTo>
                <a:cubicBezTo>
                  <a:pt x="1859955" y="32758"/>
                  <a:pt x="1862227" y="34599"/>
                  <a:pt x="1863953" y="36913"/>
                </a:cubicBezTo>
                <a:cubicBezTo>
                  <a:pt x="1865676" y="39231"/>
                  <a:pt x="1866902" y="41954"/>
                  <a:pt x="1867631" y="45086"/>
                </a:cubicBezTo>
                <a:cubicBezTo>
                  <a:pt x="1868402" y="48175"/>
                  <a:pt x="1868788" y="51921"/>
                  <a:pt x="1868788" y="56324"/>
                </a:cubicBezTo>
                <a:lnTo>
                  <a:pt x="1868788" y="93646"/>
                </a:lnTo>
                <a:close/>
                <a:moveTo>
                  <a:pt x="1919866" y="89151"/>
                </a:moveTo>
                <a:cubicBezTo>
                  <a:pt x="1919866" y="90466"/>
                  <a:pt x="1919774" y="91511"/>
                  <a:pt x="1919594" y="92283"/>
                </a:cubicBezTo>
                <a:cubicBezTo>
                  <a:pt x="1919411" y="93054"/>
                  <a:pt x="1919140" y="93623"/>
                  <a:pt x="1918777" y="93986"/>
                </a:cubicBezTo>
                <a:cubicBezTo>
                  <a:pt x="1918414" y="94349"/>
                  <a:pt x="1917868" y="94689"/>
                  <a:pt x="1917142" y="95006"/>
                </a:cubicBezTo>
                <a:cubicBezTo>
                  <a:pt x="1916414" y="95326"/>
                  <a:pt x="1915574" y="95575"/>
                  <a:pt x="1914622" y="95755"/>
                </a:cubicBezTo>
                <a:cubicBezTo>
                  <a:pt x="1913713" y="95983"/>
                  <a:pt x="1912736" y="96163"/>
                  <a:pt x="1911693" y="96301"/>
                </a:cubicBezTo>
                <a:cubicBezTo>
                  <a:pt x="1910650" y="96438"/>
                  <a:pt x="1909604" y="96506"/>
                  <a:pt x="1908561" y="96506"/>
                </a:cubicBezTo>
                <a:cubicBezTo>
                  <a:pt x="1905381" y="96506"/>
                  <a:pt x="1902658" y="96098"/>
                  <a:pt x="1900389" y="95280"/>
                </a:cubicBezTo>
                <a:cubicBezTo>
                  <a:pt x="1898117" y="94418"/>
                  <a:pt x="1896257" y="93146"/>
                  <a:pt x="1894803" y="91466"/>
                </a:cubicBezTo>
                <a:cubicBezTo>
                  <a:pt x="1893351" y="89740"/>
                  <a:pt x="1892282" y="87582"/>
                  <a:pt x="1891602" y="84996"/>
                </a:cubicBezTo>
                <a:cubicBezTo>
                  <a:pt x="1890968" y="82362"/>
                  <a:pt x="1890648" y="79276"/>
                  <a:pt x="1890648" y="75732"/>
                </a:cubicBezTo>
                <a:lnTo>
                  <a:pt x="1890648" y="39911"/>
                </a:lnTo>
                <a:lnTo>
                  <a:pt x="1882067" y="39911"/>
                </a:lnTo>
                <a:cubicBezTo>
                  <a:pt x="1881387" y="39911"/>
                  <a:pt x="1880841" y="39548"/>
                  <a:pt x="1880432" y="38822"/>
                </a:cubicBezTo>
                <a:cubicBezTo>
                  <a:pt x="1880024" y="38093"/>
                  <a:pt x="1879821" y="36913"/>
                  <a:pt x="1879821" y="35279"/>
                </a:cubicBezTo>
                <a:cubicBezTo>
                  <a:pt x="1879821" y="34416"/>
                  <a:pt x="1879866" y="33690"/>
                  <a:pt x="1879958" y="33101"/>
                </a:cubicBezTo>
                <a:cubicBezTo>
                  <a:pt x="1880092" y="32510"/>
                  <a:pt x="1880252" y="32033"/>
                  <a:pt x="1880432" y="31670"/>
                </a:cubicBezTo>
                <a:cubicBezTo>
                  <a:pt x="1880615" y="31261"/>
                  <a:pt x="1880841" y="30990"/>
                  <a:pt x="1881115" y="30852"/>
                </a:cubicBezTo>
                <a:cubicBezTo>
                  <a:pt x="1881432" y="30672"/>
                  <a:pt x="1881772" y="30581"/>
                  <a:pt x="1882135" y="30581"/>
                </a:cubicBezTo>
                <a:lnTo>
                  <a:pt x="1890648" y="30581"/>
                </a:lnTo>
                <a:lnTo>
                  <a:pt x="1890648" y="16005"/>
                </a:lnTo>
                <a:cubicBezTo>
                  <a:pt x="1890648" y="15688"/>
                  <a:pt x="1890716" y="15393"/>
                  <a:pt x="1890853" y="15122"/>
                </a:cubicBezTo>
                <a:cubicBezTo>
                  <a:pt x="1891033" y="14848"/>
                  <a:pt x="1891331" y="14622"/>
                  <a:pt x="1891739" y="14439"/>
                </a:cubicBezTo>
                <a:cubicBezTo>
                  <a:pt x="1892194" y="14213"/>
                  <a:pt x="1892782" y="14053"/>
                  <a:pt x="1893508" y="13962"/>
                </a:cubicBezTo>
                <a:cubicBezTo>
                  <a:pt x="1894237" y="13873"/>
                  <a:pt x="1895143" y="13827"/>
                  <a:pt x="1896234" y="13827"/>
                </a:cubicBezTo>
                <a:cubicBezTo>
                  <a:pt x="1897369" y="13827"/>
                  <a:pt x="1898300" y="13873"/>
                  <a:pt x="1899026" y="13962"/>
                </a:cubicBezTo>
                <a:cubicBezTo>
                  <a:pt x="1899752" y="14053"/>
                  <a:pt x="1900320" y="14213"/>
                  <a:pt x="1900729" y="14439"/>
                </a:cubicBezTo>
                <a:cubicBezTo>
                  <a:pt x="1901138" y="14622"/>
                  <a:pt x="1901432" y="14848"/>
                  <a:pt x="1901615" y="15122"/>
                </a:cubicBezTo>
                <a:cubicBezTo>
                  <a:pt x="1901795" y="15393"/>
                  <a:pt x="1901886" y="15688"/>
                  <a:pt x="1901886" y="16005"/>
                </a:cubicBezTo>
                <a:lnTo>
                  <a:pt x="1901886" y="30581"/>
                </a:lnTo>
                <a:lnTo>
                  <a:pt x="1917620" y="30581"/>
                </a:lnTo>
                <a:cubicBezTo>
                  <a:pt x="1917983" y="30581"/>
                  <a:pt x="1918300" y="30672"/>
                  <a:pt x="1918571" y="30852"/>
                </a:cubicBezTo>
                <a:cubicBezTo>
                  <a:pt x="1918846" y="30990"/>
                  <a:pt x="1919071" y="31261"/>
                  <a:pt x="1919254" y="31670"/>
                </a:cubicBezTo>
                <a:cubicBezTo>
                  <a:pt x="1919480" y="32033"/>
                  <a:pt x="1919640" y="32510"/>
                  <a:pt x="1919729" y="33101"/>
                </a:cubicBezTo>
                <a:cubicBezTo>
                  <a:pt x="1919820" y="33690"/>
                  <a:pt x="1919866" y="34416"/>
                  <a:pt x="1919866" y="35279"/>
                </a:cubicBezTo>
                <a:cubicBezTo>
                  <a:pt x="1919866" y="36913"/>
                  <a:pt x="1919663" y="38093"/>
                  <a:pt x="1919254" y="38822"/>
                </a:cubicBezTo>
                <a:cubicBezTo>
                  <a:pt x="1918846" y="39548"/>
                  <a:pt x="1918300" y="39911"/>
                  <a:pt x="1917620" y="39911"/>
                </a:cubicBezTo>
                <a:lnTo>
                  <a:pt x="1901886" y="39911"/>
                </a:lnTo>
                <a:lnTo>
                  <a:pt x="1901886" y="74098"/>
                </a:lnTo>
                <a:cubicBezTo>
                  <a:pt x="1901886" y="78321"/>
                  <a:pt x="1902498" y="81522"/>
                  <a:pt x="1903724" y="83702"/>
                </a:cubicBezTo>
                <a:cubicBezTo>
                  <a:pt x="1904995" y="85836"/>
                  <a:pt x="1907244" y="86902"/>
                  <a:pt x="1910467" y="86902"/>
                </a:cubicBezTo>
                <a:cubicBezTo>
                  <a:pt x="1911510" y="86902"/>
                  <a:pt x="1912442" y="86811"/>
                  <a:pt x="1913259" y="86631"/>
                </a:cubicBezTo>
                <a:cubicBezTo>
                  <a:pt x="1914076" y="86402"/>
                  <a:pt x="1914802" y="86176"/>
                  <a:pt x="1915439" y="85948"/>
                </a:cubicBezTo>
                <a:cubicBezTo>
                  <a:pt x="1916074" y="85722"/>
                  <a:pt x="1916620" y="85519"/>
                  <a:pt x="1917074" y="85336"/>
                </a:cubicBezTo>
                <a:cubicBezTo>
                  <a:pt x="1917528" y="85111"/>
                  <a:pt x="1917937" y="84996"/>
                  <a:pt x="1918300" y="84996"/>
                </a:cubicBezTo>
                <a:cubicBezTo>
                  <a:pt x="1918525" y="84996"/>
                  <a:pt x="1918731" y="85065"/>
                  <a:pt x="1918911" y="85199"/>
                </a:cubicBezTo>
                <a:cubicBezTo>
                  <a:pt x="1919140" y="85291"/>
                  <a:pt x="1919297" y="85496"/>
                  <a:pt x="1919388" y="85814"/>
                </a:cubicBezTo>
                <a:cubicBezTo>
                  <a:pt x="1919526" y="86131"/>
                  <a:pt x="1919640" y="86562"/>
                  <a:pt x="1919729" y="87108"/>
                </a:cubicBezTo>
                <a:cubicBezTo>
                  <a:pt x="1919820" y="87651"/>
                  <a:pt x="1919866" y="88334"/>
                  <a:pt x="1919866" y="89151"/>
                </a:cubicBezTo>
                <a:close/>
                <a:moveTo>
                  <a:pt x="2012420" y="93712"/>
                </a:moveTo>
                <a:cubicBezTo>
                  <a:pt x="2012420" y="94257"/>
                  <a:pt x="2012237" y="94666"/>
                  <a:pt x="2011874" y="94938"/>
                </a:cubicBezTo>
                <a:cubicBezTo>
                  <a:pt x="2011511" y="95212"/>
                  <a:pt x="2011011" y="95415"/>
                  <a:pt x="2010377" y="95552"/>
                </a:cubicBezTo>
                <a:cubicBezTo>
                  <a:pt x="2009740" y="95689"/>
                  <a:pt x="2008811" y="95755"/>
                  <a:pt x="2007585" y="95755"/>
                </a:cubicBezTo>
                <a:cubicBezTo>
                  <a:pt x="2006405" y="95755"/>
                  <a:pt x="2005451" y="95689"/>
                  <a:pt x="2004725" y="95552"/>
                </a:cubicBezTo>
                <a:cubicBezTo>
                  <a:pt x="2004042" y="95415"/>
                  <a:pt x="2003545" y="95212"/>
                  <a:pt x="2003225" y="94938"/>
                </a:cubicBezTo>
                <a:cubicBezTo>
                  <a:pt x="2002907" y="94666"/>
                  <a:pt x="2002747" y="94257"/>
                  <a:pt x="2002747" y="93712"/>
                </a:cubicBezTo>
                <a:lnTo>
                  <a:pt x="2002747" y="87582"/>
                </a:lnTo>
                <a:cubicBezTo>
                  <a:pt x="2000070" y="90443"/>
                  <a:pt x="1997072" y="92669"/>
                  <a:pt x="1993758" y="94257"/>
                </a:cubicBezTo>
                <a:cubicBezTo>
                  <a:pt x="1990489" y="95846"/>
                  <a:pt x="1987017" y="96641"/>
                  <a:pt x="1983339" y="96641"/>
                </a:cubicBezTo>
                <a:cubicBezTo>
                  <a:pt x="1980116" y="96641"/>
                  <a:pt x="1977187" y="96209"/>
                  <a:pt x="1974553" y="95346"/>
                </a:cubicBezTo>
                <a:cubicBezTo>
                  <a:pt x="1971966" y="94529"/>
                  <a:pt x="1969740" y="93326"/>
                  <a:pt x="1967880" y="91737"/>
                </a:cubicBezTo>
                <a:cubicBezTo>
                  <a:pt x="1966063" y="90148"/>
                  <a:pt x="1964634" y="88197"/>
                  <a:pt x="1963588" y="85882"/>
                </a:cubicBezTo>
                <a:cubicBezTo>
                  <a:pt x="1962591" y="83565"/>
                  <a:pt x="1962091" y="80933"/>
                  <a:pt x="1962091" y="77981"/>
                </a:cubicBezTo>
                <a:cubicBezTo>
                  <a:pt x="1962091" y="74529"/>
                  <a:pt x="1962794" y="71535"/>
                  <a:pt x="1964203" y="68991"/>
                </a:cubicBezTo>
                <a:cubicBezTo>
                  <a:pt x="1965609" y="66448"/>
                  <a:pt x="1967629" y="64337"/>
                  <a:pt x="1970263" y="62656"/>
                </a:cubicBezTo>
                <a:cubicBezTo>
                  <a:pt x="1972895" y="60976"/>
                  <a:pt x="1976121" y="59730"/>
                  <a:pt x="1979933" y="58913"/>
                </a:cubicBezTo>
                <a:cubicBezTo>
                  <a:pt x="1983748" y="58050"/>
                  <a:pt x="1988037" y="57619"/>
                  <a:pt x="1992806" y="57619"/>
                </a:cubicBezTo>
                <a:lnTo>
                  <a:pt x="2001250" y="57619"/>
                </a:lnTo>
                <a:lnTo>
                  <a:pt x="2001250" y="52849"/>
                </a:lnTo>
                <a:cubicBezTo>
                  <a:pt x="2001250" y="50489"/>
                  <a:pt x="2001002" y="48400"/>
                  <a:pt x="2000501" y="46586"/>
                </a:cubicBezTo>
                <a:cubicBezTo>
                  <a:pt x="2000001" y="44768"/>
                  <a:pt x="1999184" y="43271"/>
                  <a:pt x="1998050" y="42091"/>
                </a:cubicBezTo>
                <a:cubicBezTo>
                  <a:pt x="1996961" y="40865"/>
                  <a:pt x="1995529" y="39956"/>
                  <a:pt x="1993758" y="39365"/>
                </a:cubicBezTo>
                <a:cubicBezTo>
                  <a:pt x="1991989" y="38731"/>
                  <a:pt x="1989809" y="38413"/>
                  <a:pt x="1987220" y="38413"/>
                </a:cubicBezTo>
                <a:cubicBezTo>
                  <a:pt x="1984451" y="38413"/>
                  <a:pt x="1981953" y="38753"/>
                  <a:pt x="1979730" y="39433"/>
                </a:cubicBezTo>
                <a:cubicBezTo>
                  <a:pt x="1977550" y="40071"/>
                  <a:pt x="1975621" y="40797"/>
                  <a:pt x="1973941" y="41614"/>
                </a:cubicBezTo>
                <a:cubicBezTo>
                  <a:pt x="1972307" y="42385"/>
                  <a:pt x="1970921" y="43111"/>
                  <a:pt x="1969786" y="43791"/>
                </a:cubicBezTo>
                <a:cubicBezTo>
                  <a:pt x="1968697" y="44428"/>
                  <a:pt x="1967880" y="44746"/>
                  <a:pt x="1967334" y="44746"/>
                </a:cubicBezTo>
                <a:cubicBezTo>
                  <a:pt x="1966972" y="44746"/>
                  <a:pt x="1966654" y="44654"/>
                  <a:pt x="1966380" y="44474"/>
                </a:cubicBezTo>
                <a:cubicBezTo>
                  <a:pt x="1966109" y="44291"/>
                  <a:pt x="1965860" y="44020"/>
                  <a:pt x="1965631" y="43657"/>
                </a:cubicBezTo>
                <a:cubicBezTo>
                  <a:pt x="1965451" y="43294"/>
                  <a:pt x="1965314" y="42840"/>
                  <a:pt x="1965223" y="42294"/>
                </a:cubicBezTo>
                <a:cubicBezTo>
                  <a:pt x="1965131" y="41705"/>
                  <a:pt x="1965088" y="41068"/>
                  <a:pt x="1965088" y="40388"/>
                </a:cubicBezTo>
                <a:cubicBezTo>
                  <a:pt x="1965088" y="39253"/>
                  <a:pt x="1965154" y="38368"/>
                  <a:pt x="1965291" y="37730"/>
                </a:cubicBezTo>
                <a:cubicBezTo>
                  <a:pt x="1965474" y="37050"/>
                  <a:pt x="1965860" y="36413"/>
                  <a:pt x="1966449" y="35824"/>
                </a:cubicBezTo>
                <a:cubicBezTo>
                  <a:pt x="1967086" y="35233"/>
                  <a:pt x="1968152" y="34553"/>
                  <a:pt x="1969649" y="33781"/>
                </a:cubicBezTo>
                <a:cubicBezTo>
                  <a:pt x="1971149" y="32964"/>
                  <a:pt x="1972875" y="32238"/>
                  <a:pt x="1974827" y="31601"/>
                </a:cubicBezTo>
                <a:cubicBezTo>
                  <a:pt x="1976778" y="30921"/>
                  <a:pt x="1978913" y="30375"/>
                  <a:pt x="1981228" y="29967"/>
                </a:cubicBezTo>
                <a:cubicBezTo>
                  <a:pt x="1983542" y="29512"/>
                  <a:pt x="1985882" y="29287"/>
                  <a:pt x="1988243" y="29287"/>
                </a:cubicBezTo>
                <a:cubicBezTo>
                  <a:pt x="1992646" y="29287"/>
                  <a:pt x="1996392" y="29787"/>
                  <a:pt x="1999478" y="30784"/>
                </a:cubicBezTo>
                <a:cubicBezTo>
                  <a:pt x="2002567" y="31784"/>
                  <a:pt x="2005065" y="33258"/>
                  <a:pt x="2006971" y="35210"/>
                </a:cubicBezTo>
                <a:cubicBezTo>
                  <a:pt x="2008880" y="37119"/>
                  <a:pt x="2010263" y="39502"/>
                  <a:pt x="2011126" y="42362"/>
                </a:cubicBezTo>
                <a:cubicBezTo>
                  <a:pt x="2011989" y="45223"/>
                  <a:pt x="2012420" y="48560"/>
                  <a:pt x="2012420" y="52375"/>
                </a:cubicBezTo>
                <a:lnTo>
                  <a:pt x="2012420" y="93712"/>
                </a:lnTo>
                <a:close/>
                <a:moveTo>
                  <a:pt x="2001250" y="65722"/>
                </a:moveTo>
                <a:lnTo>
                  <a:pt x="1991649" y="65722"/>
                </a:lnTo>
                <a:cubicBezTo>
                  <a:pt x="1988560" y="65722"/>
                  <a:pt x="1985882" y="65994"/>
                  <a:pt x="1983611" y="66540"/>
                </a:cubicBezTo>
                <a:cubicBezTo>
                  <a:pt x="1981342" y="67040"/>
                  <a:pt x="1979456" y="67811"/>
                  <a:pt x="1977959" y="68854"/>
                </a:cubicBezTo>
                <a:cubicBezTo>
                  <a:pt x="1976461" y="69854"/>
                  <a:pt x="1975347" y="71080"/>
                  <a:pt x="1974621" y="72532"/>
                </a:cubicBezTo>
                <a:cubicBezTo>
                  <a:pt x="1973941" y="73941"/>
                  <a:pt x="1973601" y="75575"/>
                  <a:pt x="1973601" y="77435"/>
                </a:cubicBezTo>
                <a:cubicBezTo>
                  <a:pt x="1973601" y="80613"/>
                  <a:pt x="1974598" y="83156"/>
                  <a:pt x="1976596" y="85065"/>
                </a:cubicBezTo>
                <a:cubicBezTo>
                  <a:pt x="1978639" y="86925"/>
                  <a:pt x="1981476" y="87857"/>
                  <a:pt x="1985111" y="87857"/>
                </a:cubicBezTo>
                <a:cubicBezTo>
                  <a:pt x="1988060" y="87857"/>
                  <a:pt x="1990786" y="87108"/>
                  <a:pt x="1993283" y="85608"/>
                </a:cubicBezTo>
                <a:cubicBezTo>
                  <a:pt x="1995824" y="84111"/>
                  <a:pt x="1998481" y="81819"/>
                  <a:pt x="2001250" y="78730"/>
                </a:cubicBezTo>
                <a:lnTo>
                  <a:pt x="2001250" y="65722"/>
                </a:lnTo>
                <a:close/>
                <a:moveTo>
                  <a:pt x="2085835" y="93646"/>
                </a:moveTo>
                <a:cubicBezTo>
                  <a:pt x="2085835" y="94009"/>
                  <a:pt x="2085746" y="94326"/>
                  <a:pt x="2085564" y="94598"/>
                </a:cubicBezTo>
                <a:cubicBezTo>
                  <a:pt x="2085383" y="94826"/>
                  <a:pt x="2085086" y="95029"/>
                  <a:pt x="2084678" y="95212"/>
                </a:cubicBezTo>
                <a:cubicBezTo>
                  <a:pt x="2084269" y="95392"/>
                  <a:pt x="2083703" y="95529"/>
                  <a:pt x="2082975" y="95621"/>
                </a:cubicBezTo>
                <a:cubicBezTo>
                  <a:pt x="2082249" y="95712"/>
                  <a:pt x="2081340" y="95755"/>
                  <a:pt x="2080251" y="95755"/>
                </a:cubicBezTo>
                <a:cubicBezTo>
                  <a:pt x="2079117" y="95755"/>
                  <a:pt x="2078185" y="95712"/>
                  <a:pt x="2077460" y="95621"/>
                </a:cubicBezTo>
                <a:cubicBezTo>
                  <a:pt x="2076734" y="95529"/>
                  <a:pt x="2076165" y="95392"/>
                  <a:pt x="2075757" y="95212"/>
                </a:cubicBezTo>
                <a:cubicBezTo>
                  <a:pt x="2075348" y="95029"/>
                  <a:pt x="2075054" y="94826"/>
                  <a:pt x="2074871" y="94598"/>
                </a:cubicBezTo>
                <a:cubicBezTo>
                  <a:pt x="2074691" y="94326"/>
                  <a:pt x="2074599" y="94009"/>
                  <a:pt x="2074599" y="93646"/>
                </a:cubicBezTo>
                <a:lnTo>
                  <a:pt x="2074599" y="57753"/>
                </a:lnTo>
                <a:cubicBezTo>
                  <a:pt x="2074599" y="54258"/>
                  <a:pt x="2074328" y="51444"/>
                  <a:pt x="2073782" y="49309"/>
                </a:cubicBezTo>
                <a:cubicBezTo>
                  <a:pt x="2073236" y="47174"/>
                  <a:pt x="2072442" y="45337"/>
                  <a:pt x="2071399" y="43791"/>
                </a:cubicBezTo>
                <a:cubicBezTo>
                  <a:pt x="2070353" y="42248"/>
                  <a:pt x="2068993" y="41068"/>
                  <a:pt x="2067313" y="40251"/>
                </a:cubicBezTo>
                <a:cubicBezTo>
                  <a:pt x="2065678" y="39433"/>
                  <a:pt x="2063769" y="39025"/>
                  <a:pt x="2061592" y="39025"/>
                </a:cubicBezTo>
                <a:cubicBezTo>
                  <a:pt x="2058777" y="39025"/>
                  <a:pt x="2055960" y="40025"/>
                  <a:pt x="2053145" y="42022"/>
                </a:cubicBezTo>
                <a:cubicBezTo>
                  <a:pt x="2050331" y="44020"/>
                  <a:pt x="2047379" y="46949"/>
                  <a:pt x="2044293" y="50806"/>
                </a:cubicBezTo>
                <a:lnTo>
                  <a:pt x="2044293" y="93646"/>
                </a:lnTo>
                <a:cubicBezTo>
                  <a:pt x="2044293" y="94009"/>
                  <a:pt x="2044201" y="94326"/>
                  <a:pt x="2044021" y="94598"/>
                </a:cubicBezTo>
                <a:cubicBezTo>
                  <a:pt x="2043838" y="94826"/>
                  <a:pt x="2043544" y="95029"/>
                  <a:pt x="2043135" y="95212"/>
                </a:cubicBezTo>
                <a:cubicBezTo>
                  <a:pt x="2042727" y="95392"/>
                  <a:pt x="2042158" y="95529"/>
                  <a:pt x="2041432" y="95621"/>
                </a:cubicBezTo>
                <a:cubicBezTo>
                  <a:pt x="2040706" y="95712"/>
                  <a:pt x="2039775" y="95755"/>
                  <a:pt x="2038641" y="95755"/>
                </a:cubicBezTo>
                <a:cubicBezTo>
                  <a:pt x="2037549" y="95755"/>
                  <a:pt x="2036643" y="95712"/>
                  <a:pt x="2035914" y="95621"/>
                </a:cubicBezTo>
                <a:cubicBezTo>
                  <a:pt x="2035189" y="95529"/>
                  <a:pt x="2034600" y="95392"/>
                  <a:pt x="2034146" y="95212"/>
                </a:cubicBezTo>
                <a:cubicBezTo>
                  <a:pt x="2033737" y="95029"/>
                  <a:pt x="2033440" y="94826"/>
                  <a:pt x="2033260" y="94598"/>
                </a:cubicBezTo>
                <a:cubicBezTo>
                  <a:pt x="2033123" y="94326"/>
                  <a:pt x="2033054" y="94009"/>
                  <a:pt x="2033054" y="93646"/>
                </a:cubicBezTo>
                <a:lnTo>
                  <a:pt x="2033054" y="32350"/>
                </a:lnTo>
                <a:cubicBezTo>
                  <a:pt x="2033054" y="31987"/>
                  <a:pt x="2033123" y="31693"/>
                  <a:pt x="2033260" y="31467"/>
                </a:cubicBezTo>
                <a:cubicBezTo>
                  <a:pt x="2033397" y="31192"/>
                  <a:pt x="2033668" y="30967"/>
                  <a:pt x="2034077" y="30784"/>
                </a:cubicBezTo>
                <a:cubicBezTo>
                  <a:pt x="2034486" y="30558"/>
                  <a:pt x="2035009" y="30421"/>
                  <a:pt x="2035643" y="30375"/>
                </a:cubicBezTo>
                <a:cubicBezTo>
                  <a:pt x="2036280" y="30284"/>
                  <a:pt x="2037120" y="30241"/>
                  <a:pt x="2038163" y="30241"/>
                </a:cubicBezTo>
                <a:cubicBezTo>
                  <a:pt x="2039163" y="30241"/>
                  <a:pt x="2039981" y="30284"/>
                  <a:pt x="2040615" y="30375"/>
                </a:cubicBezTo>
                <a:cubicBezTo>
                  <a:pt x="2041295" y="30421"/>
                  <a:pt x="2041818" y="30558"/>
                  <a:pt x="2042181" y="30784"/>
                </a:cubicBezTo>
                <a:cubicBezTo>
                  <a:pt x="2042544" y="30967"/>
                  <a:pt x="2042795" y="31192"/>
                  <a:pt x="2042930" y="31467"/>
                </a:cubicBezTo>
                <a:cubicBezTo>
                  <a:pt x="2043112" y="31693"/>
                  <a:pt x="2043204" y="31987"/>
                  <a:pt x="2043204" y="32350"/>
                </a:cubicBezTo>
                <a:lnTo>
                  <a:pt x="2043204" y="40456"/>
                </a:lnTo>
                <a:cubicBezTo>
                  <a:pt x="2046653" y="36596"/>
                  <a:pt x="2050082" y="33781"/>
                  <a:pt x="2053488" y="32010"/>
                </a:cubicBezTo>
                <a:cubicBezTo>
                  <a:pt x="2056937" y="30195"/>
                  <a:pt x="2060412" y="29287"/>
                  <a:pt x="2063907" y="29287"/>
                </a:cubicBezTo>
                <a:cubicBezTo>
                  <a:pt x="2067993" y="29287"/>
                  <a:pt x="2071422" y="29989"/>
                  <a:pt x="2074191" y="31398"/>
                </a:cubicBezTo>
                <a:cubicBezTo>
                  <a:pt x="2077005" y="32758"/>
                  <a:pt x="2079277" y="34599"/>
                  <a:pt x="2081000" y="36913"/>
                </a:cubicBezTo>
                <a:cubicBezTo>
                  <a:pt x="2082726" y="39231"/>
                  <a:pt x="2083952" y="41954"/>
                  <a:pt x="2084678" y="45086"/>
                </a:cubicBezTo>
                <a:cubicBezTo>
                  <a:pt x="2085449" y="48175"/>
                  <a:pt x="2085835" y="51898"/>
                  <a:pt x="2085835" y="56256"/>
                </a:cubicBezTo>
                <a:lnTo>
                  <a:pt x="2085835" y="93646"/>
                </a:lnTo>
                <a:close/>
                <a:moveTo>
                  <a:pt x="2158844" y="93646"/>
                </a:moveTo>
                <a:cubicBezTo>
                  <a:pt x="2158844" y="94009"/>
                  <a:pt x="2158753" y="94326"/>
                  <a:pt x="2158573" y="94598"/>
                </a:cubicBezTo>
                <a:cubicBezTo>
                  <a:pt x="2158435" y="94872"/>
                  <a:pt x="2158164" y="95098"/>
                  <a:pt x="2157755" y="95280"/>
                </a:cubicBezTo>
                <a:cubicBezTo>
                  <a:pt x="2157392" y="95415"/>
                  <a:pt x="2156892" y="95529"/>
                  <a:pt x="2156255" y="95621"/>
                </a:cubicBezTo>
                <a:cubicBezTo>
                  <a:pt x="2155621" y="95712"/>
                  <a:pt x="2154849" y="95755"/>
                  <a:pt x="2153941" y="95755"/>
                </a:cubicBezTo>
                <a:cubicBezTo>
                  <a:pt x="2152986" y="95755"/>
                  <a:pt x="2152192" y="95712"/>
                  <a:pt x="2151557" y="95621"/>
                </a:cubicBezTo>
                <a:cubicBezTo>
                  <a:pt x="2150920" y="95529"/>
                  <a:pt x="2150400" y="95415"/>
                  <a:pt x="2149992" y="95280"/>
                </a:cubicBezTo>
                <a:cubicBezTo>
                  <a:pt x="2149583" y="95098"/>
                  <a:pt x="2149286" y="94872"/>
                  <a:pt x="2149106" y="94598"/>
                </a:cubicBezTo>
                <a:cubicBezTo>
                  <a:pt x="2148923" y="94326"/>
                  <a:pt x="2148834" y="94009"/>
                  <a:pt x="2148834" y="93646"/>
                </a:cubicBezTo>
                <a:lnTo>
                  <a:pt x="2148834" y="85539"/>
                </a:lnTo>
                <a:cubicBezTo>
                  <a:pt x="2145608" y="89037"/>
                  <a:pt x="2142251" y="91760"/>
                  <a:pt x="2138753" y="93712"/>
                </a:cubicBezTo>
                <a:cubicBezTo>
                  <a:pt x="2135304" y="95666"/>
                  <a:pt x="2131512" y="96641"/>
                  <a:pt x="2127380" y="96641"/>
                </a:cubicBezTo>
                <a:cubicBezTo>
                  <a:pt x="2122885" y="96641"/>
                  <a:pt x="2119048" y="95778"/>
                  <a:pt x="2115870" y="94055"/>
                </a:cubicBezTo>
                <a:cubicBezTo>
                  <a:pt x="2112693" y="92283"/>
                  <a:pt x="2110104" y="89923"/>
                  <a:pt x="2108106" y="86971"/>
                </a:cubicBezTo>
                <a:cubicBezTo>
                  <a:pt x="2106155" y="83973"/>
                  <a:pt x="2104723" y="80479"/>
                  <a:pt x="2103817" y="76484"/>
                </a:cubicBezTo>
                <a:cubicBezTo>
                  <a:pt x="2102909" y="72440"/>
                  <a:pt x="2102454" y="68197"/>
                  <a:pt x="2102454" y="63748"/>
                </a:cubicBezTo>
                <a:cubicBezTo>
                  <a:pt x="2102454" y="58482"/>
                  <a:pt x="2103023" y="53735"/>
                  <a:pt x="2104157" y="49512"/>
                </a:cubicBezTo>
                <a:cubicBezTo>
                  <a:pt x="2105292" y="45246"/>
                  <a:pt x="2106972" y="41614"/>
                  <a:pt x="2109195" y="38616"/>
                </a:cubicBezTo>
                <a:cubicBezTo>
                  <a:pt x="2111421" y="35619"/>
                  <a:pt x="2114167" y="33327"/>
                  <a:pt x="2117436" y="31738"/>
                </a:cubicBezTo>
                <a:cubicBezTo>
                  <a:pt x="2120751" y="30104"/>
                  <a:pt x="2124566" y="29287"/>
                  <a:pt x="2128878" y="29287"/>
                </a:cubicBezTo>
                <a:cubicBezTo>
                  <a:pt x="2132467" y="29287"/>
                  <a:pt x="2135736" y="30081"/>
                  <a:pt x="2138684" y="31670"/>
                </a:cubicBezTo>
                <a:cubicBezTo>
                  <a:pt x="2141682" y="33213"/>
                  <a:pt x="2144634" y="35507"/>
                  <a:pt x="2147540" y="38548"/>
                </a:cubicBezTo>
                <a:lnTo>
                  <a:pt x="2147540" y="2929"/>
                </a:lnTo>
                <a:cubicBezTo>
                  <a:pt x="2147540" y="2612"/>
                  <a:pt x="2147608" y="2317"/>
                  <a:pt x="2147743" y="2043"/>
                </a:cubicBezTo>
                <a:cubicBezTo>
                  <a:pt x="2147926" y="1726"/>
                  <a:pt x="2148243" y="1500"/>
                  <a:pt x="2148697" y="1363"/>
                </a:cubicBezTo>
                <a:cubicBezTo>
                  <a:pt x="2149151" y="1183"/>
                  <a:pt x="2149717" y="1046"/>
                  <a:pt x="2150400" y="954"/>
                </a:cubicBezTo>
                <a:cubicBezTo>
                  <a:pt x="2151126" y="817"/>
                  <a:pt x="2152035" y="752"/>
                  <a:pt x="2153123" y="752"/>
                </a:cubicBezTo>
                <a:cubicBezTo>
                  <a:pt x="2154258" y="752"/>
                  <a:pt x="2155189" y="817"/>
                  <a:pt x="2155915" y="954"/>
                </a:cubicBezTo>
                <a:cubicBezTo>
                  <a:pt x="2156641" y="1046"/>
                  <a:pt x="2157210" y="1183"/>
                  <a:pt x="2157618" y="1363"/>
                </a:cubicBezTo>
                <a:cubicBezTo>
                  <a:pt x="2158027" y="1500"/>
                  <a:pt x="2158321" y="1726"/>
                  <a:pt x="2158504" y="2043"/>
                </a:cubicBezTo>
                <a:cubicBezTo>
                  <a:pt x="2158730" y="2317"/>
                  <a:pt x="2158844" y="2612"/>
                  <a:pt x="2158844" y="2929"/>
                </a:cubicBezTo>
                <a:lnTo>
                  <a:pt x="2158844" y="93646"/>
                </a:lnTo>
                <a:close/>
                <a:moveTo>
                  <a:pt x="2147540" y="50535"/>
                </a:moveTo>
                <a:cubicBezTo>
                  <a:pt x="2144497" y="46766"/>
                  <a:pt x="2141545" y="43905"/>
                  <a:pt x="2138684" y="41954"/>
                </a:cubicBezTo>
                <a:cubicBezTo>
                  <a:pt x="2135870" y="39956"/>
                  <a:pt x="2132918" y="38956"/>
                  <a:pt x="2129832" y="38956"/>
                </a:cubicBezTo>
                <a:cubicBezTo>
                  <a:pt x="2126972" y="38956"/>
                  <a:pt x="2124543" y="39639"/>
                  <a:pt x="2122545" y="40999"/>
                </a:cubicBezTo>
                <a:cubicBezTo>
                  <a:pt x="2120548" y="42362"/>
                  <a:pt x="2118913" y="44157"/>
                  <a:pt x="2117642" y="46380"/>
                </a:cubicBezTo>
                <a:cubicBezTo>
                  <a:pt x="2116416" y="48606"/>
                  <a:pt x="2115507" y="51126"/>
                  <a:pt x="2114916" y="53941"/>
                </a:cubicBezTo>
                <a:cubicBezTo>
                  <a:pt x="2114373" y="56756"/>
                  <a:pt x="2114099" y="59616"/>
                  <a:pt x="2114099" y="62522"/>
                </a:cubicBezTo>
                <a:cubicBezTo>
                  <a:pt x="2114099" y="65608"/>
                  <a:pt x="2114327" y="68629"/>
                  <a:pt x="2114781" y="71580"/>
                </a:cubicBezTo>
                <a:cubicBezTo>
                  <a:pt x="2115282" y="74529"/>
                  <a:pt x="2116122" y="77164"/>
                  <a:pt x="2117302" y="79479"/>
                </a:cubicBezTo>
                <a:cubicBezTo>
                  <a:pt x="2118482" y="81750"/>
                  <a:pt x="2120048" y="83588"/>
                  <a:pt x="2122000" y="84996"/>
                </a:cubicBezTo>
                <a:cubicBezTo>
                  <a:pt x="2123951" y="86357"/>
                  <a:pt x="2126403" y="87039"/>
                  <a:pt x="2129355" y="87039"/>
                </a:cubicBezTo>
                <a:cubicBezTo>
                  <a:pt x="2130852" y="87039"/>
                  <a:pt x="2132284" y="86834"/>
                  <a:pt x="2133647" y="86425"/>
                </a:cubicBezTo>
                <a:cubicBezTo>
                  <a:pt x="2135053" y="86016"/>
                  <a:pt x="2136484" y="85336"/>
                  <a:pt x="2137936" y="84382"/>
                </a:cubicBezTo>
                <a:cubicBezTo>
                  <a:pt x="2139390" y="83430"/>
                  <a:pt x="2140910" y="82205"/>
                  <a:pt x="2142499" y="80704"/>
                </a:cubicBezTo>
                <a:cubicBezTo>
                  <a:pt x="2144088" y="79161"/>
                  <a:pt x="2145768" y="77278"/>
                  <a:pt x="2147540" y="75052"/>
                </a:cubicBezTo>
                <a:lnTo>
                  <a:pt x="2147540" y="50535"/>
                </a:lnTo>
                <a:close/>
                <a:moveTo>
                  <a:pt x="2244723" y="7152"/>
                </a:moveTo>
                <a:cubicBezTo>
                  <a:pt x="2244723" y="8015"/>
                  <a:pt x="2244678" y="8718"/>
                  <a:pt x="2244589" y="9264"/>
                </a:cubicBezTo>
                <a:cubicBezTo>
                  <a:pt x="2244498" y="9764"/>
                  <a:pt x="2244383" y="10173"/>
                  <a:pt x="2244246" y="10490"/>
                </a:cubicBezTo>
                <a:cubicBezTo>
                  <a:pt x="2244158" y="10807"/>
                  <a:pt x="2244020" y="11036"/>
                  <a:pt x="2243838" y="11170"/>
                </a:cubicBezTo>
                <a:cubicBezTo>
                  <a:pt x="2243658" y="11261"/>
                  <a:pt x="2243429" y="11307"/>
                  <a:pt x="2243158" y="11307"/>
                </a:cubicBezTo>
                <a:cubicBezTo>
                  <a:pt x="2242840" y="11307"/>
                  <a:pt x="2242432" y="11216"/>
                  <a:pt x="2241932" y="11036"/>
                </a:cubicBezTo>
                <a:cubicBezTo>
                  <a:pt x="2241477" y="10807"/>
                  <a:pt x="2240912" y="10581"/>
                  <a:pt x="2240229" y="10353"/>
                </a:cubicBezTo>
                <a:cubicBezTo>
                  <a:pt x="2239548" y="10081"/>
                  <a:pt x="2238731" y="9853"/>
                  <a:pt x="2237777" y="9673"/>
                </a:cubicBezTo>
                <a:cubicBezTo>
                  <a:pt x="2236871" y="9444"/>
                  <a:pt x="2235802" y="9333"/>
                  <a:pt x="2234576" y="9333"/>
                </a:cubicBezTo>
                <a:cubicBezTo>
                  <a:pt x="2232896" y="9333"/>
                  <a:pt x="2231467" y="9604"/>
                  <a:pt x="2230287" y="10150"/>
                </a:cubicBezTo>
                <a:cubicBezTo>
                  <a:pt x="2229104" y="10693"/>
                  <a:pt x="2228153" y="11556"/>
                  <a:pt x="2227427" y="12736"/>
                </a:cubicBezTo>
                <a:cubicBezTo>
                  <a:pt x="2226698" y="13873"/>
                  <a:pt x="2226178" y="15370"/>
                  <a:pt x="2225858" y="17231"/>
                </a:cubicBezTo>
                <a:cubicBezTo>
                  <a:pt x="2225541" y="19048"/>
                  <a:pt x="2225384" y="21271"/>
                  <a:pt x="2225384" y="23906"/>
                </a:cubicBezTo>
                <a:lnTo>
                  <a:pt x="2225384" y="30581"/>
                </a:lnTo>
                <a:lnTo>
                  <a:pt x="2239071" y="30581"/>
                </a:lnTo>
                <a:cubicBezTo>
                  <a:pt x="2239434" y="30581"/>
                  <a:pt x="2239729" y="30672"/>
                  <a:pt x="2239957" y="30852"/>
                </a:cubicBezTo>
                <a:cubicBezTo>
                  <a:pt x="2240229" y="30990"/>
                  <a:pt x="2240457" y="31261"/>
                  <a:pt x="2240637" y="31670"/>
                </a:cubicBezTo>
                <a:cubicBezTo>
                  <a:pt x="2240866" y="32033"/>
                  <a:pt x="2241023" y="32510"/>
                  <a:pt x="2241114" y="33101"/>
                </a:cubicBezTo>
                <a:cubicBezTo>
                  <a:pt x="2241252" y="33690"/>
                  <a:pt x="2241320" y="34416"/>
                  <a:pt x="2241320" y="35279"/>
                </a:cubicBezTo>
                <a:cubicBezTo>
                  <a:pt x="2241320" y="36913"/>
                  <a:pt x="2241114" y="38093"/>
                  <a:pt x="2240706" y="38822"/>
                </a:cubicBezTo>
                <a:cubicBezTo>
                  <a:pt x="2240297" y="39548"/>
                  <a:pt x="2239751" y="39911"/>
                  <a:pt x="2239071" y="39911"/>
                </a:cubicBezTo>
                <a:lnTo>
                  <a:pt x="2225384" y="39911"/>
                </a:lnTo>
                <a:lnTo>
                  <a:pt x="2225384" y="93646"/>
                </a:lnTo>
                <a:cubicBezTo>
                  <a:pt x="2225384" y="94009"/>
                  <a:pt x="2225292" y="94326"/>
                  <a:pt x="2225110" y="94598"/>
                </a:cubicBezTo>
                <a:cubicBezTo>
                  <a:pt x="2224930" y="94826"/>
                  <a:pt x="2224609" y="95029"/>
                  <a:pt x="2224158" y="95212"/>
                </a:cubicBezTo>
                <a:cubicBezTo>
                  <a:pt x="2223749" y="95392"/>
                  <a:pt x="2223181" y="95529"/>
                  <a:pt x="2222455" y="95621"/>
                </a:cubicBezTo>
                <a:cubicBezTo>
                  <a:pt x="2221726" y="95712"/>
                  <a:pt x="2220820" y="95755"/>
                  <a:pt x="2219729" y="95755"/>
                </a:cubicBezTo>
                <a:cubicBezTo>
                  <a:pt x="2218640" y="95755"/>
                  <a:pt x="2217731" y="95712"/>
                  <a:pt x="2217006" y="95621"/>
                </a:cubicBezTo>
                <a:cubicBezTo>
                  <a:pt x="2216280" y="95529"/>
                  <a:pt x="2215688" y="95392"/>
                  <a:pt x="2215234" y="95212"/>
                </a:cubicBezTo>
                <a:cubicBezTo>
                  <a:pt x="2214825" y="95029"/>
                  <a:pt x="2214531" y="94826"/>
                  <a:pt x="2214348" y="94598"/>
                </a:cubicBezTo>
                <a:cubicBezTo>
                  <a:pt x="2214168" y="94326"/>
                  <a:pt x="2214077" y="94009"/>
                  <a:pt x="2214077" y="93646"/>
                </a:cubicBezTo>
                <a:lnTo>
                  <a:pt x="2214077" y="39911"/>
                </a:lnTo>
                <a:lnTo>
                  <a:pt x="2205427" y="39911"/>
                </a:lnTo>
                <a:cubicBezTo>
                  <a:pt x="2204701" y="39911"/>
                  <a:pt x="2204155" y="39548"/>
                  <a:pt x="2203793" y="38822"/>
                </a:cubicBezTo>
                <a:cubicBezTo>
                  <a:pt x="2203430" y="38093"/>
                  <a:pt x="2203250" y="36913"/>
                  <a:pt x="2203250" y="35279"/>
                </a:cubicBezTo>
                <a:cubicBezTo>
                  <a:pt x="2203250" y="34416"/>
                  <a:pt x="2203295" y="33690"/>
                  <a:pt x="2203384" y="33101"/>
                </a:cubicBezTo>
                <a:cubicBezTo>
                  <a:pt x="2203475" y="32510"/>
                  <a:pt x="2203613" y="32033"/>
                  <a:pt x="2203793" y="31670"/>
                </a:cubicBezTo>
                <a:cubicBezTo>
                  <a:pt x="2203975" y="31261"/>
                  <a:pt x="2204201" y="30990"/>
                  <a:pt x="2204476" y="30852"/>
                </a:cubicBezTo>
                <a:cubicBezTo>
                  <a:pt x="2204747" y="30672"/>
                  <a:pt x="2205064" y="30581"/>
                  <a:pt x="2205427" y="30581"/>
                </a:cubicBezTo>
                <a:lnTo>
                  <a:pt x="2214077" y="30581"/>
                </a:lnTo>
                <a:lnTo>
                  <a:pt x="2214077" y="24246"/>
                </a:lnTo>
                <a:cubicBezTo>
                  <a:pt x="2214077" y="19980"/>
                  <a:pt x="2214462" y="16325"/>
                  <a:pt x="2215234" y="13282"/>
                </a:cubicBezTo>
                <a:cubicBezTo>
                  <a:pt x="2216051" y="10196"/>
                  <a:pt x="2217277" y="7675"/>
                  <a:pt x="2218912" y="5721"/>
                </a:cubicBezTo>
                <a:cubicBezTo>
                  <a:pt x="2220546" y="3769"/>
                  <a:pt x="2222589" y="2340"/>
                  <a:pt x="2225041" y="1432"/>
                </a:cubicBezTo>
                <a:cubicBezTo>
                  <a:pt x="2227538" y="477"/>
                  <a:pt x="2230467" y="0"/>
                  <a:pt x="2233828" y="0"/>
                </a:cubicBezTo>
                <a:cubicBezTo>
                  <a:pt x="2235417" y="0"/>
                  <a:pt x="2236960" y="160"/>
                  <a:pt x="2238460" y="477"/>
                </a:cubicBezTo>
                <a:cubicBezTo>
                  <a:pt x="2239957" y="752"/>
                  <a:pt x="2241114" y="1069"/>
                  <a:pt x="2241932" y="1432"/>
                </a:cubicBezTo>
                <a:cubicBezTo>
                  <a:pt x="2242749" y="1749"/>
                  <a:pt x="2243295" y="2043"/>
                  <a:pt x="2243566" y="2317"/>
                </a:cubicBezTo>
                <a:cubicBezTo>
                  <a:pt x="2243838" y="2589"/>
                  <a:pt x="2244066" y="2952"/>
                  <a:pt x="2244246" y="3406"/>
                </a:cubicBezTo>
                <a:cubicBezTo>
                  <a:pt x="2244429" y="3815"/>
                  <a:pt x="2244543" y="4338"/>
                  <a:pt x="2244589" y="4972"/>
                </a:cubicBezTo>
                <a:cubicBezTo>
                  <a:pt x="2244678" y="5564"/>
                  <a:pt x="2244723" y="6289"/>
                  <a:pt x="2244723" y="7152"/>
                </a:cubicBezTo>
                <a:close/>
                <a:moveTo>
                  <a:pt x="2307788" y="62316"/>
                </a:moveTo>
                <a:cubicBezTo>
                  <a:pt x="2307788" y="67311"/>
                  <a:pt x="2307131" y="71920"/>
                  <a:pt x="2305814" y="76141"/>
                </a:cubicBezTo>
                <a:cubicBezTo>
                  <a:pt x="2304497" y="80319"/>
                  <a:pt x="2302522" y="83928"/>
                  <a:pt x="2299887" y="86971"/>
                </a:cubicBezTo>
                <a:cubicBezTo>
                  <a:pt x="2297301" y="90014"/>
                  <a:pt x="2294032" y="92397"/>
                  <a:pt x="2290081" y="94120"/>
                </a:cubicBezTo>
                <a:cubicBezTo>
                  <a:pt x="2286177" y="95801"/>
                  <a:pt x="2281637" y="96641"/>
                  <a:pt x="2276462" y="96641"/>
                </a:cubicBezTo>
                <a:cubicBezTo>
                  <a:pt x="2271421" y="96641"/>
                  <a:pt x="2267018" y="95892"/>
                  <a:pt x="2263249" y="94395"/>
                </a:cubicBezTo>
                <a:cubicBezTo>
                  <a:pt x="2259525" y="92894"/>
                  <a:pt x="2256416" y="90717"/>
                  <a:pt x="2253919" y="87857"/>
                </a:cubicBezTo>
                <a:cubicBezTo>
                  <a:pt x="2251421" y="84996"/>
                  <a:pt x="2249558" y="81522"/>
                  <a:pt x="2248332" y="77435"/>
                </a:cubicBezTo>
                <a:cubicBezTo>
                  <a:pt x="2247107" y="73349"/>
                  <a:pt x="2246495" y="68720"/>
                  <a:pt x="2246495" y="63542"/>
                </a:cubicBezTo>
                <a:cubicBezTo>
                  <a:pt x="2246495" y="58547"/>
                  <a:pt x="2247129" y="53964"/>
                  <a:pt x="2248401" y="49786"/>
                </a:cubicBezTo>
                <a:cubicBezTo>
                  <a:pt x="2249718" y="45563"/>
                  <a:pt x="2251670" y="41931"/>
                  <a:pt x="2254259" y="38888"/>
                </a:cubicBezTo>
                <a:cubicBezTo>
                  <a:pt x="2256894" y="35847"/>
                  <a:pt x="2260162" y="33487"/>
                  <a:pt x="2264066" y="31807"/>
                </a:cubicBezTo>
                <a:cubicBezTo>
                  <a:pt x="2267969" y="30127"/>
                  <a:pt x="2272533" y="29287"/>
                  <a:pt x="2277756" y="29287"/>
                </a:cubicBezTo>
                <a:cubicBezTo>
                  <a:pt x="2282794" y="29287"/>
                  <a:pt x="2287174" y="30035"/>
                  <a:pt x="2290898" y="31533"/>
                </a:cubicBezTo>
                <a:cubicBezTo>
                  <a:pt x="2294667" y="33033"/>
                  <a:pt x="2297801" y="35210"/>
                  <a:pt x="2300296" y="38070"/>
                </a:cubicBezTo>
                <a:cubicBezTo>
                  <a:pt x="2302794" y="40931"/>
                  <a:pt x="2304657" y="44406"/>
                  <a:pt x="2305882" y="48492"/>
                </a:cubicBezTo>
                <a:cubicBezTo>
                  <a:pt x="2307154" y="52578"/>
                  <a:pt x="2307788" y="57187"/>
                  <a:pt x="2307788" y="62316"/>
                </a:cubicBezTo>
                <a:close/>
                <a:moveTo>
                  <a:pt x="2295938" y="63065"/>
                </a:moveTo>
                <a:cubicBezTo>
                  <a:pt x="2295938" y="59750"/>
                  <a:pt x="2295621" y="56619"/>
                  <a:pt x="2294984" y="53667"/>
                </a:cubicBezTo>
                <a:cubicBezTo>
                  <a:pt x="2294395" y="50718"/>
                  <a:pt x="2293395" y="48129"/>
                  <a:pt x="2291989" y="45903"/>
                </a:cubicBezTo>
                <a:cubicBezTo>
                  <a:pt x="2290581" y="43680"/>
                  <a:pt x="2288675" y="41931"/>
                  <a:pt x="2286269" y="40659"/>
                </a:cubicBezTo>
                <a:cubicBezTo>
                  <a:pt x="2283863" y="39342"/>
                  <a:pt x="2280865" y="38685"/>
                  <a:pt x="2277279" y="38685"/>
                </a:cubicBezTo>
                <a:cubicBezTo>
                  <a:pt x="2273964" y="38685"/>
                  <a:pt x="2271104" y="39276"/>
                  <a:pt x="2268698" y="40456"/>
                </a:cubicBezTo>
                <a:cubicBezTo>
                  <a:pt x="2266335" y="41637"/>
                  <a:pt x="2264383" y="43317"/>
                  <a:pt x="2262840" y="45494"/>
                </a:cubicBezTo>
                <a:cubicBezTo>
                  <a:pt x="2261297" y="47629"/>
                  <a:pt x="2260140" y="50172"/>
                  <a:pt x="2259365" y="53124"/>
                </a:cubicBezTo>
                <a:cubicBezTo>
                  <a:pt x="2258639" y="56073"/>
                  <a:pt x="2258277" y="59299"/>
                  <a:pt x="2258277" y="62794"/>
                </a:cubicBezTo>
                <a:cubicBezTo>
                  <a:pt x="2258277" y="66154"/>
                  <a:pt x="2258571" y="69309"/>
                  <a:pt x="2259162" y="72260"/>
                </a:cubicBezTo>
                <a:cubicBezTo>
                  <a:pt x="2259797" y="75212"/>
                  <a:pt x="2260820" y="77798"/>
                  <a:pt x="2262228" y="80024"/>
                </a:cubicBezTo>
                <a:cubicBezTo>
                  <a:pt x="2263680" y="82205"/>
                  <a:pt x="2265609" y="83950"/>
                  <a:pt x="2268015" y="85268"/>
                </a:cubicBezTo>
                <a:cubicBezTo>
                  <a:pt x="2270421" y="86539"/>
                  <a:pt x="2273418" y="87174"/>
                  <a:pt x="2277005" y="87174"/>
                </a:cubicBezTo>
                <a:cubicBezTo>
                  <a:pt x="2280274" y="87174"/>
                  <a:pt x="2283111" y="86585"/>
                  <a:pt x="2285520" y="85405"/>
                </a:cubicBezTo>
                <a:cubicBezTo>
                  <a:pt x="2287926" y="84225"/>
                  <a:pt x="2289900" y="82567"/>
                  <a:pt x="2291444" y="80433"/>
                </a:cubicBezTo>
                <a:cubicBezTo>
                  <a:pt x="2292987" y="78298"/>
                  <a:pt x="2294124" y="75755"/>
                  <a:pt x="2294850" y="72806"/>
                </a:cubicBezTo>
                <a:cubicBezTo>
                  <a:pt x="2295575" y="69854"/>
                  <a:pt x="2295938" y="66608"/>
                  <a:pt x="2295938" y="63065"/>
                </a:cubicBezTo>
                <a:close/>
                <a:moveTo>
                  <a:pt x="2376846" y="93646"/>
                </a:moveTo>
                <a:cubicBezTo>
                  <a:pt x="2376846" y="94009"/>
                  <a:pt x="2376757" y="94326"/>
                  <a:pt x="2376574" y="94598"/>
                </a:cubicBezTo>
                <a:cubicBezTo>
                  <a:pt x="2376437" y="94826"/>
                  <a:pt x="2376166" y="95029"/>
                  <a:pt x="2375757" y="95212"/>
                </a:cubicBezTo>
                <a:cubicBezTo>
                  <a:pt x="2375348" y="95392"/>
                  <a:pt x="2374803" y="95529"/>
                  <a:pt x="2374122" y="95621"/>
                </a:cubicBezTo>
                <a:cubicBezTo>
                  <a:pt x="2373488" y="95712"/>
                  <a:pt x="2372694" y="95755"/>
                  <a:pt x="2371739" y="95755"/>
                </a:cubicBezTo>
                <a:cubicBezTo>
                  <a:pt x="2370693" y="95755"/>
                  <a:pt x="2369833" y="95712"/>
                  <a:pt x="2369150" y="95621"/>
                </a:cubicBezTo>
                <a:cubicBezTo>
                  <a:pt x="2368516" y="95529"/>
                  <a:pt x="2367993" y="95392"/>
                  <a:pt x="2367584" y="95212"/>
                </a:cubicBezTo>
                <a:cubicBezTo>
                  <a:pt x="2367222" y="95029"/>
                  <a:pt x="2366973" y="94826"/>
                  <a:pt x="2366836" y="94598"/>
                </a:cubicBezTo>
                <a:cubicBezTo>
                  <a:pt x="2366699" y="94326"/>
                  <a:pt x="2366630" y="94009"/>
                  <a:pt x="2366630" y="93646"/>
                </a:cubicBezTo>
                <a:lnTo>
                  <a:pt x="2366630" y="85539"/>
                </a:lnTo>
                <a:cubicBezTo>
                  <a:pt x="2363135" y="89400"/>
                  <a:pt x="2359683" y="92214"/>
                  <a:pt x="2356280" y="93986"/>
                </a:cubicBezTo>
                <a:cubicBezTo>
                  <a:pt x="2352874" y="95755"/>
                  <a:pt x="2349422" y="96641"/>
                  <a:pt x="2345927" y="96641"/>
                </a:cubicBezTo>
                <a:cubicBezTo>
                  <a:pt x="2341841" y="96641"/>
                  <a:pt x="2338389" y="95961"/>
                  <a:pt x="2335575" y="94598"/>
                </a:cubicBezTo>
                <a:cubicBezTo>
                  <a:pt x="2332806" y="93237"/>
                  <a:pt x="2330560" y="91397"/>
                  <a:pt x="2328834" y="89083"/>
                </a:cubicBezTo>
                <a:cubicBezTo>
                  <a:pt x="2327108" y="86722"/>
                  <a:pt x="2325859" y="83996"/>
                  <a:pt x="2325088" y="80910"/>
                </a:cubicBezTo>
                <a:cubicBezTo>
                  <a:pt x="2324362" y="77775"/>
                  <a:pt x="2323999" y="73986"/>
                  <a:pt x="2323999" y="69537"/>
                </a:cubicBezTo>
                <a:lnTo>
                  <a:pt x="2323999" y="32350"/>
                </a:lnTo>
                <a:cubicBezTo>
                  <a:pt x="2323999" y="31987"/>
                  <a:pt x="2324065" y="31693"/>
                  <a:pt x="2324202" y="31467"/>
                </a:cubicBezTo>
                <a:cubicBezTo>
                  <a:pt x="2324385" y="31192"/>
                  <a:pt x="2324702" y="30967"/>
                  <a:pt x="2325156" y="30784"/>
                </a:cubicBezTo>
                <a:cubicBezTo>
                  <a:pt x="2325611" y="30558"/>
                  <a:pt x="2326199" y="30421"/>
                  <a:pt x="2326925" y="30375"/>
                </a:cubicBezTo>
                <a:cubicBezTo>
                  <a:pt x="2327654" y="30284"/>
                  <a:pt x="2328560" y="30241"/>
                  <a:pt x="2329651" y="30241"/>
                </a:cubicBezTo>
                <a:cubicBezTo>
                  <a:pt x="2330740" y="30241"/>
                  <a:pt x="2331649" y="30284"/>
                  <a:pt x="2332374" y="30375"/>
                </a:cubicBezTo>
                <a:cubicBezTo>
                  <a:pt x="2333100" y="30421"/>
                  <a:pt x="2333669" y="30558"/>
                  <a:pt x="2334077" y="30784"/>
                </a:cubicBezTo>
                <a:cubicBezTo>
                  <a:pt x="2334532" y="30967"/>
                  <a:pt x="2334849" y="31192"/>
                  <a:pt x="2335032" y="31467"/>
                </a:cubicBezTo>
                <a:cubicBezTo>
                  <a:pt x="2335212" y="31693"/>
                  <a:pt x="2335303" y="31987"/>
                  <a:pt x="2335303" y="32350"/>
                </a:cubicBezTo>
                <a:lnTo>
                  <a:pt x="2335303" y="68037"/>
                </a:lnTo>
                <a:cubicBezTo>
                  <a:pt x="2335303" y="71623"/>
                  <a:pt x="2335552" y="74506"/>
                  <a:pt x="2336052" y="76687"/>
                </a:cubicBezTo>
                <a:cubicBezTo>
                  <a:pt x="2336598" y="78821"/>
                  <a:pt x="2337392" y="80659"/>
                  <a:pt x="2338435" y="82205"/>
                </a:cubicBezTo>
                <a:cubicBezTo>
                  <a:pt x="2339527" y="83702"/>
                  <a:pt x="2340887" y="84882"/>
                  <a:pt x="2342521" y="85745"/>
                </a:cubicBezTo>
                <a:cubicBezTo>
                  <a:pt x="2344156" y="86562"/>
                  <a:pt x="2346065" y="86971"/>
                  <a:pt x="2348242" y="86971"/>
                </a:cubicBezTo>
                <a:cubicBezTo>
                  <a:pt x="2351057" y="86971"/>
                  <a:pt x="2353851" y="85971"/>
                  <a:pt x="2356620" y="83973"/>
                </a:cubicBezTo>
                <a:cubicBezTo>
                  <a:pt x="2359435" y="81976"/>
                  <a:pt x="2362410" y="79047"/>
                  <a:pt x="2365541" y="75189"/>
                </a:cubicBezTo>
                <a:lnTo>
                  <a:pt x="2365541" y="32350"/>
                </a:lnTo>
                <a:cubicBezTo>
                  <a:pt x="2365541" y="31987"/>
                  <a:pt x="2365610" y="31693"/>
                  <a:pt x="2365747" y="31467"/>
                </a:cubicBezTo>
                <a:cubicBezTo>
                  <a:pt x="2365927" y="31192"/>
                  <a:pt x="2366244" y="30967"/>
                  <a:pt x="2366699" y="30784"/>
                </a:cubicBezTo>
                <a:cubicBezTo>
                  <a:pt x="2367153" y="30558"/>
                  <a:pt x="2367722" y="30421"/>
                  <a:pt x="2368402" y="30375"/>
                </a:cubicBezTo>
                <a:cubicBezTo>
                  <a:pt x="2369128" y="30284"/>
                  <a:pt x="2370059" y="30241"/>
                  <a:pt x="2371194" y="30241"/>
                </a:cubicBezTo>
                <a:cubicBezTo>
                  <a:pt x="2372285" y="30241"/>
                  <a:pt x="2373191" y="30284"/>
                  <a:pt x="2373920" y="30375"/>
                </a:cubicBezTo>
                <a:cubicBezTo>
                  <a:pt x="2374645" y="30421"/>
                  <a:pt x="2375211" y="30558"/>
                  <a:pt x="2375620" y="30784"/>
                </a:cubicBezTo>
                <a:cubicBezTo>
                  <a:pt x="2376028" y="30967"/>
                  <a:pt x="2376326" y="31192"/>
                  <a:pt x="2376506" y="31467"/>
                </a:cubicBezTo>
                <a:cubicBezTo>
                  <a:pt x="2376734" y="31693"/>
                  <a:pt x="2376846" y="31987"/>
                  <a:pt x="2376846" y="32350"/>
                </a:cubicBezTo>
                <a:lnTo>
                  <a:pt x="2376846" y="93646"/>
                </a:lnTo>
                <a:close/>
                <a:moveTo>
                  <a:pt x="2433441" y="36370"/>
                </a:moveTo>
                <a:cubicBezTo>
                  <a:pt x="2433441" y="37368"/>
                  <a:pt x="2433418" y="38208"/>
                  <a:pt x="2433373" y="38888"/>
                </a:cubicBezTo>
                <a:cubicBezTo>
                  <a:pt x="2433327" y="39571"/>
                  <a:pt x="2433238" y="40114"/>
                  <a:pt x="2433101" y="40522"/>
                </a:cubicBezTo>
                <a:cubicBezTo>
                  <a:pt x="2432964" y="40888"/>
                  <a:pt x="2432784" y="41182"/>
                  <a:pt x="2432555" y="41408"/>
                </a:cubicBezTo>
                <a:cubicBezTo>
                  <a:pt x="2432375" y="41591"/>
                  <a:pt x="2432101" y="41682"/>
                  <a:pt x="2431738" y="41682"/>
                </a:cubicBezTo>
                <a:cubicBezTo>
                  <a:pt x="2431375" y="41682"/>
                  <a:pt x="2430921" y="41591"/>
                  <a:pt x="2430378" y="41408"/>
                </a:cubicBezTo>
                <a:cubicBezTo>
                  <a:pt x="2429878" y="41182"/>
                  <a:pt x="2429286" y="40977"/>
                  <a:pt x="2428606" y="40797"/>
                </a:cubicBezTo>
                <a:cubicBezTo>
                  <a:pt x="2427972" y="40568"/>
                  <a:pt x="2427243" y="40365"/>
                  <a:pt x="2426426" y="40182"/>
                </a:cubicBezTo>
                <a:cubicBezTo>
                  <a:pt x="2425609" y="40002"/>
                  <a:pt x="2424723" y="39911"/>
                  <a:pt x="2423772" y="39911"/>
                </a:cubicBezTo>
                <a:cubicBezTo>
                  <a:pt x="2422637" y="39911"/>
                  <a:pt x="2421523" y="40136"/>
                  <a:pt x="2420434" y="40591"/>
                </a:cubicBezTo>
                <a:cubicBezTo>
                  <a:pt x="2419345" y="41045"/>
                  <a:pt x="2418185" y="41794"/>
                  <a:pt x="2416959" y="42840"/>
                </a:cubicBezTo>
                <a:cubicBezTo>
                  <a:pt x="2415779" y="43883"/>
                  <a:pt x="2414530" y="45269"/>
                  <a:pt x="2413216" y="46994"/>
                </a:cubicBezTo>
                <a:cubicBezTo>
                  <a:pt x="2411899" y="48718"/>
                  <a:pt x="2410444" y="50829"/>
                  <a:pt x="2408855" y="53327"/>
                </a:cubicBezTo>
                <a:lnTo>
                  <a:pt x="2408855" y="93646"/>
                </a:lnTo>
                <a:cubicBezTo>
                  <a:pt x="2408855" y="94009"/>
                  <a:pt x="2408767" y="94326"/>
                  <a:pt x="2408584" y="94598"/>
                </a:cubicBezTo>
                <a:cubicBezTo>
                  <a:pt x="2408401" y="94826"/>
                  <a:pt x="2408107" y="95029"/>
                  <a:pt x="2407698" y="95212"/>
                </a:cubicBezTo>
                <a:cubicBezTo>
                  <a:pt x="2407289" y="95392"/>
                  <a:pt x="2406721" y="95529"/>
                  <a:pt x="2405995" y="95621"/>
                </a:cubicBezTo>
                <a:cubicBezTo>
                  <a:pt x="2405269" y="95712"/>
                  <a:pt x="2404338" y="95755"/>
                  <a:pt x="2403203" y="95755"/>
                </a:cubicBezTo>
                <a:cubicBezTo>
                  <a:pt x="2402115" y="95755"/>
                  <a:pt x="2401206" y="95712"/>
                  <a:pt x="2400480" y="95621"/>
                </a:cubicBezTo>
                <a:cubicBezTo>
                  <a:pt x="2399751" y="95529"/>
                  <a:pt x="2399163" y="95392"/>
                  <a:pt x="2398708" y="95212"/>
                </a:cubicBezTo>
                <a:cubicBezTo>
                  <a:pt x="2398300" y="95029"/>
                  <a:pt x="2398005" y="94826"/>
                  <a:pt x="2397823" y="94598"/>
                </a:cubicBezTo>
                <a:cubicBezTo>
                  <a:pt x="2397688" y="94326"/>
                  <a:pt x="2397620" y="94009"/>
                  <a:pt x="2397620" y="93646"/>
                </a:cubicBezTo>
                <a:lnTo>
                  <a:pt x="2397620" y="32350"/>
                </a:lnTo>
                <a:cubicBezTo>
                  <a:pt x="2397620" y="31987"/>
                  <a:pt x="2397688" y="31693"/>
                  <a:pt x="2397823" y="31467"/>
                </a:cubicBezTo>
                <a:cubicBezTo>
                  <a:pt x="2397960" y="31192"/>
                  <a:pt x="2398231" y="30967"/>
                  <a:pt x="2398640" y="30784"/>
                </a:cubicBezTo>
                <a:cubicBezTo>
                  <a:pt x="2399048" y="30558"/>
                  <a:pt x="2399571" y="30421"/>
                  <a:pt x="2400206" y="30375"/>
                </a:cubicBezTo>
                <a:cubicBezTo>
                  <a:pt x="2400843" y="30284"/>
                  <a:pt x="2401683" y="30241"/>
                  <a:pt x="2402726" y="30241"/>
                </a:cubicBezTo>
                <a:cubicBezTo>
                  <a:pt x="2403726" y="30241"/>
                  <a:pt x="2404543" y="30284"/>
                  <a:pt x="2405178" y="30375"/>
                </a:cubicBezTo>
                <a:cubicBezTo>
                  <a:pt x="2405861" y="30421"/>
                  <a:pt x="2406381" y="30558"/>
                  <a:pt x="2406744" y="30784"/>
                </a:cubicBezTo>
                <a:cubicBezTo>
                  <a:pt x="2407107" y="30967"/>
                  <a:pt x="2407358" y="31192"/>
                  <a:pt x="2407495" y="31467"/>
                </a:cubicBezTo>
                <a:cubicBezTo>
                  <a:pt x="2407675" y="31693"/>
                  <a:pt x="2407767" y="31987"/>
                  <a:pt x="2407767" y="32350"/>
                </a:cubicBezTo>
                <a:lnTo>
                  <a:pt x="2407767" y="41274"/>
                </a:lnTo>
                <a:cubicBezTo>
                  <a:pt x="2409447" y="38822"/>
                  <a:pt x="2411013" y="36822"/>
                  <a:pt x="2412464" y="35279"/>
                </a:cubicBezTo>
                <a:cubicBezTo>
                  <a:pt x="2413965" y="33736"/>
                  <a:pt x="2415370" y="32533"/>
                  <a:pt x="2416688" y="31670"/>
                </a:cubicBezTo>
                <a:cubicBezTo>
                  <a:pt x="2418005" y="30761"/>
                  <a:pt x="2419300" y="30149"/>
                  <a:pt x="2420571" y="29832"/>
                </a:cubicBezTo>
                <a:cubicBezTo>
                  <a:pt x="2421886" y="29467"/>
                  <a:pt x="2423203" y="29287"/>
                  <a:pt x="2424520" y="29287"/>
                </a:cubicBezTo>
                <a:cubicBezTo>
                  <a:pt x="2425112" y="29287"/>
                  <a:pt x="2425769" y="29332"/>
                  <a:pt x="2426495" y="29424"/>
                </a:cubicBezTo>
                <a:cubicBezTo>
                  <a:pt x="2427266" y="29467"/>
                  <a:pt x="2428061" y="29581"/>
                  <a:pt x="2428878" y="29764"/>
                </a:cubicBezTo>
                <a:cubicBezTo>
                  <a:pt x="2429695" y="29944"/>
                  <a:pt x="2430424" y="30149"/>
                  <a:pt x="2431058" y="30375"/>
                </a:cubicBezTo>
                <a:cubicBezTo>
                  <a:pt x="2431738" y="30604"/>
                  <a:pt x="2432215" y="30830"/>
                  <a:pt x="2432490" y="31058"/>
                </a:cubicBezTo>
                <a:cubicBezTo>
                  <a:pt x="2432761" y="31284"/>
                  <a:pt x="2432941" y="31510"/>
                  <a:pt x="2433033" y="31738"/>
                </a:cubicBezTo>
                <a:cubicBezTo>
                  <a:pt x="2433124" y="31918"/>
                  <a:pt x="2433193" y="32170"/>
                  <a:pt x="2433238" y="32487"/>
                </a:cubicBezTo>
                <a:cubicBezTo>
                  <a:pt x="2433327" y="32804"/>
                  <a:pt x="2433373" y="33281"/>
                  <a:pt x="2433373" y="33919"/>
                </a:cubicBezTo>
                <a:cubicBezTo>
                  <a:pt x="2433418" y="34507"/>
                  <a:pt x="2433441" y="35324"/>
                  <a:pt x="2433441" y="36370"/>
                </a:cubicBezTo>
                <a:close/>
                <a:moveTo>
                  <a:pt x="2516257" y="76958"/>
                </a:moveTo>
                <a:cubicBezTo>
                  <a:pt x="2516257" y="80093"/>
                  <a:pt x="2515666" y="82885"/>
                  <a:pt x="2514486" y="85336"/>
                </a:cubicBezTo>
                <a:cubicBezTo>
                  <a:pt x="2513351" y="87788"/>
                  <a:pt x="2511717" y="89854"/>
                  <a:pt x="2509582" y="91534"/>
                </a:cubicBezTo>
                <a:cubicBezTo>
                  <a:pt x="2507448" y="93215"/>
                  <a:pt x="2504907" y="94486"/>
                  <a:pt x="2501956" y="95346"/>
                </a:cubicBezTo>
                <a:cubicBezTo>
                  <a:pt x="2499004" y="96209"/>
                  <a:pt x="2495758" y="96641"/>
                  <a:pt x="2492217" y="96641"/>
                </a:cubicBezTo>
                <a:cubicBezTo>
                  <a:pt x="2490037" y="96641"/>
                  <a:pt x="2487948" y="96461"/>
                  <a:pt x="2485951" y="96098"/>
                </a:cubicBezTo>
                <a:cubicBezTo>
                  <a:pt x="2483999" y="95778"/>
                  <a:pt x="2482227" y="95369"/>
                  <a:pt x="2480639" y="94872"/>
                </a:cubicBezTo>
                <a:cubicBezTo>
                  <a:pt x="2479096" y="94326"/>
                  <a:pt x="2477778" y="93780"/>
                  <a:pt x="2476687" y="93237"/>
                </a:cubicBezTo>
                <a:cubicBezTo>
                  <a:pt x="2475598" y="92646"/>
                  <a:pt x="2474804" y="92123"/>
                  <a:pt x="2474304" y="91669"/>
                </a:cubicBezTo>
                <a:cubicBezTo>
                  <a:pt x="2473806" y="91217"/>
                  <a:pt x="2473441" y="90580"/>
                  <a:pt x="2473215" y="89763"/>
                </a:cubicBezTo>
                <a:cubicBezTo>
                  <a:pt x="2472989" y="88945"/>
                  <a:pt x="2472875" y="87834"/>
                  <a:pt x="2472875" y="86425"/>
                </a:cubicBezTo>
                <a:cubicBezTo>
                  <a:pt x="2472875" y="85562"/>
                  <a:pt x="2472921" y="84836"/>
                  <a:pt x="2473009" y="84248"/>
                </a:cubicBezTo>
                <a:cubicBezTo>
                  <a:pt x="2473101" y="83656"/>
                  <a:pt x="2473215" y="83179"/>
                  <a:pt x="2473352" y="82816"/>
                </a:cubicBezTo>
                <a:cubicBezTo>
                  <a:pt x="2473486" y="82453"/>
                  <a:pt x="2473669" y="82205"/>
                  <a:pt x="2473895" y="82067"/>
                </a:cubicBezTo>
                <a:cubicBezTo>
                  <a:pt x="2474169" y="81885"/>
                  <a:pt x="2474464" y="81796"/>
                  <a:pt x="2474781" y="81796"/>
                </a:cubicBezTo>
                <a:cubicBezTo>
                  <a:pt x="2475281" y="81796"/>
                  <a:pt x="2476007" y="82113"/>
                  <a:pt x="2476961" y="82747"/>
                </a:cubicBezTo>
                <a:cubicBezTo>
                  <a:pt x="2477958" y="83339"/>
                  <a:pt x="2479164" y="83996"/>
                  <a:pt x="2480570" y="84722"/>
                </a:cubicBezTo>
                <a:cubicBezTo>
                  <a:pt x="2482022" y="85451"/>
                  <a:pt x="2483725" y="86131"/>
                  <a:pt x="2485679" y="86765"/>
                </a:cubicBezTo>
                <a:cubicBezTo>
                  <a:pt x="2487631" y="87357"/>
                  <a:pt x="2489877" y="87651"/>
                  <a:pt x="2492420" y="87651"/>
                </a:cubicBezTo>
                <a:cubicBezTo>
                  <a:pt x="2494326" y="87651"/>
                  <a:pt x="2496052" y="87448"/>
                  <a:pt x="2497595" y="87039"/>
                </a:cubicBezTo>
                <a:cubicBezTo>
                  <a:pt x="2499141" y="86631"/>
                  <a:pt x="2500478" y="86039"/>
                  <a:pt x="2501616" y="85268"/>
                </a:cubicBezTo>
                <a:cubicBezTo>
                  <a:pt x="2502750" y="84451"/>
                  <a:pt x="2503613" y="83430"/>
                  <a:pt x="2504202" y="82205"/>
                </a:cubicBezTo>
                <a:cubicBezTo>
                  <a:pt x="2504839" y="80979"/>
                  <a:pt x="2505156" y="79524"/>
                  <a:pt x="2505156" y="77844"/>
                </a:cubicBezTo>
                <a:cubicBezTo>
                  <a:pt x="2505156" y="76118"/>
                  <a:pt x="2504702" y="74666"/>
                  <a:pt x="2503793" y="73486"/>
                </a:cubicBezTo>
                <a:cubicBezTo>
                  <a:pt x="2502930" y="72306"/>
                  <a:pt x="2501773" y="71260"/>
                  <a:pt x="2500321" y="70355"/>
                </a:cubicBezTo>
                <a:cubicBezTo>
                  <a:pt x="2498867" y="69446"/>
                  <a:pt x="2497232" y="68651"/>
                  <a:pt x="2495418" y="67968"/>
                </a:cubicBezTo>
                <a:cubicBezTo>
                  <a:pt x="2493600" y="67243"/>
                  <a:pt x="2491717" y="66494"/>
                  <a:pt x="2489765" y="65722"/>
                </a:cubicBezTo>
                <a:cubicBezTo>
                  <a:pt x="2487857" y="64951"/>
                  <a:pt x="2485974" y="64088"/>
                  <a:pt x="2484110" y="63134"/>
                </a:cubicBezTo>
                <a:cubicBezTo>
                  <a:pt x="2482296" y="62136"/>
                  <a:pt x="2480661" y="60933"/>
                  <a:pt x="2479207" y="59525"/>
                </a:cubicBezTo>
                <a:cubicBezTo>
                  <a:pt x="2477755" y="58116"/>
                  <a:pt x="2476575" y="56438"/>
                  <a:pt x="2475667" y="54484"/>
                </a:cubicBezTo>
                <a:cubicBezTo>
                  <a:pt x="2474804" y="52532"/>
                  <a:pt x="2474372" y="50195"/>
                  <a:pt x="2474372" y="47469"/>
                </a:cubicBezTo>
                <a:cubicBezTo>
                  <a:pt x="2474372" y="45063"/>
                  <a:pt x="2474826" y="42771"/>
                  <a:pt x="2475735" y="40591"/>
                </a:cubicBezTo>
                <a:cubicBezTo>
                  <a:pt x="2476687" y="38368"/>
                  <a:pt x="2478095" y="36436"/>
                  <a:pt x="2479959" y="34801"/>
                </a:cubicBezTo>
                <a:cubicBezTo>
                  <a:pt x="2481819" y="33124"/>
                  <a:pt x="2484133" y="31784"/>
                  <a:pt x="2486905" y="30784"/>
                </a:cubicBezTo>
                <a:cubicBezTo>
                  <a:pt x="2489720" y="29787"/>
                  <a:pt x="2492989" y="29287"/>
                  <a:pt x="2496712" y="29287"/>
                </a:cubicBezTo>
                <a:cubicBezTo>
                  <a:pt x="2498347" y="29287"/>
                  <a:pt x="2499981" y="29424"/>
                  <a:pt x="2501616" y="29695"/>
                </a:cubicBezTo>
                <a:cubicBezTo>
                  <a:pt x="2503250" y="29967"/>
                  <a:pt x="2504724" y="30307"/>
                  <a:pt x="2506042" y="30715"/>
                </a:cubicBezTo>
                <a:cubicBezTo>
                  <a:pt x="2507359" y="31124"/>
                  <a:pt x="2508471" y="31578"/>
                  <a:pt x="2509379" y="32078"/>
                </a:cubicBezTo>
                <a:cubicBezTo>
                  <a:pt x="2510331" y="32533"/>
                  <a:pt x="2511037" y="32941"/>
                  <a:pt x="2511488" y="33304"/>
                </a:cubicBezTo>
                <a:cubicBezTo>
                  <a:pt x="2511988" y="33667"/>
                  <a:pt x="2512305" y="33984"/>
                  <a:pt x="2512443" y="34259"/>
                </a:cubicBezTo>
                <a:cubicBezTo>
                  <a:pt x="2512625" y="34530"/>
                  <a:pt x="2512740" y="34847"/>
                  <a:pt x="2512783" y="35210"/>
                </a:cubicBezTo>
                <a:cubicBezTo>
                  <a:pt x="2512874" y="35530"/>
                  <a:pt x="2512943" y="35939"/>
                  <a:pt x="2512988" y="36436"/>
                </a:cubicBezTo>
                <a:cubicBezTo>
                  <a:pt x="2513080" y="36936"/>
                  <a:pt x="2513123" y="37550"/>
                  <a:pt x="2513123" y="38276"/>
                </a:cubicBezTo>
                <a:cubicBezTo>
                  <a:pt x="2513123" y="39048"/>
                  <a:pt x="2513080" y="39728"/>
                  <a:pt x="2512988" y="40319"/>
                </a:cubicBezTo>
                <a:cubicBezTo>
                  <a:pt x="2512943" y="40865"/>
                  <a:pt x="2512828" y="41319"/>
                  <a:pt x="2512648" y="41682"/>
                </a:cubicBezTo>
                <a:cubicBezTo>
                  <a:pt x="2512511" y="42045"/>
                  <a:pt x="2512328" y="42317"/>
                  <a:pt x="2512103" y="42500"/>
                </a:cubicBezTo>
                <a:cubicBezTo>
                  <a:pt x="2511877" y="42634"/>
                  <a:pt x="2511625" y="42702"/>
                  <a:pt x="2511354" y="42702"/>
                </a:cubicBezTo>
                <a:cubicBezTo>
                  <a:pt x="2510945" y="42702"/>
                  <a:pt x="2510354" y="42454"/>
                  <a:pt x="2509582" y="41954"/>
                </a:cubicBezTo>
                <a:cubicBezTo>
                  <a:pt x="2508811" y="41454"/>
                  <a:pt x="2507811" y="40931"/>
                  <a:pt x="2506585" y="40388"/>
                </a:cubicBezTo>
                <a:cubicBezTo>
                  <a:pt x="2505359" y="39796"/>
                  <a:pt x="2503907" y="39253"/>
                  <a:pt x="2502227" y="38753"/>
                </a:cubicBezTo>
                <a:cubicBezTo>
                  <a:pt x="2500593" y="38253"/>
                  <a:pt x="2498709" y="38005"/>
                  <a:pt x="2496575" y="38005"/>
                </a:cubicBezTo>
                <a:cubicBezTo>
                  <a:pt x="2494669" y="38005"/>
                  <a:pt x="2492989" y="38230"/>
                  <a:pt x="2491534" y="38685"/>
                </a:cubicBezTo>
                <a:cubicBezTo>
                  <a:pt x="2490083" y="39093"/>
                  <a:pt x="2488880" y="39705"/>
                  <a:pt x="2487925" y="40522"/>
                </a:cubicBezTo>
                <a:cubicBezTo>
                  <a:pt x="2487017" y="41297"/>
                  <a:pt x="2486314" y="42225"/>
                  <a:pt x="2485814" y="43317"/>
                </a:cubicBezTo>
                <a:cubicBezTo>
                  <a:pt x="2485359" y="44406"/>
                  <a:pt x="2485133" y="45586"/>
                  <a:pt x="2485133" y="46857"/>
                </a:cubicBezTo>
                <a:cubicBezTo>
                  <a:pt x="2485133" y="48629"/>
                  <a:pt x="2485588" y="50126"/>
                  <a:pt x="2486496" y="51352"/>
                </a:cubicBezTo>
                <a:cubicBezTo>
                  <a:pt x="2487402" y="52532"/>
                  <a:pt x="2488582" y="53578"/>
                  <a:pt x="2490037" y="54484"/>
                </a:cubicBezTo>
                <a:cubicBezTo>
                  <a:pt x="2491489" y="55393"/>
                  <a:pt x="2493146" y="56210"/>
                  <a:pt x="2495009" y="56936"/>
                </a:cubicBezTo>
                <a:cubicBezTo>
                  <a:pt x="2496869" y="57664"/>
                  <a:pt x="2498755" y="58413"/>
                  <a:pt x="2500661" y="59185"/>
                </a:cubicBezTo>
                <a:cubicBezTo>
                  <a:pt x="2502613" y="59956"/>
                  <a:pt x="2504522" y="60819"/>
                  <a:pt x="2506382" y="61773"/>
                </a:cubicBezTo>
                <a:cubicBezTo>
                  <a:pt x="2508288" y="62725"/>
                  <a:pt x="2509968" y="63882"/>
                  <a:pt x="2511422" y="65245"/>
                </a:cubicBezTo>
                <a:cubicBezTo>
                  <a:pt x="2512874" y="66608"/>
                  <a:pt x="2514031" y="68243"/>
                  <a:pt x="2514894" y="70149"/>
                </a:cubicBezTo>
                <a:cubicBezTo>
                  <a:pt x="2515803" y="72055"/>
                  <a:pt x="2516257" y="74326"/>
                  <a:pt x="2516257" y="76958"/>
                </a:cubicBezTo>
                <a:close/>
                <a:moveTo>
                  <a:pt x="2562635" y="89151"/>
                </a:moveTo>
                <a:cubicBezTo>
                  <a:pt x="2562635" y="90466"/>
                  <a:pt x="2562546" y="91511"/>
                  <a:pt x="2562363" y="92283"/>
                </a:cubicBezTo>
                <a:cubicBezTo>
                  <a:pt x="2562183" y="93054"/>
                  <a:pt x="2561909" y="93623"/>
                  <a:pt x="2561546" y="93986"/>
                </a:cubicBezTo>
                <a:cubicBezTo>
                  <a:pt x="2561183" y="94349"/>
                  <a:pt x="2560637" y="94689"/>
                  <a:pt x="2559911" y="95006"/>
                </a:cubicBezTo>
                <a:cubicBezTo>
                  <a:pt x="2559186" y="95326"/>
                  <a:pt x="2558345" y="95575"/>
                  <a:pt x="2557391" y="95755"/>
                </a:cubicBezTo>
                <a:cubicBezTo>
                  <a:pt x="2556485" y="95983"/>
                  <a:pt x="2555508" y="96163"/>
                  <a:pt x="2554462" y="96301"/>
                </a:cubicBezTo>
                <a:cubicBezTo>
                  <a:pt x="2553419" y="96438"/>
                  <a:pt x="2552376" y="96506"/>
                  <a:pt x="2551330" y="96506"/>
                </a:cubicBezTo>
                <a:cubicBezTo>
                  <a:pt x="2548153" y="96506"/>
                  <a:pt x="2545427" y="96098"/>
                  <a:pt x="2543158" y="95280"/>
                </a:cubicBezTo>
                <a:cubicBezTo>
                  <a:pt x="2540889" y="94418"/>
                  <a:pt x="2539026" y="93146"/>
                  <a:pt x="2537574" y="91466"/>
                </a:cubicBezTo>
                <a:cubicBezTo>
                  <a:pt x="2536120" y="89740"/>
                  <a:pt x="2535054" y="87582"/>
                  <a:pt x="2534374" y="84996"/>
                </a:cubicBezTo>
                <a:cubicBezTo>
                  <a:pt x="2533737" y="82362"/>
                  <a:pt x="2533419" y="79276"/>
                  <a:pt x="2533419" y="75732"/>
                </a:cubicBezTo>
                <a:lnTo>
                  <a:pt x="2533419" y="39911"/>
                </a:lnTo>
                <a:lnTo>
                  <a:pt x="2524838" y="39911"/>
                </a:lnTo>
                <a:cubicBezTo>
                  <a:pt x="2524155" y="39911"/>
                  <a:pt x="2523613" y="39548"/>
                  <a:pt x="2523204" y="38822"/>
                </a:cubicBezTo>
                <a:cubicBezTo>
                  <a:pt x="2522795" y="38093"/>
                  <a:pt x="2522590" y="36913"/>
                  <a:pt x="2522590" y="35279"/>
                </a:cubicBezTo>
                <a:cubicBezTo>
                  <a:pt x="2522590" y="34416"/>
                  <a:pt x="2522635" y="33690"/>
                  <a:pt x="2522727" y="33101"/>
                </a:cubicBezTo>
                <a:cubicBezTo>
                  <a:pt x="2522864" y="32510"/>
                  <a:pt x="2523021" y="32033"/>
                  <a:pt x="2523204" y="31670"/>
                </a:cubicBezTo>
                <a:cubicBezTo>
                  <a:pt x="2523384" y="31261"/>
                  <a:pt x="2523613" y="30990"/>
                  <a:pt x="2523884" y="30852"/>
                </a:cubicBezTo>
                <a:cubicBezTo>
                  <a:pt x="2524201" y="30672"/>
                  <a:pt x="2524544" y="30581"/>
                  <a:pt x="2524907" y="30581"/>
                </a:cubicBezTo>
                <a:lnTo>
                  <a:pt x="2533419" y="30581"/>
                </a:lnTo>
                <a:lnTo>
                  <a:pt x="2533419" y="16005"/>
                </a:lnTo>
                <a:cubicBezTo>
                  <a:pt x="2533419" y="15688"/>
                  <a:pt x="2533488" y="15393"/>
                  <a:pt x="2533622" y="15122"/>
                </a:cubicBezTo>
                <a:cubicBezTo>
                  <a:pt x="2533805" y="14848"/>
                  <a:pt x="2534100" y="14622"/>
                  <a:pt x="2534508" y="14439"/>
                </a:cubicBezTo>
                <a:cubicBezTo>
                  <a:pt x="2534963" y="14213"/>
                  <a:pt x="2535554" y="14053"/>
                  <a:pt x="2536280" y="13962"/>
                </a:cubicBezTo>
                <a:cubicBezTo>
                  <a:pt x="2537006" y="13873"/>
                  <a:pt x="2537914" y="13827"/>
                  <a:pt x="2539003" y="13827"/>
                </a:cubicBezTo>
                <a:cubicBezTo>
                  <a:pt x="2540137" y="13827"/>
                  <a:pt x="2541069" y="13873"/>
                  <a:pt x="2541795" y="13962"/>
                </a:cubicBezTo>
                <a:cubicBezTo>
                  <a:pt x="2542523" y="14053"/>
                  <a:pt x="2543089" y="14213"/>
                  <a:pt x="2543498" y="14439"/>
                </a:cubicBezTo>
                <a:cubicBezTo>
                  <a:pt x="2543907" y="14622"/>
                  <a:pt x="2544201" y="14848"/>
                  <a:pt x="2544384" y="15122"/>
                </a:cubicBezTo>
                <a:cubicBezTo>
                  <a:pt x="2544567" y="15393"/>
                  <a:pt x="2544655" y="15688"/>
                  <a:pt x="2544655" y="16005"/>
                </a:cubicBezTo>
                <a:lnTo>
                  <a:pt x="2544655" y="30581"/>
                </a:lnTo>
                <a:lnTo>
                  <a:pt x="2560389" y="30581"/>
                </a:lnTo>
                <a:cubicBezTo>
                  <a:pt x="2560751" y="30581"/>
                  <a:pt x="2561069" y="30672"/>
                  <a:pt x="2561343" y="30852"/>
                </a:cubicBezTo>
                <a:cubicBezTo>
                  <a:pt x="2561614" y="30990"/>
                  <a:pt x="2561840" y="31261"/>
                  <a:pt x="2562023" y="31670"/>
                </a:cubicBezTo>
                <a:cubicBezTo>
                  <a:pt x="2562249" y="32033"/>
                  <a:pt x="2562409" y="32510"/>
                  <a:pt x="2562500" y="33101"/>
                </a:cubicBezTo>
                <a:cubicBezTo>
                  <a:pt x="2562592" y="33690"/>
                  <a:pt x="2562635" y="34416"/>
                  <a:pt x="2562635" y="35279"/>
                </a:cubicBezTo>
                <a:cubicBezTo>
                  <a:pt x="2562635" y="36913"/>
                  <a:pt x="2562432" y="38093"/>
                  <a:pt x="2562023" y="38822"/>
                </a:cubicBezTo>
                <a:cubicBezTo>
                  <a:pt x="2561614" y="39548"/>
                  <a:pt x="2561069" y="39911"/>
                  <a:pt x="2560389" y="39911"/>
                </a:cubicBezTo>
                <a:lnTo>
                  <a:pt x="2544655" y="39911"/>
                </a:lnTo>
                <a:lnTo>
                  <a:pt x="2544655" y="74098"/>
                </a:lnTo>
                <a:cubicBezTo>
                  <a:pt x="2544655" y="78321"/>
                  <a:pt x="2545270" y="81522"/>
                  <a:pt x="2546495" y="83702"/>
                </a:cubicBezTo>
                <a:cubicBezTo>
                  <a:pt x="2547767" y="85836"/>
                  <a:pt x="2550013" y="86902"/>
                  <a:pt x="2553236" y="86902"/>
                </a:cubicBezTo>
                <a:cubicBezTo>
                  <a:pt x="2554282" y="86902"/>
                  <a:pt x="2555214" y="86811"/>
                  <a:pt x="2556031" y="86631"/>
                </a:cubicBezTo>
                <a:cubicBezTo>
                  <a:pt x="2556848" y="86402"/>
                  <a:pt x="2557574" y="86176"/>
                  <a:pt x="2558208" y="85948"/>
                </a:cubicBezTo>
                <a:cubicBezTo>
                  <a:pt x="2558846" y="85722"/>
                  <a:pt x="2559388" y="85519"/>
                  <a:pt x="2559843" y="85336"/>
                </a:cubicBezTo>
                <a:cubicBezTo>
                  <a:pt x="2560297" y="85111"/>
                  <a:pt x="2560706" y="84996"/>
                  <a:pt x="2561069" y="84996"/>
                </a:cubicBezTo>
                <a:cubicBezTo>
                  <a:pt x="2561297" y="84996"/>
                  <a:pt x="2561500" y="85065"/>
                  <a:pt x="2561683" y="85199"/>
                </a:cubicBezTo>
                <a:cubicBezTo>
                  <a:pt x="2561909" y="85291"/>
                  <a:pt x="2562069" y="85496"/>
                  <a:pt x="2562160" y="85814"/>
                </a:cubicBezTo>
                <a:cubicBezTo>
                  <a:pt x="2562295" y="86131"/>
                  <a:pt x="2562409" y="86562"/>
                  <a:pt x="2562500" y="87108"/>
                </a:cubicBezTo>
                <a:cubicBezTo>
                  <a:pt x="2562592" y="87651"/>
                  <a:pt x="2562635" y="88334"/>
                  <a:pt x="2562635" y="89151"/>
                </a:cubicBezTo>
                <a:close/>
                <a:moveTo>
                  <a:pt x="2633123" y="62316"/>
                </a:moveTo>
                <a:cubicBezTo>
                  <a:pt x="2633123" y="67311"/>
                  <a:pt x="2632466" y="71920"/>
                  <a:pt x="2631149" y="76141"/>
                </a:cubicBezTo>
                <a:cubicBezTo>
                  <a:pt x="2629832" y="80319"/>
                  <a:pt x="2627857" y="83928"/>
                  <a:pt x="2625225" y="86971"/>
                </a:cubicBezTo>
                <a:cubicBezTo>
                  <a:pt x="2622636" y="90014"/>
                  <a:pt x="2619367" y="92397"/>
                  <a:pt x="2615415" y="94120"/>
                </a:cubicBezTo>
                <a:cubicBezTo>
                  <a:pt x="2611512" y="95801"/>
                  <a:pt x="2606972" y="96641"/>
                  <a:pt x="2601797" y="96641"/>
                </a:cubicBezTo>
                <a:cubicBezTo>
                  <a:pt x="2596756" y="96641"/>
                  <a:pt x="2592353" y="95892"/>
                  <a:pt x="2588584" y="94395"/>
                </a:cubicBezTo>
                <a:cubicBezTo>
                  <a:pt x="2584860" y="92894"/>
                  <a:pt x="2581751" y="90717"/>
                  <a:pt x="2579254" y="87857"/>
                </a:cubicBezTo>
                <a:cubicBezTo>
                  <a:pt x="2576756" y="84996"/>
                  <a:pt x="2574896" y="81522"/>
                  <a:pt x="2573670" y="77435"/>
                </a:cubicBezTo>
                <a:cubicBezTo>
                  <a:pt x="2572444" y="73349"/>
                  <a:pt x="2571830" y="68720"/>
                  <a:pt x="2571830" y="63542"/>
                </a:cubicBezTo>
                <a:cubicBezTo>
                  <a:pt x="2571830" y="58547"/>
                  <a:pt x="2572464" y="53964"/>
                  <a:pt x="2573736" y="49786"/>
                </a:cubicBezTo>
                <a:cubicBezTo>
                  <a:pt x="2575053" y="45563"/>
                  <a:pt x="2577005" y="41931"/>
                  <a:pt x="2579594" y="38888"/>
                </a:cubicBezTo>
                <a:cubicBezTo>
                  <a:pt x="2582228" y="35847"/>
                  <a:pt x="2585497" y="33487"/>
                  <a:pt x="2589401" y="31807"/>
                </a:cubicBezTo>
                <a:cubicBezTo>
                  <a:pt x="2593307" y="30127"/>
                  <a:pt x="2597868" y="29287"/>
                  <a:pt x="2603091" y="29287"/>
                </a:cubicBezTo>
                <a:cubicBezTo>
                  <a:pt x="2608129" y="29287"/>
                  <a:pt x="2612512" y="30035"/>
                  <a:pt x="2616233" y="31533"/>
                </a:cubicBezTo>
                <a:cubicBezTo>
                  <a:pt x="2620002" y="33033"/>
                  <a:pt x="2623136" y="35210"/>
                  <a:pt x="2625634" y="38070"/>
                </a:cubicBezTo>
                <a:cubicBezTo>
                  <a:pt x="2628128" y="40931"/>
                  <a:pt x="2629992" y="44406"/>
                  <a:pt x="2631217" y="48492"/>
                </a:cubicBezTo>
                <a:cubicBezTo>
                  <a:pt x="2632489" y="52578"/>
                  <a:pt x="2633123" y="57187"/>
                  <a:pt x="2633123" y="62316"/>
                </a:cubicBezTo>
                <a:close/>
                <a:moveTo>
                  <a:pt x="2621273" y="63065"/>
                </a:moveTo>
                <a:cubicBezTo>
                  <a:pt x="2621273" y="59750"/>
                  <a:pt x="2620956" y="56619"/>
                  <a:pt x="2620322" y="53667"/>
                </a:cubicBezTo>
                <a:cubicBezTo>
                  <a:pt x="2619730" y="50718"/>
                  <a:pt x="2618730" y="48129"/>
                  <a:pt x="2617324" y="45903"/>
                </a:cubicBezTo>
                <a:cubicBezTo>
                  <a:pt x="2615916" y="43680"/>
                  <a:pt x="2614010" y="41931"/>
                  <a:pt x="2611604" y="40659"/>
                </a:cubicBezTo>
                <a:cubicBezTo>
                  <a:pt x="2609198" y="39342"/>
                  <a:pt x="2606200" y="38685"/>
                  <a:pt x="2602614" y="38685"/>
                </a:cubicBezTo>
                <a:cubicBezTo>
                  <a:pt x="2599299" y="38685"/>
                  <a:pt x="2596439" y="39276"/>
                  <a:pt x="2594033" y="40456"/>
                </a:cubicBezTo>
                <a:cubicBezTo>
                  <a:pt x="2591672" y="41637"/>
                  <a:pt x="2589718" y="43317"/>
                  <a:pt x="2588175" y="45494"/>
                </a:cubicBezTo>
                <a:cubicBezTo>
                  <a:pt x="2586632" y="47629"/>
                  <a:pt x="2585475" y="50172"/>
                  <a:pt x="2584703" y="53124"/>
                </a:cubicBezTo>
                <a:cubicBezTo>
                  <a:pt x="2583974" y="56073"/>
                  <a:pt x="2583611" y="59299"/>
                  <a:pt x="2583611" y="62794"/>
                </a:cubicBezTo>
                <a:cubicBezTo>
                  <a:pt x="2583611" y="66154"/>
                  <a:pt x="2583906" y="69309"/>
                  <a:pt x="2584497" y="72260"/>
                </a:cubicBezTo>
                <a:cubicBezTo>
                  <a:pt x="2585135" y="75212"/>
                  <a:pt x="2586155" y="77798"/>
                  <a:pt x="2587563" y="80024"/>
                </a:cubicBezTo>
                <a:cubicBezTo>
                  <a:pt x="2589015" y="82205"/>
                  <a:pt x="2590944" y="83950"/>
                  <a:pt x="2593350" y="85268"/>
                </a:cubicBezTo>
                <a:cubicBezTo>
                  <a:pt x="2595759" y="86539"/>
                  <a:pt x="2598753" y="87174"/>
                  <a:pt x="2602340" y="87174"/>
                </a:cubicBezTo>
                <a:cubicBezTo>
                  <a:pt x="2605609" y="87174"/>
                  <a:pt x="2608449" y="86585"/>
                  <a:pt x="2610855" y="85405"/>
                </a:cubicBezTo>
                <a:cubicBezTo>
                  <a:pt x="2613261" y="84225"/>
                  <a:pt x="2615235" y="82567"/>
                  <a:pt x="2616778" y="80433"/>
                </a:cubicBezTo>
                <a:cubicBezTo>
                  <a:pt x="2618322" y="78298"/>
                  <a:pt x="2619459" y="75755"/>
                  <a:pt x="2620185" y="72806"/>
                </a:cubicBezTo>
                <a:cubicBezTo>
                  <a:pt x="2620910" y="69854"/>
                  <a:pt x="2621273" y="66608"/>
                  <a:pt x="2621273" y="63065"/>
                </a:cubicBezTo>
                <a:close/>
                <a:moveTo>
                  <a:pt x="2702183" y="93646"/>
                </a:moveTo>
                <a:cubicBezTo>
                  <a:pt x="2702183" y="94009"/>
                  <a:pt x="2702092" y="94326"/>
                  <a:pt x="2701909" y="94598"/>
                </a:cubicBezTo>
                <a:cubicBezTo>
                  <a:pt x="2701772" y="94826"/>
                  <a:pt x="2701501" y="95029"/>
                  <a:pt x="2701092" y="95212"/>
                </a:cubicBezTo>
                <a:cubicBezTo>
                  <a:pt x="2700683" y="95392"/>
                  <a:pt x="2700137" y="95529"/>
                  <a:pt x="2699457" y="95621"/>
                </a:cubicBezTo>
                <a:cubicBezTo>
                  <a:pt x="2698823" y="95712"/>
                  <a:pt x="2698029" y="95755"/>
                  <a:pt x="2697074" y="95755"/>
                </a:cubicBezTo>
                <a:cubicBezTo>
                  <a:pt x="2696031" y="95755"/>
                  <a:pt x="2695168" y="95712"/>
                  <a:pt x="2694485" y="95621"/>
                </a:cubicBezTo>
                <a:cubicBezTo>
                  <a:pt x="2693851" y="95529"/>
                  <a:pt x="2693328" y="95392"/>
                  <a:pt x="2692919" y="95212"/>
                </a:cubicBezTo>
                <a:cubicBezTo>
                  <a:pt x="2692557" y="95029"/>
                  <a:pt x="2692308" y="94826"/>
                  <a:pt x="2692171" y="94598"/>
                </a:cubicBezTo>
                <a:cubicBezTo>
                  <a:pt x="2692034" y="94326"/>
                  <a:pt x="2691965" y="94009"/>
                  <a:pt x="2691965" y="93646"/>
                </a:cubicBezTo>
                <a:lnTo>
                  <a:pt x="2691965" y="85539"/>
                </a:lnTo>
                <a:cubicBezTo>
                  <a:pt x="2688470" y="89400"/>
                  <a:pt x="2685018" y="92214"/>
                  <a:pt x="2681615" y="93986"/>
                </a:cubicBezTo>
                <a:cubicBezTo>
                  <a:pt x="2678209" y="95755"/>
                  <a:pt x="2674760" y="96641"/>
                  <a:pt x="2671262" y="96641"/>
                </a:cubicBezTo>
                <a:cubicBezTo>
                  <a:pt x="2667176" y="96641"/>
                  <a:pt x="2663724" y="95961"/>
                  <a:pt x="2660910" y="94598"/>
                </a:cubicBezTo>
                <a:cubicBezTo>
                  <a:pt x="2658141" y="93237"/>
                  <a:pt x="2655895" y="91397"/>
                  <a:pt x="2654169" y="89083"/>
                </a:cubicBezTo>
                <a:cubicBezTo>
                  <a:pt x="2652443" y="86722"/>
                  <a:pt x="2651194" y="83996"/>
                  <a:pt x="2650423" y="80910"/>
                </a:cubicBezTo>
                <a:cubicBezTo>
                  <a:pt x="2649697" y="77775"/>
                  <a:pt x="2649334" y="73986"/>
                  <a:pt x="2649334" y="69537"/>
                </a:cubicBezTo>
                <a:lnTo>
                  <a:pt x="2649334" y="32350"/>
                </a:lnTo>
                <a:cubicBezTo>
                  <a:pt x="2649334" y="31987"/>
                  <a:pt x="2649400" y="31693"/>
                  <a:pt x="2649537" y="31467"/>
                </a:cubicBezTo>
                <a:cubicBezTo>
                  <a:pt x="2649720" y="31192"/>
                  <a:pt x="2650037" y="30967"/>
                  <a:pt x="2650491" y="30784"/>
                </a:cubicBezTo>
                <a:cubicBezTo>
                  <a:pt x="2650946" y="30558"/>
                  <a:pt x="2651534" y="30421"/>
                  <a:pt x="2652260" y="30375"/>
                </a:cubicBezTo>
                <a:cubicBezTo>
                  <a:pt x="2652989" y="30284"/>
                  <a:pt x="2653897" y="30241"/>
                  <a:pt x="2654986" y="30241"/>
                </a:cubicBezTo>
                <a:cubicBezTo>
                  <a:pt x="2656075" y="30241"/>
                  <a:pt x="2656984" y="30284"/>
                  <a:pt x="2657709" y="30375"/>
                </a:cubicBezTo>
                <a:cubicBezTo>
                  <a:pt x="2658435" y="30421"/>
                  <a:pt x="2659004" y="30558"/>
                  <a:pt x="2659412" y="30784"/>
                </a:cubicBezTo>
                <a:cubicBezTo>
                  <a:pt x="2659867" y="30967"/>
                  <a:pt x="2660184" y="31192"/>
                  <a:pt x="2660367" y="31467"/>
                </a:cubicBezTo>
                <a:cubicBezTo>
                  <a:pt x="2660547" y="31693"/>
                  <a:pt x="2660638" y="31987"/>
                  <a:pt x="2660638" y="32350"/>
                </a:cubicBezTo>
                <a:lnTo>
                  <a:pt x="2660638" y="68037"/>
                </a:lnTo>
                <a:cubicBezTo>
                  <a:pt x="2660638" y="71623"/>
                  <a:pt x="2660887" y="74506"/>
                  <a:pt x="2661387" y="76687"/>
                </a:cubicBezTo>
                <a:cubicBezTo>
                  <a:pt x="2661933" y="78821"/>
                  <a:pt x="2662727" y="80659"/>
                  <a:pt x="2663770" y="82205"/>
                </a:cubicBezTo>
                <a:cubicBezTo>
                  <a:pt x="2664862" y="83702"/>
                  <a:pt x="2666222" y="84882"/>
                  <a:pt x="2667856" y="85745"/>
                </a:cubicBezTo>
                <a:cubicBezTo>
                  <a:pt x="2669491" y="86562"/>
                  <a:pt x="2671400" y="86971"/>
                  <a:pt x="2673577" y="86971"/>
                </a:cubicBezTo>
                <a:cubicBezTo>
                  <a:pt x="2676395" y="86971"/>
                  <a:pt x="2679186" y="85971"/>
                  <a:pt x="2681955" y="83973"/>
                </a:cubicBezTo>
                <a:cubicBezTo>
                  <a:pt x="2684770" y="81976"/>
                  <a:pt x="2687744" y="79047"/>
                  <a:pt x="2690876" y="75189"/>
                </a:cubicBezTo>
                <a:lnTo>
                  <a:pt x="2690876" y="32350"/>
                </a:lnTo>
                <a:cubicBezTo>
                  <a:pt x="2690876" y="31987"/>
                  <a:pt x="2690945" y="31693"/>
                  <a:pt x="2691082" y="31467"/>
                </a:cubicBezTo>
                <a:cubicBezTo>
                  <a:pt x="2691262" y="31192"/>
                  <a:pt x="2691579" y="30967"/>
                  <a:pt x="2692034" y="30784"/>
                </a:cubicBezTo>
                <a:cubicBezTo>
                  <a:pt x="2692488" y="30558"/>
                  <a:pt x="2693057" y="30421"/>
                  <a:pt x="2693737" y="30375"/>
                </a:cubicBezTo>
                <a:cubicBezTo>
                  <a:pt x="2694462" y="30284"/>
                  <a:pt x="2695394" y="30241"/>
                  <a:pt x="2696528" y="30241"/>
                </a:cubicBezTo>
                <a:cubicBezTo>
                  <a:pt x="2697620" y="30241"/>
                  <a:pt x="2698526" y="30284"/>
                  <a:pt x="2699255" y="30375"/>
                </a:cubicBezTo>
                <a:cubicBezTo>
                  <a:pt x="2699980" y="30421"/>
                  <a:pt x="2700549" y="30558"/>
                  <a:pt x="2700955" y="30784"/>
                </a:cubicBezTo>
                <a:cubicBezTo>
                  <a:pt x="2701366" y="30967"/>
                  <a:pt x="2701661" y="31192"/>
                  <a:pt x="2701841" y="31467"/>
                </a:cubicBezTo>
                <a:cubicBezTo>
                  <a:pt x="2702069" y="31693"/>
                  <a:pt x="2702183" y="31987"/>
                  <a:pt x="2702183" y="32350"/>
                </a:cubicBezTo>
                <a:lnTo>
                  <a:pt x="2702183" y="93646"/>
                </a:lnTo>
                <a:close/>
                <a:moveTo>
                  <a:pt x="2754827" y="89151"/>
                </a:moveTo>
                <a:cubicBezTo>
                  <a:pt x="2754827" y="90466"/>
                  <a:pt x="2754736" y="91511"/>
                  <a:pt x="2754556" y="92283"/>
                </a:cubicBezTo>
                <a:cubicBezTo>
                  <a:pt x="2754373" y="93054"/>
                  <a:pt x="2754101" y="93623"/>
                  <a:pt x="2753738" y="93986"/>
                </a:cubicBezTo>
                <a:cubicBezTo>
                  <a:pt x="2753373" y="94349"/>
                  <a:pt x="2752830" y="94689"/>
                  <a:pt x="2752104" y="95006"/>
                </a:cubicBezTo>
                <a:cubicBezTo>
                  <a:pt x="2751375" y="95326"/>
                  <a:pt x="2750535" y="95575"/>
                  <a:pt x="2749584" y="95755"/>
                </a:cubicBezTo>
                <a:cubicBezTo>
                  <a:pt x="2748675" y="95983"/>
                  <a:pt x="2747698" y="96163"/>
                  <a:pt x="2746655" y="96301"/>
                </a:cubicBezTo>
                <a:cubicBezTo>
                  <a:pt x="2745609" y="96438"/>
                  <a:pt x="2744566" y="96506"/>
                  <a:pt x="2743523" y="96506"/>
                </a:cubicBezTo>
                <a:cubicBezTo>
                  <a:pt x="2740342" y="96506"/>
                  <a:pt x="2737619" y="96098"/>
                  <a:pt x="2735348" y="95280"/>
                </a:cubicBezTo>
                <a:cubicBezTo>
                  <a:pt x="2733079" y="94418"/>
                  <a:pt x="2731219" y="93146"/>
                  <a:pt x="2729764" y="91466"/>
                </a:cubicBezTo>
                <a:cubicBezTo>
                  <a:pt x="2728312" y="89740"/>
                  <a:pt x="2727244" y="87582"/>
                  <a:pt x="2726564" y="84996"/>
                </a:cubicBezTo>
                <a:cubicBezTo>
                  <a:pt x="2725929" y="82362"/>
                  <a:pt x="2725609" y="79276"/>
                  <a:pt x="2725609" y="75732"/>
                </a:cubicBezTo>
                <a:lnTo>
                  <a:pt x="2725609" y="39911"/>
                </a:lnTo>
                <a:lnTo>
                  <a:pt x="2717028" y="39911"/>
                </a:lnTo>
                <a:cubicBezTo>
                  <a:pt x="2716348" y="39911"/>
                  <a:pt x="2715802" y="39548"/>
                  <a:pt x="2715394" y="38822"/>
                </a:cubicBezTo>
                <a:cubicBezTo>
                  <a:pt x="2714985" y="38093"/>
                  <a:pt x="2714782" y="36913"/>
                  <a:pt x="2714782" y="35279"/>
                </a:cubicBezTo>
                <a:cubicBezTo>
                  <a:pt x="2714782" y="34416"/>
                  <a:pt x="2714828" y="33690"/>
                  <a:pt x="2714916" y="33101"/>
                </a:cubicBezTo>
                <a:cubicBezTo>
                  <a:pt x="2715054" y="32510"/>
                  <a:pt x="2715214" y="32033"/>
                  <a:pt x="2715394" y="31670"/>
                </a:cubicBezTo>
                <a:cubicBezTo>
                  <a:pt x="2715577" y="31261"/>
                  <a:pt x="2715802" y="30990"/>
                  <a:pt x="2716077" y="30852"/>
                </a:cubicBezTo>
                <a:cubicBezTo>
                  <a:pt x="2716394" y="30672"/>
                  <a:pt x="2716734" y="30581"/>
                  <a:pt x="2717097" y="30581"/>
                </a:cubicBezTo>
                <a:lnTo>
                  <a:pt x="2725609" y="30581"/>
                </a:lnTo>
                <a:lnTo>
                  <a:pt x="2725609" y="16005"/>
                </a:lnTo>
                <a:cubicBezTo>
                  <a:pt x="2725609" y="15688"/>
                  <a:pt x="2725678" y="15393"/>
                  <a:pt x="2725815" y="15122"/>
                </a:cubicBezTo>
                <a:cubicBezTo>
                  <a:pt x="2725995" y="14848"/>
                  <a:pt x="2726292" y="14622"/>
                  <a:pt x="2726701" y="14439"/>
                </a:cubicBezTo>
                <a:cubicBezTo>
                  <a:pt x="2727155" y="14213"/>
                  <a:pt x="2727744" y="14053"/>
                  <a:pt x="2728470" y="13962"/>
                </a:cubicBezTo>
                <a:cubicBezTo>
                  <a:pt x="2729198" y="13873"/>
                  <a:pt x="2730104" y="13827"/>
                  <a:pt x="2731196" y="13827"/>
                </a:cubicBezTo>
                <a:cubicBezTo>
                  <a:pt x="2732330" y="13827"/>
                  <a:pt x="2733262" y="13873"/>
                  <a:pt x="2733987" y="13962"/>
                </a:cubicBezTo>
                <a:cubicBezTo>
                  <a:pt x="2734713" y="14053"/>
                  <a:pt x="2735282" y="14213"/>
                  <a:pt x="2735690" y="14439"/>
                </a:cubicBezTo>
                <a:cubicBezTo>
                  <a:pt x="2736099" y="14622"/>
                  <a:pt x="2736393" y="14848"/>
                  <a:pt x="2736573" y="15122"/>
                </a:cubicBezTo>
                <a:cubicBezTo>
                  <a:pt x="2736756" y="15393"/>
                  <a:pt x="2736848" y="15688"/>
                  <a:pt x="2736848" y="16005"/>
                </a:cubicBezTo>
                <a:lnTo>
                  <a:pt x="2736848" y="30581"/>
                </a:lnTo>
                <a:lnTo>
                  <a:pt x="2752578" y="30581"/>
                </a:lnTo>
                <a:cubicBezTo>
                  <a:pt x="2752941" y="30581"/>
                  <a:pt x="2753261" y="30672"/>
                  <a:pt x="2753533" y="30852"/>
                </a:cubicBezTo>
                <a:cubicBezTo>
                  <a:pt x="2753804" y="30990"/>
                  <a:pt x="2754033" y="31261"/>
                  <a:pt x="2754213" y="31670"/>
                </a:cubicBezTo>
                <a:cubicBezTo>
                  <a:pt x="2754441" y="32033"/>
                  <a:pt x="2754599" y="32510"/>
                  <a:pt x="2754690" y="33101"/>
                </a:cubicBezTo>
                <a:cubicBezTo>
                  <a:pt x="2754781" y="33690"/>
                  <a:pt x="2754827" y="34416"/>
                  <a:pt x="2754827" y="35279"/>
                </a:cubicBezTo>
                <a:cubicBezTo>
                  <a:pt x="2754827" y="36913"/>
                  <a:pt x="2754621" y="38093"/>
                  <a:pt x="2754213" y="38822"/>
                </a:cubicBezTo>
                <a:cubicBezTo>
                  <a:pt x="2753804" y="39548"/>
                  <a:pt x="2753261" y="39911"/>
                  <a:pt x="2752578" y="39911"/>
                </a:cubicBezTo>
                <a:lnTo>
                  <a:pt x="2736848" y="39911"/>
                </a:lnTo>
                <a:lnTo>
                  <a:pt x="2736848" y="74098"/>
                </a:lnTo>
                <a:cubicBezTo>
                  <a:pt x="2736848" y="78321"/>
                  <a:pt x="2737459" y="81522"/>
                  <a:pt x="2738685" y="83702"/>
                </a:cubicBezTo>
                <a:cubicBezTo>
                  <a:pt x="2739957" y="85836"/>
                  <a:pt x="2742206" y="86902"/>
                  <a:pt x="2745429" y="86902"/>
                </a:cubicBezTo>
                <a:cubicBezTo>
                  <a:pt x="2746472" y="86902"/>
                  <a:pt x="2747403" y="86811"/>
                  <a:pt x="2748221" y="86631"/>
                </a:cubicBezTo>
                <a:cubicBezTo>
                  <a:pt x="2749038" y="86402"/>
                  <a:pt x="2749764" y="86176"/>
                  <a:pt x="2750401" y="85948"/>
                </a:cubicBezTo>
                <a:cubicBezTo>
                  <a:pt x="2751035" y="85722"/>
                  <a:pt x="2751581" y="85519"/>
                  <a:pt x="2752035" y="85336"/>
                </a:cubicBezTo>
                <a:cubicBezTo>
                  <a:pt x="2752490" y="85111"/>
                  <a:pt x="2752898" y="84996"/>
                  <a:pt x="2753261" y="84996"/>
                </a:cubicBezTo>
                <a:cubicBezTo>
                  <a:pt x="2753487" y="84996"/>
                  <a:pt x="2753693" y="85065"/>
                  <a:pt x="2753873" y="85199"/>
                </a:cubicBezTo>
                <a:cubicBezTo>
                  <a:pt x="2754101" y="85291"/>
                  <a:pt x="2754259" y="85496"/>
                  <a:pt x="2754350" y="85814"/>
                </a:cubicBezTo>
                <a:cubicBezTo>
                  <a:pt x="2754487" y="86131"/>
                  <a:pt x="2754599" y="86562"/>
                  <a:pt x="2754690" y="87108"/>
                </a:cubicBezTo>
                <a:cubicBezTo>
                  <a:pt x="2754781" y="87651"/>
                  <a:pt x="2754827" y="88334"/>
                  <a:pt x="2754827" y="89151"/>
                </a:cubicBezTo>
                <a:close/>
                <a:moveTo>
                  <a:pt x="2812443" y="93646"/>
                </a:moveTo>
                <a:cubicBezTo>
                  <a:pt x="2812443" y="94009"/>
                  <a:pt x="2812351" y="94326"/>
                  <a:pt x="2812171" y="94598"/>
                </a:cubicBezTo>
                <a:cubicBezTo>
                  <a:pt x="2811989" y="94826"/>
                  <a:pt x="2811694" y="95029"/>
                  <a:pt x="2811286" y="95212"/>
                </a:cubicBezTo>
                <a:cubicBezTo>
                  <a:pt x="2810877" y="95392"/>
                  <a:pt x="2810308" y="95529"/>
                  <a:pt x="2809583" y="95621"/>
                </a:cubicBezTo>
                <a:cubicBezTo>
                  <a:pt x="2808857" y="95712"/>
                  <a:pt x="2807925" y="95755"/>
                  <a:pt x="2806791" y="95755"/>
                </a:cubicBezTo>
                <a:cubicBezTo>
                  <a:pt x="2805702" y="95755"/>
                  <a:pt x="2804793" y="95712"/>
                  <a:pt x="2804068" y="95621"/>
                </a:cubicBezTo>
                <a:cubicBezTo>
                  <a:pt x="2803339" y="95529"/>
                  <a:pt x="2802750" y="95392"/>
                  <a:pt x="2802296" y="95212"/>
                </a:cubicBezTo>
                <a:cubicBezTo>
                  <a:pt x="2801887" y="95029"/>
                  <a:pt x="2801593" y="94826"/>
                  <a:pt x="2801410" y="94598"/>
                </a:cubicBezTo>
                <a:cubicBezTo>
                  <a:pt x="2801273" y="94326"/>
                  <a:pt x="2801207" y="94009"/>
                  <a:pt x="2801207" y="93646"/>
                </a:cubicBezTo>
                <a:lnTo>
                  <a:pt x="2801207" y="2657"/>
                </a:lnTo>
                <a:cubicBezTo>
                  <a:pt x="2801207" y="2295"/>
                  <a:pt x="2801273" y="1977"/>
                  <a:pt x="2801410" y="1703"/>
                </a:cubicBezTo>
                <a:cubicBezTo>
                  <a:pt x="2801593" y="1432"/>
                  <a:pt x="2801887" y="1206"/>
                  <a:pt x="2802296" y="1023"/>
                </a:cubicBezTo>
                <a:cubicBezTo>
                  <a:pt x="2802750" y="840"/>
                  <a:pt x="2803339" y="706"/>
                  <a:pt x="2804068" y="614"/>
                </a:cubicBezTo>
                <a:cubicBezTo>
                  <a:pt x="2804793" y="523"/>
                  <a:pt x="2805702" y="477"/>
                  <a:pt x="2806791" y="477"/>
                </a:cubicBezTo>
                <a:cubicBezTo>
                  <a:pt x="2807925" y="477"/>
                  <a:pt x="2808857" y="523"/>
                  <a:pt x="2809583" y="614"/>
                </a:cubicBezTo>
                <a:cubicBezTo>
                  <a:pt x="2810308" y="706"/>
                  <a:pt x="2810877" y="840"/>
                  <a:pt x="2811286" y="1023"/>
                </a:cubicBezTo>
                <a:cubicBezTo>
                  <a:pt x="2811694" y="1206"/>
                  <a:pt x="2811989" y="1432"/>
                  <a:pt x="2812171" y="1703"/>
                </a:cubicBezTo>
                <a:cubicBezTo>
                  <a:pt x="2812351" y="1977"/>
                  <a:pt x="2812443" y="2295"/>
                  <a:pt x="2812443" y="2657"/>
                </a:cubicBezTo>
                <a:lnTo>
                  <a:pt x="2812443" y="93646"/>
                </a:lnTo>
                <a:close/>
                <a:moveTo>
                  <a:pt x="2885521" y="60342"/>
                </a:moveTo>
                <a:cubicBezTo>
                  <a:pt x="2885521" y="62113"/>
                  <a:pt x="2885066" y="63385"/>
                  <a:pt x="2884158" y="64157"/>
                </a:cubicBezTo>
                <a:cubicBezTo>
                  <a:pt x="2883295" y="64882"/>
                  <a:pt x="2882295" y="65245"/>
                  <a:pt x="2881160" y="65245"/>
                </a:cubicBezTo>
                <a:lnTo>
                  <a:pt x="2840978" y="65245"/>
                </a:lnTo>
                <a:cubicBezTo>
                  <a:pt x="2840978" y="68651"/>
                  <a:pt x="2841321" y="71715"/>
                  <a:pt x="2842001" y="74441"/>
                </a:cubicBezTo>
                <a:cubicBezTo>
                  <a:pt x="2842681" y="77164"/>
                  <a:pt x="2843818" y="79501"/>
                  <a:pt x="2845407" y="81453"/>
                </a:cubicBezTo>
                <a:cubicBezTo>
                  <a:pt x="2846996" y="83408"/>
                  <a:pt x="2849062" y="84905"/>
                  <a:pt x="2851602" y="85948"/>
                </a:cubicBezTo>
                <a:cubicBezTo>
                  <a:pt x="2854145" y="86994"/>
                  <a:pt x="2857257" y="87517"/>
                  <a:pt x="2860935" y="87517"/>
                </a:cubicBezTo>
                <a:cubicBezTo>
                  <a:pt x="2863841" y="87517"/>
                  <a:pt x="2866427" y="87288"/>
                  <a:pt x="2868699" y="86834"/>
                </a:cubicBezTo>
                <a:cubicBezTo>
                  <a:pt x="2870967" y="86337"/>
                  <a:pt x="2872919" y="85791"/>
                  <a:pt x="2874554" y="85199"/>
                </a:cubicBezTo>
                <a:cubicBezTo>
                  <a:pt x="2876234" y="84611"/>
                  <a:pt x="2877597" y="84088"/>
                  <a:pt x="2878640" y="83633"/>
                </a:cubicBezTo>
                <a:cubicBezTo>
                  <a:pt x="2879731" y="83133"/>
                  <a:pt x="2880549" y="82885"/>
                  <a:pt x="2881092" y="82885"/>
                </a:cubicBezTo>
                <a:cubicBezTo>
                  <a:pt x="2881412" y="82885"/>
                  <a:pt x="2881683" y="82976"/>
                  <a:pt x="2881909" y="83156"/>
                </a:cubicBezTo>
                <a:cubicBezTo>
                  <a:pt x="2882183" y="83293"/>
                  <a:pt x="2882386" y="83519"/>
                  <a:pt x="2882523" y="83839"/>
                </a:cubicBezTo>
                <a:cubicBezTo>
                  <a:pt x="2882660" y="84156"/>
                  <a:pt x="2882749" y="84611"/>
                  <a:pt x="2882795" y="85199"/>
                </a:cubicBezTo>
                <a:cubicBezTo>
                  <a:pt x="2882886" y="85745"/>
                  <a:pt x="2882932" y="86425"/>
                  <a:pt x="2882932" y="87242"/>
                </a:cubicBezTo>
                <a:cubicBezTo>
                  <a:pt x="2882932" y="87834"/>
                  <a:pt x="2882909" y="88357"/>
                  <a:pt x="2882863" y="88808"/>
                </a:cubicBezTo>
                <a:cubicBezTo>
                  <a:pt x="2882817" y="89217"/>
                  <a:pt x="2882749" y="89605"/>
                  <a:pt x="2882660" y="89968"/>
                </a:cubicBezTo>
                <a:cubicBezTo>
                  <a:pt x="2882615" y="90286"/>
                  <a:pt x="2882500" y="90580"/>
                  <a:pt x="2882317" y="90851"/>
                </a:cubicBezTo>
                <a:cubicBezTo>
                  <a:pt x="2882183" y="91126"/>
                  <a:pt x="2881977" y="91397"/>
                  <a:pt x="2881706" y="91669"/>
                </a:cubicBezTo>
                <a:cubicBezTo>
                  <a:pt x="2881477" y="91897"/>
                  <a:pt x="2880751" y="92306"/>
                  <a:pt x="2879526" y="92894"/>
                </a:cubicBezTo>
                <a:cubicBezTo>
                  <a:pt x="2878300" y="93440"/>
                  <a:pt x="2876711" y="93986"/>
                  <a:pt x="2874759" y="94529"/>
                </a:cubicBezTo>
                <a:cubicBezTo>
                  <a:pt x="2872808" y="95075"/>
                  <a:pt x="2870536" y="95552"/>
                  <a:pt x="2867947" y="95961"/>
                </a:cubicBezTo>
                <a:cubicBezTo>
                  <a:pt x="2865407" y="96415"/>
                  <a:pt x="2862681" y="96641"/>
                  <a:pt x="2859775" y="96641"/>
                </a:cubicBezTo>
                <a:cubicBezTo>
                  <a:pt x="2854737" y="96641"/>
                  <a:pt x="2850311" y="95938"/>
                  <a:pt x="2846496" y="94529"/>
                </a:cubicBezTo>
                <a:cubicBezTo>
                  <a:pt x="2842727" y="93123"/>
                  <a:pt x="2839549" y="91034"/>
                  <a:pt x="2836960" y="88265"/>
                </a:cubicBezTo>
                <a:cubicBezTo>
                  <a:pt x="2834374" y="85496"/>
                  <a:pt x="2832420" y="82022"/>
                  <a:pt x="2831105" y="77844"/>
                </a:cubicBezTo>
                <a:cubicBezTo>
                  <a:pt x="2829788" y="73666"/>
                  <a:pt x="2829128" y="68809"/>
                  <a:pt x="2829128" y="63271"/>
                </a:cubicBezTo>
                <a:cubicBezTo>
                  <a:pt x="2829128" y="58004"/>
                  <a:pt x="2829811" y="53281"/>
                  <a:pt x="2831171" y="49103"/>
                </a:cubicBezTo>
                <a:cubicBezTo>
                  <a:pt x="2832534" y="44883"/>
                  <a:pt x="2834486" y="41319"/>
                  <a:pt x="2837029" y="38413"/>
                </a:cubicBezTo>
                <a:cubicBezTo>
                  <a:pt x="2839618" y="35462"/>
                  <a:pt x="2842727" y="33213"/>
                  <a:pt x="2846359" y="31670"/>
                </a:cubicBezTo>
                <a:cubicBezTo>
                  <a:pt x="2849990" y="30081"/>
                  <a:pt x="2854054" y="29287"/>
                  <a:pt x="2858549" y="29287"/>
                </a:cubicBezTo>
                <a:cubicBezTo>
                  <a:pt x="2863364" y="29287"/>
                  <a:pt x="2867450" y="30058"/>
                  <a:pt x="2870810" y="31601"/>
                </a:cubicBezTo>
                <a:cubicBezTo>
                  <a:pt x="2874214" y="33144"/>
                  <a:pt x="2877005" y="35233"/>
                  <a:pt x="2879186" y="37868"/>
                </a:cubicBezTo>
                <a:cubicBezTo>
                  <a:pt x="2881366" y="40456"/>
                  <a:pt x="2882955" y="43520"/>
                  <a:pt x="2883952" y="47060"/>
                </a:cubicBezTo>
                <a:cubicBezTo>
                  <a:pt x="2884998" y="50558"/>
                  <a:pt x="2885521" y="54304"/>
                  <a:pt x="2885521" y="58299"/>
                </a:cubicBezTo>
                <a:lnTo>
                  <a:pt x="2885521" y="60342"/>
                </a:lnTo>
                <a:close/>
                <a:moveTo>
                  <a:pt x="2874214" y="57004"/>
                </a:moveTo>
                <a:cubicBezTo>
                  <a:pt x="2874351" y="51104"/>
                  <a:pt x="2873033" y="46472"/>
                  <a:pt x="2870264" y="43111"/>
                </a:cubicBezTo>
                <a:cubicBezTo>
                  <a:pt x="2867541" y="39751"/>
                  <a:pt x="2863475" y="38070"/>
                  <a:pt x="2858074" y="38070"/>
                </a:cubicBezTo>
                <a:cubicBezTo>
                  <a:pt x="2855303" y="38070"/>
                  <a:pt x="2852874" y="38593"/>
                  <a:pt x="2850785" y="39639"/>
                </a:cubicBezTo>
                <a:cubicBezTo>
                  <a:pt x="2848696" y="40682"/>
                  <a:pt x="2846950" y="42068"/>
                  <a:pt x="2845541" y="43791"/>
                </a:cubicBezTo>
                <a:cubicBezTo>
                  <a:pt x="2844135" y="45517"/>
                  <a:pt x="2843044" y="47537"/>
                  <a:pt x="2842272" y="49855"/>
                </a:cubicBezTo>
                <a:cubicBezTo>
                  <a:pt x="2841501" y="52124"/>
                  <a:pt x="2841069" y="54507"/>
                  <a:pt x="2840978" y="57004"/>
                </a:cubicBezTo>
                <a:lnTo>
                  <a:pt x="2874214" y="57004"/>
                </a:lnTo>
                <a:close/>
                <a:moveTo>
                  <a:pt x="2953829" y="35144"/>
                </a:moveTo>
                <a:cubicBezTo>
                  <a:pt x="2953829" y="36733"/>
                  <a:pt x="2953601" y="37890"/>
                  <a:pt x="2953146" y="38616"/>
                </a:cubicBezTo>
                <a:cubicBezTo>
                  <a:pt x="2952738" y="39296"/>
                  <a:pt x="2952195" y="39639"/>
                  <a:pt x="2951512" y="39639"/>
                </a:cubicBezTo>
                <a:lnTo>
                  <a:pt x="2942728" y="39639"/>
                </a:lnTo>
                <a:cubicBezTo>
                  <a:pt x="2944317" y="41274"/>
                  <a:pt x="2945428" y="43088"/>
                  <a:pt x="2946065" y="45086"/>
                </a:cubicBezTo>
                <a:cubicBezTo>
                  <a:pt x="2946700" y="47040"/>
                  <a:pt x="2947017" y="49083"/>
                  <a:pt x="2947017" y="51215"/>
                </a:cubicBezTo>
                <a:cubicBezTo>
                  <a:pt x="2947017" y="54758"/>
                  <a:pt x="2946451" y="57890"/>
                  <a:pt x="2945314" y="60613"/>
                </a:cubicBezTo>
                <a:cubicBezTo>
                  <a:pt x="2944179" y="63339"/>
                  <a:pt x="2942545" y="65654"/>
                  <a:pt x="2940410" y="67560"/>
                </a:cubicBezTo>
                <a:cubicBezTo>
                  <a:pt x="2938324" y="69423"/>
                  <a:pt x="2935827" y="70852"/>
                  <a:pt x="2932921" y="71852"/>
                </a:cubicBezTo>
                <a:cubicBezTo>
                  <a:pt x="2930015" y="72849"/>
                  <a:pt x="2926792" y="73349"/>
                  <a:pt x="2923248" y="73349"/>
                </a:cubicBezTo>
                <a:cubicBezTo>
                  <a:pt x="2920751" y="73349"/>
                  <a:pt x="2918368" y="73032"/>
                  <a:pt x="2916099" y="72398"/>
                </a:cubicBezTo>
                <a:cubicBezTo>
                  <a:pt x="2913873" y="71715"/>
                  <a:pt x="2912147" y="70875"/>
                  <a:pt x="2910921" y="69877"/>
                </a:cubicBezTo>
                <a:cubicBezTo>
                  <a:pt x="2910104" y="70695"/>
                  <a:pt x="2909424" y="71623"/>
                  <a:pt x="2908878" y="72669"/>
                </a:cubicBezTo>
                <a:cubicBezTo>
                  <a:pt x="2908381" y="73712"/>
                  <a:pt x="2908129" y="74915"/>
                  <a:pt x="2908129" y="76278"/>
                </a:cubicBezTo>
                <a:cubicBezTo>
                  <a:pt x="2908129" y="77867"/>
                  <a:pt x="2908858" y="79184"/>
                  <a:pt x="2910309" y="80227"/>
                </a:cubicBezTo>
                <a:cubicBezTo>
                  <a:pt x="2911807" y="81273"/>
                  <a:pt x="2913781" y="81842"/>
                  <a:pt x="2916236" y="81930"/>
                </a:cubicBezTo>
                <a:lnTo>
                  <a:pt x="2932238" y="82613"/>
                </a:lnTo>
                <a:cubicBezTo>
                  <a:pt x="2935281" y="82702"/>
                  <a:pt x="2938073" y="83133"/>
                  <a:pt x="2940616" y="83905"/>
                </a:cubicBezTo>
                <a:cubicBezTo>
                  <a:pt x="2943159" y="84633"/>
                  <a:pt x="2945360" y="85699"/>
                  <a:pt x="2947223" y="87108"/>
                </a:cubicBezTo>
                <a:cubicBezTo>
                  <a:pt x="2949083" y="88468"/>
                  <a:pt x="2950537" y="90171"/>
                  <a:pt x="2951580" y="92214"/>
                </a:cubicBezTo>
                <a:cubicBezTo>
                  <a:pt x="2952626" y="94212"/>
                  <a:pt x="2953146" y="96552"/>
                  <a:pt x="2953146" y="99230"/>
                </a:cubicBezTo>
                <a:cubicBezTo>
                  <a:pt x="2953146" y="102044"/>
                  <a:pt x="2952558" y="104725"/>
                  <a:pt x="2951377" y="107265"/>
                </a:cubicBezTo>
                <a:cubicBezTo>
                  <a:pt x="2950197" y="109808"/>
                  <a:pt x="2948380" y="112034"/>
                  <a:pt x="2945928" y="113940"/>
                </a:cubicBezTo>
                <a:cubicBezTo>
                  <a:pt x="2943522" y="115892"/>
                  <a:pt x="2940433" y="117415"/>
                  <a:pt x="2936667" y="118503"/>
                </a:cubicBezTo>
                <a:cubicBezTo>
                  <a:pt x="2932898" y="119638"/>
                  <a:pt x="2928449" y="120206"/>
                  <a:pt x="2923317" y="120206"/>
                </a:cubicBezTo>
                <a:cubicBezTo>
                  <a:pt x="2918368" y="120206"/>
                  <a:pt x="2914147" y="119775"/>
                  <a:pt x="2910649" y="118912"/>
                </a:cubicBezTo>
                <a:cubicBezTo>
                  <a:pt x="2907200" y="118095"/>
                  <a:pt x="2904360" y="116960"/>
                  <a:pt x="2902137" y="115506"/>
                </a:cubicBezTo>
                <a:cubicBezTo>
                  <a:pt x="2899911" y="114054"/>
                  <a:pt x="2898299" y="112305"/>
                  <a:pt x="2897302" y="110262"/>
                </a:cubicBezTo>
                <a:cubicBezTo>
                  <a:pt x="2896302" y="108265"/>
                  <a:pt x="2895802" y="106085"/>
                  <a:pt x="2895802" y="103724"/>
                </a:cubicBezTo>
                <a:cubicBezTo>
                  <a:pt x="2895802" y="102227"/>
                  <a:pt x="2895985" y="100773"/>
                  <a:pt x="2896348" y="99367"/>
                </a:cubicBezTo>
                <a:cubicBezTo>
                  <a:pt x="2896711" y="97958"/>
                  <a:pt x="2897256" y="96618"/>
                  <a:pt x="2897982" y="95346"/>
                </a:cubicBezTo>
                <a:cubicBezTo>
                  <a:pt x="2898754" y="94077"/>
                  <a:pt x="2899685" y="92874"/>
                  <a:pt x="2900774" y="91737"/>
                </a:cubicBezTo>
                <a:cubicBezTo>
                  <a:pt x="2901911" y="90557"/>
                  <a:pt x="2903203" y="89400"/>
                  <a:pt x="2904657" y="88265"/>
                </a:cubicBezTo>
                <a:cubicBezTo>
                  <a:pt x="2902431" y="87131"/>
                  <a:pt x="2900774" y="85699"/>
                  <a:pt x="2899685" y="83973"/>
                </a:cubicBezTo>
                <a:cubicBezTo>
                  <a:pt x="2898642" y="82247"/>
                  <a:pt x="2898119" y="80387"/>
                  <a:pt x="2898119" y="78390"/>
                </a:cubicBezTo>
                <a:cubicBezTo>
                  <a:pt x="2898119" y="75621"/>
                  <a:pt x="2898685" y="73146"/>
                  <a:pt x="2899822" y="70966"/>
                </a:cubicBezTo>
                <a:cubicBezTo>
                  <a:pt x="2900957" y="68786"/>
                  <a:pt x="2902363" y="66834"/>
                  <a:pt x="2904043" y="65108"/>
                </a:cubicBezTo>
                <a:cubicBezTo>
                  <a:pt x="2902637" y="63428"/>
                  <a:pt x="2901523" y="61545"/>
                  <a:pt x="2900705" y="59456"/>
                </a:cubicBezTo>
                <a:cubicBezTo>
                  <a:pt x="2899888" y="57321"/>
                  <a:pt x="2899480" y="54758"/>
                  <a:pt x="2899480" y="51761"/>
                </a:cubicBezTo>
                <a:cubicBezTo>
                  <a:pt x="2899480" y="48266"/>
                  <a:pt x="2900071" y="45131"/>
                  <a:pt x="2901251" y="42362"/>
                </a:cubicBezTo>
                <a:cubicBezTo>
                  <a:pt x="2902431" y="39594"/>
                  <a:pt x="2904066" y="37253"/>
                  <a:pt x="2906155" y="35347"/>
                </a:cubicBezTo>
                <a:cubicBezTo>
                  <a:pt x="2908243" y="33441"/>
                  <a:pt x="2910741" y="31987"/>
                  <a:pt x="2913647" y="30990"/>
                </a:cubicBezTo>
                <a:cubicBezTo>
                  <a:pt x="2916599" y="29944"/>
                  <a:pt x="2919799" y="29424"/>
                  <a:pt x="2923248" y="29424"/>
                </a:cubicBezTo>
                <a:cubicBezTo>
                  <a:pt x="2925111" y="29424"/>
                  <a:pt x="2926837" y="29535"/>
                  <a:pt x="2928426" y="29764"/>
                </a:cubicBezTo>
                <a:cubicBezTo>
                  <a:pt x="2930060" y="29944"/>
                  <a:pt x="2931581" y="30218"/>
                  <a:pt x="2932989" y="30581"/>
                </a:cubicBezTo>
                <a:lnTo>
                  <a:pt x="2951512" y="30581"/>
                </a:lnTo>
                <a:cubicBezTo>
                  <a:pt x="2952283" y="30581"/>
                  <a:pt x="2952852" y="30967"/>
                  <a:pt x="2953215" y="31738"/>
                </a:cubicBezTo>
                <a:cubicBezTo>
                  <a:pt x="2953623" y="32464"/>
                  <a:pt x="2953829" y="33598"/>
                  <a:pt x="2953829" y="35144"/>
                </a:cubicBezTo>
                <a:close/>
                <a:moveTo>
                  <a:pt x="2936258" y="51284"/>
                </a:moveTo>
                <a:cubicBezTo>
                  <a:pt x="2936258" y="47106"/>
                  <a:pt x="2935098" y="43860"/>
                  <a:pt x="2932784" y="41545"/>
                </a:cubicBezTo>
                <a:cubicBezTo>
                  <a:pt x="2930515" y="39185"/>
                  <a:pt x="2927269" y="38005"/>
                  <a:pt x="2923045" y="38005"/>
                </a:cubicBezTo>
                <a:cubicBezTo>
                  <a:pt x="2920865" y="38005"/>
                  <a:pt x="2918959" y="38368"/>
                  <a:pt x="2917325" y="39093"/>
                </a:cubicBezTo>
                <a:cubicBezTo>
                  <a:pt x="2915736" y="39819"/>
                  <a:pt x="2914396" y="40819"/>
                  <a:pt x="2913307" y="42091"/>
                </a:cubicBezTo>
                <a:cubicBezTo>
                  <a:pt x="2912261" y="43363"/>
                  <a:pt x="2911467" y="44837"/>
                  <a:pt x="2910921" y="46517"/>
                </a:cubicBezTo>
                <a:cubicBezTo>
                  <a:pt x="2910424" y="48152"/>
                  <a:pt x="2910172" y="49878"/>
                  <a:pt x="2910172" y="51692"/>
                </a:cubicBezTo>
                <a:cubicBezTo>
                  <a:pt x="2910172" y="55733"/>
                  <a:pt x="2911310" y="58913"/>
                  <a:pt x="2913578" y="61228"/>
                </a:cubicBezTo>
                <a:cubicBezTo>
                  <a:pt x="2915893" y="63542"/>
                  <a:pt x="2919116" y="64700"/>
                  <a:pt x="2923248" y="64700"/>
                </a:cubicBezTo>
                <a:cubicBezTo>
                  <a:pt x="2925474" y="64700"/>
                  <a:pt x="2927403" y="64359"/>
                  <a:pt x="2929038" y="63679"/>
                </a:cubicBezTo>
                <a:cubicBezTo>
                  <a:pt x="2930672" y="62954"/>
                  <a:pt x="2932012" y="61976"/>
                  <a:pt x="2933055" y="60750"/>
                </a:cubicBezTo>
                <a:cubicBezTo>
                  <a:pt x="2934147" y="59479"/>
                  <a:pt x="2934941" y="58027"/>
                  <a:pt x="2935441" y="56393"/>
                </a:cubicBezTo>
                <a:cubicBezTo>
                  <a:pt x="2935984" y="54758"/>
                  <a:pt x="2936258" y="53055"/>
                  <a:pt x="2936258" y="51284"/>
                </a:cubicBezTo>
                <a:close/>
                <a:moveTo>
                  <a:pt x="2941911" y="99844"/>
                </a:moveTo>
                <a:cubicBezTo>
                  <a:pt x="2941911" y="97209"/>
                  <a:pt x="2940819" y="95189"/>
                  <a:pt x="2938642" y="93780"/>
                </a:cubicBezTo>
                <a:cubicBezTo>
                  <a:pt x="2936507" y="92329"/>
                  <a:pt x="2933601" y="91557"/>
                  <a:pt x="2929923" y="91466"/>
                </a:cubicBezTo>
                <a:lnTo>
                  <a:pt x="2914056" y="90920"/>
                </a:lnTo>
                <a:cubicBezTo>
                  <a:pt x="2912601" y="92057"/>
                  <a:pt x="2911398" y="93146"/>
                  <a:pt x="2910447" y="94189"/>
                </a:cubicBezTo>
                <a:cubicBezTo>
                  <a:pt x="2909538" y="95189"/>
                  <a:pt x="2908812" y="96143"/>
                  <a:pt x="2908266" y="97049"/>
                </a:cubicBezTo>
                <a:cubicBezTo>
                  <a:pt x="2907721" y="98004"/>
                  <a:pt x="2907335" y="98935"/>
                  <a:pt x="2907109" y="99844"/>
                </a:cubicBezTo>
                <a:cubicBezTo>
                  <a:pt x="2906926" y="100750"/>
                  <a:pt x="2906835" y="101681"/>
                  <a:pt x="2906835" y="102636"/>
                </a:cubicBezTo>
                <a:cubicBezTo>
                  <a:pt x="2906835" y="105585"/>
                  <a:pt x="2908335" y="107811"/>
                  <a:pt x="2911330" y="109308"/>
                </a:cubicBezTo>
                <a:cubicBezTo>
                  <a:pt x="2914327" y="110854"/>
                  <a:pt x="2918505" y="111625"/>
                  <a:pt x="2923863" y="111625"/>
                </a:cubicBezTo>
                <a:cubicBezTo>
                  <a:pt x="2927269" y="111625"/>
                  <a:pt x="2930106" y="111285"/>
                  <a:pt x="2932375" y="110602"/>
                </a:cubicBezTo>
                <a:cubicBezTo>
                  <a:pt x="2934690" y="109968"/>
                  <a:pt x="2936553" y="109105"/>
                  <a:pt x="2937959" y="108016"/>
                </a:cubicBezTo>
                <a:cubicBezTo>
                  <a:pt x="2939367" y="106925"/>
                  <a:pt x="2940368" y="105676"/>
                  <a:pt x="2940956" y="104270"/>
                </a:cubicBezTo>
                <a:cubicBezTo>
                  <a:pt x="2941593" y="102861"/>
                  <a:pt x="2941911" y="101387"/>
                  <a:pt x="2941911" y="99844"/>
                </a:cubicBezTo>
                <a:close/>
                <a:moveTo>
                  <a:pt x="3006744" y="76958"/>
                </a:moveTo>
                <a:cubicBezTo>
                  <a:pt x="3006744" y="80093"/>
                  <a:pt x="3006156" y="82885"/>
                  <a:pt x="3004976" y="85336"/>
                </a:cubicBezTo>
                <a:cubicBezTo>
                  <a:pt x="3003838" y="87788"/>
                  <a:pt x="3002204" y="89854"/>
                  <a:pt x="3000072" y="91534"/>
                </a:cubicBezTo>
                <a:cubicBezTo>
                  <a:pt x="2997938" y="93215"/>
                  <a:pt x="2995394" y="94486"/>
                  <a:pt x="2992443" y="95346"/>
                </a:cubicBezTo>
                <a:cubicBezTo>
                  <a:pt x="2989494" y="96209"/>
                  <a:pt x="2986245" y="96641"/>
                  <a:pt x="2982704" y="96641"/>
                </a:cubicBezTo>
                <a:cubicBezTo>
                  <a:pt x="2980524" y="96641"/>
                  <a:pt x="2978435" y="96461"/>
                  <a:pt x="2976438" y="96098"/>
                </a:cubicBezTo>
                <a:cubicBezTo>
                  <a:pt x="2974486" y="95778"/>
                  <a:pt x="2972714" y="95369"/>
                  <a:pt x="2971126" y="94872"/>
                </a:cubicBezTo>
                <a:cubicBezTo>
                  <a:pt x="2969583" y="94326"/>
                  <a:pt x="2968265" y="93780"/>
                  <a:pt x="2967177" y="93237"/>
                </a:cubicBezTo>
                <a:cubicBezTo>
                  <a:pt x="2966088" y="92646"/>
                  <a:pt x="2965293" y="92123"/>
                  <a:pt x="2964793" y="91669"/>
                </a:cubicBezTo>
                <a:cubicBezTo>
                  <a:pt x="2964293" y="91217"/>
                  <a:pt x="2963930" y="90580"/>
                  <a:pt x="2963705" y="89763"/>
                </a:cubicBezTo>
                <a:cubicBezTo>
                  <a:pt x="2963476" y="88945"/>
                  <a:pt x="2963362" y="87834"/>
                  <a:pt x="2963362" y="86425"/>
                </a:cubicBezTo>
                <a:cubicBezTo>
                  <a:pt x="2963362" y="85562"/>
                  <a:pt x="2963408" y="84836"/>
                  <a:pt x="2963499" y="84248"/>
                </a:cubicBezTo>
                <a:cubicBezTo>
                  <a:pt x="2963590" y="83656"/>
                  <a:pt x="2963705" y="83179"/>
                  <a:pt x="2963839" y="82816"/>
                </a:cubicBezTo>
                <a:cubicBezTo>
                  <a:pt x="2963976" y="82453"/>
                  <a:pt x="2964156" y="82205"/>
                  <a:pt x="2964385" y="82067"/>
                </a:cubicBezTo>
                <a:cubicBezTo>
                  <a:pt x="2964656" y="81885"/>
                  <a:pt x="2964951" y="81796"/>
                  <a:pt x="2965271" y="81796"/>
                </a:cubicBezTo>
                <a:cubicBezTo>
                  <a:pt x="2965768" y="81796"/>
                  <a:pt x="2966496" y="82113"/>
                  <a:pt x="2967448" y="82747"/>
                </a:cubicBezTo>
                <a:cubicBezTo>
                  <a:pt x="2968448" y="83339"/>
                  <a:pt x="2969651" y="83996"/>
                  <a:pt x="2971060" y="84722"/>
                </a:cubicBezTo>
                <a:cubicBezTo>
                  <a:pt x="2972512" y="85451"/>
                  <a:pt x="2974215" y="86131"/>
                  <a:pt x="2976166" y="86765"/>
                </a:cubicBezTo>
                <a:cubicBezTo>
                  <a:pt x="2978118" y="87357"/>
                  <a:pt x="2980367" y="87651"/>
                  <a:pt x="2982910" y="87651"/>
                </a:cubicBezTo>
                <a:cubicBezTo>
                  <a:pt x="2984816" y="87651"/>
                  <a:pt x="2986542" y="87448"/>
                  <a:pt x="2988085" y="87039"/>
                </a:cubicBezTo>
                <a:cubicBezTo>
                  <a:pt x="2989628" y="86631"/>
                  <a:pt x="2990968" y="86039"/>
                  <a:pt x="2992103" y="85268"/>
                </a:cubicBezTo>
                <a:cubicBezTo>
                  <a:pt x="2993237" y="84451"/>
                  <a:pt x="2994100" y="83430"/>
                  <a:pt x="2994691" y="82205"/>
                </a:cubicBezTo>
                <a:cubicBezTo>
                  <a:pt x="2995326" y="80979"/>
                  <a:pt x="2995643" y="79524"/>
                  <a:pt x="2995643" y="77844"/>
                </a:cubicBezTo>
                <a:cubicBezTo>
                  <a:pt x="2995643" y="76118"/>
                  <a:pt x="2995191" y="74666"/>
                  <a:pt x="2994283" y="73486"/>
                </a:cubicBezTo>
                <a:cubicBezTo>
                  <a:pt x="2993420" y="72306"/>
                  <a:pt x="2992263" y="71260"/>
                  <a:pt x="2990808" y="70355"/>
                </a:cubicBezTo>
                <a:cubicBezTo>
                  <a:pt x="2989356" y="69446"/>
                  <a:pt x="2987722" y="68651"/>
                  <a:pt x="2985905" y="67968"/>
                </a:cubicBezTo>
                <a:cubicBezTo>
                  <a:pt x="2984090" y="67243"/>
                  <a:pt x="2982204" y="66494"/>
                  <a:pt x="2980252" y="65722"/>
                </a:cubicBezTo>
                <a:cubicBezTo>
                  <a:pt x="2978347" y="64951"/>
                  <a:pt x="2976461" y="64088"/>
                  <a:pt x="2974600" y="63134"/>
                </a:cubicBezTo>
                <a:cubicBezTo>
                  <a:pt x="2972783" y="62136"/>
                  <a:pt x="2971148" y="60933"/>
                  <a:pt x="2969697" y="59525"/>
                </a:cubicBezTo>
                <a:cubicBezTo>
                  <a:pt x="2968242" y="58116"/>
                  <a:pt x="2967062" y="56438"/>
                  <a:pt x="2966156" y="54484"/>
                </a:cubicBezTo>
                <a:cubicBezTo>
                  <a:pt x="2965293" y="52532"/>
                  <a:pt x="2964862" y="50195"/>
                  <a:pt x="2964862" y="47469"/>
                </a:cubicBezTo>
                <a:cubicBezTo>
                  <a:pt x="2964862" y="45063"/>
                  <a:pt x="2965316" y="42771"/>
                  <a:pt x="2966222" y="40591"/>
                </a:cubicBezTo>
                <a:cubicBezTo>
                  <a:pt x="2967177" y="38368"/>
                  <a:pt x="2968585" y="36436"/>
                  <a:pt x="2970446" y="34801"/>
                </a:cubicBezTo>
                <a:cubicBezTo>
                  <a:pt x="2972306" y="33124"/>
                  <a:pt x="2974623" y="31784"/>
                  <a:pt x="2977392" y="30784"/>
                </a:cubicBezTo>
                <a:cubicBezTo>
                  <a:pt x="2980207" y="29787"/>
                  <a:pt x="2983476" y="29287"/>
                  <a:pt x="2987199" y="29287"/>
                </a:cubicBezTo>
                <a:cubicBezTo>
                  <a:pt x="2988834" y="29287"/>
                  <a:pt x="2990468" y="29424"/>
                  <a:pt x="2992103" y="29695"/>
                </a:cubicBezTo>
                <a:cubicBezTo>
                  <a:pt x="2993737" y="29967"/>
                  <a:pt x="2995214" y="30307"/>
                  <a:pt x="2996529" y="30715"/>
                </a:cubicBezTo>
                <a:cubicBezTo>
                  <a:pt x="2997846" y="31124"/>
                  <a:pt x="2998958" y="31578"/>
                  <a:pt x="2999866" y="32078"/>
                </a:cubicBezTo>
                <a:cubicBezTo>
                  <a:pt x="3000821" y="32533"/>
                  <a:pt x="3001524" y="32941"/>
                  <a:pt x="3001978" y="33304"/>
                </a:cubicBezTo>
                <a:cubicBezTo>
                  <a:pt x="3002478" y="33667"/>
                  <a:pt x="3002795" y="33984"/>
                  <a:pt x="3002932" y="34259"/>
                </a:cubicBezTo>
                <a:cubicBezTo>
                  <a:pt x="3003112" y="34530"/>
                  <a:pt x="3003227" y="34847"/>
                  <a:pt x="3003273" y="35210"/>
                </a:cubicBezTo>
                <a:cubicBezTo>
                  <a:pt x="3003364" y="35530"/>
                  <a:pt x="3003430" y="35939"/>
                  <a:pt x="3003475" y="36436"/>
                </a:cubicBezTo>
                <a:cubicBezTo>
                  <a:pt x="3003567" y="36936"/>
                  <a:pt x="3003613" y="37550"/>
                  <a:pt x="3003613" y="38276"/>
                </a:cubicBezTo>
                <a:cubicBezTo>
                  <a:pt x="3003613" y="39048"/>
                  <a:pt x="3003567" y="39728"/>
                  <a:pt x="3003475" y="40319"/>
                </a:cubicBezTo>
                <a:cubicBezTo>
                  <a:pt x="3003430" y="40865"/>
                  <a:pt x="3003318" y="41319"/>
                  <a:pt x="3003135" y="41682"/>
                </a:cubicBezTo>
                <a:cubicBezTo>
                  <a:pt x="3003001" y="42045"/>
                  <a:pt x="3002818" y="42317"/>
                  <a:pt x="3002592" y="42500"/>
                </a:cubicBezTo>
                <a:cubicBezTo>
                  <a:pt x="3002364" y="42634"/>
                  <a:pt x="3002115" y="42702"/>
                  <a:pt x="3001841" y="42702"/>
                </a:cubicBezTo>
                <a:cubicBezTo>
                  <a:pt x="3001432" y="42702"/>
                  <a:pt x="3000844" y="42454"/>
                  <a:pt x="3000072" y="41954"/>
                </a:cubicBezTo>
                <a:cubicBezTo>
                  <a:pt x="2999301" y="41454"/>
                  <a:pt x="2998300" y="40931"/>
                  <a:pt x="2997075" y="40388"/>
                </a:cubicBezTo>
                <a:cubicBezTo>
                  <a:pt x="2995849" y="39796"/>
                  <a:pt x="2994397" y="39253"/>
                  <a:pt x="2992717" y="38753"/>
                </a:cubicBezTo>
                <a:cubicBezTo>
                  <a:pt x="2991082" y="38253"/>
                  <a:pt x="2989196" y="38005"/>
                  <a:pt x="2987062" y="38005"/>
                </a:cubicBezTo>
                <a:cubicBezTo>
                  <a:pt x="2985156" y="38005"/>
                  <a:pt x="2983476" y="38230"/>
                  <a:pt x="2982024" y="38685"/>
                </a:cubicBezTo>
                <a:cubicBezTo>
                  <a:pt x="2980570" y="39093"/>
                  <a:pt x="2979367" y="39705"/>
                  <a:pt x="2978415" y="40522"/>
                </a:cubicBezTo>
                <a:cubicBezTo>
                  <a:pt x="2977506" y="41297"/>
                  <a:pt x="2976803" y="42225"/>
                  <a:pt x="2976303" y="43317"/>
                </a:cubicBezTo>
                <a:cubicBezTo>
                  <a:pt x="2975849" y="44406"/>
                  <a:pt x="2975620" y="45586"/>
                  <a:pt x="2975620" y="46857"/>
                </a:cubicBezTo>
                <a:cubicBezTo>
                  <a:pt x="2975620" y="48629"/>
                  <a:pt x="2976075" y="50126"/>
                  <a:pt x="2976984" y="51352"/>
                </a:cubicBezTo>
                <a:cubicBezTo>
                  <a:pt x="2977892" y="52532"/>
                  <a:pt x="2979072" y="53578"/>
                  <a:pt x="2980524" y="54484"/>
                </a:cubicBezTo>
                <a:cubicBezTo>
                  <a:pt x="2981978" y="55393"/>
                  <a:pt x="2983636" y="56210"/>
                  <a:pt x="2985496" y="56936"/>
                </a:cubicBezTo>
                <a:cubicBezTo>
                  <a:pt x="2987359" y="57664"/>
                  <a:pt x="2989242" y="58413"/>
                  <a:pt x="2991148" y="59185"/>
                </a:cubicBezTo>
                <a:cubicBezTo>
                  <a:pt x="2993103" y="59956"/>
                  <a:pt x="2995009" y="60819"/>
                  <a:pt x="2996869" y="61773"/>
                </a:cubicBezTo>
                <a:cubicBezTo>
                  <a:pt x="2998778" y="62725"/>
                  <a:pt x="3000458" y="63882"/>
                  <a:pt x="3001909" y="65245"/>
                </a:cubicBezTo>
                <a:cubicBezTo>
                  <a:pt x="3003364" y="66608"/>
                  <a:pt x="3004521" y="68243"/>
                  <a:pt x="3005384" y="70149"/>
                </a:cubicBezTo>
                <a:cubicBezTo>
                  <a:pt x="3006290" y="72055"/>
                  <a:pt x="3006744" y="74326"/>
                  <a:pt x="3006744" y="76958"/>
                </a:cubicBezTo>
                <a:close/>
                <a:moveTo>
                  <a:pt x="3037325" y="87925"/>
                </a:moveTo>
                <a:cubicBezTo>
                  <a:pt x="3037325" y="91149"/>
                  <a:pt x="3036780" y="93303"/>
                  <a:pt x="3035691" y="94395"/>
                </a:cubicBezTo>
                <a:cubicBezTo>
                  <a:pt x="3034645" y="95438"/>
                  <a:pt x="3032716" y="95961"/>
                  <a:pt x="3029902" y="95961"/>
                </a:cubicBezTo>
                <a:cubicBezTo>
                  <a:pt x="3027175" y="95961"/>
                  <a:pt x="3025292" y="95438"/>
                  <a:pt x="3024249" y="94395"/>
                </a:cubicBezTo>
                <a:cubicBezTo>
                  <a:pt x="3023204" y="93349"/>
                  <a:pt x="3022681" y="91260"/>
                  <a:pt x="3022681" y="88128"/>
                </a:cubicBezTo>
                <a:cubicBezTo>
                  <a:pt x="3022681" y="84905"/>
                  <a:pt x="3023204" y="82770"/>
                  <a:pt x="3024249" y="81727"/>
                </a:cubicBezTo>
                <a:cubicBezTo>
                  <a:pt x="3025338" y="80636"/>
                  <a:pt x="3027290" y="80093"/>
                  <a:pt x="3030104" y="80093"/>
                </a:cubicBezTo>
                <a:cubicBezTo>
                  <a:pt x="3032830" y="80093"/>
                  <a:pt x="3034714" y="80613"/>
                  <a:pt x="3035757" y="81659"/>
                </a:cubicBezTo>
                <a:cubicBezTo>
                  <a:pt x="3036802" y="82702"/>
                  <a:pt x="3037325" y="84791"/>
                  <a:pt x="3037325" y="87925"/>
                </a:cubicBezTo>
                <a:close/>
                <a:moveTo>
                  <a:pt x="3145816" y="70286"/>
                </a:moveTo>
                <a:cubicBezTo>
                  <a:pt x="3145816" y="71783"/>
                  <a:pt x="3145587" y="72963"/>
                  <a:pt x="3145133" y="73826"/>
                </a:cubicBezTo>
                <a:cubicBezTo>
                  <a:pt x="3144679" y="74689"/>
                  <a:pt x="3144044" y="75121"/>
                  <a:pt x="3143227" y="75121"/>
                </a:cubicBezTo>
                <a:lnTo>
                  <a:pt x="3133283" y="75121"/>
                </a:lnTo>
                <a:lnTo>
                  <a:pt x="3133283" y="93646"/>
                </a:lnTo>
                <a:cubicBezTo>
                  <a:pt x="3133283" y="94009"/>
                  <a:pt x="3133192" y="94326"/>
                  <a:pt x="3133012" y="94598"/>
                </a:cubicBezTo>
                <a:cubicBezTo>
                  <a:pt x="3132829" y="94826"/>
                  <a:pt x="3132512" y="95029"/>
                  <a:pt x="3132057" y="95212"/>
                </a:cubicBezTo>
                <a:cubicBezTo>
                  <a:pt x="3131603" y="95392"/>
                  <a:pt x="3131014" y="95529"/>
                  <a:pt x="3130286" y="95621"/>
                </a:cubicBezTo>
                <a:cubicBezTo>
                  <a:pt x="3129560" y="95712"/>
                  <a:pt x="3128631" y="95755"/>
                  <a:pt x="3127494" y="95755"/>
                </a:cubicBezTo>
                <a:cubicBezTo>
                  <a:pt x="3126405" y="95755"/>
                  <a:pt x="3125496" y="95712"/>
                  <a:pt x="3124771" y="95621"/>
                </a:cubicBezTo>
                <a:cubicBezTo>
                  <a:pt x="3124045" y="95529"/>
                  <a:pt x="3123453" y="95392"/>
                  <a:pt x="3122999" y="95212"/>
                </a:cubicBezTo>
                <a:cubicBezTo>
                  <a:pt x="3122590" y="95029"/>
                  <a:pt x="3122296" y="94826"/>
                  <a:pt x="3122113" y="94598"/>
                </a:cubicBezTo>
                <a:cubicBezTo>
                  <a:pt x="3121979" y="94326"/>
                  <a:pt x="3121910" y="94009"/>
                  <a:pt x="3121910" y="93646"/>
                </a:cubicBezTo>
                <a:lnTo>
                  <a:pt x="3121910" y="75121"/>
                </a:lnTo>
                <a:lnTo>
                  <a:pt x="3085543" y="75121"/>
                </a:lnTo>
                <a:cubicBezTo>
                  <a:pt x="3084997" y="75121"/>
                  <a:pt x="3084543" y="75052"/>
                  <a:pt x="3084180" y="74915"/>
                </a:cubicBezTo>
                <a:cubicBezTo>
                  <a:pt x="3083817" y="74781"/>
                  <a:pt x="3083477" y="74529"/>
                  <a:pt x="3083160" y="74166"/>
                </a:cubicBezTo>
                <a:cubicBezTo>
                  <a:pt x="3082885" y="73804"/>
                  <a:pt x="3082682" y="73281"/>
                  <a:pt x="3082545" y="72601"/>
                </a:cubicBezTo>
                <a:cubicBezTo>
                  <a:pt x="3082454" y="71920"/>
                  <a:pt x="3082408" y="71035"/>
                  <a:pt x="3082408" y="69946"/>
                </a:cubicBezTo>
                <a:cubicBezTo>
                  <a:pt x="3082408" y="69083"/>
                  <a:pt x="3082431" y="68311"/>
                  <a:pt x="3082477" y="67628"/>
                </a:cubicBezTo>
                <a:cubicBezTo>
                  <a:pt x="3082522" y="66948"/>
                  <a:pt x="3082614" y="66334"/>
                  <a:pt x="3082751" y="65791"/>
                </a:cubicBezTo>
                <a:cubicBezTo>
                  <a:pt x="3082885" y="65200"/>
                  <a:pt x="3083068" y="64654"/>
                  <a:pt x="3083294" y="64157"/>
                </a:cubicBezTo>
                <a:cubicBezTo>
                  <a:pt x="3083523" y="63611"/>
                  <a:pt x="3083794" y="63042"/>
                  <a:pt x="3084111" y="62454"/>
                </a:cubicBezTo>
                <a:lnTo>
                  <a:pt x="3115849" y="8924"/>
                </a:lnTo>
                <a:cubicBezTo>
                  <a:pt x="3116075" y="8561"/>
                  <a:pt x="3116392" y="8241"/>
                  <a:pt x="3116801" y="7970"/>
                </a:cubicBezTo>
                <a:cubicBezTo>
                  <a:pt x="3117255" y="7698"/>
                  <a:pt x="3117824" y="7470"/>
                  <a:pt x="3118504" y="7289"/>
                </a:cubicBezTo>
                <a:cubicBezTo>
                  <a:pt x="3119187" y="7107"/>
                  <a:pt x="3120027" y="6992"/>
                  <a:pt x="3121024" y="6947"/>
                </a:cubicBezTo>
                <a:cubicBezTo>
                  <a:pt x="3122024" y="6858"/>
                  <a:pt x="3123205" y="6812"/>
                  <a:pt x="3124565" y="6812"/>
                </a:cubicBezTo>
                <a:cubicBezTo>
                  <a:pt x="3126065" y="6812"/>
                  <a:pt x="3127359" y="6881"/>
                  <a:pt x="3128448" y="7015"/>
                </a:cubicBezTo>
                <a:cubicBezTo>
                  <a:pt x="3129583" y="7107"/>
                  <a:pt x="3130491" y="7244"/>
                  <a:pt x="3131171" y="7424"/>
                </a:cubicBezTo>
                <a:cubicBezTo>
                  <a:pt x="3131854" y="7607"/>
                  <a:pt x="3132374" y="7855"/>
                  <a:pt x="3132737" y="8172"/>
                </a:cubicBezTo>
                <a:cubicBezTo>
                  <a:pt x="3133103" y="8447"/>
                  <a:pt x="3133283" y="8787"/>
                  <a:pt x="3133283" y="9195"/>
                </a:cubicBezTo>
                <a:lnTo>
                  <a:pt x="3133283" y="65451"/>
                </a:lnTo>
                <a:lnTo>
                  <a:pt x="3143227" y="65451"/>
                </a:lnTo>
                <a:cubicBezTo>
                  <a:pt x="3143999" y="65451"/>
                  <a:pt x="3144610" y="65860"/>
                  <a:pt x="3145065" y="66677"/>
                </a:cubicBezTo>
                <a:cubicBezTo>
                  <a:pt x="3145565" y="67448"/>
                  <a:pt x="3145816" y="68651"/>
                  <a:pt x="3145816" y="70286"/>
                </a:cubicBezTo>
                <a:close/>
                <a:moveTo>
                  <a:pt x="3121910" y="17096"/>
                </a:moveTo>
                <a:lnTo>
                  <a:pt x="3121773" y="17096"/>
                </a:lnTo>
                <a:lnTo>
                  <a:pt x="3093101" y="65451"/>
                </a:lnTo>
                <a:lnTo>
                  <a:pt x="3121910" y="65451"/>
                </a:lnTo>
                <a:lnTo>
                  <a:pt x="3121910" y="17096"/>
                </a:lnTo>
                <a:close/>
                <a:moveTo>
                  <a:pt x="3174760" y="87925"/>
                </a:moveTo>
                <a:cubicBezTo>
                  <a:pt x="3174760" y="91149"/>
                  <a:pt x="3174214" y="93303"/>
                  <a:pt x="3173125" y="94395"/>
                </a:cubicBezTo>
                <a:cubicBezTo>
                  <a:pt x="3172079" y="95438"/>
                  <a:pt x="3170151" y="95961"/>
                  <a:pt x="3167336" y="95961"/>
                </a:cubicBezTo>
                <a:cubicBezTo>
                  <a:pt x="3164613" y="95961"/>
                  <a:pt x="3162727" y="95438"/>
                  <a:pt x="3161684" y="94395"/>
                </a:cubicBezTo>
                <a:cubicBezTo>
                  <a:pt x="3160638" y="93349"/>
                  <a:pt x="3160118" y="91260"/>
                  <a:pt x="3160118" y="88128"/>
                </a:cubicBezTo>
                <a:cubicBezTo>
                  <a:pt x="3160118" y="84905"/>
                  <a:pt x="3160638" y="82770"/>
                  <a:pt x="3161684" y="81727"/>
                </a:cubicBezTo>
                <a:cubicBezTo>
                  <a:pt x="3162772" y="80636"/>
                  <a:pt x="3164724" y="80093"/>
                  <a:pt x="3167539" y="80093"/>
                </a:cubicBezTo>
                <a:cubicBezTo>
                  <a:pt x="3170265" y="80093"/>
                  <a:pt x="3172148" y="80613"/>
                  <a:pt x="3173194" y="81659"/>
                </a:cubicBezTo>
                <a:cubicBezTo>
                  <a:pt x="3174237" y="82702"/>
                  <a:pt x="3174760" y="84791"/>
                  <a:pt x="3174760" y="87925"/>
                </a:cubicBezTo>
                <a:close/>
                <a:moveTo>
                  <a:pt x="3275621" y="70626"/>
                </a:moveTo>
                <a:cubicBezTo>
                  <a:pt x="3275621" y="74758"/>
                  <a:pt x="3274849" y="78436"/>
                  <a:pt x="3273306" y="81659"/>
                </a:cubicBezTo>
                <a:cubicBezTo>
                  <a:pt x="3271809" y="84882"/>
                  <a:pt x="3269697" y="87628"/>
                  <a:pt x="3266974" y="89900"/>
                </a:cubicBezTo>
                <a:cubicBezTo>
                  <a:pt x="3264294" y="92123"/>
                  <a:pt x="3261116" y="93803"/>
                  <a:pt x="3257439" y="94938"/>
                </a:cubicBezTo>
                <a:cubicBezTo>
                  <a:pt x="3253807" y="96075"/>
                  <a:pt x="3249878" y="96641"/>
                  <a:pt x="3245657" y="96641"/>
                </a:cubicBezTo>
                <a:cubicBezTo>
                  <a:pt x="3242705" y="96641"/>
                  <a:pt x="3239959" y="96392"/>
                  <a:pt x="3237416" y="95892"/>
                </a:cubicBezTo>
                <a:cubicBezTo>
                  <a:pt x="3234919" y="95392"/>
                  <a:pt x="3232670" y="94780"/>
                  <a:pt x="3230672" y="94055"/>
                </a:cubicBezTo>
                <a:cubicBezTo>
                  <a:pt x="3228721" y="93326"/>
                  <a:pt x="3227063" y="92577"/>
                  <a:pt x="3225700" y="91806"/>
                </a:cubicBezTo>
                <a:cubicBezTo>
                  <a:pt x="3224386" y="91034"/>
                  <a:pt x="3223454" y="90377"/>
                  <a:pt x="3222909" y="89831"/>
                </a:cubicBezTo>
                <a:cubicBezTo>
                  <a:pt x="3222408" y="89285"/>
                  <a:pt x="3222023" y="88605"/>
                  <a:pt x="3221751" y="87788"/>
                </a:cubicBezTo>
                <a:cubicBezTo>
                  <a:pt x="3221525" y="86925"/>
                  <a:pt x="3221411" y="85791"/>
                  <a:pt x="3221411" y="84382"/>
                </a:cubicBezTo>
                <a:cubicBezTo>
                  <a:pt x="3221411" y="83385"/>
                  <a:pt x="3221457" y="82567"/>
                  <a:pt x="3221546" y="81930"/>
                </a:cubicBezTo>
                <a:cubicBezTo>
                  <a:pt x="3221637" y="81250"/>
                  <a:pt x="3221774" y="80704"/>
                  <a:pt x="3221957" y="80296"/>
                </a:cubicBezTo>
                <a:cubicBezTo>
                  <a:pt x="3222137" y="79887"/>
                  <a:pt x="3222363" y="79616"/>
                  <a:pt x="3222637" y="79479"/>
                </a:cubicBezTo>
                <a:cubicBezTo>
                  <a:pt x="3222909" y="79298"/>
                  <a:pt x="3223226" y="79207"/>
                  <a:pt x="3223591" y="79207"/>
                </a:cubicBezTo>
                <a:cubicBezTo>
                  <a:pt x="3224226" y="79207"/>
                  <a:pt x="3225112" y="79593"/>
                  <a:pt x="3226246" y="80364"/>
                </a:cubicBezTo>
                <a:cubicBezTo>
                  <a:pt x="3227426" y="81136"/>
                  <a:pt x="3228924" y="81976"/>
                  <a:pt x="3230741" y="82885"/>
                </a:cubicBezTo>
                <a:cubicBezTo>
                  <a:pt x="3232558" y="83793"/>
                  <a:pt x="3234736" y="84656"/>
                  <a:pt x="3237279" y="85474"/>
                </a:cubicBezTo>
                <a:cubicBezTo>
                  <a:pt x="3239868" y="86245"/>
                  <a:pt x="3242842" y="86631"/>
                  <a:pt x="3246200" y="86631"/>
                </a:cubicBezTo>
                <a:cubicBezTo>
                  <a:pt x="3248743" y="86631"/>
                  <a:pt x="3251058" y="86291"/>
                  <a:pt x="3253147" y="85608"/>
                </a:cubicBezTo>
                <a:cubicBezTo>
                  <a:pt x="3255281" y="84928"/>
                  <a:pt x="3257099" y="83973"/>
                  <a:pt x="3258596" y="82747"/>
                </a:cubicBezTo>
                <a:cubicBezTo>
                  <a:pt x="3260139" y="81476"/>
                  <a:pt x="3261319" y="79933"/>
                  <a:pt x="3262136" y="78118"/>
                </a:cubicBezTo>
                <a:cubicBezTo>
                  <a:pt x="3262954" y="76301"/>
                  <a:pt x="3263362" y="74235"/>
                  <a:pt x="3263362" y="71920"/>
                </a:cubicBezTo>
                <a:cubicBezTo>
                  <a:pt x="3263362" y="69423"/>
                  <a:pt x="3262796" y="67288"/>
                  <a:pt x="3261659" y="65517"/>
                </a:cubicBezTo>
                <a:cubicBezTo>
                  <a:pt x="3260525" y="63748"/>
                  <a:pt x="3259027" y="62202"/>
                  <a:pt x="3257164" y="60888"/>
                </a:cubicBezTo>
                <a:cubicBezTo>
                  <a:pt x="3255304" y="59525"/>
                  <a:pt x="3253169" y="58299"/>
                  <a:pt x="3250763" y="57210"/>
                </a:cubicBezTo>
                <a:cubicBezTo>
                  <a:pt x="3248403" y="56073"/>
                  <a:pt x="3245974" y="54938"/>
                  <a:pt x="3243477" y="53804"/>
                </a:cubicBezTo>
                <a:cubicBezTo>
                  <a:pt x="3240979" y="52624"/>
                  <a:pt x="3238550" y="51329"/>
                  <a:pt x="3236190" y="49921"/>
                </a:cubicBezTo>
                <a:cubicBezTo>
                  <a:pt x="3233827" y="48515"/>
                  <a:pt x="3231718" y="46857"/>
                  <a:pt x="3229855" y="44951"/>
                </a:cubicBezTo>
                <a:cubicBezTo>
                  <a:pt x="3227995" y="43043"/>
                  <a:pt x="3226475" y="40819"/>
                  <a:pt x="3225292" y="38276"/>
                </a:cubicBezTo>
                <a:cubicBezTo>
                  <a:pt x="3224157" y="35687"/>
                  <a:pt x="3223591" y="32601"/>
                  <a:pt x="3223591" y="29015"/>
                </a:cubicBezTo>
                <a:cubicBezTo>
                  <a:pt x="3223591" y="25337"/>
                  <a:pt x="3224249" y="22068"/>
                  <a:pt x="3225566" y="19208"/>
                </a:cubicBezTo>
                <a:cubicBezTo>
                  <a:pt x="3226926" y="16302"/>
                  <a:pt x="3228789" y="13873"/>
                  <a:pt x="3231150" y="11919"/>
                </a:cubicBezTo>
                <a:cubicBezTo>
                  <a:pt x="3233556" y="9967"/>
                  <a:pt x="3236393" y="8492"/>
                  <a:pt x="3239662" y="7492"/>
                </a:cubicBezTo>
                <a:cubicBezTo>
                  <a:pt x="3242977" y="6449"/>
                  <a:pt x="3246540" y="5926"/>
                  <a:pt x="3250355" y="5926"/>
                </a:cubicBezTo>
                <a:cubicBezTo>
                  <a:pt x="3252306" y="5926"/>
                  <a:pt x="3254261" y="6109"/>
                  <a:pt x="3256213" y="6472"/>
                </a:cubicBezTo>
                <a:cubicBezTo>
                  <a:pt x="3258210" y="6789"/>
                  <a:pt x="3260070" y="7244"/>
                  <a:pt x="3261796" y="7832"/>
                </a:cubicBezTo>
                <a:cubicBezTo>
                  <a:pt x="3263568" y="8378"/>
                  <a:pt x="3265134" y="9013"/>
                  <a:pt x="3266497" y="9741"/>
                </a:cubicBezTo>
                <a:cubicBezTo>
                  <a:pt x="3267857" y="10421"/>
                  <a:pt x="3268743" y="10990"/>
                  <a:pt x="3269151" y="11444"/>
                </a:cubicBezTo>
                <a:cubicBezTo>
                  <a:pt x="3269606" y="11853"/>
                  <a:pt x="3269900" y="12193"/>
                  <a:pt x="3270037" y="12464"/>
                </a:cubicBezTo>
                <a:cubicBezTo>
                  <a:pt x="3270174" y="12690"/>
                  <a:pt x="3270286" y="13010"/>
                  <a:pt x="3270377" y="13419"/>
                </a:cubicBezTo>
                <a:cubicBezTo>
                  <a:pt x="3270469" y="13782"/>
                  <a:pt x="3270537" y="14236"/>
                  <a:pt x="3270583" y="14779"/>
                </a:cubicBezTo>
                <a:cubicBezTo>
                  <a:pt x="3270629" y="15325"/>
                  <a:pt x="3270652" y="16028"/>
                  <a:pt x="3270652" y="16891"/>
                </a:cubicBezTo>
                <a:cubicBezTo>
                  <a:pt x="3270652" y="17708"/>
                  <a:pt x="3270606" y="18434"/>
                  <a:pt x="3270514" y="19071"/>
                </a:cubicBezTo>
                <a:cubicBezTo>
                  <a:pt x="3270469" y="19705"/>
                  <a:pt x="3270377" y="20251"/>
                  <a:pt x="3270243" y="20705"/>
                </a:cubicBezTo>
                <a:cubicBezTo>
                  <a:pt x="3270106" y="21114"/>
                  <a:pt x="3269900" y="21431"/>
                  <a:pt x="3269629" y="21660"/>
                </a:cubicBezTo>
                <a:cubicBezTo>
                  <a:pt x="3269403" y="21840"/>
                  <a:pt x="3269129" y="21931"/>
                  <a:pt x="3268811" y="21931"/>
                </a:cubicBezTo>
                <a:cubicBezTo>
                  <a:pt x="3268311" y="21931"/>
                  <a:pt x="3267517" y="21614"/>
                  <a:pt x="3266428" y="20977"/>
                </a:cubicBezTo>
                <a:cubicBezTo>
                  <a:pt x="3265382" y="20343"/>
                  <a:pt x="3264091" y="19637"/>
                  <a:pt x="3262545" y="18865"/>
                </a:cubicBezTo>
                <a:cubicBezTo>
                  <a:pt x="3261002" y="18048"/>
                  <a:pt x="3259164" y="17322"/>
                  <a:pt x="3257030" y="16688"/>
                </a:cubicBezTo>
                <a:cubicBezTo>
                  <a:pt x="3254941" y="16005"/>
                  <a:pt x="3252581" y="15665"/>
                  <a:pt x="3249946" y="15665"/>
                </a:cubicBezTo>
                <a:cubicBezTo>
                  <a:pt x="3247494" y="15665"/>
                  <a:pt x="3245360" y="16005"/>
                  <a:pt x="3243545" y="16688"/>
                </a:cubicBezTo>
                <a:cubicBezTo>
                  <a:pt x="3241728" y="17322"/>
                  <a:pt x="3240231" y="18185"/>
                  <a:pt x="3239051" y="19274"/>
                </a:cubicBezTo>
                <a:cubicBezTo>
                  <a:pt x="3237870" y="20365"/>
                  <a:pt x="3236985" y="21660"/>
                  <a:pt x="3236393" y="23157"/>
                </a:cubicBezTo>
                <a:cubicBezTo>
                  <a:pt x="3235804" y="24655"/>
                  <a:pt x="3235507" y="26243"/>
                  <a:pt x="3235507" y="27923"/>
                </a:cubicBezTo>
                <a:cubicBezTo>
                  <a:pt x="3235507" y="30375"/>
                  <a:pt x="3236076" y="32487"/>
                  <a:pt x="3237210" y="34259"/>
                </a:cubicBezTo>
                <a:cubicBezTo>
                  <a:pt x="3238345" y="36027"/>
                  <a:pt x="3239845" y="37596"/>
                  <a:pt x="3241705" y="38956"/>
                </a:cubicBezTo>
                <a:cubicBezTo>
                  <a:pt x="3243614" y="40319"/>
                  <a:pt x="3245769" y="41568"/>
                  <a:pt x="3248175" y="42702"/>
                </a:cubicBezTo>
                <a:cubicBezTo>
                  <a:pt x="3250583" y="43837"/>
                  <a:pt x="3253035" y="44997"/>
                  <a:pt x="3255530" y="46177"/>
                </a:cubicBezTo>
                <a:cubicBezTo>
                  <a:pt x="3258027" y="47312"/>
                  <a:pt x="3260479" y="48583"/>
                  <a:pt x="3262888" y="49989"/>
                </a:cubicBezTo>
                <a:cubicBezTo>
                  <a:pt x="3265294" y="51352"/>
                  <a:pt x="3267426" y="52987"/>
                  <a:pt x="3269289" y="54893"/>
                </a:cubicBezTo>
                <a:cubicBezTo>
                  <a:pt x="3271195" y="56756"/>
                  <a:pt x="3272715" y="58979"/>
                  <a:pt x="3273852" y="61568"/>
                </a:cubicBezTo>
                <a:cubicBezTo>
                  <a:pt x="3275032" y="64111"/>
                  <a:pt x="3275621" y="67128"/>
                  <a:pt x="3275621" y="70626"/>
                </a:cubicBezTo>
                <a:close/>
                <a:moveTo>
                  <a:pt x="3343386" y="60342"/>
                </a:moveTo>
                <a:cubicBezTo>
                  <a:pt x="3343386" y="62113"/>
                  <a:pt x="3342932" y="63385"/>
                  <a:pt x="3342023" y="64157"/>
                </a:cubicBezTo>
                <a:cubicBezTo>
                  <a:pt x="3341160" y="64882"/>
                  <a:pt x="3340163" y="65245"/>
                  <a:pt x="3339026" y="65245"/>
                </a:cubicBezTo>
                <a:lnTo>
                  <a:pt x="3298847" y="65245"/>
                </a:lnTo>
                <a:cubicBezTo>
                  <a:pt x="3298847" y="68651"/>
                  <a:pt x="3299187" y="71715"/>
                  <a:pt x="3299867" y="74441"/>
                </a:cubicBezTo>
                <a:cubicBezTo>
                  <a:pt x="3300547" y="77164"/>
                  <a:pt x="3301684" y="79501"/>
                  <a:pt x="3303273" y="81453"/>
                </a:cubicBezTo>
                <a:cubicBezTo>
                  <a:pt x="3304862" y="83408"/>
                  <a:pt x="3306928" y="84905"/>
                  <a:pt x="3309471" y="85948"/>
                </a:cubicBezTo>
                <a:cubicBezTo>
                  <a:pt x="3312011" y="86994"/>
                  <a:pt x="3315123" y="87517"/>
                  <a:pt x="3318801" y="87517"/>
                </a:cubicBezTo>
                <a:cubicBezTo>
                  <a:pt x="3321707" y="87517"/>
                  <a:pt x="3324293" y="87288"/>
                  <a:pt x="3326564" y="86834"/>
                </a:cubicBezTo>
                <a:cubicBezTo>
                  <a:pt x="3328833" y="86337"/>
                  <a:pt x="3330788" y="85791"/>
                  <a:pt x="3332422" y="85199"/>
                </a:cubicBezTo>
                <a:cubicBezTo>
                  <a:pt x="3334102" y="84611"/>
                  <a:pt x="3335463" y="84088"/>
                  <a:pt x="3336508" y="83633"/>
                </a:cubicBezTo>
                <a:cubicBezTo>
                  <a:pt x="3337597" y="83133"/>
                  <a:pt x="3338414" y="82885"/>
                  <a:pt x="3338960" y="82885"/>
                </a:cubicBezTo>
                <a:cubicBezTo>
                  <a:pt x="3339277" y="82885"/>
                  <a:pt x="3339549" y="82976"/>
                  <a:pt x="3339777" y="83156"/>
                </a:cubicBezTo>
                <a:cubicBezTo>
                  <a:pt x="3340049" y="83293"/>
                  <a:pt x="3340252" y="83519"/>
                  <a:pt x="3340389" y="83839"/>
                </a:cubicBezTo>
                <a:cubicBezTo>
                  <a:pt x="3340526" y="84156"/>
                  <a:pt x="3340618" y="84611"/>
                  <a:pt x="3340660" y="85199"/>
                </a:cubicBezTo>
                <a:cubicBezTo>
                  <a:pt x="3340752" y="85745"/>
                  <a:pt x="3340798" y="86425"/>
                  <a:pt x="3340798" y="87242"/>
                </a:cubicBezTo>
                <a:cubicBezTo>
                  <a:pt x="3340798" y="87834"/>
                  <a:pt x="3340775" y="88357"/>
                  <a:pt x="3340729" y="88808"/>
                </a:cubicBezTo>
                <a:cubicBezTo>
                  <a:pt x="3340683" y="89217"/>
                  <a:pt x="3340618" y="89605"/>
                  <a:pt x="3340526" y="89968"/>
                </a:cubicBezTo>
                <a:cubicBezTo>
                  <a:pt x="3340480" y="90286"/>
                  <a:pt x="3340366" y="90580"/>
                  <a:pt x="3340186" y="90851"/>
                </a:cubicBezTo>
                <a:cubicBezTo>
                  <a:pt x="3340049" y="91126"/>
                  <a:pt x="3339843" y="91397"/>
                  <a:pt x="3339572" y="91669"/>
                </a:cubicBezTo>
                <a:cubicBezTo>
                  <a:pt x="3339346" y="91897"/>
                  <a:pt x="3338617" y="92306"/>
                  <a:pt x="3337391" y="92894"/>
                </a:cubicBezTo>
                <a:cubicBezTo>
                  <a:pt x="3336166" y="93440"/>
                  <a:pt x="3334577" y="93986"/>
                  <a:pt x="3332625" y="94529"/>
                </a:cubicBezTo>
                <a:cubicBezTo>
                  <a:pt x="3330673" y="95075"/>
                  <a:pt x="3328402" y="95552"/>
                  <a:pt x="3325816" y="95961"/>
                </a:cubicBezTo>
                <a:cubicBezTo>
                  <a:pt x="3323272" y="96415"/>
                  <a:pt x="3320549" y="96641"/>
                  <a:pt x="3317643" y="96641"/>
                </a:cubicBezTo>
                <a:cubicBezTo>
                  <a:pt x="3312603" y="96641"/>
                  <a:pt x="3308176" y="95938"/>
                  <a:pt x="3304362" y="94529"/>
                </a:cubicBezTo>
                <a:cubicBezTo>
                  <a:pt x="3300593" y="93123"/>
                  <a:pt x="3297415" y="91034"/>
                  <a:pt x="3294826" y="88265"/>
                </a:cubicBezTo>
                <a:cubicBezTo>
                  <a:pt x="3292240" y="85496"/>
                  <a:pt x="3290288" y="82022"/>
                  <a:pt x="3288971" y="77844"/>
                </a:cubicBezTo>
                <a:cubicBezTo>
                  <a:pt x="3287654" y="73666"/>
                  <a:pt x="3286997" y="68809"/>
                  <a:pt x="3286997" y="63271"/>
                </a:cubicBezTo>
                <a:cubicBezTo>
                  <a:pt x="3286997" y="58004"/>
                  <a:pt x="3287677" y="53281"/>
                  <a:pt x="3289040" y="49103"/>
                </a:cubicBezTo>
                <a:cubicBezTo>
                  <a:pt x="3290400" y="44883"/>
                  <a:pt x="3292354" y="41319"/>
                  <a:pt x="3294895" y="38413"/>
                </a:cubicBezTo>
                <a:cubicBezTo>
                  <a:pt x="3297484" y="35462"/>
                  <a:pt x="3300593" y="33213"/>
                  <a:pt x="3304227" y="31670"/>
                </a:cubicBezTo>
                <a:cubicBezTo>
                  <a:pt x="3307859" y="30081"/>
                  <a:pt x="3311923" y="29287"/>
                  <a:pt x="3316417" y="29287"/>
                </a:cubicBezTo>
                <a:cubicBezTo>
                  <a:pt x="3321229" y="29287"/>
                  <a:pt x="3325316" y="30058"/>
                  <a:pt x="3328676" y="31601"/>
                </a:cubicBezTo>
                <a:cubicBezTo>
                  <a:pt x="3332079" y="33144"/>
                  <a:pt x="3334874" y="35233"/>
                  <a:pt x="3337051" y="37868"/>
                </a:cubicBezTo>
                <a:cubicBezTo>
                  <a:pt x="3339232" y="40456"/>
                  <a:pt x="3340820" y="43520"/>
                  <a:pt x="3341821" y="47060"/>
                </a:cubicBezTo>
                <a:cubicBezTo>
                  <a:pt x="3342864" y="50558"/>
                  <a:pt x="3343386" y="54304"/>
                  <a:pt x="3343386" y="58299"/>
                </a:cubicBezTo>
                <a:lnTo>
                  <a:pt x="3343386" y="60342"/>
                </a:lnTo>
                <a:close/>
                <a:moveTo>
                  <a:pt x="3332079" y="57004"/>
                </a:moveTo>
                <a:cubicBezTo>
                  <a:pt x="3332216" y="51104"/>
                  <a:pt x="3330899" y="46472"/>
                  <a:pt x="3328130" y="43111"/>
                </a:cubicBezTo>
                <a:cubicBezTo>
                  <a:pt x="3325407" y="39751"/>
                  <a:pt x="3321344" y="38070"/>
                  <a:pt x="3315940" y="38070"/>
                </a:cubicBezTo>
                <a:cubicBezTo>
                  <a:pt x="3313171" y="38070"/>
                  <a:pt x="3310740" y="38593"/>
                  <a:pt x="3308654" y="39639"/>
                </a:cubicBezTo>
                <a:cubicBezTo>
                  <a:pt x="3306565" y="40682"/>
                  <a:pt x="3304816" y="42068"/>
                  <a:pt x="3303410" y="43791"/>
                </a:cubicBezTo>
                <a:cubicBezTo>
                  <a:pt x="3302001" y="45517"/>
                  <a:pt x="3300913" y="47537"/>
                  <a:pt x="3300141" y="49855"/>
                </a:cubicBezTo>
                <a:cubicBezTo>
                  <a:pt x="3299367" y="52124"/>
                  <a:pt x="3298938" y="54507"/>
                  <a:pt x="3298847" y="57004"/>
                </a:cubicBezTo>
                <a:lnTo>
                  <a:pt x="3332079" y="57004"/>
                </a:lnTo>
                <a:close/>
                <a:moveTo>
                  <a:pt x="3406654" y="93712"/>
                </a:moveTo>
                <a:cubicBezTo>
                  <a:pt x="3406654" y="94257"/>
                  <a:pt x="3406474" y="94666"/>
                  <a:pt x="3406111" y="94938"/>
                </a:cubicBezTo>
                <a:cubicBezTo>
                  <a:pt x="3405746" y="95212"/>
                  <a:pt x="3405248" y="95415"/>
                  <a:pt x="3404611" y="95552"/>
                </a:cubicBezTo>
                <a:cubicBezTo>
                  <a:pt x="3403977" y="95689"/>
                  <a:pt x="3403045" y="95755"/>
                  <a:pt x="3401819" y="95755"/>
                </a:cubicBezTo>
                <a:cubicBezTo>
                  <a:pt x="3400639" y="95755"/>
                  <a:pt x="3399685" y="95689"/>
                  <a:pt x="3398959" y="95552"/>
                </a:cubicBezTo>
                <a:cubicBezTo>
                  <a:pt x="3398279" y="95415"/>
                  <a:pt x="3397779" y="95212"/>
                  <a:pt x="3397462" y="94938"/>
                </a:cubicBezTo>
                <a:cubicBezTo>
                  <a:pt x="3397142" y="94666"/>
                  <a:pt x="3396985" y="94257"/>
                  <a:pt x="3396985" y="93712"/>
                </a:cubicBezTo>
                <a:lnTo>
                  <a:pt x="3396985" y="87582"/>
                </a:lnTo>
                <a:cubicBezTo>
                  <a:pt x="3394304" y="90443"/>
                  <a:pt x="3391310" y="92669"/>
                  <a:pt x="3387995" y="94257"/>
                </a:cubicBezTo>
                <a:cubicBezTo>
                  <a:pt x="3384726" y="95846"/>
                  <a:pt x="3381251" y="96641"/>
                  <a:pt x="3377574" y="96641"/>
                </a:cubicBezTo>
                <a:cubicBezTo>
                  <a:pt x="3374350" y="96641"/>
                  <a:pt x="3371421" y="96209"/>
                  <a:pt x="3368790" y="95346"/>
                </a:cubicBezTo>
                <a:cubicBezTo>
                  <a:pt x="3366201" y="94529"/>
                  <a:pt x="3363975" y="93326"/>
                  <a:pt x="3362114" y="91737"/>
                </a:cubicBezTo>
                <a:cubicBezTo>
                  <a:pt x="3360297" y="90148"/>
                  <a:pt x="3358868" y="88197"/>
                  <a:pt x="3357825" y="85882"/>
                </a:cubicBezTo>
                <a:cubicBezTo>
                  <a:pt x="3356825" y="83565"/>
                  <a:pt x="3356325" y="80933"/>
                  <a:pt x="3356325" y="77981"/>
                </a:cubicBezTo>
                <a:cubicBezTo>
                  <a:pt x="3356325" y="74529"/>
                  <a:pt x="3357028" y="71535"/>
                  <a:pt x="3358437" y="68991"/>
                </a:cubicBezTo>
                <a:cubicBezTo>
                  <a:pt x="3359846" y="66448"/>
                  <a:pt x="3361866" y="64337"/>
                  <a:pt x="3364498" y="62656"/>
                </a:cubicBezTo>
                <a:cubicBezTo>
                  <a:pt x="3367132" y="60976"/>
                  <a:pt x="3370356" y="59730"/>
                  <a:pt x="3374170" y="58913"/>
                </a:cubicBezTo>
                <a:cubicBezTo>
                  <a:pt x="3377982" y="58050"/>
                  <a:pt x="3382274" y="57619"/>
                  <a:pt x="3387040" y="57619"/>
                </a:cubicBezTo>
                <a:lnTo>
                  <a:pt x="3395487" y="57619"/>
                </a:lnTo>
                <a:lnTo>
                  <a:pt x="3395487" y="52849"/>
                </a:lnTo>
                <a:cubicBezTo>
                  <a:pt x="3395487" y="50489"/>
                  <a:pt x="3395236" y="48400"/>
                  <a:pt x="3394736" y="46586"/>
                </a:cubicBezTo>
                <a:cubicBezTo>
                  <a:pt x="3394239" y="44768"/>
                  <a:pt x="3393421" y="43271"/>
                  <a:pt x="3392284" y="42091"/>
                </a:cubicBezTo>
                <a:cubicBezTo>
                  <a:pt x="3391195" y="40865"/>
                  <a:pt x="3389767" y="39956"/>
                  <a:pt x="3387995" y="39365"/>
                </a:cubicBezTo>
                <a:cubicBezTo>
                  <a:pt x="3386223" y="38731"/>
                  <a:pt x="3384046" y="38413"/>
                  <a:pt x="3381457" y="38413"/>
                </a:cubicBezTo>
                <a:cubicBezTo>
                  <a:pt x="3378688" y="38413"/>
                  <a:pt x="3376191" y="38753"/>
                  <a:pt x="3373965" y="39433"/>
                </a:cubicBezTo>
                <a:cubicBezTo>
                  <a:pt x="3371784" y="40071"/>
                  <a:pt x="3369855" y="40797"/>
                  <a:pt x="3368175" y="41614"/>
                </a:cubicBezTo>
                <a:cubicBezTo>
                  <a:pt x="3366541" y="42385"/>
                  <a:pt x="3365158" y="43111"/>
                  <a:pt x="3364020" y="43791"/>
                </a:cubicBezTo>
                <a:cubicBezTo>
                  <a:pt x="3362932" y="44428"/>
                  <a:pt x="3362114" y="44746"/>
                  <a:pt x="3361569" y="44746"/>
                </a:cubicBezTo>
                <a:cubicBezTo>
                  <a:pt x="3361206" y="44746"/>
                  <a:pt x="3360889" y="44654"/>
                  <a:pt x="3360617" y="44474"/>
                </a:cubicBezTo>
                <a:cubicBezTo>
                  <a:pt x="3360343" y="44291"/>
                  <a:pt x="3360094" y="44020"/>
                  <a:pt x="3359869" y="43657"/>
                </a:cubicBezTo>
                <a:cubicBezTo>
                  <a:pt x="3359686" y="43294"/>
                  <a:pt x="3359548" y="42840"/>
                  <a:pt x="3359460" y="42294"/>
                </a:cubicBezTo>
                <a:cubicBezTo>
                  <a:pt x="3359368" y="41705"/>
                  <a:pt x="3359323" y="41068"/>
                  <a:pt x="3359323" y="40388"/>
                </a:cubicBezTo>
                <a:cubicBezTo>
                  <a:pt x="3359323" y="39253"/>
                  <a:pt x="3359391" y="38368"/>
                  <a:pt x="3359526" y="37730"/>
                </a:cubicBezTo>
                <a:cubicBezTo>
                  <a:pt x="3359708" y="37050"/>
                  <a:pt x="3360094" y="36413"/>
                  <a:pt x="3360686" y="35824"/>
                </a:cubicBezTo>
                <a:cubicBezTo>
                  <a:pt x="3361320" y="35233"/>
                  <a:pt x="3362386" y="34553"/>
                  <a:pt x="3363886" y="33781"/>
                </a:cubicBezTo>
                <a:cubicBezTo>
                  <a:pt x="3365383" y="32964"/>
                  <a:pt x="3367109" y="32238"/>
                  <a:pt x="3369061" y="31601"/>
                </a:cubicBezTo>
                <a:cubicBezTo>
                  <a:pt x="3371013" y="30921"/>
                  <a:pt x="3373147" y="30375"/>
                  <a:pt x="3375462" y="29967"/>
                </a:cubicBezTo>
                <a:cubicBezTo>
                  <a:pt x="3377779" y="29512"/>
                  <a:pt x="3380117" y="29287"/>
                  <a:pt x="3382477" y="29287"/>
                </a:cubicBezTo>
                <a:cubicBezTo>
                  <a:pt x="3386883" y="29287"/>
                  <a:pt x="3390627" y="29787"/>
                  <a:pt x="3393716" y="30784"/>
                </a:cubicBezTo>
                <a:cubicBezTo>
                  <a:pt x="3396802" y="31784"/>
                  <a:pt x="3399299" y="33258"/>
                  <a:pt x="3401208" y="35210"/>
                </a:cubicBezTo>
                <a:cubicBezTo>
                  <a:pt x="3403114" y="37119"/>
                  <a:pt x="3404497" y="39502"/>
                  <a:pt x="3405360" y="42362"/>
                </a:cubicBezTo>
                <a:cubicBezTo>
                  <a:pt x="3406223" y="45223"/>
                  <a:pt x="3406654" y="48560"/>
                  <a:pt x="3406654" y="52375"/>
                </a:cubicBezTo>
                <a:lnTo>
                  <a:pt x="3406654" y="93712"/>
                </a:lnTo>
                <a:close/>
                <a:moveTo>
                  <a:pt x="3395487" y="65722"/>
                </a:moveTo>
                <a:lnTo>
                  <a:pt x="3385883" y="65722"/>
                </a:lnTo>
                <a:cubicBezTo>
                  <a:pt x="3382797" y="65722"/>
                  <a:pt x="3380117" y="65994"/>
                  <a:pt x="3377848" y="66540"/>
                </a:cubicBezTo>
                <a:cubicBezTo>
                  <a:pt x="3375576" y="67040"/>
                  <a:pt x="3373693" y="67811"/>
                  <a:pt x="3372193" y="68854"/>
                </a:cubicBezTo>
                <a:cubicBezTo>
                  <a:pt x="3370696" y="69854"/>
                  <a:pt x="3369584" y="71080"/>
                  <a:pt x="3368858" y="72532"/>
                </a:cubicBezTo>
                <a:cubicBezTo>
                  <a:pt x="3368175" y="73941"/>
                  <a:pt x="3367835" y="75575"/>
                  <a:pt x="3367835" y="77435"/>
                </a:cubicBezTo>
                <a:cubicBezTo>
                  <a:pt x="3367835" y="80613"/>
                  <a:pt x="3368835" y="83156"/>
                  <a:pt x="3370833" y="85065"/>
                </a:cubicBezTo>
                <a:cubicBezTo>
                  <a:pt x="3372876" y="86925"/>
                  <a:pt x="3375713" y="87857"/>
                  <a:pt x="3379345" y="87857"/>
                </a:cubicBezTo>
                <a:cubicBezTo>
                  <a:pt x="3382297" y="87857"/>
                  <a:pt x="3385020" y="87108"/>
                  <a:pt x="3387518" y="85608"/>
                </a:cubicBezTo>
                <a:cubicBezTo>
                  <a:pt x="3390061" y="84111"/>
                  <a:pt x="3392715" y="81819"/>
                  <a:pt x="3395487" y="78730"/>
                </a:cubicBezTo>
                <a:lnTo>
                  <a:pt x="3395487" y="65722"/>
                </a:lnTo>
                <a:close/>
                <a:moveTo>
                  <a:pt x="3457869" y="89151"/>
                </a:moveTo>
                <a:cubicBezTo>
                  <a:pt x="3457869" y="90466"/>
                  <a:pt x="3457778" y="91511"/>
                  <a:pt x="3457598" y="92283"/>
                </a:cubicBezTo>
                <a:cubicBezTo>
                  <a:pt x="3457415" y="93054"/>
                  <a:pt x="3457144" y="93623"/>
                  <a:pt x="3456781" y="93986"/>
                </a:cubicBezTo>
                <a:cubicBezTo>
                  <a:pt x="3456418" y="94349"/>
                  <a:pt x="3455872" y="94689"/>
                  <a:pt x="3455146" y="95006"/>
                </a:cubicBezTo>
                <a:cubicBezTo>
                  <a:pt x="3454420" y="95326"/>
                  <a:pt x="3453580" y="95575"/>
                  <a:pt x="3452626" y="95755"/>
                </a:cubicBezTo>
                <a:cubicBezTo>
                  <a:pt x="3451717" y="95983"/>
                  <a:pt x="3450743" y="96163"/>
                  <a:pt x="3449697" y="96301"/>
                </a:cubicBezTo>
                <a:cubicBezTo>
                  <a:pt x="3448654" y="96438"/>
                  <a:pt x="3447608" y="96506"/>
                  <a:pt x="3446565" y="96506"/>
                </a:cubicBezTo>
                <a:cubicBezTo>
                  <a:pt x="3443385" y="96506"/>
                  <a:pt x="3440661" y="96098"/>
                  <a:pt x="3438393" y="95280"/>
                </a:cubicBezTo>
                <a:cubicBezTo>
                  <a:pt x="3436121" y="94418"/>
                  <a:pt x="3434261" y="93146"/>
                  <a:pt x="3432806" y="91466"/>
                </a:cubicBezTo>
                <a:cubicBezTo>
                  <a:pt x="3431355" y="89740"/>
                  <a:pt x="3430286" y="87582"/>
                  <a:pt x="3429606" y="84996"/>
                </a:cubicBezTo>
                <a:cubicBezTo>
                  <a:pt x="3428971" y="82362"/>
                  <a:pt x="3428651" y="79276"/>
                  <a:pt x="3428651" y="75732"/>
                </a:cubicBezTo>
                <a:lnTo>
                  <a:pt x="3428651" y="39911"/>
                </a:lnTo>
                <a:lnTo>
                  <a:pt x="3420070" y="39911"/>
                </a:lnTo>
                <a:cubicBezTo>
                  <a:pt x="3419390" y="39911"/>
                  <a:pt x="3418844" y="39548"/>
                  <a:pt x="3418436" y="38822"/>
                </a:cubicBezTo>
                <a:cubicBezTo>
                  <a:pt x="3418027" y="38093"/>
                  <a:pt x="3417824" y="36913"/>
                  <a:pt x="3417824" y="35279"/>
                </a:cubicBezTo>
                <a:cubicBezTo>
                  <a:pt x="3417824" y="34416"/>
                  <a:pt x="3417870" y="33690"/>
                  <a:pt x="3417961" y="33101"/>
                </a:cubicBezTo>
                <a:cubicBezTo>
                  <a:pt x="3418096" y="32510"/>
                  <a:pt x="3418256" y="32033"/>
                  <a:pt x="3418436" y="31670"/>
                </a:cubicBezTo>
                <a:cubicBezTo>
                  <a:pt x="3418619" y="31261"/>
                  <a:pt x="3418844" y="30990"/>
                  <a:pt x="3419119" y="30852"/>
                </a:cubicBezTo>
                <a:cubicBezTo>
                  <a:pt x="3419436" y="30672"/>
                  <a:pt x="3419776" y="30581"/>
                  <a:pt x="3420139" y="30581"/>
                </a:cubicBezTo>
                <a:lnTo>
                  <a:pt x="3428651" y="30581"/>
                </a:lnTo>
                <a:lnTo>
                  <a:pt x="3428651" y="16005"/>
                </a:lnTo>
                <a:cubicBezTo>
                  <a:pt x="3428651" y="15688"/>
                  <a:pt x="3428720" y="15393"/>
                  <a:pt x="3428857" y="15122"/>
                </a:cubicBezTo>
                <a:cubicBezTo>
                  <a:pt x="3429040" y="14848"/>
                  <a:pt x="3429334" y="14622"/>
                  <a:pt x="3429743" y="14439"/>
                </a:cubicBezTo>
                <a:cubicBezTo>
                  <a:pt x="3430197" y="14213"/>
                  <a:pt x="3430786" y="14053"/>
                  <a:pt x="3431512" y="13962"/>
                </a:cubicBezTo>
                <a:cubicBezTo>
                  <a:pt x="3432240" y="13873"/>
                  <a:pt x="3433146" y="13827"/>
                  <a:pt x="3434238" y="13827"/>
                </a:cubicBezTo>
                <a:cubicBezTo>
                  <a:pt x="3435372" y="13827"/>
                  <a:pt x="3436304" y="13873"/>
                  <a:pt x="3437030" y="13962"/>
                </a:cubicBezTo>
                <a:cubicBezTo>
                  <a:pt x="3437755" y="14053"/>
                  <a:pt x="3438324" y="14213"/>
                  <a:pt x="3438733" y="14439"/>
                </a:cubicBezTo>
                <a:cubicBezTo>
                  <a:pt x="3439141" y="14622"/>
                  <a:pt x="3439436" y="14848"/>
                  <a:pt x="3439618" y="15122"/>
                </a:cubicBezTo>
                <a:cubicBezTo>
                  <a:pt x="3439798" y="15393"/>
                  <a:pt x="3439890" y="15688"/>
                  <a:pt x="3439890" y="16005"/>
                </a:cubicBezTo>
                <a:lnTo>
                  <a:pt x="3439890" y="30581"/>
                </a:lnTo>
                <a:lnTo>
                  <a:pt x="3455623" y="30581"/>
                </a:lnTo>
                <a:cubicBezTo>
                  <a:pt x="3455986" y="30581"/>
                  <a:pt x="3456303" y="30672"/>
                  <a:pt x="3456575" y="30852"/>
                </a:cubicBezTo>
                <a:cubicBezTo>
                  <a:pt x="3456849" y="30990"/>
                  <a:pt x="3457075" y="31261"/>
                  <a:pt x="3457258" y="31670"/>
                </a:cubicBezTo>
                <a:cubicBezTo>
                  <a:pt x="3457484" y="32033"/>
                  <a:pt x="3457644" y="32510"/>
                  <a:pt x="3457732" y="33101"/>
                </a:cubicBezTo>
                <a:cubicBezTo>
                  <a:pt x="3457824" y="33690"/>
                  <a:pt x="3457869" y="34416"/>
                  <a:pt x="3457869" y="35279"/>
                </a:cubicBezTo>
                <a:cubicBezTo>
                  <a:pt x="3457869" y="36913"/>
                  <a:pt x="3457666" y="38093"/>
                  <a:pt x="3457258" y="38822"/>
                </a:cubicBezTo>
                <a:cubicBezTo>
                  <a:pt x="3456849" y="39548"/>
                  <a:pt x="3456303" y="39911"/>
                  <a:pt x="3455623" y="39911"/>
                </a:cubicBezTo>
                <a:lnTo>
                  <a:pt x="3439890" y="39911"/>
                </a:lnTo>
                <a:lnTo>
                  <a:pt x="3439890" y="74098"/>
                </a:lnTo>
                <a:cubicBezTo>
                  <a:pt x="3439890" y="78321"/>
                  <a:pt x="3440504" y="81522"/>
                  <a:pt x="3441730" y="83702"/>
                </a:cubicBezTo>
                <a:cubicBezTo>
                  <a:pt x="3442999" y="85836"/>
                  <a:pt x="3445248" y="86902"/>
                  <a:pt x="3448471" y="86902"/>
                </a:cubicBezTo>
                <a:cubicBezTo>
                  <a:pt x="3449514" y="86902"/>
                  <a:pt x="3450446" y="86811"/>
                  <a:pt x="3451263" y="86631"/>
                </a:cubicBezTo>
                <a:cubicBezTo>
                  <a:pt x="3452080" y="86402"/>
                  <a:pt x="3452806" y="86176"/>
                  <a:pt x="3453443" y="85948"/>
                </a:cubicBezTo>
                <a:cubicBezTo>
                  <a:pt x="3454077" y="85722"/>
                  <a:pt x="3454623" y="85519"/>
                  <a:pt x="3455078" y="85336"/>
                </a:cubicBezTo>
                <a:cubicBezTo>
                  <a:pt x="3455532" y="85111"/>
                  <a:pt x="3455941" y="84996"/>
                  <a:pt x="3456303" y="84996"/>
                </a:cubicBezTo>
                <a:cubicBezTo>
                  <a:pt x="3456529" y="84996"/>
                  <a:pt x="3456735" y="85065"/>
                  <a:pt x="3456915" y="85199"/>
                </a:cubicBezTo>
                <a:cubicBezTo>
                  <a:pt x="3457144" y="85291"/>
                  <a:pt x="3457301" y="85496"/>
                  <a:pt x="3457392" y="85814"/>
                </a:cubicBezTo>
                <a:cubicBezTo>
                  <a:pt x="3457529" y="86131"/>
                  <a:pt x="3457644" y="86562"/>
                  <a:pt x="3457732" y="87108"/>
                </a:cubicBezTo>
                <a:cubicBezTo>
                  <a:pt x="3457824" y="87651"/>
                  <a:pt x="3457869" y="88334"/>
                  <a:pt x="3457869" y="89151"/>
                </a:cubicBezTo>
                <a:close/>
                <a:moveTo>
                  <a:pt x="3589992" y="32215"/>
                </a:moveTo>
                <a:cubicBezTo>
                  <a:pt x="3589992" y="32533"/>
                  <a:pt x="3589946" y="32918"/>
                  <a:pt x="3589857" y="33373"/>
                </a:cubicBezTo>
                <a:cubicBezTo>
                  <a:pt x="3589766" y="33827"/>
                  <a:pt x="3589606" y="34393"/>
                  <a:pt x="3589380" y="35076"/>
                </a:cubicBezTo>
                <a:lnTo>
                  <a:pt x="3571332" y="93303"/>
                </a:lnTo>
                <a:cubicBezTo>
                  <a:pt x="3571195" y="93803"/>
                  <a:pt x="3570969" y="94212"/>
                  <a:pt x="3570652" y="94529"/>
                </a:cubicBezTo>
                <a:cubicBezTo>
                  <a:pt x="3570378" y="94849"/>
                  <a:pt x="3569969" y="95098"/>
                  <a:pt x="3569423" y="95280"/>
                </a:cubicBezTo>
                <a:cubicBezTo>
                  <a:pt x="3568926" y="95461"/>
                  <a:pt x="3568220" y="95575"/>
                  <a:pt x="3567314" y="95621"/>
                </a:cubicBezTo>
                <a:cubicBezTo>
                  <a:pt x="3566406" y="95712"/>
                  <a:pt x="3565271" y="95755"/>
                  <a:pt x="3563908" y="95755"/>
                </a:cubicBezTo>
                <a:cubicBezTo>
                  <a:pt x="3562500" y="95755"/>
                  <a:pt x="3561319" y="95712"/>
                  <a:pt x="3560368" y="95621"/>
                </a:cubicBezTo>
                <a:cubicBezTo>
                  <a:pt x="3559413" y="95529"/>
                  <a:pt x="3558642" y="95392"/>
                  <a:pt x="3558050" y="95212"/>
                </a:cubicBezTo>
                <a:cubicBezTo>
                  <a:pt x="3557507" y="95029"/>
                  <a:pt x="3557099" y="94780"/>
                  <a:pt x="3556825" y="94463"/>
                </a:cubicBezTo>
                <a:cubicBezTo>
                  <a:pt x="3556553" y="94143"/>
                  <a:pt x="3556347" y="93757"/>
                  <a:pt x="3556213" y="93303"/>
                </a:cubicBezTo>
                <a:lnTo>
                  <a:pt x="3543340" y="48832"/>
                </a:lnTo>
                <a:lnTo>
                  <a:pt x="3543206" y="48220"/>
                </a:lnTo>
                <a:lnTo>
                  <a:pt x="3543069" y="48832"/>
                </a:lnTo>
                <a:lnTo>
                  <a:pt x="3531150" y="93303"/>
                </a:lnTo>
                <a:cubicBezTo>
                  <a:pt x="3531013" y="93803"/>
                  <a:pt x="3530787" y="94212"/>
                  <a:pt x="3530470" y="94529"/>
                </a:cubicBezTo>
                <a:cubicBezTo>
                  <a:pt x="3530196" y="94849"/>
                  <a:pt x="3529764" y="95098"/>
                  <a:pt x="3529175" y="95280"/>
                </a:cubicBezTo>
                <a:cubicBezTo>
                  <a:pt x="3528584" y="95461"/>
                  <a:pt x="3527812" y="95575"/>
                  <a:pt x="3526861" y="95621"/>
                </a:cubicBezTo>
                <a:cubicBezTo>
                  <a:pt x="3525952" y="95712"/>
                  <a:pt x="3524818" y="95755"/>
                  <a:pt x="3523455" y="95755"/>
                </a:cubicBezTo>
                <a:cubicBezTo>
                  <a:pt x="3522046" y="95755"/>
                  <a:pt x="3520889" y="95712"/>
                  <a:pt x="3519980" y="95621"/>
                </a:cubicBezTo>
                <a:cubicBezTo>
                  <a:pt x="3519117" y="95529"/>
                  <a:pt x="3518391" y="95392"/>
                  <a:pt x="3517803" y="95212"/>
                </a:cubicBezTo>
                <a:cubicBezTo>
                  <a:pt x="3517257" y="95029"/>
                  <a:pt x="3516848" y="94780"/>
                  <a:pt x="3516577" y="94463"/>
                </a:cubicBezTo>
                <a:cubicBezTo>
                  <a:pt x="3516302" y="94143"/>
                  <a:pt x="3516099" y="93757"/>
                  <a:pt x="3515962" y="93303"/>
                </a:cubicBezTo>
                <a:lnTo>
                  <a:pt x="3498051" y="35076"/>
                </a:lnTo>
                <a:cubicBezTo>
                  <a:pt x="3497823" y="34393"/>
                  <a:pt x="3497666" y="33827"/>
                  <a:pt x="3497574" y="33373"/>
                </a:cubicBezTo>
                <a:cubicBezTo>
                  <a:pt x="3497483" y="32918"/>
                  <a:pt x="3497437" y="32533"/>
                  <a:pt x="3497437" y="32215"/>
                </a:cubicBezTo>
                <a:cubicBezTo>
                  <a:pt x="3497437" y="31807"/>
                  <a:pt x="3497529" y="31490"/>
                  <a:pt x="3497711" y="31261"/>
                </a:cubicBezTo>
                <a:cubicBezTo>
                  <a:pt x="3497891" y="30990"/>
                  <a:pt x="3498189" y="30784"/>
                  <a:pt x="3498597" y="30650"/>
                </a:cubicBezTo>
                <a:cubicBezTo>
                  <a:pt x="3499049" y="30467"/>
                  <a:pt x="3499640" y="30352"/>
                  <a:pt x="3500366" y="30307"/>
                </a:cubicBezTo>
                <a:cubicBezTo>
                  <a:pt x="3501095" y="30264"/>
                  <a:pt x="3501978" y="30241"/>
                  <a:pt x="3503024" y="30241"/>
                </a:cubicBezTo>
                <a:cubicBezTo>
                  <a:pt x="3504295" y="30241"/>
                  <a:pt x="3505315" y="30284"/>
                  <a:pt x="3506087" y="30375"/>
                </a:cubicBezTo>
                <a:cubicBezTo>
                  <a:pt x="3506858" y="30421"/>
                  <a:pt x="3507450" y="30535"/>
                  <a:pt x="3507858" y="30715"/>
                </a:cubicBezTo>
                <a:cubicBezTo>
                  <a:pt x="3508267" y="30852"/>
                  <a:pt x="3508561" y="31081"/>
                  <a:pt x="3508744" y="31398"/>
                </a:cubicBezTo>
                <a:cubicBezTo>
                  <a:pt x="3508924" y="31670"/>
                  <a:pt x="3509084" y="32010"/>
                  <a:pt x="3509221" y="32418"/>
                </a:cubicBezTo>
                <a:lnTo>
                  <a:pt x="3524000" y="82953"/>
                </a:lnTo>
                <a:lnTo>
                  <a:pt x="3524135" y="83565"/>
                </a:lnTo>
                <a:lnTo>
                  <a:pt x="3524272" y="82953"/>
                </a:lnTo>
                <a:lnTo>
                  <a:pt x="3537825" y="32418"/>
                </a:lnTo>
                <a:cubicBezTo>
                  <a:pt x="3537914" y="32010"/>
                  <a:pt x="3538051" y="31670"/>
                  <a:pt x="3538234" y="31398"/>
                </a:cubicBezTo>
                <a:cubicBezTo>
                  <a:pt x="3538459" y="31081"/>
                  <a:pt x="3538777" y="30852"/>
                  <a:pt x="3539185" y="30715"/>
                </a:cubicBezTo>
                <a:cubicBezTo>
                  <a:pt x="3539594" y="30535"/>
                  <a:pt x="3540140" y="30421"/>
                  <a:pt x="3540820" y="30375"/>
                </a:cubicBezTo>
                <a:cubicBezTo>
                  <a:pt x="3541548" y="30284"/>
                  <a:pt x="3542477" y="30241"/>
                  <a:pt x="3543614" y="30241"/>
                </a:cubicBezTo>
                <a:cubicBezTo>
                  <a:pt x="3544703" y="30241"/>
                  <a:pt x="3545589" y="30284"/>
                  <a:pt x="3546269" y="30375"/>
                </a:cubicBezTo>
                <a:cubicBezTo>
                  <a:pt x="3546995" y="30421"/>
                  <a:pt x="3547563" y="30535"/>
                  <a:pt x="3547972" y="30715"/>
                </a:cubicBezTo>
                <a:cubicBezTo>
                  <a:pt x="3548381" y="30852"/>
                  <a:pt x="3548675" y="31058"/>
                  <a:pt x="3548858" y="31330"/>
                </a:cubicBezTo>
                <a:cubicBezTo>
                  <a:pt x="3549038" y="31601"/>
                  <a:pt x="3549175" y="31918"/>
                  <a:pt x="3549266" y="32284"/>
                </a:cubicBezTo>
                <a:lnTo>
                  <a:pt x="3563908" y="82953"/>
                </a:lnTo>
                <a:lnTo>
                  <a:pt x="3564045" y="83565"/>
                </a:lnTo>
                <a:lnTo>
                  <a:pt x="3564114" y="82953"/>
                </a:lnTo>
                <a:lnTo>
                  <a:pt x="3578687" y="32418"/>
                </a:lnTo>
                <a:cubicBezTo>
                  <a:pt x="3578779" y="32010"/>
                  <a:pt x="3578913" y="31670"/>
                  <a:pt x="3579096" y="31398"/>
                </a:cubicBezTo>
                <a:cubicBezTo>
                  <a:pt x="3579322" y="31081"/>
                  <a:pt x="3579642" y="30852"/>
                  <a:pt x="3580050" y="30715"/>
                </a:cubicBezTo>
                <a:cubicBezTo>
                  <a:pt x="3580502" y="30535"/>
                  <a:pt x="3581093" y="30421"/>
                  <a:pt x="3581819" y="30375"/>
                </a:cubicBezTo>
                <a:cubicBezTo>
                  <a:pt x="3582591" y="30284"/>
                  <a:pt x="3583568" y="30241"/>
                  <a:pt x="3584748" y="30241"/>
                </a:cubicBezTo>
                <a:cubicBezTo>
                  <a:pt x="3585837" y="30241"/>
                  <a:pt x="3586700" y="30264"/>
                  <a:pt x="3587337" y="30307"/>
                </a:cubicBezTo>
                <a:cubicBezTo>
                  <a:pt x="3588017" y="30352"/>
                  <a:pt x="3588540" y="30467"/>
                  <a:pt x="3588903" y="30650"/>
                </a:cubicBezTo>
                <a:cubicBezTo>
                  <a:pt x="3589311" y="30830"/>
                  <a:pt x="3589583" y="31035"/>
                  <a:pt x="3589720" y="31261"/>
                </a:cubicBezTo>
                <a:cubicBezTo>
                  <a:pt x="3589903" y="31490"/>
                  <a:pt x="3589992" y="31807"/>
                  <a:pt x="3589992" y="32215"/>
                </a:cubicBezTo>
                <a:close/>
                <a:moveTo>
                  <a:pt x="3615192" y="93646"/>
                </a:moveTo>
                <a:cubicBezTo>
                  <a:pt x="3615192" y="94009"/>
                  <a:pt x="3615100" y="94326"/>
                  <a:pt x="3614918" y="94598"/>
                </a:cubicBezTo>
                <a:cubicBezTo>
                  <a:pt x="3614738" y="94826"/>
                  <a:pt x="3614443" y="95029"/>
                  <a:pt x="3614035" y="95212"/>
                </a:cubicBezTo>
                <a:cubicBezTo>
                  <a:pt x="3613626" y="95392"/>
                  <a:pt x="3613057" y="95529"/>
                  <a:pt x="3612331" y="95621"/>
                </a:cubicBezTo>
                <a:cubicBezTo>
                  <a:pt x="3611603" y="95712"/>
                  <a:pt x="3610674" y="95755"/>
                  <a:pt x="3609537" y="95755"/>
                </a:cubicBezTo>
                <a:cubicBezTo>
                  <a:pt x="3608448" y="95755"/>
                  <a:pt x="3607539" y="95712"/>
                  <a:pt x="3606814" y="95621"/>
                </a:cubicBezTo>
                <a:cubicBezTo>
                  <a:pt x="3606088" y="95529"/>
                  <a:pt x="3605496" y="95392"/>
                  <a:pt x="3605042" y="95212"/>
                </a:cubicBezTo>
                <a:cubicBezTo>
                  <a:pt x="3604633" y="95029"/>
                  <a:pt x="3604339" y="94826"/>
                  <a:pt x="3604159" y="94598"/>
                </a:cubicBezTo>
                <a:cubicBezTo>
                  <a:pt x="3604022" y="94326"/>
                  <a:pt x="3603953" y="94009"/>
                  <a:pt x="3603953" y="93646"/>
                </a:cubicBezTo>
                <a:lnTo>
                  <a:pt x="3603953" y="32350"/>
                </a:lnTo>
                <a:cubicBezTo>
                  <a:pt x="3603953" y="32033"/>
                  <a:pt x="3604022" y="31738"/>
                  <a:pt x="3604159" y="31467"/>
                </a:cubicBezTo>
                <a:cubicBezTo>
                  <a:pt x="3604339" y="31192"/>
                  <a:pt x="3604633" y="30967"/>
                  <a:pt x="3605042" y="30784"/>
                </a:cubicBezTo>
                <a:cubicBezTo>
                  <a:pt x="3605496" y="30604"/>
                  <a:pt x="3606088" y="30467"/>
                  <a:pt x="3606814" y="30375"/>
                </a:cubicBezTo>
                <a:cubicBezTo>
                  <a:pt x="3607539" y="30284"/>
                  <a:pt x="3608448" y="30241"/>
                  <a:pt x="3609537" y="30241"/>
                </a:cubicBezTo>
                <a:cubicBezTo>
                  <a:pt x="3610674" y="30241"/>
                  <a:pt x="3611606" y="30284"/>
                  <a:pt x="3612331" y="30375"/>
                </a:cubicBezTo>
                <a:cubicBezTo>
                  <a:pt x="3613057" y="30467"/>
                  <a:pt x="3613626" y="30604"/>
                  <a:pt x="3614035" y="30784"/>
                </a:cubicBezTo>
                <a:cubicBezTo>
                  <a:pt x="3614443" y="30967"/>
                  <a:pt x="3614738" y="31192"/>
                  <a:pt x="3614918" y="31467"/>
                </a:cubicBezTo>
                <a:cubicBezTo>
                  <a:pt x="3615100" y="31738"/>
                  <a:pt x="3615192" y="32033"/>
                  <a:pt x="3615192" y="32350"/>
                </a:cubicBezTo>
                <a:lnTo>
                  <a:pt x="3615192" y="93646"/>
                </a:lnTo>
                <a:close/>
                <a:moveTo>
                  <a:pt x="3616486" y="11647"/>
                </a:moveTo>
                <a:cubicBezTo>
                  <a:pt x="3616486" y="14282"/>
                  <a:pt x="3615986" y="16073"/>
                  <a:pt x="3614986" y="17028"/>
                </a:cubicBezTo>
                <a:cubicBezTo>
                  <a:pt x="3613989" y="17982"/>
                  <a:pt x="3612149" y="18457"/>
                  <a:pt x="3609471" y="18457"/>
                </a:cubicBezTo>
                <a:cubicBezTo>
                  <a:pt x="3606837" y="18457"/>
                  <a:pt x="3605019" y="18002"/>
                  <a:pt x="3604022" y="17096"/>
                </a:cubicBezTo>
                <a:cubicBezTo>
                  <a:pt x="3603067" y="16142"/>
                  <a:pt x="3602590" y="14370"/>
                  <a:pt x="3602590" y="11784"/>
                </a:cubicBezTo>
                <a:cubicBezTo>
                  <a:pt x="3602590" y="9150"/>
                  <a:pt x="3603090" y="7355"/>
                  <a:pt x="3604090" y="6404"/>
                </a:cubicBezTo>
                <a:cubicBezTo>
                  <a:pt x="3605088" y="5449"/>
                  <a:pt x="3606928" y="4972"/>
                  <a:pt x="3609605" y="4972"/>
                </a:cubicBezTo>
                <a:cubicBezTo>
                  <a:pt x="3612240" y="4972"/>
                  <a:pt x="3614035" y="5449"/>
                  <a:pt x="3614986" y="6404"/>
                </a:cubicBezTo>
                <a:cubicBezTo>
                  <a:pt x="3615986" y="7312"/>
                  <a:pt x="3616486" y="9058"/>
                  <a:pt x="3616486" y="11647"/>
                </a:cubicBezTo>
                <a:close/>
                <a:moveTo>
                  <a:pt x="3667836" y="89151"/>
                </a:moveTo>
                <a:cubicBezTo>
                  <a:pt x="3667836" y="90466"/>
                  <a:pt x="3667744" y="91511"/>
                  <a:pt x="3667564" y="92283"/>
                </a:cubicBezTo>
                <a:cubicBezTo>
                  <a:pt x="3667381" y="93054"/>
                  <a:pt x="3667110" y="93623"/>
                  <a:pt x="3666747" y="93986"/>
                </a:cubicBezTo>
                <a:cubicBezTo>
                  <a:pt x="3666384" y="94349"/>
                  <a:pt x="3665838" y="94689"/>
                  <a:pt x="3665112" y="95006"/>
                </a:cubicBezTo>
                <a:cubicBezTo>
                  <a:pt x="3664384" y="95326"/>
                  <a:pt x="3663546" y="95575"/>
                  <a:pt x="3662592" y="95755"/>
                </a:cubicBezTo>
                <a:cubicBezTo>
                  <a:pt x="3661683" y="95983"/>
                  <a:pt x="3660709" y="96163"/>
                  <a:pt x="3659663" y="96301"/>
                </a:cubicBezTo>
                <a:cubicBezTo>
                  <a:pt x="3658620" y="96438"/>
                  <a:pt x="3657574" y="96506"/>
                  <a:pt x="3656531" y="96506"/>
                </a:cubicBezTo>
                <a:cubicBezTo>
                  <a:pt x="3653351" y="96506"/>
                  <a:pt x="3650628" y="96098"/>
                  <a:pt x="3648359" y="95280"/>
                </a:cubicBezTo>
                <a:cubicBezTo>
                  <a:pt x="3646087" y="94418"/>
                  <a:pt x="3644227" y="93146"/>
                  <a:pt x="3642772" y="91466"/>
                </a:cubicBezTo>
                <a:cubicBezTo>
                  <a:pt x="3641321" y="89740"/>
                  <a:pt x="3640252" y="87582"/>
                  <a:pt x="3639572" y="84996"/>
                </a:cubicBezTo>
                <a:cubicBezTo>
                  <a:pt x="3638938" y="82362"/>
                  <a:pt x="3638618" y="79276"/>
                  <a:pt x="3638618" y="75732"/>
                </a:cubicBezTo>
                <a:lnTo>
                  <a:pt x="3638618" y="39911"/>
                </a:lnTo>
                <a:lnTo>
                  <a:pt x="3630037" y="39911"/>
                </a:lnTo>
                <a:cubicBezTo>
                  <a:pt x="3629356" y="39911"/>
                  <a:pt x="3628811" y="39548"/>
                  <a:pt x="3628402" y="38822"/>
                </a:cubicBezTo>
                <a:cubicBezTo>
                  <a:pt x="3627993" y="38093"/>
                  <a:pt x="3627791" y="36913"/>
                  <a:pt x="3627791" y="35279"/>
                </a:cubicBezTo>
                <a:cubicBezTo>
                  <a:pt x="3627791" y="34416"/>
                  <a:pt x="3627836" y="33690"/>
                  <a:pt x="3627928" y="33101"/>
                </a:cubicBezTo>
                <a:cubicBezTo>
                  <a:pt x="3628062" y="32510"/>
                  <a:pt x="3628222" y="32033"/>
                  <a:pt x="3628402" y="31670"/>
                </a:cubicBezTo>
                <a:cubicBezTo>
                  <a:pt x="3628585" y="31261"/>
                  <a:pt x="3628811" y="30990"/>
                  <a:pt x="3629085" y="30852"/>
                </a:cubicBezTo>
                <a:cubicBezTo>
                  <a:pt x="3629402" y="30672"/>
                  <a:pt x="3629742" y="30581"/>
                  <a:pt x="3630105" y="30581"/>
                </a:cubicBezTo>
                <a:lnTo>
                  <a:pt x="3638618" y="30581"/>
                </a:lnTo>
                <a:lnTo>
                  <a:pt x="3638618" y="16005"/>
                </a:lnTo>
                <a:cubicBezTo>
                  <a:pt x="3638618" y="15688"/>
                  <a:pt x="3638686" y="15393"/>
                  <a:pt x="3638823" y="15122"/>
                </a:cubicBezTo>
                <a:cubicBezTo>
                  <a:pt x="3639006" y="14848"/>
                  <a:pt x="3639301" y="14622"/>
                  <a:pt x="3639709" y="14439"/>
                </a:cubicBezTo>
                <a:cubicBezTo>
                  <a:pt x="3640164" y="14213"/>
                  <a:pt x="3640752" y="14053"/>
                  <a:pt x="3641478" y="13962"/>
                </a:cubicBezTo>
                <a:cubicBezTo>
                  <a:pt x="3642207" y="13873"/>
                  <a:pt x="3643112" y="13827"/>
                  <a:pt x="3644204" y="13827"/>
                </a:cubicBezTo>
                <a:cubicBezTo>
                  <a:pt x="3645338" y="13827"/>
                  <a:pt x="3646270" y="13873"/>
                  <a:pt x="3646996" y="13962"/>
                </a:cubicBezTo>
                <a:cubicBezTo>
                  <a:pt x="3647722" y="14053"/>
                  <a:pt x="3648290" y="14213"/>
                  <a:pt x="3648699" y="14439"/>
                </a:cubicBezTo>
                <a:cubicBezTo>
                  <a:pt x="3649108" y="14622"/>
                  <a:pt x="3649402" y="14848"/>
                  <a:pt x="3649585" y="15122"/>
                </a:cubicBezTo>
                <a:cubicBezTo>
                  <a:pt x="3649765" y="15393"/>
                  <a:pt x="3649856" y="15688"/>
                  <a:pt x="3649856" y="16005"/>
                </a:cubicBezTo>
                <a:lnTo>
                  <a:pt x="3649856" y="30581"/>
                </a:lnTo>
                <a:lnTo>
                  <a:pt x="3665590" y="30581"/>
                </a:lnTo>
                <a:cubicBezTo>
                  <a:pt x="3665952" y="30581"/>
                  <a:pt x="3666270" y="30672"/>
                  <a:pt x="3666541" y="30852"/>
                </a:cubicBezTo>
                <a:cubicBezTo>
                  <a:pt x="3666815" y="30990"/>
                  <a:pt x="3667041" y="31261"/>
                  <a:pt x="3667224" y="31670"/>
                </a:cubicBezTo>
                <a:cubicBezTo>
                  <a:pt x="3667450" y="32033"/>
                  <a:pt x="3667610" y="32510"/>
                  <a:pt x="3667698" y="33101"/>
                </a:cubicBezTo>
                <a:cubicBezTo>
                  <a:pt x="3667790" y="33690"/>
                  <a:pt x="3667836" y="34416"/>
                  <a:pt x="3667836" y="35279"/>
                </a:cubicBezTo>
                <a:cubicBezTo>
                  <a:pt x="3667836" y="36913"/>
                  <a:pt x="3667633" y="38093"/>
                  <a:pt x="3667224" y="38822"/>
                </a:cubicBezTo>
                <a:cubicBezTo>
                  <a:pt x="3666815" y="39548"/>
                  <a:pt x="3666270" y="39911"/>
                  <a:pt x="3665590" y="39911"/>
                </a:cubicBezTo>
                <a:lnTo>
                  <a:pt x="3649856" y="39911"/>
                </a:lnTo>
                <a:lnTo>
                  <a:pt x="3649856" y="74098"/>
                </a:lnTo>
                <a:cubicBezTo>
                  <a:pt x="3649856" y="78321"/>
                  <a:pt x="3650471" y="81522"/>
                  <a:pt x="3651694" y="83702"/>
                </a:cubicBezTo>
                <a:cubicBezTo>
                  <a:pt x="3652965" y="85836"/>
                  <a:pt x="3655214" y="86902"/>
                  <a:pt x="3658437" y="86902"/>
                </a:cubicBezTo>
                <a:cubicBezTo>
                  <a:pt x="3659480" y="86902"/>
                  <a:pt x="3660412" y="86811"/>
                  <a:pt x="3661229" y="86631"/>
                </a:cubicBezTo>
                <a:cubicBezTo>
                  <a:pt x="3662046" y="86402"/>
                  <a:pt x="3662772" y="86176"/>
                  <a:pt x="3663409" y="85948"/>
                </a:cubicBezTo>
                <a:cubicBezTo>
                  <a:pt x="3664044" y="85722"/>
                  <a:pt x="3664589" y="85519"/>
                  <a:pt x="3665044" y="85336"/>
                </a:cubicBezTo>
                <a:cubicBezTo>
                  <a:pt x="3665498" y="85111"/>
                  <a:pt x="3665907" y="84996"/>
                  <a:pt x="3666270" y="84996"/>
                </a:cubicBezTo>
                <a:cubicBezTo>
                  <a:pt x="3666495" y="84996"/>
                  <a:pt x="3666701" y="85065"/>
                  <a:pt x="3666881" y="85199"/>
                </a:cubicBezTo>
                <a:cubicBezTo>
                  <a:pt x="3667110" y="85291"/>
                  <a:pt x="3667267" y="85496"/>
                  <a:pt x="3667358" y="85814"/>
                </a:cubicBezTo>
                <a:cubicBezTo>
                  <a:pt x="3667496" y="86131"/>
                  <a:pt x="3667610" y="86562"/>
                  <a:pt x="3667698" y="87108"/>
                </a:cubicBezTo>
                <a:cubicBezTo>
                  <a:pt x="3667790" y="87651"/>
                  <a:pt x="3667836" y="88334"/>
                  <a:pt x="3667836" y="89151"/>
                </a:cubicBezTo>
                <a:close/>
                <a:moveTo>
                  <a:pt x="3735464" y="93646"/>
                </a:moveTo>
                <a:cubicBezTo>
                  <a:pt x="3735464" y="94009"/>
                  <a:pt x="3735373" y="94326"/>
                  <a:pt x="3735193" y="94598"/>
                </a:cubicBezTo>
                <a:cubicBezTo>
                  <a:pt x="3735010" y="94826"/>
                  <a:pt x="3734715" y="95029"/>
                  <a:pt x="3734307" y="95212"/>
                </a:cubicBezTo>
                <a:cubicBezTo>
                  <a:pt x="3733898" y="95392"/>
                  <a:pt x="3733329" y="95529"/>
                  <a:pt x="3732604" y="95621"/>
                </a:cubicBezTo>
                <a:cubicBezTo>
                  <a:pt x="3731878" y="95712"/>
                  <a:pt x="3730969" y="95755"/>
                  <a:pt x="3729878" y="95755"/>
                </a:cubicBezTo>
                <a:cubicBezTo>
                  <a:pt x="3728743" y="95755"/>
                  <a:pt x="3727812" y="95712"/>
                  <a:pt x="3727086" y="95621"/>
                </a:cubicBezTo>
                <a:cubicBezTo>
                  <a:pt x="3726360" y="95529"/>
                  <a:pt x="3725791" y="95392"/>
                  <a:pt x="3725383" y="95212"/>
                </a:cubicBezTo>
                <a:cubicBezTo>
                  <a:pt x="3724974" y="95029"/>
                  <a:pt x="3724680" y="94826"/>
                  <a:pt x="3724500" y="94598"/>
                </a:cubicBezTo>
                <a:cubicBezTo>
                  <a:pt x="3724317" y="94326"/>
                  <a:pt x="3724225" y="94009"/>
                  <a:pt x="3724225" y="93646"/>
                </a:cubicBezTo>
                <a:lnTo>
                  <a:pt x="3724225" y="57753"/>
                </a:lnTo>
                <a:cubicBezTo>
                  <a:pt x="3724225" y="54258"/>
                  <a:pt x="3723954" y="51444"/>
                  <a:pt x="3723408" y="49309"/>
                </a:cubicBezTo>
                <a:cubicBezTo>
                  <a:pt x="3722865" y="47174"/>
                  <a:pt x="3722071" y="45337"/>
                  <a:pt x="3721025" y="43791"/>
                </a:cubicBezTo>
                <a:cubicBezTo>
                  <a:pt x="3719982" y="42248"/>
                  <a:pt x="3718619" y="41068"/>
                  <a:pt x="3716939" y="40251"/>
                </a:cubicBezTo>
                <a:cubicBezTo>
                  <a:pt x="3715304" y="39433"/>
                  <a:pt x="3713398" y="39025"/>
                  <a:pt x="3711218" y="39025"/>
                </a:cubicBezTo>
                <a:cubicBezTo>
                  <a:pt x="3708403" y="39025"/>
                  <a:pt x="3705589" y="40025"/>
                  <a:pt x="3702774" y="42022"/>
                </a:cubicBezTo>
                <a:cubicBezTo>
                  <a:pt x="3699960" y="44020"/>
                  <a:pt x="3697008" y="46949"/>
                  <a:pt x="3693919" y="50806"/>
                </a:cubicBezTo>
                <a:lnTo>
                  <a:pt x="3693919" y="93646"/>
                </a:lnTo>
                <a:cubicBezTo>
                  <a:pt x="3693919" y="94009"/>
                  <a:pt x="3693830" y="94326"/>
                  <a:pt x="3693647" y="94598"/>
                </a:cubicBezTo>
                <a:cubicBezTo>
                  <a:pt x="3693464" y="94826"/>
                  <a:pt x="3693170" y="95029"/>
                  <a:pt x="3692762" y="95212"/>
                </a:cubicBezTo>
                <a:cubicBezTo>
                  <a:pt x="3692353" y="95392"/>
                  <a:pt x="3691787" y="95529"/>
                  <a:pt x="3691058" y="95621"/>
                </a:cubicBezTo>
                <a:cubicBezTo>
                  <a:pt x="3690333" y="95712"/>
                  <a:pt x="3689401" y="95755"/>
                  <a:pt x="3688267" y="95755"/>
                </a:cubicBezTo>
                <a:cubicBezTo>
                  <a:pt x="3687178" y="95755"/>
                  <a:pt x="3686269" y="95712"/>
                  <a:pt x="3685543" y="95621"/>
                </a:cubicBezTo>
                <a:cubicBezTo>
                  <a:pt x="3684818" y="95529"/>
                  <a:pt x="3684226" y="95392"/>
                  <a:pt x="3683772" y="95212"/>
                </a:cubicBezTo>
                <a:cubicBezTo>
                  <a:pt x="3683363" y="95029"/>
                  <a:pt x="3683069" y="94826"/>
                  <a:pt x="3682886" y="94598"/>
                </a:cubicBezTo>
                <a:cubicBezTo>
                  <a:pt x="3682752" y="94326"/>
                  <a:pt x="3682683" y="94009"/>
                  <a:pt x="3682683" y="93646"/>
                </a:cubicBezTo>
                <a:lnTo>
                  <a:pt x="3682683" y="2657"/>
                </a:lnTo>
                <a:cubicBezTo>
                  <a:pt x="3682683" y="2295"/>
                  <a:pt x="3682752" y="1977"/>
                  <a:pt x="3682886" y="1703"/>
                </a:cubicBezTo>
                <a:cubicBezTo>
                  <a:pt x="3683069" y="1432"/>
                  <a:pt x="3683363" y="1206"/>
                  <a:pt x="3683772" y="1023"/>
                </a:cubicBezTo>
                <a:cubicBezTo>
                  <a:pt x="3684226" y="840"/>
                  <a:pt x="3684818" y="706"/>
                  <a:pt x="3685543" y="614"/>
                </a:cubicBezTo>
                <a:cubicBezTo>
                  <a:pt x="3686269" y="523"/>
                  <a:pt x="3687178" y="477"/>
                  <a:pt x="3688267" y="477"/>
                </a:cubicBezTo>
                <a:cubicBezTo>
                  <a:pt x="3689401" y="477"/>
                  <a:pt x="3690333" y="523"/>
                  <a:pt x="3691058" y="614"/>
                </a:cubicBezTo>
                <a:cubicBezTo>
                  <a:pt x="3691787" y="706"/>
                  <a:pt x="3692353" y="840"/>
                  <a:pt x="3692762" y="1023"/>
                </a:cubicBezTo>
                <a:cubicBezTo>
                  <a:pt x="3693170" y="1206"/>
                  <a:pt x="3693464" y="1432"/>
                  <a:pt x="3693647" y="1703"/>
                </a:cubicBezTo>
                <a:cubicBezTo>
                  <a:pt x="3693830" y="1977"/>
                  <a:pt x="3693919" y="2295"/>
                  <a:pt x="3693919" y="2657"/>
                </a:cubicBezTo>
                <a:lnTo>
                  <a:pt x="3693919" y="39365"/>
                </a:lnTo>
                <a:cubicBezTo>
                  <a:pt x="3697142" y="35962"/>
                  <a:pt x="3700391" y="33441"/>
                  <a:pt x="3703660" y="31807"/>
                </a:cubicBezTo>
                <a:cubicBezTo>
                  <a:pt x="3706929" y="30127"/>
                  <a:pt x="3710218" y="29287"/>
                  <a:pt x="3713533" y="29287"/>
                </a:cubicBezTo>
                <a:cubicBezTo>
                  <a:pt x="3717619" y="29287"/>
                  <a:pt x="3721048" y="29989"/>
                  <a:pt x="3723817" y="31398"/>
                </a:cubicBezTo>
                <a:cubicBezTo>
                  <a:pt x="3726631" y="32758"/>
                  <a:pt x="3728903" y="34599"/>
                  <a:pt x="3730629" y="36913"/>
                </a:cubicBezTo>
                <a:cubicBezTo>
                  <a:pt x="3732352" y="39231"/>
                  <a:pt x="3733578" y="41954"/>
                  <a:pt x="3734307" y="45086"/>
                </a:cubicBezTo>
                <a:cubicBezTo>
                  <a:pt x="3735078" y="48175"/>
                  <a:pt x="3735464" y="51921"/>
                  <a:pt x="3735464" y="56324"/>
                </a:cubicBezTo>
                <a:lnTo>
                  <a:pt x="3735464" y="93646"/>
                </a:lnTo>
                <a:close/>
                <a:moveTo>
                  <a:pt x="3839800" y="60342"/>
                </a:moveTo>
                <a:cubicBezTo>
                  <a:pt x="3839800" y="62113"/>
                  <a:pt x="3839346" y="63385"/>
                  <a:pt x="3838437" y="64157"/>
                </a:cubicBezTo>
                <a:cubicBezTo>
                  <a:pt x="3837574" y="64882"/>
                  <a:pt x="3836577" y="65245"/>
                  <a:pt x="3835442" y="65245"/>
                </a:cubicBezTo>
                <a:lnTo>
                  <a:pt x="3795260" y="65245"/>
                </a:lnTo>
                <a:cubicBezTo>
                  <a:pt x="3795260" y="68651"/>
                  <a:pt x="3795600" y="71715"/>
                  <a:pt x="3796280" y="74441"/>
                </a:cubicBezTo>
                <a:cubicBezTo>
                  <a:pt x="3796963" y="77164"/>
                  <a:pt x="3798098" y="79501"/>
                  <a:pt x="3799686" y="81453"/>
                </a:cubicBezTo>
                <a:cubicBezTo>
                  <a:pt x="3801275" y="83408"/>
                  <a:pt x="3803341" y="84905"/>
                  <a:pt x="3805884" y="85948"/>
                </a:cubicBezTo>
                <a:cubicBezTo>
                  <a:pt x="3808427" y="86994"/>
                  <a:pt x="3811536" y="87517"/>
                  <a:pt x="3815214" y="87517"/>
                </a:cubicBezTo>
                <a:cubicBezTo>
                  <a:pt x="3818120" y="87517"/>
                  <a:pt x="3820709" y="87288"/>
                  <a:pt x="3822978" y="86834"/>
                </a:cubicBezTo>
                <a:cubicBezTo>
                  <a:pt x="3825247" y="86337"/>
                  <a:pt x="3827201" y="85791"/>
                  <a:pt x="3828836" y="85199"/>
                </a:cubicBezTo>
                <a:cubicBezTo>
                  <a:pt x="3830516" y="84611"/>
                  <a:pt x="3831876" y="84088"/>
                  <a:pt x="3832922" y="83633"/>
                </a:cubicBezTo>
                <a:cubicBezTo>
                  <a:pt x="3834011" y="83133"/>
                  <a:pt x="3834828" y="82885"/>
                  <a:pt x="3835374" y="82885"/>
                </a:cubicBezTo>
                <a:cubicBezTo>
                  <a:pt x="3835691" y="82885"/>
                  <a:pt x="3835962" y="82976"/>
                  <a:pt x="3836191" y="83156"/>
                </a:cubicBezTo>
                <a:cubicBezTo>
                  <a:pt x="3836462" y="83293"/>
                  <a:pt x="3836665" y="83519"/>
                  <a:pt x="3836802" y="83839"/>
                </a:cubicBezTo>
                <a:cubicBezTo>
                  <a:pt x="3836940" y="84156"/>
                  <a:pt x="3837031" y="84611"/>
                  <a:pt x="3837077" y="85199"/>
                </a:cubicBezTo>
                <a:cubicBezTo>
                  <a:pt x="3837165" y="85745"/>
                  <a:pt x="3837211" y="86425"/>
                  <a:pt x="3837211" y="87242"/>
                </a:cubicBezTo>
                <a:cubicBezTo>
                  <a:pt x="3837211" y="87834"/>
                  <a:pt x="3837188" y="88357"/>
                  <a:pt x="3837142" y="88808"/>
                </a:cubicBezTo>
                <a:cubicBezTo>
                  <a:pt x="3837097" y="89217"/>
                  <a:pt x="3837031" y="89605"/>
                  <a:pt x="3836940" y="89968"/>
                </a:cubicBezTo>
                <a:cubicBezTo>
                  <a:pt x="3836894" y="90286"/>
                  <a:pt x="3836780" y="90580"/>
                  <a:pt x="3836600" y="90851"/>
                </a:cubicBezTo>
                <a:cubicBezTo>
                  <a:pt x="3836462" y="91126"/>
                  <a:pt x="3836259" y="91397"/>
                  <a:pt x="3835985" y="91669"/>
                </a:cubicBezTo>
                <a:cubicBezTo>
                  <a:pt x="3835759" y="91897"/>
                  <a:pt x="3835031" y="92306"/>
                  <a:pt x="3833808" y="92894"/>
                </a:cubicBezTo>
                <a:cubicBezTo>
                  <a:pt x="3832579" y="93440"/>
                  <a:pt x="3830990" y="93986"/>
                  <a:pt x="3829039" y="94529"/>
                </a:cubicBezTo>
                <a:cubicBezTo>
                  <a:pt x="3827087" y="95075"/>
                  <a:pt x="3824818" y="95552"/>
                  <a:pt x="3822229" y="95961"/>
                </a:cubicBezTo>
                <a:cubicBezTo>
                  <a:pt x="3819686" y="96415"/>
                  <a:pt x="3816963" y="96641"/>
                  <a:pt x="3814057" y="96641"/>
                </a:cubicBezTo>
                <a:cubicBezTo>
                  <a:pt x="3809016" y="96641"/>
                  <a:pt x="3804590" y="95938"/>
                  <a:pt x="3800775" y="94529"/>
                </a:cubicBezTo>
                <a:cubicBezTo>
                  <a:pt x="3797006" y="93123"/>
                  <a:pt x="3793828" y="91034"/>
                  <a:pt x="3791242" y="88265"/>
                </a:cubicBezTo>
                <a:cubicBezTo>
                  <a:pt x="3788654" y="85496"/>
                  <a:pt x="3786702" y="82022"/>
                  <a:pt x="3785385" y="77844"/>
                </a:cubicBezTo>
                <a:cubicBezTo>
                  <a:pt x="3784067" y="73666"/>
                  <a:pt x="3783410" y="68809"/>
                  <a:pt x="3783410" y="63271"/>
                </a:cubicBezTo>
                <a:cubicBezTo>
                  <a:pt x="3783410" y="58004"/>
                  <a:pt x="3784090" y="53281"/>
                  <a:pt x="3785453" y="49103"/>
                </a:cubicBezTo>
                <a:cubicBezTo>
                  <a:pt x="3786813" y="44883"/>
                  <a:pt x="3788768" y="41319"/>
                  <a:pt x="3791308" y="38413"/>
                </a:cubicBezTo>
                <a:cubicBezTo>
                  <a:pt x="3793897" y="35462"/>
                  <a:pt x="3797006" y="33213"/>
                  <a:pt x="3800641" y="31670"/>
                </a:cubicBezTo>
                <a:cubicBezTo>
                  <a:pt x="3804273" y="30081"/>
                  <a:pt x="3808336" y="29287"/>
                  <a:pt x="3812831" y="29287"/>
                </a:cubicBezTo>
                <a:cubicBezTo>
                  <a:pt x="3817643" y="29287"/>
                  <a:pt x="3821729" y="30058"/>
                  <a:pt x="3825090" y="31601"/>
                </a:cubicBezTo>
                <a:cubicBezTo>
                  <a:pt x="3828493" y="33144"/>
                  <a:pt x="3831287" y="35233"/>
                  <a:pt x="3833465" y="37868"/>
                </a:cubicBezTo>
                <a:cubicBezTo>
                  <a:pt x="3835645" y="40456"/>
                  <a:pt x="3837234" y="43520"/>
                  <a:pt x="3838234" y="47060"/>
                </a:cubicBezTo>
                <a:cubicBezTo>
                  <a:pt x="3839277" y="50558"/>
                  <a:pt x="3839800" y="54304"/>
                  <a:pt x="3839800" y="58299"/>
                </a:cubicBezTo>
                <a:lnTo>
                  <a:pt x="3839800" y="60342"/>
                </a:lnTo>
                <a:close/>
                <a:moveTo>
                  <a:pt x="3828493" y="57004"/>
                </a:moveTo>
                <a:cubicBezTo>
                  <a:pt x="3828630" y="51104"/>
                  <a:pt x="3827313" y="46472"/>
                  <a:pt x="3824544" y="43111"/>
                </a:cubicBezTo>
                <a:cubicBezTo>
                  <a:pt x="3821821" y="39751"/>
                  <a:pt x="3817757" y="38070"/>
                  <a:pt x="3812354" y="38070"/>
                </a:cubicBezTo>
                <a:cubicBezTo>
                  <a:pt x="3809585" y="38070"/>
                  <a:pt x="3807156" y="38593"/>
                  <a:pt x="3805067" y="39639"/>
                </a:cubicBezTo>
                <a:cubicBezTo>
                  <a:pt x="3802978" y="40682"/>
                  <a:pt x="3801229" y="42068"/>
                  <a:pt x="3799823" y="43791"/>
                </a:cubicBezTo>
                <a:cubicBezTo>
                  <a:pt x="3798415" y="45517"/>
                  <a:pt x="3797326" y="47537"/>
                  <a:pt x="3796555" y="49855"/>
                </a:cubicBezTo>
                <a:cubicBezTo>
                  <a:pt x="3795780" y="52124"/>
                  <a:pt x="3795352" y="54507"/>
                  <a:pt x="3795260" y="57004"/>
                </a:cubicBezTo>
                <a:lnTo>
                  <a:pt x="3828493" y="57004"/>
                </a:lnTo>
                <a:close/>
                <a:moveTo>
                  <a:pt x="3868132" y="93646"/>
                </a:moveTo>
                <a:cubicBezTo>
                  <a:pt x="3868132" y="94009"/>
                  <a:pt x="3868041" y="94326"/>
                  <a:pt x="3867858" y="94598"/>
                </a:cubicBezTo>
                <a:cubicBezTo>
                  <a:pt x="3867678" y="94826"/>
                  <a:pt x="3867381" y="95029"/>
                  <a:pt x="3866972" y="95212"/>
                </a:cubicBezTo>
                <a:cubicBezTo>
                  <a:pt x="3866563" y="95392"/>
                  <a:pt x="3865997" y="95529"/>
                  <a:pt x="3865272" y="95621"/>
                </a:cubicBezTo>
                <a:cubicBezTo>
                  <a:pt x="3864543" y="95712"/>
                  <a:pt x="3863614" y="95755"/>
                  <a:pt x="3862477" y="95755"/>
                </a:cubicBezTo>
                <a:cubicBezTo>
                  <a:pt x="3861388" y="95755"/>
                  <a:pt x="3860480" y="95712"/>
                  <a:pt x="3859754" y="95621"/>
                </a:cubicBezTo>
                <a:cubicBezTo>
                  <a:pt x="3859028" y="95529"/>
                  <a:pt x="3858437" y="95392"/>
                  <a:pt x="3857982" y="95212"/>
                </a:cubicBezTo>
                <a:cubicBezTo>
                  <a:pt x="3857574" y="95029"/>
                  <a:pt x="3857279" y="94826"/>
                  <a:pt x="3857099" y="94598"/>
                </a:cubicBezTo>
                <a:cubicBezTo>
                  <a:pt x="3856962" y="94326"/>
                  <a:pt x="3856893" y="94009"/>
                  <a:pt x="3856893" y="93646"/>
                </a:cubicBezTo>
                <a:lnTo>
                  <a:pt x="3856893" y="2657"/>
                </a:lnTo>
                <a:cubicBezTo>
                  <a:pt x="3856893" y="2295"/>
                  <a:pt x="3856962" y="1977"/>
                  <a:pt x="3857099" y="1703"/>
                </a:cubicBezTo>
                <a:cubicBezTo>
                  <a:pt x="3857279" y="1432"/>
                  <a:pt x="3857574" y="1206"/>
                  <a:pt x="3857982" y="1023"/>
                </a:cubicBezTo>
                <a:cubicBezTo>
                  <a:pt x="3858437" y="840"/>
                  <a:pt x="3859028" y="706"/>
                  <a:pt x="3859754" y="614"/>
                </a:cubicBezTo>
                <a:cubicBezTo>
                  <a:pt x="3860480" y="523"/>
                  <a:pt x="3861388" y="477"/>
                  <a:pt x="3862477" y="477"/>
                </a:cubicBezTo>
                <a:cubicBezTo>
                  <a:pt x="3863614" y="477"/>
                  <a:pt x="3864543" y="523"/>
                  <a:pt x="3865272" y="614"/>
                </a:cubicBezTo>
                <a:cubicBezTo>
                  <a:pt x="3865997" y="706"/>
                  <a:pt x="3866563" y="840"/>
                  <a:pt x="3866972" y="1023"/>
                </a:cubicBezTo>
                <a:cubicBezTo>
                  <a:pt x="3867381" y="1206"/>
                  <a:pt x="3867678" y="1432"/>
                  <a:pt x="3867858" y="1703"/>
                </a:cubicBezTo>
                <a:cubicBezTo>
                  <a:pt x="3868041" y="1977"/>
                  <a:pt x="3868132" y="2295"/>
                  <a:pt x="3868132" y="2657"/>
                </a:cubicBezTo>
                <a:lnTo>
                  <a:pt x="3868132" y="93646"/>
                </a:lnTo>
                <a:close/>
                <a:moveTo>
                  <a:pt x="3941207" y="60342"/>
                </a:moveTo>
                <a:cubicBezTo>
                  <a:pt x="3941207" y="62113"/>
                  <a:pt x="3940753" y="63385"/>
                  <a:pt x="3939844" y="64157"/>
                </a:cubicBezTo>
                <a:cubicBezTo>
                  <a:pt x="3938984" y="64882"/>
                  <a:pt x="3937984" y="65245"/>
                  <a:pt x="3936849" y="65245"/>
                </a:cubicBezTo>
                <a:lnTo>
                  <a:pt x="3896667" y="65245"/>
                </a:lnTo>
                <a:cubicBezTo>
                  <a:pt x="3896667" y="68651"/>
                  <a:pt x="3897007" y="71715"/>
                  <a:pt x="3897687" y="74441"/>
                </a:cubicBezTo>
                <a:cubicBezTo>
                  <a:pt x="3898370" y="77164"/>
                  <a:pt x="3899505" y="79501"/>
                  <a:pt x="3901093" y="81453"/>
                </a:cubicBezTo>
                <a:cubicBezTo>
                  <a:pt x="3902682" y="83408"/>
                  <a:pt x="3904748" y="84905"/>
                  <a:pt x="3907291" y="85948"/>
                </a:cubicBezTo>
                <a:cubicBezTo>
                  <a:pt x="3909834" y="86994"/>
                  <a:pt x="3912943" y="87517"/>
                  <a:pt x="3916621" y="87517"/>
                </a:cubicBezTo>
                <a:cubicBezTo>
                  <a:pt x="3919527" y="87517"/>
                  <a:pt x="3922116" y="87288"/>
                  <a:pt x="3924385" y="86834"/>
                </a:cubicBezTo>
                <a:cubicBezTo>
                  <a:pt x="3926656" y="86337"/>
                  <a:pt x="3928608" y="85791"/>
                  <a:pt x="3930243" y="85199"/>
                </a:cubicBezTo>
                <a:cubicBezTo>
                  <a:pt x="3931923" y="84611"/>
                  <a:pt x="3933283" y="84088"/>
                  <a:pt x="3934329" y="83633"/>
                </a:cubicBezTo>
                <a:cubicBezTo>
                  <a:pt x="3935418" y="83133"/>
                  <a:pt x="3936235" y="82885"/>
                  <a:pt x="3936781" y="82885"/>
                </a:cubicBezTo>
                <a:cubicBezTo>
                  <a:pt x="3937098" y="82885"/>
                  <a:pt x="3937369" y="82976"/>
                  <a:pt x="3937598" y="83156"/>
                </a:cubicBezTo>
                <a:cubicBezTo>
                  <a:pt x="3937869" y="83293"/>
                  <a:pt x="3938075" y="83519"/>
                  <a:pt x="3938209" y="83839"/>
                </a:cubicBezTo>
                <a:cubicBezTo>
                  <a:pt x="3938347" y="84156"/>
                  <a:pt x="3938438" y="84611"/>
                  <a:pt x="3938484" y="85199"/>
                </a:cubicBezTo>
                <a:cubicBezTo>
                  <a:pt x="3938572" y="85745"/>
                  <a:pt x="3938618" y="86425"/>
                  <a:pt x="3938618" y="87242"/>
                </a:cubicBezTo>
                <a:cubicBezTo>
                  <a:pt x="3938618" y="87834"/>
                  <a:pt x="3938598" y="88357"/>
                  <a:pt x="3938552" y="88808"/>
                </a:cubicBezTo>
                <a:cubicBezTo>
                  <a:pt x="3938507" y="89217"/>
                  <a:pt x="3938438" y="89605"/>
                  <a:pt x="3938347" y="89968"/>
                </a:cubicBezTo>
                <a:cubicBezTo>
                  <a:pt x="3938301" y="90286"/>
                  <a:pt x="3938186" y="90580"/>
                  <a:pt x="3938006" y="90851"/>
                </a:cubicBezTo>
                <a:cubicBezTo>
                  <a:pt x="3937869" y="91126"/>
                  <a:pt x="3937666" y="91397"/>
                  <a:pt x="3937392" y="91669"/>
                </a:cubicBezTo>
                <a:cubicBezTo>
                  <a:pt x="3937166" y="91897"/>
                  <a:pt x="3936441" y="92306"/>
                  <a:pt x="3935215" y="92894"/>
                </a:cubicBezTo>
                <a:cubicBezTo>
                  <a:pt x="3933989" y="93440"/>
                  <a:pt x="3932400" y="93986"/>
                  <a:pt x="3930446" y="94529"/>
                </a:cubicBezTo>
                <a:cubicBezTo>
                  <a:pt x="3928494" y="95075"/>
                  <a:pt x="3926225" y="95552"/>
                  <a:pt x="3923636" y="95961"/>
                </a:cubicBezTo>
                <a:cubicBezTo>
                  <a:pt x="3921093" y="96415"/>
                  <a:pt x="3918370" y="96641"/>
                  <a:pt x="3915464" y="96641"/>
                </a:cubicBezTo>
                <a:cubicBezTo>
                  <a:pt x="3910423" y="96641"/>
                  <a:pt x="3905997" y="95938"/>
                  <a:pt x="3902182" y="94529"/>
                </a:cubicBezTo>
                <a:cubicBezTo>
                  <a:pt x="3898416" y="93123"/>
                  <a:pt x="3895235" y="91034"/>
                  <a:pt x="3892649" y="88265"/>
                </a:cubicBezTo>
                <a:cubicBezTo>
                  <a:pt x="3890060" y="85496"/>
                  <a:pt x="3888109" y="82022"/>
                  <a:pt x="3886792" y="77844"/>
                </a:cubicBezTo>
                <a:cubicBezTo>
                  <a:pt x="3885474" y="73666"/>
                  <a:pt x="3884817" y="68809"/>
                  <a:pt x="3884817" y="63271"/>
                </a:cubicBezTo>
                <a:cubicBezTo>
                  <a:pt x="3884817" y="58004"/>
                  <a:pt x="3885497" y="53281"/>
                  <a:pt x="3886860" y="49103"/>
                </a:cubicBezTo>
                <a:cubicBezTo>
                  <a:pt x="3888223" y="44883"/>
                  <a:pt x="3890175" y="41319"/>
                  <a:pt x="3892718" y="38413"/>
                </a:cubicBezTo>
                <a:cubicBezTo>
                  <a:pt x="3895304" y="35462"/>
                  <a:pt x="3898416" y="33213"/>
                  <a:pt x="3902048" y="31670"/>
                </a:cubicBezTo>
                <a:cubicBezTo>
                  <a:pt x="3905680" y="30081"/>
                  <a:pt x="3909743" y="29287"/>
                  <a:pt x="3914238" y="29287"/>
                </a:cubicBezTo>
                <a:cubicBezTo>
                  <a:pt x="3919050" y="29287"/>
                  <a:pt x="3923136" y="30058"/>
                  <a:pt x="3926496" y="31601"/>
                </a:cubicBezTo>
                <a:cubicBezTo>
                  <a:pt x="3929903" y="33144"/>
                  <a:pt x="3932694" y="35233"/>
                  <a:pt x="3934875" y="37868"/>
                </a:cubicBezTo>
                <a:cubicBezTo>
                  <a:pt x="3937052" y="40456"/>
                  <a:pt x="3938641" y="43520"/>
                  <a:pt x="3939641" y="47060"/>
                </a:cubicBezTo>
                <a:cubicBezTo>
                  <a:pt x="3940684" y="50558"/>
                  <a:pt x="3941207" y="54304"/>
                  <a:pt x="3941207" y="58299"/>
                </a:cubicBezTo>
                <a:lnTo>
                  <a:pt x="3941207" y="60342"/>
                </a:lnTo>
                <a:close/>
                <a:moveTo>
                  <a:pt x="3929903" y="57004"/>
                </a:moveTo>
                <a:cubicBezTo>
                  <a:pt x="3930037" y="51104"/>
                  <a:pt x="3928722" y="46472"/>
                  <a:pt x="3925951" y="43111"/>
                </a:cubicBezTo>
                <a:cubicBezTo>
                  <a:pt x="3923227" y="39751"/>
                  <a:pt x="3919164" y="38070"/>
                  <a:pt x="3913761" y="38070"/>
                </a:cubicBezTo>
                <a:cubicBezTo>
                  <a:pt x="3910992" y="38070"/>
                  <a:pt x="3908563" y="38593"/>
                  <a:pt x="3906474" y="39639"/>
                </a:cubicBezTo>
                <a:cubicBezTo>
                  <a:pt x="3904385" y="40682"/>
                  <a:pt x="3902636" y="42068"/>
                  <a:pt x="3901230" y="43791"/>
                </a:cubicBezTo>
                <a:cubicBezTo>
                  <a:pt x="3899822" y="45517"/>
                  <a:pt x="3898733" y="47537"/>
                  <a:pt x="3897961" y="49855"/>
                </a:cubicBezTo>
                <a:cubicBezTo>
                  <a:pt x="3897190" y="52124"/>
                  <a:pt x="3896758" y="54507"/>
                  <a:pt x="3896667" y="57004"/>
                </a:cubicBezTo>
                <a:lnTo>
                  <a:pt x="3929903" y="57004"/>
                </a:lnTo>
                <a:close/>
                <a:moveTo>
                  <a:pt x="4007881" y="32215"/>
                </a:moveTo>
                <a:cubicBezTo>
                  <a:pt x="4007881" y="32395"/>
                  <a:pt x="4007858" y="32601"/>
                  <a:pt x="4007812" y="32827"/>
                </a:cubicBezTo>
                <a:cubicBezTo>
                  <a:pt x="4007812" y="33010"/>
                  <a:pt x="4007789" y="33213"/>
                  <a:pt x="4007744" y="33441"/>
                </a:cubicBezTo>
                <a:cubicBezTo>
                  <a:pt x="4007701" y="33667"/>
                  <a:pt x="4007632" y="33919"/>
                  <a:pt x="4007541" y="34190"/>
                </a:cubicBezTo>
                <a:cubicBezTo>
                  <a:pt x="4007495" y="34461"/>
                  <a:pt x="4007427" y="34759"/>
                  <a:pt x="4007338" y="35076"/>
                </a:cubicBezTo>
                <a:lnTo>
                  <a:pt x="3986430" y="93303"/>
                </a:lnTo>
                <a:cubicBezTo>
                  <a:pt x="3986247" y="93803"/>
                  <a:pt x="3985998" y="94212"/>
                  <a:pt x="3985678" y="94529"/>
                </a:cubicBezTo>
                <a:cubicBezTo>
                  <a:pt x="3985407" y="94849"/>
                  <a:pt x="3984975" y="95098"/>
                  <a:pt x="3984387" y="95280"/>
                </a:cubicBezTo>
                <a:cubicBezTo>
                  <a:pt x="3983795" y="95461"/>
                  <a:pt x="3983046" y="95575"/>
                  <a:pt x="3982138" y="95621"/>
                </a:cubicBezTo>
                <a:cubicBezTo>
                  <a:pt x="3981229" y="95712"/>
                  <a:pt x="3980095" y="95755"/>
                  <a:pt x="3978732" y="95755"/>
                </a:cubicBezTo>
                <a:cubicBezTo>
                  <a:pt x="3977371" y="95755"/>
                  <a:pt x="3976234" y="95712"/>
                  <a:pt x="3975328" y="95621"/>
                </a:cubicBezTo>
                <a:cubicBezTo>
                  <a:pt x="3974420" y="95529"/>
                  <a:pt x="3973671" y="95392"/>
                  <a:pt x="3973079" y="95212"/>
                </a:cubicBezTo>
                <a:cubicBezTo>
                  <a:pt x="3972537" y="95029"/>
                  <a:pt x="3972105" y="94780"/>
                  <a:pt x="3971785" y="94463"/>
                </a:cubicBezTo>
                <a:cubicBezTo>
                  <a:pt x="3971468" y="94143"/>
                  <a:pt x="3971219" y="93757"/>
                  <a:pt x="3971036" y="93303"/>
                </a:cubicBezTo>
                <a:lnTo>
                  <a:pt x="3950197" y="35076"/>
                </a:lnTo>
                <a:cubicBezTo>
                  <a:pt x="3950017" y="34530"/>
                  <a:pt x="3949857" y="34053"/>
                  <a:pt x="3949719" y="33644"/>
                </a:cubicBezTo>
                <a:cubicBezTo>
                  <a:pt x="3949631" y="33236"/>
                  <a:pt x="3949562" y="32941"/>
                  <a:pt x="3949516" y="32758"/>
                </a:cubicBezTo>
                <a:cubicBezTo>
                  <a:pt x="3949516" y="32533"/>
                  <a:pt x="3949516" y="32350"/>
                  <a:pt x="3949516" y="32215"/>
                </a:cubicBezTo>
                <a:cubicBezTo>
                  <a:pt x="3949516" y="31853"/>
                  <a:pt x="3949608" y="31533"/>
                  <a:pt x="3949788" y="31261"/>
                </a:cubicBezTo>
                <a:cubicBezTo>
                  <a:pt x="3949971" y="30990"/>
                  <a:pt x="3950265" y="30784"/>
                  <a:pt x="3950674" y="30650"/>
                </a:cubicBezTo>
                <a:cubicBezTo>
                  <a:pt x="3951128" y="30467"/>
                  <a:pt x="3951694" y="30352"/>
                  <a:pt x="3952377" y="30307"/>
                </a:cubicBezTo>
                <a:cubicBezTo>
                  <a:pt x="3953103" y="30264"/>
                  <a:pt x="3953988" y="30241"/>
                  <a:pt x="3955031" y="30241"/>
                </a:cubicBezTo>
                <a:cubicBezTo>
                  <a:pt x="3956349" y="30241"/>
                  <a:pt x="3957392" y="30284"/>
                  <a:pt x="3958166" y="30375"/>
                </a:cubicBezTo>
                <a:cubicBezTo>
                  <a:pt x="3958983" y="30421"/>
                  <a:pt x="3959595" y="30535"/>
                  <a:pt x="3960004" y="30715"/>
                </a:cubicBezTo>
                <a:cubicBezTo>
                  <a:pt x="3960458" y="30898"/>
                  <a:pt x="3960775" y="31124"/>
                  <a:pt x="3960958" y="31398"/>
                </a:cubicBezTo>
                <a:cubicBezTo>
                  <a:pt x="3961184" y="31670"/>
                  <a:pt x="3961389" y="32010"/>
                  <a:pt x="3961569" y="32418"/>
                </a:cubicBezTo>
                <a:lnTo>
                  <a:pt x="3978869" y="82953"/>
                </a:lnTo>
                <a:lnTo>
                  <a:pt x="3979140" y="83770"/>
                </a:lnTo>
                <a:lnTo>
                  <a:pt x="3979346" y="82953"/>
                </a:lnTo>
                <a:lnTo>
                  <a:pt x="3996439" y="32418"/>
                </a:lnTo>
                <a:cubicBezTo>
                  <a:pt x="3996531" y="32010"/>
                  <a:pt x="3996688" y="31670"/>
                  <a:pt x="3996917" y="31398"/>
                </a:cubicBezTo>
                <a:cubicBezTo>
                  <a:pt x="3997142" y="31124"/>
                  <a:pt x="3997462" y="30898"/>
                  <a:pt x="3997871" y="30715"/>
                </a:cubicBezTo>
                <a:cubicBezTo>
                  <a:pt x="3998325" y="30535"/>
                  <a:pt x="3998914" y="30421"/>
                  <a:pt x="3999640" y="30375"/>
                </a:cubicBezTo>
                <a:cubicBezTo>
                  <a:pt x="4000411" y="30284"/>
                  <a:pt x="4001412" y="30241"/>
                  <a:pt x="4002637" y="30241"/>
                </a:cubicBezTo>
                <a:cubicBezTo>
                  <a:pt x="4003680" y="30241"/>
                  <a:pt x="4004543" y="30264"/>
                  <a:pt x="4005226" y="30307"/>
                </a:cubicBezTo>
                <a:cubicBezTo>
                  <a:pt x="4005906" y="30352"/>
                  <a:pt x="4006429" y="30467"/>
                  <a:pt x="4006792" y="30650"/>
                </a:cubicBezTo>
                <a:cubicBezTo>
                  <a:pt x="4007201" y="30830"/>
                  <a:pt x="4007472" y="31058"/>
                  <a:pt x="4007609" y="31330"/>
                </a:cubicBezTo>
                <a:cubicBezTo>
                  <a:pt x="4007789" y="31555"/>
                  <a:pt x="4007881" y="31853"/>
                  <a:pt x="4007881" y="32215"/>
                </a:cubicBezTo>
                <a:close/>
                <a:moveTo>
                  <a:pt x="4064748" y="93712"/>
                </a:moveTo>
                <a:cubicBezTo>
                  <a:pt x="4064748" y="94257"/>
                  <a:pt x="4064568" y="94666"/>
                  <a:pt x="4064205" y="94938"/>
                </a:cubicBezTo>
                <a:cubicBezTo>
                  <a:pt x="4063839" y="95212"/>
                  <a:pt x="4063342" y="95415"/>
                  <a:pt x="4062705" y="95552"/>
                </a:cubicBezTo>
                <a:cubicBezTo>
                  <a:pt x="4062071" y="95689"/>
                  <a:pt x="4061139" y="95755"/>
                  <a:pt x="4059913" y="95755"/>
                </a:cubicBezTo>
                <a:cubicBezTo>
                  <a:pt x="4058733" y="95755"/>
                  <a:pt x="4057779" y="95689"/>
                  <a:pt x="4057053" y="95552"/>
                </a:cubicBezTo>
                <a:cubicBezTo>
                  <a:pt x="4056373" y="95415"/>
                  <a:pt x="4055873" y="95212"/>
                  <a:pt x="4055555" y="94938"/>
                </a:cubicBezTo>
                <a:cubicBezTo>
                  <a:pt x="4055235" y="94666"/>
                  <a:pt x="4055078" y="94257"/>
                  <a:pt x="4055078" y="93712"/>
                </a:cubicBezTo>
                <a:lnTo>
                  <a:pt x="4055078" y="87582"/>
                </a:lnTo>
                <a:cubicBezTo>
                  <a:pt x="4052398" y="90443"/>
                  <a:pt x="4049403" y="92669"/>
                  <a:pt x="4046089" y="94257"/>
                </a:cubicBezTo>
                <a:cubicBezTo>
                  <a:pt x="4042820" y="95846"/>
                  <a:pt x="4039345" y="96641"/>
                  <a:pt x="4035667" y="96641"/>
                </a:cubicBezTo>
                <a:cubicBezTo>
                  <a:pt x="4032444" y="96641"/>
                  <a:pt x="4029515" y="96209"/>
                  <a:pt x="4026883" y="95346"/>
                </a:cubicBezTo>
                <a:cubicBezTo>
                  <a:pt x="4024294" y="94529"/>
                  <a:pt x="4022068" y="93326"/>
                  <a:pt x="4020208" y="91737"/>
                </a:cubicBezTo>
                <a:cubicBezTo>
                  <a:pt x="4018391" y="90148"/>
                  <a:pt x="4016962" y="88197"/>
                  <a:pt x="4015919" y="85882"/>
                </a:cubicBezTo>
                <a:cubicBezTo>
                  <a:pt x="4014919" y="83565"/>
                  <a:pt x="4014419" y="80933"/>
                  <a:pt x="4014419" y="77981"/>
                </a:cubicBezTo>
                <a:cubicBezTo>
                  <a:pt x="4014419" y="74529"/>
                  <a:pt x="4015122" y="71535"/>
                  <a:pt x="4016531" y="68991"/>
                </a:cubicBezTo>
                <a:cubicBezTo>
                  <a:pt x="4017939" y="66448"/>
                  <a:pt x="4019960" y="64337"/>
                  <a:pt x="4022591" y="62656"/>
                </a:cubicBezTo>
                <a:cubicBezTo>
                  <a:pt x="4025226" y="60976"/>
                  <a:pt x="4028449" y="59730"/>
                  <a:pt x="4032264" y="58913"/>
                </a:cubicBezTo>
                <a:cubicBezTo>
                  <a:pt x="4036076" y="58050"/>
                  <a:pt x="4040368" y="57619"/>
                  <a:pt x="4045134" y="57619"/>
                </a:cubicBezTo>
                <a:lnTo>
                  <a:pt x="4053581" y="57619"/>
                </a:lnTo>
                <a:lnTo>
                  <a:pt x="4053581" y="52849"/>
                </a:lnTo>
                <a:cubicBezTo>
                  <a:pt x="4053581" y="50489"/>
                  <a:pt x="4053329" y="48400"/>
                  <a:pt x="4052829" y="46586"/>
                </a:cubicBezTo>
                <a:cubicBezTo>
                  <a:pt x="4052332" y="44768"/>
                  <a:pt x="4051515" y="43271"/>
                  <a:pt x="4050378" y="42091"/>
                </a:cubicBezTo>
                <a:cubicBezTo>
                  <a:pt x="4049289" y="40865"/>
                  <a:pt x="4047860" y="39956"/>
                  <a:pt x="4046089" y="39365"/>
                </a:cubicBezTo>
                <a:cubicBezTo>
                  <a:pt x="4044317" y="38731"/>
                  <a:pt x="4042137" y="38413"/>
                  <a:pt x="4039551" y="38413"/>
                </a:cubicBezTo>
                <a:cubicBezTo>
                  <a:pt x="4036782" y="38413"/>
                  <a:pt x="4034284" y="38753"/>
                  <a:pt x="4032058" y="39433"/>
                </a:cubicBezTo>
                <a:cubicBezTo>
                  <a:pt x="4029878" y="40071"/>
                  <a:pt x="4027949" y="40797"/>
                  <a:pt x="4026269" y="41614"/>
                </a:cubicBezTo>
                <a:cubicBezTo>
                  <a:pt x="4024634" y="42385"/>
                  <a:pt x="4023251" y="43111"/>
                  <a:pt x="4022114" y="43791"/>
                </a:cubicBezTo>
                <a:cubicBezTo>
                  <a:pt x="4021025" y="44428"/>
                  <a:pt x="4020208" y="44746"/>
                  <a:pt x="4019662" y="44746"/>
                </a:cubicBezTo>
                <a:cubicBezTo>
                  <a:pt x="4019299" y="44746"/>
                  <a:pt x="4018982" y="44654"/>
                  <a:pt x="4018711" y="44474"/>
                </a:cubicBezTo>
                <a:cubicBezTo>
                  <a:pt x="4018437" y="44291"/>
                  <a:pt x="4018188" y="44020"/>
                  <a:pt x="4017962" y="43657"/>
                </a:cubicBezTo>
                <a:cubicBezTo>
                  <a:pt x="4017779" y="43294"/>
                  <a:pt x="4017642" y="42840"/>
                  <a:pt x="4017554" y="42294"/>
                </a:cubicBezTo>
                <a:cubicBezTo>
                  <a:pt x="4017462" y="41705"/>
                  <a:pt x="4017416" y="41068"/>
                  <a:pt x="4017416" y="40388"/>
                </a:cubicBezTo>
                <a:cubicBezTo>
                  <a:pt x="4017416" y="39253"/>
                  <a:pt x="4017485" y="38368"/>
                  <a:pt x="4017619" y="37730"/>
                </a:cubicBezTo>
                <a:cubicBezTo>
                  <a:pt x="4017802" y="37050"/>
                  <a:pt x="4018188" y="36413"/>
                  <a:pt x="4018779" y="35824"/>
                </a:cubicBezTo>
                <a:cubicBezTo>
                  <a:pt x="4019414" y="35233"/>
                  <a:pt x="4020480" y="34553"/>
                  <a:pt x="4021980" y="33781"/>
                </a:cubicBezTo>
                <a:cubicBezTo>
                  <a:pt x="4023477" y="32964"/>
                  <a:pt x="4025203" y="32238"/>
                  <a:pt x="4027155" y="31601"/>
                </a:cubicBezTo>
                <a:cubicBezTo>
                  <a:pt x="4029106" y="30921"/>
                  <a:pt x="4031241" y="30375"/>
                  <a:pt x="4033556" y="29967"/>
                </a:cubicBezTo>
                <a:cubicBezTo>
                  <a:pt x="4035873" y="29512"/>
                  <a:pt x="4038210" y="29287"/>
                  <a:pt x="4040571" y="29287"/>
                </a:cubicBezTo>
                <a:cubicBezTo>
                  <a:pt x="4044977" y="29287"/>
                  <a:pt x="4048720" y="29787"/>
                  <a:pt x="4051809" y="30784"/>
                </a:cubicBezTo>
                <a:cubicBezTo>
                  <a:pt x="4054895" y="31784"/>
                  <a:pt x="4057393" y="33258"/>
                  <a:pt x="4059302" y="35210"/>
                </a:cubicBezTo>
                <a:cubicBezTo>
                  <a:pt x="4061208" y="37119"/>
                  <a:pt x="4062591" y="39502"/>
                  <a:pt x="4063454" y="42362"/>
                </a:cubicBezTo>
                <a:cubicBezTo>
                  <a:pt x="4064317" y="45223"/>
                  <a:pt x="4064748" y="48560"/>
                  <a:pt x="4064748" y="52375"/>
                </a:cubicBezTo>
                <a:lnTo>
                  <a:pt x="4064748" y="93712"/>
                </a:lnTo>
                <a:close/>
                <a:moveTo>
                  <a:pt x="4053581" y="65722"/>
                </a:moveTo>
                <a:lnTo>
                  <a:pt x="4043977" y="65722"/>
                </a:lnTo>
                <a:cubicBezTo>
                  <a:pt x="4040891" y="65722"/>
                  <a:pt x="4038210" y="65994"/>
                  <a:pt x="4035942" y="66540"/>
                </a:cubicBezTo>
                <a:cubicBezTo>
                  <a:pt x="4033670" y="67040"/>
                  <a:pt x="4031787" y="67811"/>
                  <a:pt x="4030287" y="68854"/>
                </a:cubicBezTo>
                <a:cubicBezTo>
                  <a:pt x="4028789" y="69854"/>
                  <a:pt x="4027678" y="71080"/>
                  <a:pt x="4026952" y="72532"/>
                </a:cubicBezTo>
                <a:cubicBezTo>
                  <a:pt x="4026269" y="73941"/>
                  <a:pt x="4025929" y="75575"/>
                  <a:pt x="4025929" y="77435"/>
                </a:cubicBezTo>
                <a:cubicBezTo>
                  <a:pt x="4025929" y="80613"/>
                  <a:pt x="4026929" y="83156"/>
                  <a:pt x="4028926" y="85065"/>
                </a:cubicBezTo>
                <a:cubicBezTo>
                  <a:pt x="4030970" y="86925"/>
                  <a:pt x="4033807" y="87857"/>
                  <a:pt x="4037439" y="87857"/>
                </a:cubicBezTo>
                <a:cubicBezTo>
                  <a:pt x="4040391" y="87857"/>
                  <a:pt x="4043114" y="87108"/>
                  <a:pt x="4045611" y="85608"/>
                </a:cubicBezTo>
                <a:cubicBezTo>
                  <a:pt x="4048155" y="84111"/>
                  <a:pt x="4050809" y="81819"/>
                  <a:pt x="4053581" y="78730"/>
                </a:cubicBezTo>
                <a:lnTo>
                  <a:pt x="4053581" y="65722"/>
                </a:lnTo>
                <a:close/>
                <a:moveTo>
                  <a:pt x="4115963" y="89151"/>
                </a:moveTo>
                <a:cubicBezTo>
                  <a:pt x="4115963" y="90466"/>
                  <a:pt x="4115872" y="91511"/>
                  <a:pt x="4115692" y="92283"/>
                </a:cubicBezTo>
                <a:cubicBezTo>
                  <a:pt x="4115509" y="93054"/>
                  <a:pt x="4115237" y="93623"/>
                  <a:pt x="4114874" y="93986"/>
                </a:cubicBezTo>
                <a:cubicBezTo>
                  <a:pt x="4114511" y="94349"/>
                  <a:pt x="4113966" y="94689"/>
                  <a:pt x="4113240" y="95006"/>
                </a:cubicBezTo>
                <a:cubicBezTo>
                  <a:pt x="4112514" y="95326"/>
                  <a:pt x="4111674" y="95575"/>
                  <a:pt x="4110719" y="95755"/>
                </a:cubicBezTo>
                <a:cubicBezTo>
                  <a:pt x="4109811" y="95983"/>
                  <a:pt x="4108836" y="96163"/>
                  <a:pt x="4107791" y="96301"/>
                </a:cubicBezTo>
                <a:cubicBezTo>
                  <a:pt x="4106748" y="96438"/>
                  <a:pt x="4105702" y="96506"/>
                  <a:pt x="4104659" y="96506"/>
                </a:cubicBezTo>
                <a:cubicBezTo>
                  <a:pt x="4101478" y="96506"/>
                  <a:pt x="4098755" y="96098"/>
                  <a:pt x="4096486" y="95280"/>
                </a:cubicBezTo>
                <a:cubicBezTo>
                  <a:pt x="4094215" y="94418"/>
                  <a:pt x="4092354" y="93146"/>
                  <a:pt x="4090900" y="91466"/>
                </a:cubicBezTo>
                <a:cubicBezTo>
                  <a:pt x="4089448" y="89740"/>
                  <a:pt x="4088380" y="87582"/>
                  <a:pt x="4087699" y="84996"/>
                </a:cubicBezTo>
                <a:cubicBezTo>
                  <a:pt x="4087065" y="82362"/>
                  <a:pt x="4086745" y="79276"/>
                  <a:pt x="4086745" y="75732"/>
                </a:cubicBezTo>
                <a:lnTo>
                  <a:pt x="4086745" y="39911"/>
                </a:lnTo>
                <a:lnTo>
                  <a:pt x="4078167" y="39911"/>
                </a:lnTo>
                <a:cubicBezTo>
                  <a:pt x="4077484" y="39911"/>
                  <a:pt x="4076938" y="39548"/>
                  <a:pt x="4076530" y="38822"/>
                </a:cubicBezTo>
                <a:cubicBezTo>
                  <a:pt x="4076121" y="38093"/>
                  <a:pt x="4075918" y="36913"/>
                  <a:pt x="4075918" y="35279"/>
                </a:cubicBezTo>
                <a:cubicBezTo>
                  <a:pt x="4075918" y="34416"/>
                  <a:pt x="4075964" y="33690"/>
                  <a:pt x="4076055" y="33101"/>
                </a:cubicBezTo>
                <a:cubicBezTo>
                  <a:pt x="4076189" y="32510"/>
                  <a:pt x="4076349" y="32033"/>
                  <a:pt x="4076530" y="31670"/>
                </a:cubicBezTo>
                <a:cubicBezTo>
                  <a:pt x="4076712" y="31261"/>
                  <a:pt x="4076938" y="30990"/>
                  <a:pt x="4077212" y="30852"/>
                </a:cubicBezTo>
                <a:cubicBezTo>
                  <a:pt x="4077530" y="30672"/>
                  <a:pt x="4077870" y="30581"/>
                  <a:pt x="4078233" y="30581"/>
                </a:cubicBezTo>
                <a:lnTo>
                  <a:pt x="4086745" y="30581"/>
                </a:lnTo>
                <a:lnTo>
                  <a:pt x="4086745" y="16005"/>
                </a:lnTo>
                <a:cubicBezTo>
                  <a:pt x="4086745" y="15688"/>
                  <a:pt x="4086814" y="15393"/>
                  <a:pt x="4086951" y="15122"/>
                </a:cubicBezTo>
                <a:cubicBezTo>
                  <a:pt x="4087134" y="14848"/>
                  <a:pt x="4087428" y="14622"/>
                  <a:pt x="4087837" y="14439"/>
                </a:cubicBezTo>
                <a:cubicBezTo>
                  <a:pt x="4088291" y="14213"/>
                  <a:pt x="4088880" y="14053"/>
                  <a:pt x="4089608" y="13962"/>
                </a:cubicBezTo>
                <a:cubicBezTo>
                  <a:pt x="4090334" y="13873"/>
                  <a:pt x="4091243" y="13827"/>
                  <a:pt x="4092331" y="13827"/>
                </a:cubicBezTo>
                <a:cubicBezTo>
                  <a:pt x="4093466" y="13827"/>
                  <a:pt x="4094397" y="13873"/>
                  <a:pt x="4095123" y="13962"/>
                </a:cubicBezTo>
                <a:cubicBezTo>
                  <a:pt x="4095849" y="14053"/>
                  <a:pt x="4096418" y="14213"/>
                  <a:pt x="4096826" y="14439"/>
                </a:cubicBezTo>
                <a:cubicBezTo>
                  <a:pt x="4097235" y="14622"/>
                  <a:pt x="4097529" y="14848"/>
                  <a:pt x="4097712" y="15122"/>
                </a:cubicBezTo>
                <a:cubicBezTo>
                  <a:pt x="4097892" y="15393"/>
                  <a:pt x="4097984" y="15688"/>
                  <a:pt x="4097984" y="16005"/>
                </a:cubicBezTo>
                <a:lnTo>
                  <a:pt x="4097984" y="30581"/>
                </a:lnTo>
                <a:lnTo>
                  <a:pt x="4113717" y="30581"/>
                </a:lnTo>
                <a:cubicBezTo>
                  <a:pt x="4114080" y="30581"/>
                  <a:pt x="4114397" y="30672"/>
                  <a:pt x="4114669" y="30852"/>
                </a:cubicBezTo>
                <a:cubicBezTo>
                  <a:pt x="4114943" y="30990"/>
                  <a:pt x="4115169" y="31261"/>
                  <a:pt x="4115351" y="31670"/>
                </a:cubicBezTo>
                <a:cubicBezTo>
                  <a:pt x="4115577" y="32033"/>
                  <a:pt x="4115737" y="32510"/>
                  <a:pt x="4115826" y="33101"/>
                </a:cubicBezTo>
                <a:cubicBezTo>
                  <a:pt x="4115917" y="33690"/>
                  <a:pt x="4115963" y="34416"/>
                  <a:pt x="4115963" y="35279"/>
                </a:cubicBezTo>
                <a:cubicBezTo>
                  <a:pt x="4115963" y="36913"/>
                  <a:pt x="4115760" y="38093"/>
                  <a:pt x="4115351" y="38822"/>
                </a:cubicBezTo>
                <a:cubicBezTo>
                  <a:pt x="4114943" y="39548"/>
                  <a:pt x="4114397" y="39911"/>
                  <a:pt x="4113717" y="39911"/>
                </a:cubicBezTo>
                <a:lnTo>
                  <a:pt x="4097984" y="39911"/>
                </a:lnTo>
                <a:lnTo>
                  <a:pt x="4097984" y="74098"/>
                </a:lnTo>
                <a:cubicBezTo>
                  <a:pt x="4097984" y="78321"/>
                  <a:pt x="4098598" y="81522"/>
                  <a:pt x="4099824" y="83702"/>
                </a:cubicBezTo>
                <a:cubicBezTo>
                  <a:pt x="4101093" y="85836"/>
                  <a:pt x="4103341" y="86902"/>
                  <a:pt x="4106565" y="86902"/>
                </a:cubicBezTo>
                <a:cubicBezTo>
                  <a:pt x="4107608" y="86902"/>
                  <a:pt x="4108539" y="86811"/>
                  <a:pt x="4109356" y="86631"/>
                </a:cubicBezTo>
                <a:cubicBezTo>
                  <a:pt x="4110174" y="86402"/>
                  <a:pt x="4110900" y="86176"/>
                  <a:pt x="4111537" y="85948"/>
                </a:cubicBezTo>
                <a:cubicBezTo>
                  <a:pt x="4112171" y="85722"/>
                  <a:pt x="4112717" y="85519"/>
                  <a:pt x="4113171" y="85336"/>
                </a:cubicBezTo>
                <a:cubicBezTo>
                  <a:pt x="4113626" y="85111"/>
                  <a:pt x="4114034" y="84996"/>
                  <a:pt x="4114397" y="84996"/>
                </a:cubicBezTo>
                <a:cubicBezTo>
                  <a:pt x="4114623" y="84996"/>
                  <a:pt x="4114829" y="85065"/>
                  <a:pt x="4115009" y="85199"/>
                </a:cubicBezTo>
                <a:cubicBezTo>
                  <a:pt x="4115237" y="85291"/>
                  <a:pt x="4115394" y="85496"/>
                  <a:pt x="4115486" y="85814"/>
                </a:cubicBezTo>
                <a:cubicBezTo>
                  <a:pt x="4115623" y="86131"/>
                  <a:pt x="4115737" y="86562"/>
                  <a:pt x="4115826" y="87108"/>
                </a:cubicBezTo>
                <a:cubicBezTo>
                  <a:pt x="4115917" y="87651"/>
                  <a:pt x="4115963" y="88334"/>
                  <a:pt x="4115963" y="89151"/>
                </a:cubicBezTo>
                <a:close/>
                <a:moveTo>
                  <a:pt x="4181617" y="60342"/>
                </a:moveTo>
                <a:cubicBezTo>
                  <a:pt x="4181617" y="62113"/>
                  <a:pt x="4181163" y="63385"/>
                  <a:pt x="4180254" y="64157"/>
                </a:cubicBezTo>
                <a:cubicBezTo>
                  <a:pt x="4179391" y="64882"/>
                  <a:pt x="4178391" y="65245"/>
                  <a:pt x="4177256" y="65245"/>
                </a:cubicBezTo>
                <a:lnTo>
                  <a:pt x="4137077" y="65245"/>
                </a:lnTo>
                <a:cubicBezTo>
                  <a:pt x="4137077" y="68651"/>
                  <a:pt x="4137417" y="71715"/>
                  <a:pt x="4138097" y="74441"/>
                </a:cubicBezTo>
                <a:cubicBezTo>
                  <a:pt x="4138777" y="77164"/>
                  <a:pt x="4139915" y="79501"/>
                  <a:pt x="4141503" y="81453"/>
                </a:cubicBezTo>
                <a:cubicBezTo>
                  <a:pt x="4143092" y="83408"/>
                  <a:pt x="4145158" y="84905"/>
                  <a:pt x="4147701" y="85948"/>
                </a:cubicBezTo>
                <a:cubicBezTo>
                  <a:pt x="4150242" y="86994"/>
                  <a:pt x="4153353" y="87517"/>
                  <a:pt x="4157031" y="87517"/>
                </a:cubicBezTo>
                <a:cubicBezTo>
                  <a:pt x="4159937" y="87517"/>
                  <a:pt x="4162523" y="87288"/>
                  <a:pt x="4164795" y="86834"/>
                </a:cubicBezTo>
                <a:cubicBezTo>
                  <a:pt x="4167064" y="86337"/>
                  <a:pt x="4169015" y="85791"/>
                  <a:pt x="4170650" y="85199"/>
                </a:cubicBezTo>
                <a:cubicBezTo>
                  <a:pt x="4172330" y="84611"/>
                  <a:pt x="4173693" y="84088"/>
                  <a:pt x="4174736" y="83633"/>
                </a:cubicBezTo>
                <a:cubicBezTo>
                  <a:pt x="4175828" y="83133"/>
                  <a:pt x="4176645" y="82885"/>
                  <a:pt x="4177188" y="82885"/>
                </a:cubicBezTo>
                <a:cubicBezTo>
                  <a:pt x="4177508" y="82885"/>
                  <a:pt x="4177779" y="82976"/>
                  <a:pt x="4178005" y="83156"/>
                </a:cubicBezTo>
                <a:cubicBezTo>
                  <a:pt x="4178279" y="83293"/>
                  <a:pt x="4178482" y="83519"/>
                  <a:pt x="4178619" y="83839"/>
                </a:cubicBezTo>
                <a:cubicBezTo>
                  <a:pt x="4178757" y="84156"/>
                  <a:pt x="4178845" y="84611"/>
                  <a:pt x="4178891" y="85199"/>
                </a:cubicBezTo>
                <a:cubicBezTo>
                  <a:pt x="4178982" y="85745"/>
                  <a:pt x="4179028" y="86425"/>
                  <a:pt x="4179028" y="87242"/>
                </a:cubicBezTo>
                <a:cubicBezTo>
                  <a:pt x="4179028" y="87834"/>
                  <a:pt x="4179005" y="88357"/>
                  <a:pt x="4178959" y="88808"/>
                </a:cubicBezTo>
                <a:cubicBezTo>
                  <a:pt x="4178914" y="89217"/>
                  <a:pt x="4178845" y="89605"/>
                  <a:pt x="4178757" y="89968"/>
                </a:cubicBezTo>
                <a:cubicBezTo>
                  <a:pt x="4178711" y="90286"/>
                  <a:pt x="4178597" y="90580"/>
                  <a:pt x="4178417" y="90851"/>
                </a:cubicBezTo>
                <a:cubicBezTo>
                  <a:pt x="4178279" y="91126"/>
                  <a:pt x="4178074" y="91397"/>
                  <a:pt x="4177802" y="91669"/>
                </a:cubicBezTo>
                <a:cubicBezTo>
                  <a:pt x="4177576" y="91897"/>
                  <a:pt x="4176848" y="92306"/>
                  <a:pt x="4175622" y="92894"/>
                </a:cubicBezTo>
                <a:cubicBezTo>
                  <a:pt x="4174396" y="93440"/>
                  <a:pt x="4172807" y="93986"/>
                  <a:pt x="4170856" y="94529"/>
                </a:cubicBezTo>
                <a:cubicBezTo>
                  <a:pt x="4168904" y="95075"/>
                  <a:pt x="4166632" y="95552"/>
                  <a:pt x="4164046" y="95961"/>
                </a:cubicBezTo>
                <a:cubicBezTo>
                  <a:pt x="4161503" y="96415"/>
                  <a:pt x="4158780" y="96641"/>
                  <a:pt x="4155874" y="96641"/>
                </a:cubicBezTo>
                <a:cubicBezTo>
                  <a:pt x="4150833" y="96641"/>
                  <a:pt x="4146407" y="95938"/>
                  <a:pt x="4142592" y="94529"/>
                </a:cubicBezTo>
                <a:cubicBezTo>
                  <a:pt x="4138823" y="93123"/>
                  <a:pt x="4135645" y="91034"/>
                  <a:pt x="4133057" y="88265"/>
                </a:cubicBezTo>
                <a:cubicBezTo>
                  <a:pt x="4130471" y="85496"/>
                  <a:pt x="4128516" y="82022"/>
                  <a:pt x="4127202" y="77844"/>
                </a:cubicBezTo>
                <a:cubicBezTo>
                  <a:pt x="4125884" y="73666"/>
                  <a:pt x="4125224" y="68809"/>
                  <a:pt x="4125224" y="63271"/>
                </a:cubicBezTo>
                <a:cubicBezTo>
                  <a:pt x="4125224" y="58004"/>
                  <a:pt x="4125907" y="53281"/>
                  <a:pt x="4127267" y="49103"/>
                </a:cubicBezTo>
                <a:cubicBezTo>
                  <a:pt x="4128630" y="44883"/>
                  <a:pt x="4130582" y="41319"/>
                  <a:pt x="4133125" y="38413"/>
                </a:cubicBezTo>
                <a:cubicBezTo>
                  <a:pt x="4135714" y="35462"/>
                  <a:pt x="4138823" y="33213"/>
                  <a:pt x="4142455" y="31670"/>
                </a:cubicBezTo>
                <a:cubicBezTo>
                  <a:pt x="4146087" y="30081"/>
                  <a:pt x="4150153" y="29287"/>
                  <a:pt x="4154648" y="29287"/>
                </a:cubicBezTo>
                <a:cubicBezTo>
                  <a:pt x="4159460" y="29287"/>
                  <a:pt x="4163546" y="30058"/>
                  <a:pt x="4166907" y="31601"/>
                </a:cubicBezTo>
                <a:cubicBezTo>
                  <a:pt x="4170310" y="33144"/>
                  <a:pt x="4173102" y="35233"/>
                  <a:pt x="4175282" y="37868"/>
                </a:cubicBezTo>
                <a:cubicBezTo>
                  <a:pt x="4177462" y="40456"/>
                  <a:pt x="4179051" y="43520"/>
                  <a:pt x="4180051" y="47060"/>
                </a:cubicBezTo>
                <a:cubicBezTo>
                  <a:pt x="4181094" y="50558"/>
                  <a:pt x="4181617" y="54304"/>
                  <a:pt x="4181617" y="58299"/>
                </a:cubicBezTo>
                <a:lnTo>
                  <a:pt x="4181617" y="60342"/>
                </a:lnTo>
                <a:close/>
                <a:moveTo>
                  <a:pt x="4170310" y="57004"/>
                </a:moveTo>
                <a:cubicBezTo>
                  <a:pt x="4170447" y="51104"/>
                  <a:pt x="4169130" y="46472"/>
                  <a:pt x="4166361" y="43111"/>
                </a:cubicBezTo>
                <a:cubicBezTo>
                  <a:pt x="4163638" y="39751"/>
                  <a:pt x="4159574" y="38070"/>
                  <a:pt x="4154171" y="38070"/>
                </a:cubicBezTo>
                <a:cubicBezTo>
                  <a:pt x="4151399" y="38070"/>
                  <a:pt x="4148970" y="38593"/>
                  <a:pt x="4146884" y="39639"/>
                </a:cubicBezTo>
                <a:cubicBezTo>
                  <a:pt x="4144795" y="40682"/>
                  <a:pt x="4143046" y="42068"/>
                  <a:pt x="4141638" y="43791"/>
                </a:cubicBezTo>
                <a:cubicBezTo>
                  <a:pt x="4140232" y="45517"/>
                  <a:pt x="4139140" y="47537"/>
                  <a:pt x="4138369" y="49855"/>
                </a:cubicBezTo>
                <a:cubicBezTo>
                  <a:pt x="4137597" y="52124"/>
                  <a:pt x="4137166" y="54507"/>
                  <a:pt x="4137077" y="57004"/>
                </a:cubicBezTo>
                <a:lnTo>
                  <a:pt x="4170310" y="57004"/>
                </a:lnTo>
                <a:close/>
                <a:moveTo>
                  <a:pt x="4251220" y="93646"/>
                </a:moveTo>
                <a:cubicBezTo>
                  <a:pt x="4251220" y="94009"/>
                  <a:pt x="4251128" y="94326"/>
                  <a:pt x="4250946" y="94598"/>
                </a:cubicBezTo>
                <a:cubicBezTo>
                  <a:pt x="4250811" y="94872"/>
                  <a:pt x="4250537" y="95098"/>
                  <a:pt x="4250128" y="95280"/>
                </a:cubicBezTo>
                <a:cubicBezTo>
                  <a:pt x="4249765" y="95415"/>
                  <a:pt x="4249265" y="95529"/>
                  <a:pt x="4248631" y="95621"/>
                </a:cubicBezTo>
                <a:cubicBezTo>
                  <a:pt x="4247997" y="95712"/>
                  <a:pt x="4247222" y="95755"/>
                  <a:pt x="4246316" y="95755"/>
                </a:cubicBezTo>
                <a:cubicBezTo>
                  <a:pt x="4245362" y="95755"/>
                  <a:pt x="4244568" y="95712"/>
                  <a:pt x="4243930" y="95621"/>
                </a:cubicBezTo>
                <a:cubicBezTo>
                  <a:pt x="4243296" y="95529"/>
                  <a:pt x="4242773" y="95415"/>
                  <a:pt x="4242365" y="95280"/>
                </a:cubicBezTo>
                <a:cubicBezTo>
                  <a:pt x="4241956" y="95098"/>
                  <a:pt x="4241662" y="94872"/>
                  <a:pt x="4241479" y="94598"/>
                </a:cubicBezTo>
                <a:cubicBezTo>
                  <a:pt x="4241299" y="94326"/>
                  <a:pt x="4241207" y="94009"/>
                  <a:pt x="4241207" y="93646"/>
                </a:cubicBezTo>
                <a:lnTo>
                  <a:pt x="4241207" y="85539"/>
                </a:lnTo>
                <a:cubicBezTo>
                  <a:pt x="4237984" y="89037"/>
                  <a:pt x="4234624" y="91760"/>
                  <a:pt x="4231129" y="93712"/>
                </a:cubicBezTo>
                <a:cubicBezTo>
                  <a:pt x="4227677" y="95666"/>
                  <a:pt x="4223885" y="96641"/>
                  <a:pt x="4219756" y="96641"/>
                </a:cubicBezTo>
                <a:cubicBezTo>
                  <a:pt x="4215258" y="96641"/>
                  <a:pt x="4211424" y="95778"/>
                  <a:pt x="4208246" y="94055"/>
                </a:cubicBezTo>
                <a:cubicBezTo>
                  <a:pt x="4205066" y="92283"/>
                  <a:pt x="4202480" y="89923"/>
                  <a:pt x="4200482" y="86971"/>
                </a:cubicBezTo>
                <a:cubicBezTo>
                  <a:pt x="4198528" y="83973"/>
                  <a:pt x="4197099" y="80479"/>
                  <a:pt x="4196190" y="76484"/>
                </a:cubicBezTo>
                <a:cubicBezTo>
                  <a:pt x="4195281" y="72440"/>
                  <a:pt x="4194827" y="68197"/>
                  <a:pt x="4194827" y="63748"/>
                </a:cubicBezTo>
                <a:cubicBezTo>
                  <a:pt x="4194827" y="58482"/>
                  <a:pt x="4195396" y="53735"/>
                  <a:pt x="4196530" y="49512"/>
                </a:cubicBezTo>
                <a:cubicBezTo>
                  <a:pt x="4197668" y="45246"/>
                  <a:pt x="4199345" y="41614"/>
                  <a:pt x="4201571" y="38616"/>
                </a:cubicBezTo>
                <a:cubicBezTo>
                  <a:pt x="4203797" y="35619"/>
                  <a:pt x="4206543" y="33327"/>
                  <a:pt x="4209812" y="31738"/>
                </a:cubicBezTo>
                <a:cubicBezTo>
                  <a:pt x="4213127" y="30104"/>
                  <a:pt x="4216938" y="29287"/>
                  <a:pt x="4221253" y="29287"/>
                </a:cubicBezTo>
                <a:cubicBezTo>
                  <a:pt x="4224839" y="29287"/>
                  <a:pt x="4228108" y="30081"/>
                  <a:pt x="4231060" y="31670"/>
                </a:cubicBezTo>
                <a:cubicBezTo>
                  <a:pt x="4234058" y="33213"/>
                  <a:pt x="4237007" y="35507"/>
                  <a:pt x="4239913" y="38548"/>
                </a:cubicBezTo>
                <a:lnTo>
                  <a:pt x="4239913" y="2929"/>
                </a:lnTo>
                <a:cubicBezTo>
                  <a:pt x="4239913" y="2612"/>
                  <a:pt x="4239981" y="2317"/>
                  <a:pt x="4240119" y="2043"/>
                </a:cubicBezTo>
                <a:cubicBezTo>
                  <a:pt x="4240299" y="1726"/>
                  <a:pt x="4240619" y="1500"/>
                  <a:pt x="4241070" y="1363"/>
                </a:cubicBezTo>
                <a:cubicBezTo>
                  <a:pt x="4241524" y="1183"/>
                  <a:pt x="4242093" y="1046"/>
                  <a:pt x="4242773" y="954"/>
                </a:cubicBezTo>
                <a:cubicBezTo>
                  <a:pt x="4243502" y="817"/>
                  <a:pt x="4244408" y="752"/>
                  <a:pt x="4245499" y="752"/>
                </a:cubicBezTo>
                <a:cubicBezTo>
                  <a:pt x="4246634" y="752"/>
                  <a:pt x="4247565" y="817"/>
                  <a:pt x="4248291" y="954"/>
                </a:cubicBezTo>
                <a:cubicBezTo>
                  <a:pt x="4249017" y="1046"/>
                  <a:pt x="4249585" y="1183"/>
                  <a:pt x="4249994" y="1363"/>
                </a:cubicBezTo>
                <a:cubicBezTo>
                  <a:pt x="4250403" y="1500"/>
                  <a:pt x="4250697" y="1726"/>
                  <a:pt x="4250877" y="2043"/>
                </a:cubicBezTo>
                <a:cubicBezTo>
                  <a:pt x="4251106" y="2317"/>
                  <a:pt x="4251220" y="2612"/>
                  <a:pt x="4251220" y="2929"/>
                </a:cubicBezTo>
                <a:lnTo>
                  <a:pt x="4251220" y="93646"/>
                </a:lnTo>
                <a:close/>
                <a:moveTo>
                  <a:pt x="4239913" y="50535"/>
                </a:moveTo>
                <a:cubicBezTo>
                  <a:pt x="4236872" y="46766"/>
                  <a:pt x="4233921" y="43905"/>
                  <a:pt x="4231060" y="41954"/>
                </a:cubicBezTo>
                <a:cubicBezTo>
                  <a:pt x="4228246" y="39956"/>
                  <a:pt x="4225294" y="38956"/>
                  <a:pt x="4222208" y="38956"/>
                </a:cubicBezTo>
                <a:cubicBezTo>
                  <a:pt x="4219347" y="38956"/>
                  <a:pt x="4216916" y="39639"/>
                  <a:pt x="4214918" y="40999"/>
                </a:cubicBezTo>
                <a:cubicBezTo>
                  <a:pt x="4212921" y="42362"/>
                  <a:pt x="4211286" y="44157"/>
                  <a:pt x="4210015" y="46380"/>
                </a:cubicBezTo>
                <a:cubicBezTo>
                  <a:pt x="4208789" y="48606"/>
                  <a:pt x="4207883" y="51126"/>
                  <a:pt x="4207292" y="53941"/>
                </a:cubicBezTo>
                <a:cubicBezTo>
                  <a:pt x="4206746" y="56756"/>
                  <a:pt x="4206474" y="59616"/>
                  <a:pt x="4206474" y="62522"/>
                </a:cubicBezTo>
                <a:cubicBezTo>
                  <a:pt x="4206474" y="65608"/>
                  <a:pt x="4206700" y="68629"/>
                  <a:pt x="4207154" y="71580"/>
                </a:cubicBezTo>
                <a:cubicBezTo>
                  <a:pt x="4207654" y="74529"/>
                  <a:pt x="4208495" y="77164"/>
                  <a:pt x="4209675" y="79479"/>
                </a:cubicBezTo>
                <a:cubicBezTo>
                  <a:pt x="4210855" y="81750"/>
                  <a:pt x="4212421" y="83588"/>
                  <a:pt x="4214375" y="84996"/>
                </a:cubicBezTo>
                <a:cubicBezTo>
                  <a:pt x="4216327" y="86357"/>
                  <a:pt x="4218779" y="87039"/>
                  <a:pt x="4221731" y="87039"/>
                </a:cubicBezTo>
                <a:cubicBezTo>
                  <a:pt x="4223228" y="87039"/>
                  <a:pt x="4224659" y="86834"/>
                  <a:pt x="4226020" y="86425"/>
                </a:cubicBezTo>
                <a:cubicBezTo>
                  <a:pt x="4227428" y="86016"/>
                  <a:pt x="4228857" y="85336"/>
                  <a:pt x="4230312" y="84382"/>
                </a:cubicBezTo>
                <a:cubicBezTo>
                  <a:pt x="4231763" y="83430"/>
                  <a:pt x="4233283" y="82205"/>
                  <a:pt x="4234875" y="80704"/>
                </a:cubicBezTo>
                <a:cubicBezTo>
                  <a:pt x="4236464" y="79161"/>
                  <a:pt x="4238144" y="77278"/>
                  <a:pt x="4239913" y="75052"/>
                </a:cubicBezTo>
                <a:lnTo>
                  <a:pt x="4239913" y="50535"/>
                </a:lnTo>
                <a:close/>
                <a:moveTo>
                  <a:pt x="4359913" y="62182"/>
                </a:moveTo>
                <a:cubicBezTo>
                  <a:pt x="4359913" y="67494"/>
                  <a:pt x="4359322" y="72283"/>
                  <a:pt x="4358142" y="76550"/>
                </a:cubicBezTo>
                <a:cubicBezTo>
                  <a:pt x="4357007" y="80773"/>
                  <a:pt x="4355304" y="84382"/>
                  <a:pt x="4353035" y="87379"/>
                </a:cubicBezTo>
                <a:cubicBezTo>
                  <a:pt x="4350809" y="90377"/>
                  <a:pt x="4348063" y="92669"/>
                  <a:pt x="4344794" y="94257"/>
                </a:cubicBezTo>
                <a:cubicBezTo>
                  <a:pt x="4341525" y="95846"/>
                  <a:pt x="4337779" y="96641"/>
                  <a:pt x="4333556" y="96641"/>
                </a:cubicBezTo>
                <a:cubicBezTo>
                  <a:pt x="4331604" y="96641"/>
                  <a:pt x="4329790" y="96438"/>
                  <a:pt x="4328110" y="96029"/>
                </a:cubicBezTo>
                <a:cubicBezTo>
                  <a:pt x="4326475" y="95666"/>
                  <a:pt x="4324863" y="95052"/>
                  <a:pt x="4323275" y="94189"/>
                </a:cubicBezTo>
                <a:cubicBezTo>
                  <a:pt x="4321686" y="93326"/>
                  <a:pt x="4320094" y="92237"/>
                  <a:pt x="4318505" y="90920"/>
                </a:cubicBezTo>
                <a:cubicBezTo>
                  <a:pt x="4316917" y="89605"/>
                  <a:pt x="4315236" y="88014"/>
                  <a:pt x="4313468" y="86154"/>
                </a:cubicBezTo>
                <a:lnTo>
                  <a:pt x="4313468" y="93646"/>
                </a:lnTo>
                <a:cubicBezTo>
                  <a:pt x="4313468" y="94009"/>
                  <a:pt x="4313376" y="94326"/>
                  <a:pt x="4313193" y="94598"/>
                </a:cubicBezTo>
                <a:cubicBezTo>
                  <a:pt x="4313013" y="94872"/>
                  <a:pt x="4312716" y="95098"/>
                  <a:pt x="4312308" y="95280"/>
                </a:cubicBezTo>
                <a:cubicBezTo>
                  <a:pt x="4311899" y="95415"/>
                  <a:pt x="4311379" y="95529"/>
                  <a:pt x="4310742" y="95621"/>
                </a:cubicBezTo>
                <a:cubicBezTo>
                  <a:pt x="4310153" y="95712"/>
                  <a:pt x="4309381" y="95755"/>
                  <a:pt x="4308427" y="95755"/>
                </a:cubicBezTo>
                <a:cubicBezTo>
                  <a:pt x="4307518" y="95755"/>
                  <a:pt x="4306747" y="95712"/>
                  <a:pt x="4306112" y="95621"/>
                </a:cubicBezTo>
                <a:cubicBezTo>
                  <a:pt x="4305475" y="95529"/>
                  <a:pt x="4304952" y="95415"/>
                  <a:pt x="4304544" y="95280"/>
                </a:cubicBezTo>
                <a:cubicBezTo>
                  <a:pt x="4304135" y="95098"/>
                  <a:pt x="4303864" y="94872"/>
                  <a:pt x="4303726" y="94598"/>
                </a:cubicBezTo>
                <a:cubicBezTo>
                  <a:pt x="4303592" y="94326"/>
                  <a:pt x="4303524" y="94009"/>
                  <a:pt x="4303524" y="93646"/>
                </a:cubicBezTo>
                <a:lnTo>
                  <a:pt x="4303524" y="2657"/>
                </a:lnTo>
                <a:cubicBezTo>
                  <a:pt x="4303524" y="2295"/>
                  <a:pt x="4303592" y="1977"/>
                  <a:pt x="4303726" y="1703"/>
                </a:cubicBezTo>
                <a:cubicBezTo>
                  <a:pt x="4303909" y="1432"/>
                  <a:pt x="4304204" y="1206"/>
                  <a:pt x="4304612" y="1023"/>
                </a:cubicBezTo>
                <a:cubicBezTo>
                  <a:pt x="4305067" y="840"/>
                  <a:pt x="4305658" y="706"/>
                  <a:pt x="4306384" y="614"/>
                </a:cubicBezTo>
                <a:cubicBezTo>
                  <a:pt x="4307110" y="523"/>
                  <a:pt x="4308018" y="477"/>
                  <a:pt x="4309107" y="477"/>
                </a:cubicBezTo>
                <a:cubicBezTo>
                  <a:pt x="4310242" y="477"/>
                  <a:pt x="4311173" y="523"/>
                  <a:pt x="4311899" y="614"/>
                </a:cubicBezTo>
                <a:cubicBezTo>
                  <a:pt x="4312628" y="706"/>
                  <a:pt x="4313193" y="840"/>
                  <a:pt x="4313602" y="1023"/>
                </a:cubicBezTo>
                <a:cubicBezTo>
                  <a:pt x="4314011" y="1206"/>
                  <a:pt x="4314305" y="1432"/>
                  <a:pt x="4314488" y="1703"/>
                </a:cubicBezTo>
                <a:cubicBezTo>
                  <a:pt x="4314671" y="1977"/>
                  <a:pt x="4314759" y="2295"/>
                  <a:pt x="4314759" y="2657"/>
                </a:cubicBezTo>
                <a:lnTo>
                  <a:pt x="4314759" y="39365"/>
                </a:lnTo>
                <a:cubicBezTo>
                  <a:pt x="4316577" y="37505"/>
                  <a:pt x="4318325" y="35939"/>
                  <a:pt x="4320006" y="34667"/>
                </a:cubicBezTo>
                <a:cubicBezTo>
                  <a:pt x="4321729" y="33396"/>
                  <a:pt x="4323409" y="32373"/>
                  <a:pt x="4325043" y="31601"/>
                </a:cubicBezTo>
                <a:cubicBezTo>
                  <a:pt x="4326678" y="30784"/>
                  <a:pt x="4328312" y="30195"/>
                  <a:pt x="4329947" y="29832"/>
                </a:cubicBezTo>
                <a:cubicBezTo>
                  <a:pt x="4331581" y="29467"/>
                  <a:pt x="4333307" y="29287"/>
                  <a:pt x="4335125" y="29287"/>
                </a:cubicBezTo>
                <a:cubicBezTo>
                  <a:pt x="4339574" y="29287"/>
                  <a:pt x="4343363" y="30172"/>
                  <a:pt x="4346498" y="31941"/>
                </a:cubicBezTo>
                <a:cubicBezTo>
                  <a:pt x="4349675" y="33713"/>
                  <a:pt x="4352241" y="36096"/>
                  <a:pt x="4354193" y="39093"/>
                </a:cubicBezTo>
                <a:cubicBezTo>
                  <a:pt x="4356190" y="42045"/>
                  <a:pt x="4357642" y="45517"/>
                  <a:pt x="4358550" y="49512"/>
                </a:cubicBezTo>
                <a:cubicBezTo>
                  <a:pt x="4359459" y="53510"/>
                  <a:pt x="4359913" y="57730"/>
                  <a:pt x="4359913" y="62182"/>
                </a:cubicBezTo>
                <a:close/>
                <a:moveTo>
                  <a:pt x="4348063" y="63474"/>
                </a:moveTo>
                <a:cubicBezTo>
                  <a:pt x="4348063" y="60342"/>
                  <a:pt x="4347815" y="57299"/>
                  <a:pt x="4347315" y="54350"/>
                </a:cubicBezTo>
                <a:cubicBezTo>
                  <a:pt x="4346860" y="51398"/>
                  <a:pt x="4346043" y="48786"/>
                  <a:pt x="4344863" y="46517"/>
                </a:cubicBezTo>
                <a:cubicBezTo>
                  <a:pt x="4343683" y="44246"/>
                  <a:pt x="4342117" y="42431"/>
                  <a:pt x="4340162" y="41068"/>
                </a:cubicBezTo>
                <a:cubicBezTo>
                  <a:pt x="4338211" y="39662"/>
                  <a:pt x="4335782" y="38956"/>
                  <a:pt x="4332876" y="38956"/>
                </a:cubicBezTo>
                <a:cubicBezTo>
                  <a:pt x="4331424" y="38956"/>
                  <a:pt x="4329993" y="39162"/>
                  <a:pt x="4328587" y="39571"/>
                </a:cubicBezTo>
                <a:cubicBezTo>
                  <a:pt x="4327178" y="39979"/>
                  <a:pt x="4325746" y="40659"/>
                  <a:pt x="4324295" y="41614"/>
                </a:cubicBezTo>
                <a:cubicBezTo>
                  <a:pt x="4322843" y="42565"/>
                  <a:pt x="4321320" y="43791"/>
                  <a:pt x="4319731" y="45291"/>
                </a:cubicBezTo>
                <a:cubicBezTo>
                  <a:pt x="4318188" y="46789"/>
                  <a:pt x="4316531" y="48675"/>
                  <a:pt x="4314759" y="50944"/>
                </a:cubicBezTo>
                <a:lnTo>
                  <a:pt x="4314759" y="75392"/>
                </a:lnTo>
                <a:cubicBezTo>
                  <a:pt x="4317848" y="79161"/>
                  <a:pt x="4320800" y="82045"/>
                  <a:pt x="4323615" y="84042"/>
                </a:cubicBezTo>
                <a:cubicBezTo>
                  <a:pt x="4326429" y="85994"/>
                  <a:pt x="4329358" y="86971"/>
                  <a:pt x="4332399" y="86971"/>
                </a:cubicBezTo>
                <a:cubicBezTo>
                  <a:pt x="4335213" y="86971"/>
                  <a:pt x="4337619" y="86291"/>
                  <a:pt x="4339620" y="84928"/>
                </a:cubicBezTo>
                <a:cubicBezTo>
                  <a:pt x="4341617" y="83565"/>
                  <a:pt x="4343229" y="81773"/>
                  <a:pt x="4344454" y="79547"/>
                </a:cubicBezTo>
                <a:cubicBezTo>
                  <a:pt x="4345726" y="77278"/>
                  <a:pt x="4346632" y="74758"/>
                  <a:pt x="4347178" y="71989"/>
                </a:cubicBezTo>
                <a:cubicBezTo>
                  <a:pt x="4347769" y="69172"/>
                  <a:pt x="4348063" y="66334"/>
                  <a:pt x="4348063" y="63474"/>
                </a:cubicBezTo>
                <a:close/>
                <a:moveTo>
                  <a:pt x="4422979" y="93712"/>
                </a:moveTo>
                <a:cubicBezTo>
                  <a:pt x="4422979" y="94257"/>
                  <a:pt x="4422796" y="94666"/>
                  <a:pt x="4422433" y="94938"/>
                </a:cubicBezTo>
                <a:cubicBezTo>
                  <a:pt x="4422070" y="95212"/>
                  <a:pt x="4421570" y="95415"/>
                  <a:pt x="4420935" y="95552"/>
                </a:cubicBezTo>
                <a:cubicBezTo>
                  <a:pt x="4420301" y="95689"/>
                  <a:pt x="4419369" y="95755"/>
                  <a:pt x="4418144" y="95755"/>
                </a:cubicBezTo>
                <a:cubicBezTo>
                  <a:pt x="4416963" y="95755"/>
                  <a:pt x="4416009" y="95689"/>
                  <a:pt x="4415283" y="95552"/>
                </a:cubicBezTo>
                <a:cubicBezTo>
                  <a:pt x="4414600" y="95415"/>
                  <a:pt x="4414103" y="95212"/>
                  <a:pt x="4413783" y="94938"/>
                </a:cubicBezTo>
                <a:cubicBezTo>
                  <a:pt x="4413466" y="94666"/>
                  <a:pt x="4413309" y="94257"/>
                  <a:pt x="4413309" y="93712"/>
                </a:cubicBezTo>
                <a:lnTo>
                  <a:pt x="4413309" y="87582"/>
                </a:lnTo>
                <a:cubicBezTo>
                  <a:pt x="4410628" y="90443"/>
                  <a:pt x="4407631" y="92669"/>
                  <a:pt x="4404319" y="94257"/>
                </a:cubicBezTo>
                <a:cubicBezTo>
                  <a:pt x="4401050" y="95846"/>
                  <a:pt x="4397575" y="96641"/>
                  <a:pt x="4393898" y="96641"/>
                </a:cubicBezTo>
                <a:cubicBezTo>
                  <a:pt x="4390674" y="96641"/>
                  <a:pt x="4387746" y="96209"/>
                  <a:pt x="4385111" y="95346"/>
                </a:cubicBezTo>
                <a:cubicBezTo>
                  <a:pt x="4382525" y="94529"/>
                  <a:pt x="4380299" y="93326"/>
                  <a:pt x="4378439" y="91737"/>
                </a:cubicBezTo>
                <a:cubicBezTo>
                  <a:pt x="4376621" y="90148"/>
                  <a:pt x="4375193" y="88197"/>
                  <a:pt x="4374147" y="85882"/>
                </a:cubicBezTo>
                <a:cubicBezTo>
                  <a:pt x="4373149" y="83565"/>
                  <a:pt x="4372649" y="80933"/>
                  <a:pt x="4372649" y="77981"/>
                </a:cubicBezTo>
                <a:cubicBezTo>
                  <a:pt x="4372649" y="74529"/>
                  <a:pt x="4373352" y="71535"/>
                  <a:pt x="4374761" y="68991"/>
                </a:cubicBezTo>
                <a:cubicBezTo>
                  <a:pt x="4376167" y="66448"/>
                  <a:pt x="4378187" y="64337"/>
                  <a:pt x="4380822" y="62656"/>
                </a:cubicBezTo>
                <a:cubicBezTo>
                  <a:pt x="4383456" y="60976"/>
                  <a:pt x="4386680" y="59730"/>
                  <a:pt x="4390492" y="58913"/>
                </a:cubicBezTo>
                <a:cubicBezTo>
                  <a:pt x="4394306" y="58050"/>
                  <a:pt x="4398598" y="57619"/>
                  <a:pt x="4403365" y="57619"/>
                </a:cubicBezTo>
                <a:lnTo>
                  <a:pt x="4411809" y="57619"/>
                </a:lnTo>
                <a:lnTo>
                  <a:pt x="4411809" y="52849"/>
                </a:lnTo>
                <a:cubicBezTo>
                  <a:pt x="4411809" y="50489"/>
                  <a:pt x="4411560" y="48400"/>
                  <a:pt x="4411060" y="46586"/>
                </a:cubicBezTo>
                <a:cubicBezTo>
                  <a:pt x="4410560" y="44768"/>
                  <a:pt x="4409743" y="43271"/>
                  <a:pt x="4408608" y="42091"/>
                </a:cubicBezTo>
                <a:cubicBezTo>
                  <a:pt x="4407519" y="40865"/>
                  <a:pt x="4406088" y="39956"/>
                  <a:pt x="4404319" y="39365"/>
                </a:cubicBezTo>
                <a:cubicBezTo>
                  <a:pt x="4402547" y="38731"/>
                  <a:pt x="4400367" y="38413"/>
                  <a:pt x="4397781" y="38413"/>
                </a:cubicBezTo>
                <a:cubicBezTo>
                  <a:pt x="4395009" y="38413"/>
                  <a:pt x="4392512" y="38753"/>
                  <a:pt x="4390289" y="39433"/>
                </a:cubicBezTo>
                <a:cubicBezTo>
                  <a:pt x="4388108" y="40071"/>
                  <a:pt x="4386180" y="40797"/>
                  <a:pt x="4384499" y="41614"/>
                </a:cubicBezTo>
                <a:cubicBezTo>
                  <a:pt x="4382865" y="42385"/>
                  <a:pt x="4381479" y="43111"/>
                  <a:pt x="4380345" y="43791"/>
                </a:cubicBezTo>
                <a:cubicBezTo>
                  <a:pt x="4379256" y="44428"/>
                  <a:pt x="4378439" y="44746"/>
                  <a:pt x="4377893" y="44746"/>
                </a:cubicBezTo>
                <a:cubicBezTo>
                  <a:pt x="4377530" y="44746"/>
                  <a:pt x="4377213" y="44654"/>
                  <a:pt x="4376938" y="44474"/>
                </a:cubicBezTo>
                <a:cubicBezTo>
                  <a:pt x="4376667" y="44291"/>
                  <a:pt x="4376418" y="44020"/>
                  <a:pt x="4376190" y="43657"/>
                </a:cubicBezTo>
                <a:cubicBezTo>
                  <a:pt x="4376010" y="43294"/>
                  <a:pt x="4375873" y="42840"/>
                  <a:pt x="4375781" y="42294"/>
                </a:cubicBezTo>
                <a:cubicBezTo>
                  <a:pt x="4375693" y="41705"/>
                  <a:pt x="4375647" y="41068"/>
                  <a:pt x="4375647" y="40388"/>
                </a:cubicBezTo>
                <a:cubicBezTo>
                  <a:pt x="4375647" y="39253"/>
                  <a:pt x="4375713" y="38368"/>
                  <a:pt x="4375850" y="37730"/>
                </a:cubicBezTo>
                <a:cubicBezTo>
                  <a:pt x="4376033" y="37050"/>
                  <a:pt x="4376418" y="36413"/>
                  <a:pt x="4377007" y="35824"/>
                </a:cubicBezTo>
                <a:cubicBezTo>
                  <a:pt x="4377644" y="35233"/>
                  <a:pt x="4378710" y="34553"/>
                  <a:pt x="4380207" y="33781"/>
                </a:cubicBezTo>
                <a:cubicBezTo>
                  <a:pt x="4381708" y="32964"/>
                  <a:pt x="4383434" y="32238"/>
                  <a:pt x="4385385" y="31601"/>
                </a:cubicBezTo>
                <a:cubicBezTo>
                  <a:pt x="4387337" y="30921"/>
                  <a:pt x="4389471" y="30375"/>
                  <a:pt x="4391786" y="29967"/>
                </a:cubicBezTo>
                <a:cubicBezTo>
                  <a:pt x="4394103" y="29512"/>
                  <a:pt x="4396441" y="29287"/>
                  <a:pt x="4398801" y="29287"/>
                </a:cubicBezTo>
                <a:cubicBezTo>
                  <a:pt x="4403205" y="29287"/>
                  <a:pt x="4406951" y="29787"/>
                  <a:pt x="4410040" y="30784"/>
                </a:cubicBezTo>
                <a:cubicBezTo>
                  <a:pt x="4413126" y="31784"/>
                  <a:pt x="4415623" y="33258"/>
                  <a:pt x="4417529" y="35210"/>
                </a:cubicBezTo>
                <a:cubicBezTo>
                  <a:pt x="4419438" y="37119"/>
                  <a:pt x="4420821" y="39502"/>
                  <a:pt x="4421684" y="42362"/>
                </a:cubicBezTo>
                <a:cubicBezTo>
                  <a:pt x="4422547" y="45223"/>
                  <a:pt x="4422979" y="48560"/>
                  <a:pt x="4422979" y="52375"/>
                </a:cubicBezTo>
                <a:lnTo>
                  <a:pt x="4422979" y="93712"/>
                </a:lnTo>
                <a:close/>
                <a:moveTo>
                  <a:pt x="4411809" y="65722"/>
                </a:moveTo>
                <a:lnTo>
                  <a:pt x="4402207" y="65722"/>
                </a:lnTo>
                <a:cubicBezTo>
                  <a:pt x="4399118" y="65722"/>
                  <a:pt x="4396441" y="65994"/>
                  <a:pt x="4394169" y="66540"/>
                </a:cubicBezTo>
                <a:cubicBezTo>
                  <a:pt x="4391900" y="67040"/>
                  <a:pt x="4390014" y="67811"/>
                  <a:pt x="4388517" y="68854"/>
                </a:cubicBezTo>
                <a:cubicBezTo>
                  <a:pt x="4387020" y="69854"/>
                  <a:pt x="4385908" y="71080"/>
                  <a:pt x="4385180" y="72532"/>
                </a:cubicBezTo>
                <a:cubicBezTo>
                  <a:pt x="4384499" y="73941"/>
                  <a:pt x="4384159" y="75575"/>
                  <a:pt x="4384159" y="77435"/>
                </a:cubicBezTo>
                <a:cubicBezTo>
                  <a:pt x="4384159" y="80613"/>
                  <a:pt x="4385157" y="83156"/>
                  <a:pt x="4387154" y="85065"/>
                </a:cubicBezTo>
                <a:cubicBezTo>
                  <a:pt x="4389197" y="86925"/>
                  <a:pt x="4392038" y="87857"/>
                  <a:pt x="4395669" y="87857"/>
                </a:cubicBezTo>
                <a:cubicBezTo>
                  <a:pt x="4398618" y="87857"/>
                  <a:pt x="4401344" y="87108"/>
                  <a:pt x="4403842" y="85608"/>
                </a:cubicBezTo>
                <a:cubicBezTo>
                  <a:pt x="4406382" y="84111"/>
                  <a:pt x="4409040" y="81819"/>
                  <a:pt x="4411809" y="78730"/>
                </a:cubicBezTo>
                <a:lnTo>
                  <a:pt x="4411809" y="65722"/>
                </a:lnTo>
                <a:close/>
                <a:moveTo>
                  <a:pt x="4487678" y="84313"/>
                </a:moveTo>
                <a:cubicBezTo>
                  <a:pt x="4487678" y="85088"/>
                  <a:pt x="4487655" y="85768"/>
                  <a:pt x="4487609" y="86357"/>
                </a:cubicBezTo>
                <a:cubicBezTo>
                  <a:pt x="4487564" y="86902"/>
                  <a:pt x="4487472" y="87379"/>
                  <a:pt x="4487338" y="87788"/>
                </a:cubicBezTo>
                <a:cubicBezTo>
                  <a:pt x="4487247" y="88151"/>
                  <a:pt x="4487109" y="88491"/>
                  <a:pt x="4486929" y="88808"/>
                </a:cubicBezTo>
                <a:cubicBezTo>
                  <a:pt x="4486792" y="89083"/>
                  <a:pt x="4486429" y="89514"/>
                  <a:pt x="4485838" y="90103"/>
                </a:cubicBezTo>
                <a:cubicBezTo>
                  <a:pt x="4485295" y="90648"/>
                  <a:pt x="4484340" y="91351"/>
                  <a:pt x="4482977" y="92214"/>
                </a:cubicBezTo>
                <a:cubicBezTo>
                  <a:pt x="4481617" y="93032"/>
                  <a:pt x="4480071" y="93780"/>
                  <a:pt x="4478348" y="94463"/>
                </a:cubicBezTo>
                <a:cubicBezTo>
                  <a:pt x="4476668" y="95098"/>
                  <a:pt x="4474828" y="95621"/>
                  <a:pt x="4472830" y="96029"/>
                </a:cubicBezTo>
                <a:cubicBezTo>
                  <a:pt x="4470833" y="96438"/>
                  <a:pt x="4468767" y="96641"/>
                  <a:pt x="4466633" y="96641"/>
                </a:cubicBezTo>
                <a:cubicBezTo>
                  <a:pt x="4462229" y="96641"/>
                  <a:pt x="4458326" y="95915"/>
                  <a:pt x="4454920" y="94463"/>
                </a:cubicBezTo>
                <a:cubicBezTo>
                  <a:pt x="4451514" y="93009"/>
                  <a:pt x="4448653" y="90897"/>
                  <a:pt x="4446339" y="88128"/>
                </a:cubicBezTo>
                <a:cubicBezTo>
                  <a:pt x="4444067" y="85314"/>
                  <a:pt x="4442321" y="81885"/>
                  <a:pt x="4441095" y="77844"/>
                </a:cubicBezTo>
                <a:cubicBezTo>
                  <a:pt x="4439912" y="73758"/>
                  <a:pt x="4439323" y="69060"/>
                  <a:pt x="4439323" y="63748"/>
                </a:cubicBezTo>
                <a:cubicBezTo>
                  <a:pt x="4439323" y="57707"/>
                  <a:pt x="4440049" y="52532"/>
                  <a:pt x="4441504" y="48220"/>
                </a:cubicBezTo>
                <a:cubicBezTo>
                  <a:pt x="4443001" y="43860"/>
                  <a:pt x="4445021" y="40296"/>
                  <a:pt x="4447564" y="37528"/>
                </a:cubicBezTo>
                <a:cubicBezTo>
                  <a:pt x="4450153" y="34759"/>
                  <a:pt x="4453171" y="32716"/>
                  <a:pt x="4456623" y="31398"/>
                </a:cubicBezTo>
                <a:cubicBezTo>
                  <a:pt x="4460117" y="30035"/>
                  <a:pt x="4463886" y="29355"/>
                  <a:pt x="4467927" y="29355"/>
                </a:cubicBezTo>
                <a:cubicBezTo>
                  <a:pt x="4469879" y="29355"/>
                  <a:pt x="4471765" y="29535"/>
                  <a:pt x="4473579" y="29898"/>
                </a:cubicBezTo>
                <a:cubicBezTo>
                  <a:pt x="4475442" y="30264"/>
                  <a:pt x="4477145" y="30738"/>
                  <a:pt x="4478688" y="31330"/>
                </a:cubicBezTo>
                <a:cubicBezTo>
                  <a:pt x="4480231" y="31918"/>
                  <a:pt x="4481594" y="32601"/>
                  <a:pt x="4482775" y="33373"/>
                </a:cubicBezTo>
                <a:cubicBezTo>
                  <a:pt x="4484000" y="34144"/>
                  <a:pt x="4484886" y="34801"/>
                  <a:pt x="4485429" y="35347"/>
                </a:cubicBezTo>
                <a:cubicBezTo>
                  <a:pt x="4485975" y="35893"/>
                  <a:pt x="4486338" y="36325"/>
                  <a:pt x="4486521" y="36642"/>
                </a:cubicBezTo>
                <a:cubicBezTo>
                  <a:pt x="4486746" y="36959"/>
                  <a:pt x="4486929" y="37345"/>
                  <a:pt x="4487064" y="37799"/>
                </a:cubicBezTo>
                <a:cubicBezTo>
                  <a:pt x="4487201" y="38208"/>
                  <a:pt x="4487292" y="38685"/>
                  <a:pt x="4487338" y="39231"/>
                </a:cubicBezTo>
                <a:cubicBezTo>
                  <a:pt x="4487384" y="39774"/>
                  <a:pt x="4487407" y="40456"/>
                  <a:pt x="4487407" y="41274"/>
                </a:cubicBezTo>
                <a:cubicBezTo>
                  <a:pt x="4487407" y="43043"/>
                  <a:pt x="4487201" y="44291"/>
                  <a:pt x="4486792" y="45017"/>
                </a:cubicBezTo>
                <a:cubicBezTo>
                  <a:pt x="4486384" y="45700"/>
                  <a:pt x="4485884" y="46040"/>
                  <a:pt x="4485295" y="46040"/>
                </a:cubicBezTo>
                <a:cubicBezTo>
                  <a:pt x="4484612" y="46040"/>
                  <a:pt x="4483818" y="45677"/>
                  <a:pt x="4482909" y="44951"/>
                </a:cubicBezTo>
                <a:cubicBezTo>
                  <a:pt x="4482049" y="44180"/>
                  <a:pt x="4480934" y="43340"/>
                  <a:pt x="4479574" y="42431"/>
                </a:cubicBezTo>
                <a:cubicBezTo>
                  <a:pt x="4478211" y="41522"/>
                  <a:pt x="4476554" y="40705"/>
                  <a:pt x="4474602" y="39979"/>
                </a:cubicBezTo>
                <a:cubicBezTo>
                  <a:pt x="4472693" y="39208"/>
                  <a:pt x="4470424" y="38822"/>
                  <a:pt x="4467790" y="38822"/>
                </a:cubicBezTo>
                <a:cubicBezTo>
                  <a:pt x="4462389" y="38822"/>
                  <a:pt x="4458234" y="40911"/>
                  <a:pt x="4455328" y="45086"/>
                </a:cubicBezTo>
                <a:cubicBezTo>
                  <a:pt x="4452468" y="49218"/>
                  <a:pt x="4451036" y="55235"/>
                  <a:pt x="4451036" y="63134"/>
                </a:cubicBezTo>
                <a:cubicBezTo>
                  <a:pt x="4451036" y="67086"/>
                  <a:pt x="4451402" y="70557"/>
                  <a:pt x="4452128" y="73555"/>
                </a:cubicBezTo>
                <a:cubicBezTo>
                  <a:pt x="4452899" y="76507"/>
                  <a:pt x="4454011" y="78978"/>
                  <a:pt x="4455465" y="80979"/>
                </a:cubicBezTo>
                <a:cubicBezTo>
                  <a:pt x="4456917" y="82976"/>
                  <a:pt x="4458689" y="84473"/>
                  <a:pt x="4460778" y="85474"/>
                </a:cubicBezTo>
                <a:cubicBezTo>
                  <a:pt x="4462909" y="86425"/>
                  <a:pt x="4465338" y="86902"/>
                  <a:pt x="4468064" y="86902"/>
                </a:cubicBezTo>
                <a:cubicBezTo>
                  <a:pt x="4470653" y="86902"/>
                  <a:pt x="4472922" y="86494"/>
                  <a:pt x="4474874" y="85676"/>
                </a:cubicBezTo>
                <a:cubicBezTo>
                  <a:pt x="4476825" y="84859"/>
                  <a:pt x="4478505" y="83973"/>
                  <a:pt x="4479914" y="83022"/>
                </a:cubicBezTo>
                <a:cubicBezTo>
                  <a:pt x="4481366" y="82022"/>
                  <a:pt x="4482569" y="81136"/>
                  <a:pt x="4483523" y="80364"/>
                </a:cubicBezTo>
                <a:cubicBezTo>
                  <a:pt x="4484523" y="79547"/>
                  <a:pt x="4485295" y="79138"/>
                  <a:pt x="4485838" y="79138"/>
                </a:cubicBezTo>
                <a:cubicBezTo>
                  <a:pt x="4486158" y="79138"/>
                  <a:pt x="4486429" y="79230"/>
                  <a:pt x="4486655" y="79410"/>
                </a:cubicBezTo>
                <a:cubicBezTo>
                  <a:pt x="4486884" y="79593"/>
                  <a:pt x="4487064" y="79910"/>
                  <a:pt x="4487201" y="80364"/>
                </a:cubicBezTo>
                <a:cubicBezTo>
                  <a:pt x="4487384" y="80773"/>
                  <a:pt x="4487495" y="81319"/>
                  <a:pt x="4487541" y="81999"/>
                </a:cubicBezTo>
                <a:cubicBezTo>
                  <a:pt x="4487632" y="82636"/>
                  <a:pt x="4487678" y="83408"/>
                  <a:pt x="4487678" y="84313"/>
                </a:cubicBezTo>
                <a:close/>
                <a:moveTo>
                  <a:pt x="4552923" y="93577"/>
                </a:moveTo>
                <a:cubicBezTo>
                  <a:pt x="4552923" y="93940"/>
                  <a:pt x="4552832" y="94257"/>
                  <a:pt x="4552649" y="94529"/>
                </a:cubicBezTo>
                <a:cubicBezTo>
                  <a:pt x="4552469" y="94803"/>
                  <a:pt x="4552149" y="95029"/>
                  <a:pt x="4551695" y="95212"/>
                </a:cubicBezTo>
                <a:cubicBezTo>
                  <a:pt x="4551289" y="95392"/>
                  <a:pt x="4550697" y="95529"/>
                  <a:pt x="4549926" y="95621"/>
                </a:cubicBezTo>
                <a:cubicBezTo>
                  <a:pt x="4549154" y="95712"/>
                  <a:pt x="4548177" y="95755"/>
                  <a:pt x="4546997" y="95755"/>
                </a:cubicBezTo>
                <a:cubicBezTo>
                  <a:pt x="4545771" y="95755"/>
                  <a:pt x="4544748" y="95712"/>
                  <a:pt x="4543931" y="95621"/>
                </a:cubicBezTo>
                <a:cubicBezTo>
                  <a:pt x="4543159" y="95575"/>
                  <a:pt x="4542502" y="95483"/>
                  <a:pt x="4541956" y="95346"/>
                </a:cubicBezTo>
                <a:cubicBezTo>
                  <a:pt x="4541413" y="95166"/>
                  <a:pt x="4540959" y="94938"/>
                  <a:pt x="4540596" y="94666"/>
                </a:cubicBezTo>
                <a:cubicBezTo>
                  <a:pt x="4540276" y="94349"/>
                  <a:pt x="4539982" y="93986"/>
                  <a:pt x="4539710" y="93577"/>
                </a:cubicBezTo>
                <a:lnTo>
                  <a:pt x="4513830" y="59662"/>
                </a:lnTo>
                <a:lnTo>
                  <a:pt x="4513830" y="93646"/>
                </a:lnTo>
                <a:cubicBezTo>
                  <a:pt x="4513830" y="94009"/>
                  <a:pt x="4513738" y="94326"/>
                  <a:pt x="4513558" y="94598"/>
                </a:cubicBezTo>
                <a:cubicBezTo>
                  <a:pt x="4513376" y="94826"/>
                  <a:pt x="4513081" y="95029"/>
                  <a:pt x="4512673" y="95212"/>
                </a:cubicBezTo>
                <a:cubicBezTo>
                  <a:pt x="4512264" y="95392"/>
                  <a:pt x="4511695" y="95529"/>
                  <a:pt x="4510970" y="95621"/>
                </a:cubicBezTo>
                <a:cubicBezTo>
                  <a:pt x="4510244" y="95712"/>
                  <a:pt x="4509312" y="95755"/>
                  <a:pt x="4508178" y="95755"/>
                </a:cubicBezTo>
                <a:cubicBezTo>
                  <a:pt x="4507086" y="95755"/>
                  <a:pt x="4506180" y="95712"/>
                  <a:pt x="4505452" y="95621"/>
                </a:cubicBezTo>
                <a:cubicBezTo>
                  <a:pt x="4504726" y="95529"/>
                  <a:pt x="4504137" y="95392"/>
                  <a:pt x="4503683" y="95212"/>
                </a:cubicBezTo>
                <a:cubicBezTo>
                  <a:pt x="4503274" y="95029"/>
                  <a:pt x="4502977" y="94826"/>
                  <a:pt x="4502797" y="94598"/>
                </a:cubicBezTo>
                <a:cubicBezTo>
                  <a:pt x="4502660" y="94326"/>
                  <a:pt x="4502591" y="94009"/>
                  <a:pt x="4502591" y="93646"/>
                </a:cubicBezTo>
                <a:lnTo>
                  <a:pt x="4502591" y="2657"/>
                </a:lnTo>
                <a:cubicBezTo>
                  <a:pt x="4502591" y="2295"/>
                  <a:pt x="4502660" y="1977"/>
                  <a:pt x="4502797" y="1703"/>
                </a:cubicBezTo>
                <a:cubicBezTo>
                  <a:pt x="4502977" y="1432"/>
                  <a:pt x="4503274" y="1206"/>
                  <a:pt x="4503683" y="1023"/>
                </a:cubicBezTo>
                <a:cubicBezTo>
                  <a:pt x="4504137" y="840"/>
                  <a:pt x="4504726" y="706"/>
                  <a:pt x="4505452" y="614"/>
                </a:cubicBezTo>
                <a:cubicBezTo>
                  <a:pt x="4506180" y="523"/>
                  <a:pt x="4507086" y="477"/>
                  <a:pt x="4508178" y="477"/>
                </a:cubicBezTo>
                <a:cubicBezTo>
                  <a:pt x="4509312" y="477"/>
                  <a:pt x="4510244" y="523"/>
                  <a:pt x="4510970" y="614"/>
                </a:cubicBezTo>
                <a:cubicBezTo>
                  <a:pt x="4511695" y="706"/>
                  <a:pt x="4512264" y="840"/>
                  <a:pt x="4512673" y="1023"/>
                </a:cubicBezTo>
                <a:cubicBezTo>
                  <a:pt x="4513081" y="1206"/>
                  <a:pt x="4513376" y="1432"/>
                  <a:pt x="4513558" y="1703"/>
                </a:cubicBezTo>
                <a:cubicBezTo>
                  <a:pt x="4513738" y="1977"/>
                  <a:pt x="4513830" y="2295"/>
                  <a:pt x="4513830" y="2657"/>
                </a:cubicBezTo>
                <a:lnTo>
                  <a:pt x="4513830" y="58096"/>
                </a:lnTo>
                <a:lnTo>
                  <a:pt x="4536984" y="32624"/>
                </a:lnTo>
                <a:cubicBezTo>
                  <a:pt x="4537350" y="32170"/>
                  <a:pt x="4537736" y="31807"/>
                  <a:pt x="4538144" y="31533"/>
                </a:cubicBezTo>
                <a:cubicBezTo>
                  <a:pt x="4538553" y="31215"/>
                  <a:pt x="4539027" y="30967"/>
                  <a:pt x="4539573" y="30784"/>
                </a:cubicBezTo>
                <a:cubicBezTo>
                  <a:pt x="4540165" y="30558"/>
                  <a:pt x="4540845" y="30421"/>
                  <a:pt x="4541616" y="30375"/>
                </a:cubicBezTo>
                <a:cubicBezTo>
                  <a:pt x="4542388" y="30284"/>
                  <a:pt x="4543319" y="30241"/>
                  <a:pt x="4544408" y="30241"/>
                </a:cubicBezTo>
                <a:cubicBezTo>
                  <a:pt x="4545542" y="30241"/>
                  <a:pt x="4546497" y="30284"/>
                  <a:pt x="4547268" y="30375"/>
                </a:cubicBezTo>
                <a:cubicBezTo>
                  <a:pt x="4548040" y="30421"/>
                  <a:pt x="4548654" y="30535"/>
                  <a:pt x="4549109" y="30715"/>
                </a:cubicBezTo>
                <a:cubicBezTo>
                  <a:pt x="4549609" y="30852"/>
                  <a:pt x="4549949" y="31058"/>
                  <a:pt x="4550129" y="31330"/>
                </a:cubicBezTo>
                <a:cubicBezTo>
                  <a:pt x="4550357" y="31555"/>
                  <a:pt x="4550469" y="31875"/>
                  <a:pt x="4550469" y="32284"/>
                </a:cubicBezTo>
                <a:cubicBezTo>
                  <a:pt x="4550469" y="32827"/>
                  <a:pt x="4550312" y="33373"/>
                  <a:pt x="4549994" y="33919"/>
                </a:cubicBezTo>
                <a:cubicBezTo>
                  <a:pt x="4549720" y="34461"/>
                  <a:pt x="4549243" y="35099"/>
                  <a:pt x="4548563" y="35824"/>
                </a:cubicBezTo>
                <a:lnTo>
                  <a:pt x="4526360" y="58027"/>
                </a:lnTo>
                <a:lnTo>
                  <a:pt x="4551289" y="90377"/>
                </a:lnTo>
                <a:cubicBezTo>
                  <a:pt x="4551877" y="91149"/>
                  <a:pt x="4552286" y="91783"/>
                  <a:pt x="4552512" y="92283"/>
                </a:cubicBezTo>
                <a:cubicBezTo>
                  <a:pt x="4552786" y="92737"/>
                  <a:pt x="4552923" y="93169"/>
                  <a:pt x="4552923" y="93577"/>
                </a:cubicBezTo>
                <a:close/>
                <a:moveTo>
                  <a:pt x="4601821" y="36370"/>
                </a:moveTo>
                <a:cubicBezTo>
                  <a:pt x="4601821" y="37368"/>
                  <a:pt x="4601798" y="38208"/>
                  <a:pt x="4601752" y="38888"/>
                </a:cubicBezTo>
                <a:cubicBezTo>
                  <a:pt x="4601707" y="39571"/>
                  <a:pt x="4601615" y="40114"/>
                  <a:pt x="4601481" y="40522"/>
                </a:cubicBezTo>
                <a:cubicBezTo>
                  <a:pt x="4601344" y="40888"/>
                  <a:pt x="4601164" y="41182"/>
                  <a:pt x="4600935" y="41408"/>
                </a:cubicBezTo>
                <a:cubicBezTo>
                  <a:pt x="4600755" y="41591"/>
                  <a:pt x="4600481" y="41682"/>
                  <a:pt x="4600118" y="41682"/>
                </a:cubicBezTo>
                <a:cubicBezTo>
                  <a:pt x="4599755" y="41682"/>
                  <a:pt x="4599301" y="41591"/>
                  <a:pt x="4598755" y="41408"/>
                </a:cubicBezTo>
                <a:cubicBezTo>
                  <a:pt x="4598258" y="41182"/>
                  <a:pt x="4597666" y="40977"/>
                  <a:pt x="4596986" y="40797"/>
                </a:cubicBezTo>
                <a:cubicBezTo>
                  <a:pt x="4596349" y="40568"/>
                  <a:pt x="4595623" y="40365"/>
                  <a:pt x="4594806" y="40182"/>
                </a:cubicBezTo>
                <a:cubicBezTo>
                  <a:pt x="4593988" y="40002"/>
                  <a:pt x="4593103" y="39911"/>
                  <a:pt x="4592151" y="39911"/>
                </a:cubicBezTo>
                <a:cubicBezTo>
                  <a:pt x="4591014" y="39911"/>
                  <a:pt x="4589902" y="40136"/>
                  <a:pt x="4588814" y="40591"/>
                </a:cubicBezTo>
                <a:cubicBezTo>
                  <a:pt x="4587722" y="41045"/>
                  <a:pt x="4586565" y="41794"/>
                  <a:pt x="4585339" y="42840"/>
                </a:cubicBezTo>
                <a:cubicBezTo>
                  <a:pt x="4584159" y="43883"/>
                  <a:pt x="4582910" y="45269"/>
                  <a:pt x="4581593" y="46994"/>
                </a:cubicBezTo>
                <a:cubicBezTo>
                  <a:pt x="4580278" y="48718"/>
                  <a:pt x="4578824" y="50829"/>
                  <a:pt x="4577235" y="53327"/>
                </a:cubicBezTo>
                <a:lnTo>
                  <a:pt x="4577235" y="93646"/>
                </a:lnTo>
                <a:cubicBezTo>
                  <a:pt x="4577235" y="94009"/>
                  <a:pt x="4577144" y="94326"/>
                  <a:pt x="4576963" y="94598"/>
                </a:cubicBezTo>
                <a:cubicBezTo>
                  <a:pt x="4576781" y="94826"/>
                  <a:pt x="4576486" y="95029"/>
                  <a:pt x="4576078" y="95212"/>
                </a:cubicBezTo>
                <a:cubicBezTo>
                  <a:pt x="4575669" y="95392"/>
                  <a:pt x="4575100" y="95529"/>
                  <a:pt x="4574375" y="95621"/>
                </a:cubicBezTo>
                <a:cubicBezTo>
                  <a:pt x="4573649" y="95712"/>
                  <a:pt x="4572717" y="95755"/>
                  <a:pt x="4571583" y="95755"/>
                </a:cubicBezTo>
                <a:cubicBezTo>
                  <a:pt x="4570494" y="95755"/>
                  <a:pt x="4569585" y="95712"/>
                  <a:pt x="4568860" y="95621"/>
                </a:cubicBezTo>
                <a:cubicBezTo>
                  <a:pt x="4568131" y="95529"/>
                  <a:pt x="4567542" y="95392"/>
                  <a:pt x="4567088" y="95212"/>
                </a:cubicBezTo>
                <a:cubicBezTo>
                  <a:pt x="4566679" y="95029"/>
                  <a:pt x="4566385" y="94826"/>
                  <a:pt x="4566202" y="94598"/>
                </a:cubicBezTo>
                <a:cubicBezTo>
                  <a:pt x="4566065" y="94326"/>
                  <a:pt x="4565999" y="94009"/>
                  <a:pt x="4565999" y="93646"/>
                </a:cubicBezTo>
                <a:lnTo>
                  <a:pt x="4565999" y="32350"/>
                </a:lnTo>
                <a:cubicBezTo>
                  <a:pt x="4565999" y="31987"/>
                  <a:pt x="4566065" y="31693"/>
                  <a:pt x="4566202" y="31467"/>
                </a:cubicBezTo>
                <a:cubicBezTo>
                  <a:pt x="4566339" y="31192"/>
                  <a:pt x="4566611" y="30967"/>
                  <a:pt x="4567019" y="30784"/>
                </a:cubicBezTo>
                <a:cubicBezTo>
                  <a:pt x="4567428" y="30558"/>
                  <a:pt x="4567951" y="30421"/>
                  <a:pt x="4568585" y="30375"/>
                </a:cubicBezTo>
                <a:cubicBezTo>
                  <a:pt x="4569223" y="30284"/>
                  <a:pt x="4570063" y="30241"/>
                  <a:pt x="4571106" y="30241"/>
                </a:cubicBezTo>
                <a:cubicBezTo>
                  <a:pt x="4572106" y="30241"/>
                  <a:pt x="4572923" y="30284"/>
                  <a:pt x="4573557" y="30375"/>
                </a:cubicBezTo>
                <a:cubicBezTo>
                  <a:pt x="4574237" y="30421"/>
                  <a:pt x="4574760" y="30558"/>
                  <a:pt x="4575123" y="30784"/>
                </a:cubicBezTo>
                <a:cubicBezTo>
                  <a:pt x="4575486" y="30967"/>
                  <a:pt x="4575738" y="31192"/>
                  <a:pt x="4575872" y="31467"/>
                </a:cubicBezTo>
                <a:cubicBezTo>
                  <a:pt x="4576055" y="31693"/>
                  <a:pt x="4576146" y="31987"/>
                  <a:pt x="4576146" y="32350"/>
                </a:cubicBezTo>
                <a:lnTo>
                  <a:pt x="4576146" y="41274"/>
                </a:lnTo>
                <a:cubicBezTo>
                  <a:pt x="4577826" y="38822"/>
                  <a:pt x="4579392" y="36822"/>
                  <a:pt x="4580844" y="35279"/>
                </a:cubicBezTo>
                <a:cubicBezTo>
                  <a:pt x="4582344" y="33736"/>
                  <a:pt x="4583750" y="32533"/>
                  <a:pt x="4585067" y="31670"/>
                </a:cubicBezTo>
                <a:cubicBezTo>
                  <a:pt x="4586385" y="30761"/>
                  <a:pt x="4587679" y="30149"/>
                  <a:pt x="4588948" y="29832"/>
                </a:cubicBezTo>
                <a:cubicBezTo>
                  <a:pt x="4590265" y="29467"/>
                  <a:pt x="4591582" y="29287"/>
                  <a:pt x="4592900" y="29287"/>
                </a:cubicBezTo>
                <a:cubicBezTo>
                  <a:pt x="4593488" y="29287"/>
                  <a:pt x="4594148" y="29332"/>
                  <a:pt x="4594874" y="29424"/>
                </a:cubicBezTo>
                <a:cubicBezTo>
                  <a:pt x="4595646" y="29467"/>
                  <a:pt x="4596440" y="29581"/>
                  <a:pt x="4597257" y="29764"/>
                </a:cubicBezTo>
                <a:cubicBezTo>
                  <a:pt x="4598075" y="29944"/>
                  <a:pt x="4598800" y="30149"/>
                  <a:pt x="4599438" y="30375"/>
                </a:cubicBezTo>
                <a:cubicBezTo>
                  <a:pt x="4600118" y="30604"/>
                  <a:pt x="4600595" y="30830"/>
                  <a:pt x="4600866" y="31058"/>
                </a:cubicBezTo>
                <a:cubicBezTo>
                  <a:pt x="4601141" y="31284"/>
                  <a:pt x="4601321" y="31510"/>
                  <a:pt x="4601412" y="31738"/>
                </a:cubicBezTo>
                <a:cubicBezTo>
                  <a:pt x="4601504" y="31918"/>
                  <a:pt x="4601572" y="32170"/>
                  <a:pt x="4601615" y="32487"/>
                </a:cubicBezTo>
                <a:cubicBezTo>
                  <a:pt x="4601707" y="32804"/>
                  <a:pt x="4601752" y="33281"/>
                  <a:pt x="4601752" y="33919"/>
                </a:cubicBezTo>
                <a:cubicBezTo>
                  <a:pt x="4601798" y="34507"/>
                  <a:pt x="4601821" y="35324"/>
                  <a:pt x="4601821" y="36370"/>
                </a:cubicBezTo>
                <a:close/>
                <a:moveTo>
                  <a:pt x="4665089" y="60342"/>
                </a:moveTo>
                <a:cubicBezTo>
                  <a:pt x="4665089" y="62113"/>
                  <a:pt x="4664637" y="63385"/>
                  <a:pt x="4663729" y="64157"/>
                </a:cubicBezTo>
                <a:cubicBezTo>
                  <a:pt x="4662866" y="64882"/>
                  <a:pt x="4661866" y="65245"/>
                  <a:pt x="4660731" y="65245"/>
                </a:cubicBezTo>
                <a:lnTo>
                  <a:pt x="4620549" y="65245"/>
                </a:lnTo>
                <a:cubicBezTo>
                  <a:pt x="4620549" y="68651"/>
                  <a:pt x="4620889" y="71715"/>
                  <a:pt x="4621572" y="74441"/>
                </a:cubicBezTo>
                <a:cubicBezTo>
                  <a:pt x="4622252" y="77164"/>
                  <a:pt x="4623386" y="79501"/>
                  <a:pt x="4624975" y="81453"/>
                </a:cubicBezTo>
                <a:cubicBezTo>
                  <a:pt x="4626567" y="83408"/>
                  <a:pt x="4628633" y="84905"/>
                  <a:pt x="4631173" y="85948"/>
                </a:cubicBezTo>
                <a:cubicBezTo>
                  <a:pt x="4633716" y="86994"/>
                  <a:pt x="4636828" y="87517"/>
                  <a:pt x="4640503" y="87517"/>
                </a:cubicBezTo>
                <a:cubicBezTo>
                  <a:pt x="4643409" y="87517"/>
                  <a:pt x="4645998" y="87288"/>
                  <a:pt x="4648270" y="86834"/>
                </a:cubicBezTo>
                <a:cubicBezTo>
                  <a:pt x="4650538" y="86337"/>
                  <a:pt x="4652490" y="85791"/>
                  <a:pt x="4654125" y="85199"/>
                </a:cubicBezTo>
                <a:cubicBezTo>
                  <a:pt x="4655805" y="84611"/>
                  <a:pt x="4657168" y="84088"/>
                  <a:pt x="4658211" y="83633"/>
                </a:cubicBezTo>
                <a:cubicBezTo>
                  <a:pt x="4659302" y="83133"/>
                  <a:pt x="4660120" y="82885"/>
                  <a:pt x="4660663" y="82885"/>
                </a:cubicBezTo>
                <a:cubicBezTo>
                  <a:pt x="4660980" y="82885"/>
                  <a:pt x="4661254" y="82976"/>
                  <a:pt x="4661480" y="83156"/>
                </a:cubicBezTo>
                <a:cubicBezTo>
                  <a:pt x="4661754" y="83293"/>
                  <a:pt x="4661957" y="83519"/>
                  <a:pt x="4662094" y="83839"/>
                </a:cubicBezTo>
                <a:cubicBezTo>
                  <a:pt x="4662228" y="84156"/>
                  <a:pt x="4662320" y="84611"/>
                  <a:pt x="4662366" y="85199"/>
                </a:cubicBezTo>
                <a:cubicBezTo>
                  <a:pt x="4662457" y="85745"/>
                  <a:pt x="4662503" y="86425"/>
                  <a:pt x="4662503" y="87242"/>
                </a:cubicBezTo>
                <a:cubicBezTo>
                  <a:pt x="4662503" y="87834"/>
                  <a:pt x="4662480" y="88357"/>
                  <a:pt x="4662434" y="88808"/>
                </a:cubicBezTo>
                <a:cubicBezTo>
                  <a:pt x="4662388" y="89217"/>
                  <a:pt x="4662320" y="89605"/>
                  <a:pt x="4662228" y="89968"/>
                </a:cubicBezTo>
                <a:cubicBezTo>
                  <a:pt x="4662186" y="90286"/>
                  <a:pt x="4662071" y="90580"/>
                  <a:pt x="4661888" y="90851"/>
                </a:cubicBezTo>
                <a:cubicBezTo>
                  <a:pt x="4661754" y="91126"/>
                  <a:pt x="4661548" y="91397"/>
                  <a:pt x="4661277" y="91669"/>
                </a:cubicBezTo>
                <a:cubicBezTo>
                  <a:pt x="4661048" y="91897"/>
                  <a:pt x="4660322" y="92306"/>
                  <a:pt x="4659097" y="92894"/>
                </a:cubicBezTo>
                <a:cubicBezTo>
                  <a:pt x="4657871" y="93440"/>
                  <a:pt x="4656282" y="93986"/>
                  <a:pt x="4654330" y="94529"/>
                </a:cubicBezTo>
                <a:cubicBezTo>
                  <a:pt x="4652379" y="95075"/>
                  <a:pt x="4650107" y="95552"/>
                  <a:pt x="4647518" y="95961"/>
                </a:cubicBezTo>
                <a:cubicBezTo>
                  <a:pt x="4644975" y="96415"/>
                  <a:pt x="4642252" y="96641"/>
                  <a:pt x="4639346" y="96641"/>
                </a:cubicBezTo>
                <a:cubicBezTo>
                  <a:pt x="4634308" y="96641"/>
                  <a:pt x="4629879" y="95938"/>
                  <a:pt x="4626067" y="94529"/>
                </a:cubicBezTo>
                <a:cubicBezTo>
                  <a:pt x="4622298" y="93123"/>
                  <a:pt x="4619120" y="91034"/>
                  <a:pt x="4616531" y="88265"/>
                </a:cubicBezTo>
                <a:cubicBezTo>
                  <a:pt x="4613942" y="85496"/>
                  <a:pt x="4611991" y="82022"/>
                  <a:pt x="4610673" y="77844"/>
                </a:cubicBezTo>
                <a:cubicBezTo>
                  <a:pt x="4609356" y="73666"/>
                  <a:pt x="4608699" y="68809"/>
                  <a:pt x="4608699" y="63271"/>
                </a:cubicBezTo>
                <a:cubicBezTo>
                  <a:pt x="4608699" y="58004"/>
                  <a:pt x="4609382" y="53281"/>
                  <a:pt x="4610742" y="49103"/>
                </a:cubicBezTo>
                <a:cubicBezTo>
                  <a:pt x="4612105" y="44883"/>
                  <a:pt x="4614057" y="41319"/>
                  <a:pt x="4616600" y="38413"/>
                </a:cubicBezTo>
                <a:cubicBezTo>
                  <a:pt x="4619189" y="35462"/>
                  <a:pt x="4622298" y="33213"/>
                  <a:pt x="4625930" y="31670"/>
                </a:cubicBezTo>
                <a:cubicBezTo>
                  <a:pt x="4629561" y="30081"/>
                  <a:pt x="4633625" y="29287"/>
                  <a:pt x="4638120" y="29287"/>
                </a:cubicBezTo>
                <a:cubicBezTo>
                  <a:pt x="4642935" y="29287"/>
                  <a:pt x="4647021" y="30058"/>
                  <a:pt x="4650378" y="31601"/>
                </a:cubicBezTo>
                <a:cubicBezTo>
                  <a:pt x="4653785" y="33144"/>
                  <a:pt x="4656576" y="35233"/>
                  <a:pt x="4658757" y="37868"/>
                </a:cubicBezTo>
                <a:cubicBezTo>
                  <a:pt x="4660937" y="40456"/>
                  <a:pt x="4662526" y="43520"/>
                  <a:pt x="4663523" y="47060"/>
                </a:cubicBezTo>
                <a:cubicBezTo>
                  <a:pt x="4664569" y="50558"/>
                  <a:pt x="4665089" y="54304"/>
                  <a:pt x="4665089" y="58299"/>
                </a:cubicBezTo>
                <a:lnTo>
                  <a:pt x="4665089" y="60342"/>
                </a:lnTo>
                <a:close/>
                <a:moveTo>
                  <a:pt x="4653785" y="57004"/>
                </a:moveTo>
                <a:cubicBezTo>
                  <a:pt x="4653922" y="51104"/>
                  <a:pt x="4652604" y="46472"/>
                  <a:pt x="4649835" y="43111"/>
                </a:cubicBezTo>
                <a:cubicBezTo>
                  <a:pt x="4647109" y="39751"/>
                  <a:pt x="4643046" y="38070"/>
                  <a:pt x="4637642" y="38070"/>
                </a:cubicBezTo>
                <a:cubicBezTo>
                  <a:pt x="4634874" y="38070"/>
                  <a:pt x="4632445" y="38593"/>
                  <a:pt x="4630356" y="39639"/>
                </a:cubicBezTo>
                <a:cubicBezTo>
                  <a:pt x="4628267" y="40682"/>
                  <a:pt x="4626521" y="42068"/>
                  <a:pt x="4625112" y="43791"/>
                </a:cubicBezTo>
                <a:cubicBezTo>
                  <a:pt x="4623706" y="45517"/>
                  <a:pt x="4622615" y="47537"/>
                  <a:pt x="4621843" y="49855"/>
                </a:cubicBezTo>
                <a:cubicBezTo>
                  <a:pt x="4621072" y="52124"/>
                  <a:pt x="4620640" y="54507"/>
                  <a:pt x="4620549" y="57004"/>
                </a:cubicBezTo>
                <a:lnTo>
                  <a:pt x="4653785" y="57004"/>
                </a:lnTo>
                <a:close/>
                <a:moveTo>
                  <a:pt x="4720664" y="76958"/>
                </a:moveTo>
                <a:cubicBezTo>
                  <a:pt x="4720664" y="80093"/>
                  <a:pt x="4720073" y="82885"/>
                  <a:pt x="4718893" y="85336"/>
                </a:cubicBezTo>
                <a:cubicBezTo>
                  <a:pt x="4717758" y="87788"/>
                  <a:pt x="4716124" y="89854"/>
                  <a:pt x="4713989" y="91534"/>
                </a:cubicBezTo>
                <a:cubicBezTo>
                  <a:pt x="4711855" y="93215"/>
                  <a:pt x="4709311" y="94486"/>
                  <a:pt x="4706363" y="95346"/>
                </a:cubicBezTo>
                <a:cubicBezTo>
                  <a:pt x="4703411" y="96209"/>
                  <a:pt x="4700165" y="96641"/>
                  <a:pt x="4696621" y="96641"/>
                </a:cubicBezTo>
                <a:cubicBezTo>
                  <a:pt x="4694444" y="96641"/>
                  <a:pt x="4692355" y="96461"/>
                  <a:pt x="4690358" y="96098"/>
                </a:cubicBezTo>
                <a:cubicBezTo>
                  <a:pt x="4688403" y="95778"/>
                  <a:pt x="4686634" y="95369"/>
                  <a:pt x="4685046" y="94872"/>
                </a:cubicBezTo>
                <a:cubicBezTo>
                  <a:pt x="4683500" y="94326"/>
                  <a:pt x="4682185" y="93780"/>
                  <a:pt x="4681094" y="93237"/>
                </a:cubicBezTo>
                <a:cubicBezTo>
                  <a:pt x="4680005" y="92646"/>
                  <a:pt x="4679211" y="92123"/>
                  <a:pt x="4678710" y="91669"/>
                </a:cubicBezTo>
                <a:cubicBezTo>
                  <a:pt x="4678210" y="91217"/>
                  <a:pt x="4677848" y="90580"/>
                  <a:pt x="4677622" y="89763"/>
                </a:cubicBezTo>
                <a:cubicBezTo>
                  <a:pt x="4677393" y="88945"/>
                  <a:pt x="4677282" y="87834"/>
                  <a:pt x="4677282" y="86425"/>
                </a:cubicBezTo>
                <a:cubicBezTo>
                  <a:pt x="4677282" y="85562"/>
                  <a:pt x="4677325" y="84836"/>
                  <a:pt x="4677416" y="84248"/>
                </a:cubicBezTo>
                <a:cubicBezTo>
                  <a:pt x="4677507" y="83656"/>
                  <a:pt x="4677622" y="83179"/>
                  <a:pt x="4677756" y="82816"/>
                </a:cubicBezTo>
                <a:cubicBezTo>
                  <a:pt x="4677893" y="82453"/>
                  <a:pt x="4678076" y="82205"/>
                  <a:pt x="4678302" y="82067"/>
                </a:cubicBezTo>
                <a:cubicBezTo>
                  <a:pt x="4678573" y="81885"/>
                  <a:pt x="4678870" y="81796"/>
                  <a:pt x="4679188" y="81796"/>
                </a:cubicBezTo>
                <a:cubicBezTo>
                  <a:pt x="4679688" y="81796"/>
                  <a:pt x="4680414" y="82113"/>
                  <a:pt x="4681368" y="82747"/>
                </a:cubicBezTo>
                <a:cubicBezTo>
                  <a:pt x="4682365" y="83339"/>
                  <a:pt x="4683568" y="83996"/>
                  <a:pt x="4684977" y="84722"/>
                </a:cubicBezTo>
                <a:cubicBezTo>
                  <a:pt x="4686429" y="85451"/>
                  <a:pt x="4688132" y="86131"/>
                  <a:pt x="4690083" y="86765"/>
                </a:cubicBezTo>
                <a:cubicBezTo>
                  <a:pt x="4692038" y="87357"/>
                  <a:pt x="4694284" y="87651"/>
                  <a:pt x="4696827" y="87651"/>
                </a:cubicBezTo>
                <a:cubicBezTo>
                  <a:pt x="4698733" y="87651"/>
                  <a:pt x="4700459" y="87448"/>
                  <a:pt x="4702002" y="87039"/>
                </a:cubicBezTo>
                <a:cubicBezTo>
                  <a:pt x="4703545" y="86631"/>
                  <a:pt x="4704885" y="86039"/>
                  <a:pt x="4706020" y="85268"/>
                </a:cubicBezTo>
                <a:cubicBezTo>
                  <a:pt x="4707154" y="84451"/>
                  <a:pt x="4708017" y="83430"/>
                  <a:pt x="4708609" y="82205"/>
                </a:cubicBezTo>
                <a:cubicBezTo>
                  <a:pt x="4709246" y="80979"/>
                  <a:pt x="4709563" y="79524"/>
                  <a:pt x="4709563" y="77844"/>
                </a:cubicBezTo>
                <a:cubicBezTo>
                  <a:pt x="4709563" y="76118"/>
                  <a:pt x="4709109" y="74666"/>
                  <a:pt x="4708200" y="73486"/>
                </a:cubicBezTo>
                <a:cubicBezTo>
                  <a:pt x="4707337" y="72306"/>
                  <a:pt x="4706180" y="71260"/>
                  <a:pt x="4704728" y="70355"/>
                </a:cubicBezTo>
                <a:cubicBezTo>
                  <a:pt x="4703274" y="69446"/>
                  <a:pt x="4701639" y="68651"/>
                  <a:pt x="4699825" y="67968"/>
                </a:cubicBezTo>
                <a:cubicBezTo>
                  <a:pt x="4698007" y="67243"/>
                  <a:pt x="4696124" y="66494"/>
                  <a:pt x="4694170" y="65722"/>
                </a:cubicBezTo>
                <a:cubicBezTo>
                  <a:pt x="4692264" y="64951"/>
                  <a:pt x="4690381" y="64088"/>
                  <a:pt x="4688517" y="63134"/>
                </a:cubicBezTo>
                <a:cubicBezTo>
                  <a:pt x="4686703" y="62136"/>
                  <a:pt x="4685068" y="60933"/>
                  <a:pt x="4683614" y="59525"/>
                </a:cubicBezTo>
                <a:cubicBezTo>
                  <a:pt x="4682162" y="58116"/>
                  <a:pt x="4680979" y="56438"/>
                  <a:pt x="4680074" y="54484"/>
                </a:cubicBezTo>
                <a:cubicBezTo>
                  <a:pt x="4679211" y="52532"/>
                  <a:pt x="4678779" y="50195"/>
                  <a:pt x="4678779" y="47469"/>
                </a:cubicBezTo>
                <a:cubicBezTo>
                  <a:pt x="4678779" y="45063"/>
                  <a:pt x="4679233" y="42771"/>
                  <a:pt x="4680142" y="40591"/>
                </a:cubicBezTo>
                <a:cubicBezTo>
                  <a:pt x="4681094" y="38368"/>
                  <a:pt x="4682502" y="36436"/>
                  <a:pt x="4684363" y="34801"/>
                </a:cubicBezTo>
                <a:cubicBezTo>
                  <a:pt x="4686226" y="33124"/>
                  <a:pt x="4688540" y="31784"/>
                  <a:pt x="4691309" y="30784"/>
                </a:cubicBezTo>
                <a:cubicBezTo>
                  <a:pt x="4694124" y="29787"/>
                  <a:pt x="4697393" y="29287"/>
                  <a:pt x="4701116" y="29287"/>
                </a:cubicBezTo>
                <a:cubicBezTo>
                  <a:pt x="4702751" y="29287"/>
                  <a:pt x="4704385" y="29424"/>
                  <a:pt x="4706020" y="29695"/>
                </a:cubicBezTo>
                <a:cubicBezTo>
                  <a:pt x="4707654" y="29967"/>
                  <a:pt x="4709131" y="30307"/>
                  <a:pt x="4710449" y="30715"/>
                </a:cubicBezTo>
                <a:cubicBezTo>
                  <a:pt x="4711763" y="31124"/>
                  <a:pt x="4712878" y="31578"/>
                  <a:pt x="4713783" y="32078"/>
                </a:cubicBezTo>
                <a:cubicBezTo>
                  <a:pt x="4714738" y="32533"/>
                  <a:pt x="4715441" y="32941"/>
                  <a:pt x="4715895" y="33304"/>
                </a:cubicBezTo>
                <a:cubicBezTo>
                  <a:pt x="4716395" y="33667"/>
                  <a:pt x="4716712" y="33984"/>
                  <a:pt x="4716850" y="34259"/>
                </a:cubicBezTo>
                <a:cubicBezTo>
                  <a:pt x="4717030" y="34530"/>
                  <a:pt x="4717144" y="34847"/>
                  <a:pt x="4717190" y="35210"/>
                </a:cubicBezTo>
                <a:cubicBezTo>
                  <a:pt x="4717281" y="35530"/>
                  <a:pt x="4717350" y="35939"/>
                  <a:pt x="4717395" y="36436"/>
                </a:cubicBezTo>
                <a:cubicBezTo>
                  <a:pt x="4717484" y="36936"/>
                  <a:pt x="4717530" y="37550"/>
                  <a:pt x="4717530" y="38276"/>
                </a:cubicBezTo>
                <a:cubicBezTo>
                  <a:pt x="4717530" y="39048"/>
                  <a:pt x="4717484" y="39728"/>
                  <a:pt x="4717395" y="40319"/>
                </a:cubicBezTo>
                <a:cubicBezTo>
                  <a:pt x="4717350" y="40865"/>
                  <a:pt x="4717235" y="41319"/>
                  <a:pt x="4717052" y="41682"/>
                </a:cubicBezTo>
                <a:cubicBezTo>
                  <a:pt x="4716918" y="42045"/>
                  <a:pt x="4716735" y="42317"/>
                  <a:pt x="4716509" y="42500"/>
                </a:cubicBezTo>
                <a:cubicBezTo>
                  <a:pt x="4716281" y="42634"/>
                  <a:pt x="4716032" y="42702"/>
                  <a:pt x="4715761" y="42702"/>
                </a:cubicBezTo>
                <a:cubicBezTo>
                  <a:pt x="4715352" y="42702"/>
                  <a:pt x="4714761" y="42454"/>
                  <a:pt x="4713989" y="41954"/>
                </a:cubicBezTo>
                <a:cubicBezTo>
                  <a:pt x="4713218" y="41454"/>
                  <a:pt x="4712218" y="40931"/>
                  <a:pt x="4710992" y="40388"/>
                </a:cubicBezTo>
                <a:cubicBezTo>
                  <a:pt x="4709766" y="39796"/>
                  <a:pt x="4708314" y="39253"/>
                  <a:pt x="4706634" y="38753"/>
                </a:cubicBezTo>
                <a:cubicBezTo>
                  <a:pt x="4704999" y="38253"/>
                  <a:pt x="4703114" y="38005"/>
                  <a:pt x="4700982" y="38005"/>
                </a:cubicBezTo>
                <a:cubicBezTo>
                  <a:pt x="4699073" y="38005"/>
                  <a:pt x="4697393" y="38230"/>
                  <a:pt x="4695941" y="38685"/>
                </a:cubicBezTo>
                <a:cubicBezTo>
                  <a:pt x="4694490" y="39093"/>
                  <a:pt x="4693287" y="39705"/>
                  <a:pt x="4692332" y="40522"/>
                </a:cubicBezTo>
                <a:cubicBezTo>
                  <a:pt x="4691423" y="41297"/>
                  <a:pt x="4690721" y="42225"/>
                  <a:pt x="4690220" y="43317"/>
                </a:cubicBezTo>
                <a:cubicBezTo>
                  <a:pt x="4689766" y="44406"/>
                  <a:pt x="4689540" y="45586"/>
                  <a:pt x="4689540" y="46857"/>
                </a:cubicBezTo>
                <a:cubicBezTo>
                  <a:pt x="4689540" y="48629"/>
                  <a:pt x="4689992" y="50126"/>
                  <a:pt x="4690901" y="51352"/>
                </a:cubicBezTo>
                <a:cubicBezTo>
                  <a:pt x="4691809" y="52532"/>
                  <a:pt x="4692989" y="53578"/>
                  <a:pt x="4694444" y="54484"/>
                </a:cubicBezTo>
                <a:cubicBezTo>
                  <a:pt x="4695895" y="55393"/>
                  <a:pt x="4697553" y="56210"/>
                  <a:pt x="4699413" y="56936"/>
                </a:cubicBezTo>
                <a:cubicBezTo>
                  <a:pt x="4701276" y="57664"/>
                  <a:pt x="4703159" y="58413"/>
                  <a:pt x="4705068" y="59185"/>
                </a:cubicBezTo>
                <a:cubicBezTo>
                  <a:pt x="4707020" y="59956"/>
                  <a:pt x="4708926" y="60819"/>
                  <a:pt x="4710789" y="61773"/>
                </a:cubicBezTo>
                <a:cubicBezTo>
                  <a:pt x="4712695" y="62725"/>
                  <a:pt x="4714375" y="63882"/>
                  <a:pt x="4715827" y="65245"/>
                </a:cubicBezTo>
                <a:cubicBezTo>
                  <a:pt x="4717281" y="66608"/>
                  <a:pt x="4718438" y="68243"/>
                  <a:pt x="4719301" y="70149"/>
                </a:cubicBezTo>
                <a:cubicBezTo>
                  <a:pt x="4720210" y="72055"/>
                  <a:pt x="4720664" y="74326"/>
                  <a:pt x="4720664" y="76958"/>
                </a:cubicBezTo>
                <a:close/>
                <a:moveTo>
                  <a:pt x="4767042" y="89151"/>
                </a:moveTo>
                <a:cubicBezTo>
                  <a:pt x="4767042" y="90466"/>
                  <a:pt x="4766950" y="91511"/>
                  <a:pt x="4766770" y="92283"/>
                </a:cubicBezTo>
                <a:cubicBezTo>
                  <a:pt x="4766587" y="93054"/>
                  <a:pt x="4766316" y="93623"/>
                  <a:pt x="4765953" y="93986"/>
                </a:cubicBezTo>
                <a:cubicBezTo>
                  <a:pt x="4765590" y="94349"/>
                  <a:pt x="4765044" y="94689"/>
                  <a:pt x="4764318" y="95006"/>
                </a:cubicBezTo>
                <a:cubicBezTo>
                  <a:pt x="4763593" y="95326"/>
                  <a:pt x="4762752" y="95575"/>
                  <a:pt x="4761798" y="95755"/>
                </a:cubicBezTo>
                <a:cubicBezTo>
                  <a:pt x="4760889" y="95983"/>
                  <a:pt x="4759915" y="96163"/>
                  <a:pt x="4758869" y="96301"/>
                </a:cubicBezTo>
                <a:cubicBezTo>
                  <a:pt x="4757826" y="96438"/>
                  <a:pt x="4756780" y="96506"/>
                  <a:pt x="4755737" y="96506"/>
                </a:cubicBezTo>
                <a:cubicBezTo>
                  <a:pt x="4752560" y="96506"/>
                  <a:pt x="4749834" y="96098"/>
                  <a:pt x="4747565" y="95280"/>
                </a:cubicBezTo>
                <a:cubicBezTo>
                  <a:pt x="4745293" y="94418"/>
                  <a:pt x="4743433" y="93146"/>
                  <a:pt x="4741981" y="91466"/>
                </a:cubicBezTo>
                <a:cubicBezTo>
                  <a:pt x="4740527" y="89740"/>
                  <a:pt x="4739461" y="87582"/>
                  <a:pt x="4738778" y="84996"/>
                </a:cubicBezTo>
                <a:cubicBezTo>
                  <a:pt x="4738144" y="82362"/>
                  <a:pt x="4737826" y="79276"/>
                  <a:pt x="4737826" y="75732"/>
                </a:cubicBezTo>
                <a:lnTo>
                  <a:pt x="4737826" y="39911"/>
                </a:lnTo>
                <a:lnTo>
                  <a:pt x="4729245" y="39911"/>
                </a:lnTo>
                <a:cubicBezTo>
                  <a:pt x="4728562" y="39911"/>
                  <a:pt x="4728020" y="39548"/>
                  <a:pt x="4727611" y="38822"/>
                </a:cubicBezTo>
                <a:cubicBezTo>
                  <a:pt x="4727202" y="38093"/>
                  <a:pt x="4726997" y="36913"/>
                  <a:pt x="4726997" y="35279"/>
                </a:cubicBezTo>
                <a:cubicBezTo>
                  <a:pt x="4726997" y="34416"/>
                  <a:pt x="4727042" y="33690"/>
                  <a:pt x="4727134" y="33101"/>
                </a:cubicBezTo>
                <a:cubicBezTo>
                  <a:pt x="4727271" y="32510"/>
                  <a:pt x="4727428" y="32033"/>
                  <a:pt x="4727611" y="31670"/>
                </a:cubicBezTo>
                <a:cubicBezTo>
                  <a:pt x="4727791" y="31261"/>
                  <a:pt x="4728020" y="30990"/>
                  <a:pt x="4728291" y="30852"/>
                </a:cubicBezTo>
                <a:cubicBezTo>
                  <a:pt x="4728608" y="30672"/>
                  <a:pt x="4728948" y="30581"/>
                  <a:pt x="4729311" y="30581"/>
                </a:cubicBezTo>
                <a:lnTo>
                  <a:pt x="4737826" y="30581"/>
                </a:lnTo>
                <a:lnTo>
                  <a:pt x="4737826" y="16005"/>
                </a:lnTo>
                <a:cubicBezTo>
                  <a:pt x="4737826" y="15688"/>
                  <a:pt x="4737892" y="15393"/>
                  <a:pt x="4738029" y="15122"/>
                </a:cubicBezTo>
                <a:cubicBezTo>
                  <a:pt x="4738212" y="14848"/>
                  <a:pt x="4738507" y="14622"/>
                  <a:pt x="4738915" y="14439"/>
                </a:cubicBezTo>
                <a:cubicBezTo>
                  <a:pt x="4739369" y="14213"/>
                  <a:pt x="4739958" y="14053"/>
                  <a:pt x="4740687" y="13962"/>
                </a:cubicBezTo>
                <a:cubicBezTo>
                  <a:pt x="4741413" y="13873"/>
                  <a:pt x="4742321" y="13827"/>
                  <a:pt x="4743410" y="13827"/>
                </a:cubicBezTo>
                <a:cubicBezTo>
                  <a:pt x="4744544" y="13827"/>
                  <a:pt x="4745476" y="13873"/>
                  <a:pt x="4746202" y="13962"/>
                </a:cubicBezTo>
                <a:cubicBezTo>
                  <a:pt x="4746928" y="14053"/>
                  <a:pt x="4747496" y="14213"/>
                  <a:pt x="4747905" y="14439"/>
                </a:cubicBezTo>
                <a:cubicBezTo>
                  <a:pt x="4748313" y="14622"/>
                  <a:pt x="4748608" y="14848"/>
                  <a:pt x="4748791" y="15122"/>
                </a:cubicBezTo>
                <a:cubicBezTo>
                  <a:pt x="4748971" y="15393"/>
                  <a:pt x="4749062" y="15688"/>
                  <a:pt x="4749062" y="16005"/>
                </a:cubicBezTo>
                <a:lnTo>
                  <a:pt x="4749062" y="30581"/>
                </a:lnTo>
                <a:lnTo>
                  <a:pt x="4764796" y="30581"/>
                </a:lnTo>
                <a:cubicBezTo>
                  <a:pt x="4765158" y="30581"/>
                  <a:pt x="4765476" y="30672"/>
                  <a:pt x="4765747" y="30852"/>
                </a:cubicBezTo>
                <a:cubicBezTo>
                  <a:pt x="4766021" y="30990"/>
                  <a:pt x="4766247" y="31261"/>
                  <a:pt x="4766430" y="31670"/>
                </a:cubicBezTo>
                <a:cubicBezTo>
                  <a:pt x="4766656" y="32033"/>
                  <a:pt x="4766816" y="32510"/>
                  <a:pt x="4766907" y="33101"/>
                </a:cubicBezTo>
                <a:cubicBezTo>
                  <a:pt x="4766996" y="33690"/>
                  <a:pt x="4767042" y="34416"/>
                  <a:pt x="4767042" y="35279"/>
                </a:cubicBezTo>
                <a:cubicBezTo>
                  <a:pt x="4767042" y="36913"/>
                  <a:pt x="4766839" y="38093"/>
                  <a:pt x="4766430" y="38822"/>
                </a:cubicBezTo>
                <a:cubicBezTo>
                  <a:pt x="4766021" y="39548"/>
                  <a:pt x="4765476" y="39911"/>
                  <a:pt x="4764796" y="39911"/>
                </a:cubicBezTo>
                <a:lnTo>
                  <a:pt x="4749062" y="39911"/>
                </a:lnTo>
                <a:lnTo>
                  <a:pt x="4749062" y="74098"/>
                </a:lnTo>
                <a:cubicBezTo>
                  <a:pt x="4749062" y="78321"/>
                  <a:pt x="4749676" y="81522"/>
                  <a:pt x="4750902" y="83702"/>
                </a:cubicBezTo>
                <a:cubicBezTo>
                  <a:pt x="4752174" y="85836"/>
                  <a:pt x="4754420" y="86902"/>
                  <a:pt x="4757643" y="86902"/>
                </a:cubicBezTo>
                <a:cubicBezTo>
                  <a:pt x="4758689" y="86902"/>
                  <a:pt x="4759618" y="86811"/>
                  <a:pt x="4760435" y="86631"/>
                </a:cubicBezTo>
                <a:cubicBezTo>
                  <a:pt x="4761252" y="86402"/>
                  <a:pt x="4761981" y="86176"/>
                  <a:pt x="4762615" y="85948"/>
                </a:cubicBezTo>
                <a:cubicBezTo>
                  <a:pt x="4763252" y="85722"/>
                  <a:pt x="4763795" y="85519"/>
                  <a:pt x="4764250" y="85336"/>
                </a:cubicBezTo>
                <a:cubicBezTo>
                  <a:pt x="4764704" y="85111"/>
                  <a:pt x="4765113" y="84996"/>
                  <a:pt x="4765476" y="84996"/>
                </a:cubicBezTo>
                <a:cubicBezTo>
                  <a:pt x="4765704" y="84996"/>
                  <a:pt x="4765907" y="85065"/>
                  <a:pt x="4766090" y="85199"/>
                </a:cubicBezTo>
                <a:cubicBezTo>
                  <a:pt x="4766316" y="85291"/>
                  <a:pt x="4766476" y="85496"/>
                  <a:pt x="4766564" y="85814"/>
                </a:cubicBezTo>
                <a:cubicBezTo>
                  <a:pt x="4766701" y="86131"/>
                  <a:pt x="4766816" y="86562"/>
                  <a:pt x="4766907" y="87108"/>
                </a:cubicBezTo>
                <a:cubicBezTo>
                  <a:pt x="4766996" y="87651"/>
                  <a:pt x="4767042" y="88334"/>
                  <a:pt x="4767042" y="89151"/>
                </a:cubicBezTo>
                <a:close/>
                <a:moveTo>
                  <a:pt x="4796737" y="85608"/>
                </a:moveTo>
                <a:cubicBezTo>
                  <a:pt x="4796737" y="87017"/>
                  <a:pt x="4796668" y="88311"/>
                  <a:pt x="4796531" y="89491"/>
                </a:cubicBezTo>
                <a:cubicBezTo>
                  <a:pt x="4796397" y="90671"/>
                  <a:pt x="4796168" y="91783"/>
                  <a:pt x="4795851" y="92829"/>
                </a:cubicBezTo>
                <a:cubicBezTo>
                  <a:pt x="4795534" y="93872"/>
                  <a:pt x="4795102" y="94895"/>
                  <a:pt x="4794556" y="95892"/>
                </a:cubicBezTo>
                <a:cubicBezTo>
                  <a:pt x="4794056" y="96938"/>
                  <a:pt x="4793422" y="98027"/>
                  <a:pt x="4792650" y="99161"/>
                </a:cubicBezTo>
                <a:lnTo>
                  <a:pt x="4783318" y="113191"/>
                </a:lnTo>
                <a:cubicBezTo>
                  <a:pt x="4783092" y="113508"/>
                  <a:pt x="4782821" y="113780"/>
                  <a:pt x="4782501" y="114009"/>
                </a:cubicBezTo>
                <a:cubicBezTo>
                  <a:pt x="4782229" y="114234"/>
                  <a:pt x="4781866" y="114440"/>
                  <a:pt x="4781412" y="114620"/>
                </a:cubicBezTo>
                <a:cubicBezTo>
                  <a:pt x="4781003" y="114803"/>
                  <a:pt x="4780503" y="114917"/>
                  <a:pt x="4779915" y="114963"/>
                </a:cubicBezTo>
                <a:cubicBezTo>
                  <a:pt x="4779369" y="115052"/>
                  <a:pt x="4778666" y="115097"/>
                  <a:pt x="4777803" y="115097"/>
                </a:cubicBezTo>
                <a:cubicBezTo>
                  <a:pt x="4777031" y="115097"/>
                  <a:pt x="4776374" y="115052"/>
                  <a:pt x="4775828" y="114963"/>
                </a:cubicBezTo>
                <a:cubicBezTo>
                  <a:pt x="4775328" y="114917"/>
                  <a:pt x="4774965" y="114803"/>
                  <a:pt x="4774740" y="114620"/>
                </a:cubicBezTo>
                <a:cubicBezTo>
                  <a:pt x="4774511" y="114486"/>
                  <a:pt x="4774374" y="114280"/>
                  <a:pt x="4774328" y="114009"/>
                </a:cubicBezTo>
                <a:cubicBezTo>
                  <a:pt x="4774328" y="113737"/>
                  <a:pt x="4774420" y="113417"/>
                  <a:pt x="4774602" y="113054"/>
                </a:cubicBezTo>
                <a:lnTo>
                  <a:pt x="4783661" y="94326"/>
                </a:lnTo>
                <a:lnTo>
                  <a:pt x="4783661" y="85608"/>
                </a:lnTo>
                <a:cubicBezTo>
                  <a:pt x="4783661" y="84382"/>
                  <a:pt x="4783772" y="83408"/>
                  <a:pt x="4784001" y="82679"/>
                </a:cubicBezTo>
                <a:cubicBezTo>
                  <a:pt x="4784272" y="81953"/>
                  <a:pt x="4784681" y="81410"/>
                  <a:pt x="4785227" y="81044"/>
                </a:cubicBezTo>
                <a:cubicBezTo>
                  <a:pt x="4785770" y="80682"/>
                  <a:pt x="4786453" y="80433"/>
                  <a:pt x="4787270" y="80296"/>
                </a:cubicBezTo>
                <a:cubicBezTo>
                  <a:pt x="4788087" y="80161"/>
                  <a:pt x="4789084" y="80093"/>
                  <a:pt x="4790267" y="80093"/>
                </a:cubicBezTo>
                <a:cubicBezTo>
                  <a:pt x="4791402" y="80093"/>
                  <a:pt x="4792376" y="80161"/>
                  <a:pt x="4793193" y="80296"/>
                </a:cubicBezTo>
                <a:cubicBezTo>
                  <a:pt x="4794011" y="80433"/>
                  <a:pt x="4794671" y="80682"/>
                  <a:pt x="4795171" y="81044"/>
                </a:cubicBezTo>
                <a:cubicBezTo>
                  <a:pt x="4795714" y="81410"/>
                  <a:pt x="4796099" y="81953"/>
                  <a:pt x="4796328" y="82679"/>
                </a:cubicBezTo>
                <a:cubicBezTo>
                  <a:pt x="4796600" y="83408"/>
                  <a:pt x="4796737" y="84382"/>
                  <a:pt x="4796737" y="85608"/>
                </a:cubicBezTo>
                <a:close/>
                <a:moveTo>
                  <a:pt x="4894397" y="93712"/>
                </a:moveTo>
                <a:cubicBezTo>
                  <a:pt x="4894397" y="94257"/>
                  <a:pt x="4894217" y="94666"/>
                  <a:pt x="4893852" y="94938"/>
                </a:cubicBezTo>
                <a:cubicBezTo>
                  <a:pt x="4893489" y="95212"/>
                  <a:pt x="4892989" y="95415"/>
                  <a:pt x="4892354" y="95552"/>
                </a:cubicBezTo>
                <a:cubicBezTo>
                  <a:pt x="4891720" y="95689"/>
                  <a:pt x="4890788" y="95755"/>
                  <a:pt x="4889563" y="95755"/>
                </a:cubicBezTo>
                <a:cubicBezTo>
                  <a:pt x="4888382" y="95755"/>
                  <a:pt x="4887428" y="95689"/>
                  <a:pt x="4886702" y="95552"/>
                </a:cubicBezTo>
                <a:cubicBezTo>
                  <a:pt x="4886022" y="95415"/>
                  <a:pt x="4885522" y="95212"/>
                  <a:pt x="4885205" y="94938"/>
                </a:cubicBezTo>
                <a:cubicBezTo>
                  <a:pt x="4884885" y="94666"/>
                  <a:pt x="4884728" y="94257"/>
                  <a:pt x="4884728" y="93712"/>
                </a:cubicBezTo>
                <a:lnTo>
                  <a:pt x="4884728" y="87582"/>
                </a:lnTo>
                <a:cubicBezTo>
                  <a:pt x="4882047" y="90443"/>
                  <a:pt x="4879050" y="92669"/>
                  <a:pt x="4875738" y="94257"/>
                </a:cubicBezTo>
                <a:cubicBezTo>
                  <a:pt x="4872469" y="95846"/>
                  <a:pt x="4868994" y="96641"/>
                  <a:pt x="4865317" y="96641"/>
                </a:cubicBezTo>
                <a:cubicBezTo>
                  <a:pt x="4862093" y="96641"/>
                  <a:pt x="4859164" y="96209"/>
                  <a:pt x="4856533" y="95346"/>
                </a:cubicBezTo>
                <a:cubicBezTo>
                  <a:pt x="4853944" y="94529"/>
                  <a:pt x="4851718" y="93326"/>
                  <a:pt x="4849858" y="91737"/>
                </a:cubicBezTo>
                <a:cubicBezTo>
                  <a:pt x="4848040" y="90148"/>
                  <a:pt x="4846611" y="88197"/>
                  <a:pt x="4845566" y="85882"/>
                </a:cubicBezTo>
                <a:cubicBezTo>
                  <a:pt x="4844568" y="83565"/>
                  <a:pt x="4844068" y="80933"/>
                  <a:pt x="4844068" y="77981"/>
                </a:cubicBezTo>
                <a:cubicBezTo>
                  <a:pt x="4844068" y="74529"/>
                  <a:pt x="4844771" y="71535"/>
                  <a:pt x="4846180" y="68991"/>
                </a:cubicBezTo>
                <a:cubicBezTo>
                  <a:pt x="4847586" y="66448"/>
                  <a:pt x="4849606" y="64337"/>
                  <a:pt x="4852241" y="62656"/>
                </a:cubicBezTo>
                <a:cubicBezTo>
                  <a:pt x="4854875" y="60976"/>
                  <a:pt x="4858099" y="59730"/>
                  <a:pt x="4861913" y="58913"/>
                </a:cubicBezTo>
                <a:cubicBezTo>
                  <a:pt x="4865725" y="58050"/>
                  <a:pt x="4870017" y="57619"/>
                  <a:pt x="4874784" y="57619"/>
                </a:cubicBezTo>
                <a:lnTo>
                  <a:pt x="4883227" y="57619"/>
                </a:lnTo>
                <a:lnTo>
                  <a:pt x="4883227" y="52849"/>
                </a:lnTo>
                <a:cubicBezTo>
                  <a:pt x="4883227" y="50489"/>
                  <a:pt x="4882979" y="48400"/>
                  <a:pt x="4882479" y="46586"/>
                </a:cubicBezTo>
                <a:cubicBezTo>
                  <a:pt x="4881979" y="44768"/>
                  <a:pt x="4881161" y="43271"/>
                  <a:pt x="4880027" y="42091"/>
                </a:cubicBezTo>
                <a:cubicBezTo>
                  <a:pt x="4878938" y="40865"/>
                  <a:pt x="4877507" y="39956"/>
                  <a:pt x="4875738" y="39365"/>
                </a:cubicBezTo>
                <a:cubicBezTo>
                  <a:pt x="4873966" y="38731"/>
                  <a:pt x="4871786" y="38413"/>
                  <a:pt x="4869200" y="38413"/>
                </a:cubicBezTo>
                <a:cubicBezTo>
                  <a:pt x="4866431" y="38413"/>
                  <a:pt x="4863934" y="38753"/>
                  <a:pt x="4861708" y="39433"/>
                </a:cubicBezTo>
                <a:cubicBezTo>
                  <a:pt x="4859527" y="40071"/>
                  <a:pt x="4857599" y="40797"/>
                  <a:pt x="4855918" y="41614"/>
                </a:cubicBezTo>
                <a:cubicBezTo>
                  <a:pt x="4854284" y="42385"/>
                  <a:pt x="4852898" y="43111"/>
                  <a:pt x="4851764" y="43791"/>
                </a:cubicBezTo>
                <a:cubicBezTo>
                  <a:pt x="4850675" y="44428"/>
                  <a:pt x="4849858" y="44746"/>
                  <a:pt x="4849312" y="44746"/>
                </a:cubicBezTo>
                <a:cubicBezTo>
                  <a:pt x="4848949" y="44746"/>
                  <a:pt x="4848632" y="44654"/>
                  <a:pt x="4848360" y="44474"/>
                </a:cubicBezTo>
                <a:cubicBezTo>
                  <a:pt x="4848086" y="44291"/>
                  <a:pt x="4847837" y="44020"/>
                  <a:pt x="4847609" y="43657"/>
                </a:cubicBezTo>
                <a:cubicBezTo>
                  <a:pt x="4847429" y="43294"/>
                  <a:pt x="4847292" y="42840"/>
                  <a:pt x="4847200" y="42294"/>
                </a:cubicBezTo>
                <a:cubicBezTo>
                  <a:pt x="4847112" y="41705"/>
                  <a:pt x="4847066" y="41068"/>
                  <a:pt x="4847066" y="40388"/>
                </a:cubicBezTo>
                <a:cubicBezTo>
                  <a:pt x="4847066" y="39253"/>
                  <a:pt x="4847134" y="38368"/>
                  <a:pt x="4847269" y="37730"/>
                </a:cubicBezTo>
                <a:cubicBezTo>
                  <a:pt x="4847452" y="37050"/>
                  <a:pt x="4847837" y="36413"/>
                  <a:pt x="4848426" y="35824"/>
                </a:cubicBezTo>
                <a:cubicBezTo>
                  <a:pt x="4849063" y="35233"/>
                  <a:pt x="4850129" y="34553"/>
                  <a:pt x="4851629" y="33781"/>
                </a:cubicBezTo>
                <a:cubicBezTo>
                  <a:pt x="4853127" y="32964"/>
                  <a:pt x="4854852" y="32238"/>
                  <a:pt x="4856804" y="31601"/>
                </a:cubicBezTo>
                <a:cubicBezTo>
                  <a:pt x="4858756" y="30921"/>
                  <a:pt x="4860890" y="30375"/>
                  <a:pt x="4863205" y="29967"/>
                </a:cubicBezTo>
                <a:cubicBezTo>
                  <a:pt x="4865522" y="29512"/>
                  <a:pt x="4867860" y="29287"/>
                  <a:pt x="4870220" y="29287"/>
                </a:cubicBezTo>
                <a:cubicBezTo>
                  <a:pt x="4874624" y="29287"/>
                  <a:pt x="4878370" y="29787"/>
                  <a:pt x="4881459" y="30784"/>
                </a:cubicBezTo>
                <a:cubicBezTo>
                  <a:pt x="4884545" y="31784"/>
                  <a:pt x="4887042" y="33258"/>
                  <a:pt x="4888948" y="35210"/>
                </a:cubicBezTo>
                <a:cubicBezTo>
                  <a:pt x="4890857" y="37119"/>
                  <a:pt x="4892240" y="39502"/>
                  <a:pt x="4893103" y="42362"/>
                </a:cubicBezTo>
                <a:cubicBezTo>
                  <a:pt x="4893966" y="45223"/>
                  <a:pt x="4894397" y="48560"/>
                  <a:pt x="4894397" y="52375"/>
                </a:cubicBezTo>
                <a:lnTo>
                  <a:pt x="4894397" y="93712"/>
                </a:lnTo>
                <a:close/>
                <a:moveTo>
                  <a:pt x="4883227" y="65722"/>
                </a:moveTo>
                <a:lnTo>
                  <a:pt x="4873626" y="65722"/>
                </a:lnTo>
                <a:cubicBezTo>
                  <a:pt x="4870537" y="65722"/>
                  <a:pt x="4867860" y="65994"/>
                  <a:pt x="4865588" y="66540"/>
                </a:cubicBezTo>
                <a:cubicBezTo>
                  <a:pt x="4863319" y="67040"/>
                  <a:pt x="4861436" y="67811"/>
                  <a:pt x="4859936" y="68854"/>
                </a:cubicBezTo>
                <a:cubicBezTo>
                  <a:pt x="4858439" y="69854"/>
                  <a:pt x="4857327" y="71080"/>
                  <a:pt x="4856598" y="72532"/>
                </a:cubicBezTo>
                <a:cubicBezTo>
                  <a:pt x="4855918" y="73941"/>
                  <a:pt x="4855578" y="75575"/>
                  <a:pt x="4855578" y="77435"/>
                </a:cubicBezTo>
                <a:cubicBezTo>
                  <a:pt x="4855578" y="80613"/>
                  <a:pt x="4856576" y="83156"/>
                  <a:pt x="4858576" y="85065"/>
                </a:cubicBezTo>
                <a:cubicBezTo>
                  <a:pt x="4860619" y="86925"/>
                  <a:pt x="4863456" y="87857"/>
                  <a:pt x="4867088" y="87857"/>
                </a:cubicBezTo>
                <a:cubicBezTo>
                  <a:pt x="4870040" y="87857"/>
                  <a:pt x="4872763" y="87108"/>
                  <a:pt x="4875261" y="85608"/>
                </a:cubicBezTo>
                <a:cubicBezTo>
                  <a:pt x="4877804" y="84111"/>
                  <a:pt x="4880459" y="81819"/>
                  <a:pt x="4883227" y="78730"/>
                </a:cubicBezTo>
                <a:lnTo>
                  <a:pt x="4883227" y="65722"/>
                </a:lnTo>
                <a:close/>
                <a:moveTo>
                  <a:pt x="4971424" y="62045"/>
                </a:moveTo>
                <a:cubicBezTo>
                  <a:pt x="4971424" y="67403"/>
                  <a:pt x="4970833" y="72215"/>
                  <a:pt x="4969653" y="76484"/>
                </a:cubicBezTo>
                <a:cubicBezTo>
                  <a:pt x="4968518" y="80750"/>
                  <a:pt x="4966815" y="84382"/>
                  <a:pt x="4964546" y="87379"/>
                </a:cubicBezTo>
                <a:cubicBezTo>
                  <a:pt x="4962320" y="90331"/>
                  <a:pt x="4959551" y="92623"/>
                  <a:pt x="4956237" y="94257"/>
                </a:cubicBezTo>
                <a:cubicBezTo>
                  <a:pt x="4952922" y="95846"/>
                  <a:pt x="4949133" y="96641"/>
                  <a:pt x="4944864" y="96641"/>
                </a:cubicBezTo>
                <a:cubicBezTo>
                  <a:pt x="4943046" y="96641"/>
                  <a:pt x="4941366" y="96461"/>
                  <a:pt x="4939823" y="96098"/>
                </a:cubicBezTo>
                <a:cubicBezTo>
                  <a:pt x="4938280" y="95735"/>
                  <a:pt x="4936760" y="95166"/>
                  <a:pt x="4935260" y="94395"/>
                </a:cubicBezTo>
                <a:cubicBezTo>
                  <a:pt x="4933808" y="93623"/>
                  <a:pt x="4932354" y="92646"/>
                  <a:pt x="4930902" y="91466"/>
                </a:cubicBezTo>
                <a:cubicBezTo>
                  <a:pt x="4929448" y="90286"/>
                  <a:pt x="4927904" y="88900"/>
                  <a:pt x="4926270" y="87311"/>
                </a:cubicBezTo>
                <a:lnTo>
                  <a:pt x="4926270" y="117958"/>
                </a:lnTo>
                <a:cubicBezTo>
                  <a:pt x="4926270" y="118321"/>
                  <a:pt x="4926179" y="118641"/>
                  <a:pt x="4925999" y="118912"/>
                </a:cubicBezTo>
                <a:cubicBezTo>
                  <a:pt x="4925816" y="119183"/>
                  <a:pt x="4925521" y="119412"/>
                  <a:pt x="4925113" y="119592"/>
                </a:cubicBezTo>
                <a:cubicBezTo>
                  <a:pt x="4924704" y="119775"/>
                  <a:pt x="4924135" y="119909"/>
                  <a:pt x="4923410" y="120001"/>
                </a:cubicBezTo>
                <a:cubicBezTo>
                  <a:pt x="4922684" y="120092"/>
                  <a:pt x="4921752" y="120138"/>
                  <a:pt x="4920618" y="120138"/>
                </a:cubicBezTo>
                <a:cubicBezTo>
                  <a:pt x="4919529" y="120138"/>
                  <a:pt x="4918620" y="120092"/>
                  <a:pt x="4917895" y="120001"/>
                </a:cubicBezTo>
                <a:cubicBezTo>
                  <a:pt x="4917169" y="119909"/>
                  <a:pt x="4916577" y="119775"/>
                  <a:pt x="4916123" y="119592"/>
                </a:cubicBezTo>
                <a:cubicBezTo>
                  <a:pt x="4915714" y="119412"/>
                  <a:pt x="4915420" y="119183"/>
                  <a:pt x="4915237" y="118912"/>
                </a:cubicBezTo>
                <a:cubicBezTo>
                  <a:pt x="4915103" y="118641"/>
                  <a:pt x="4915034" y="118321"/>
                  <a:pt x="4915034" y="117958"/>
                </a:cubicBezTo>
                <a:lnTo>
                  <a:pt x="4915034" y="32350"/>
                </a:lnTo>
                <a:cubicBezTo>
                  <a:pt x="4915034" y="31941"/>
                  <a:pt x="4915103" y="31624"/>
                  <a:pt x="4915237" y="31398"/>
                </a:cubicBezTo>
                <a:cubicBezTo>
                  <a:pt x="4915374" y="31124"/>
                  <a:pt x="4915646" y="30898"/>
                  <a:pt x="4916054" y="30715"/>
                </a:cubicBezTo>
                <a:cubicBezTo>
                  <a:pt x="4916463" y="30535"/>
                  <a:pt x="4916986" y="30421"/>
                  <a:pt x="4917620" y="30375"/>
                </a:cubicBezTo>
                <a:cubicBezTo>
                  <a:pt x="4918258" y="30284"/>
                  <a:pt x="4919029" y="30241"/>
                  <a:pt x="4919938" y="30241"/>
                </a:cubicBezTo>
                <a:cubicBezTo>
                  <a:pt x="4920889" y="30241"/>
                  <a:pt x="4921661" y="30284"/>
                  <a:pt x="4922252" y="30375"/>
                </a:cubicBezTo>
                <a:cubicBezTo>
                  <a:pt x="4922890" y="30421"/>
                  <a:pt x="4923410" y="30535"/>
                  <a:pt x="4923818" y="30715"/>
                </a:cubicBezTo>
                <a:cubicBezTo>
                  <a:pt x="4924227" y="30898"/>
                  <a:pt x="4924501" y="31124"/>
                  <a:pt x="4924636" y="31398"/>
                </a:cubicBezTo>
                <a:cubicBezTo>
                  <a:pt x="4924818" y="31624"/>
                  <a:pt x="4924910" y="31941"/>
                  <a:pt x="4924910" y="32350"/>
                </a:cubicBezTo>
                <a:lnTo>
                  <a:pt x="4924910" y="40591"/>
                </a:lnTo>
                <a:cubicBezTo>
                  <a:pt x="4926770" y="38685"/>
                  <a:pt x="4928565" y="37027"/>
                  <a:pt x="4930288" y="35619"/>
                </a:cubicBezTo>
                <a:cubicBezTo>
                  <a:pt x="4932014" y="34213"/>
                  <a:pt x="4933739" y="33056"/>
                  <a:pt x="4935465" y="32147"/>
                </a:cubicBezTo>
                <a:cubicBezTo>
                  <a:pt x="4937234" y="31192"/>
                  <a:pt x="4939029" y="30490"/>
                  <a:pt x="4940846" y="30035"/>
                </a:cubicBezTo>
                <a:cubicBezTo>
                  <a:pt x="4942706" y="29535"/>
                  <a:pt x="4944658" y="29287"/>
                  <a:pt x="4946701" y="29287"/>
                </a:cubicBezTo>
                <a:cubicBezTo>
                  <a:pt x="4951153" y="29287"/>
                  <a:pt x="4954942" y="30149"/>
                  <a:pt x="4958077" y="31875"/>
                </a:cubicBezTo>
                <a:cubicBezTo>
                  <a:pt x="4961209" y="33598"/>
                  <a:pt x="4963752" y="35962"/>
                  <a:pt x="4965703" y="38956"/>
                </a:cubicBezTo>
                <a:cubicBezTo>
                  <a:pt x="4967701" y="41954"/>
                  <a:pt x="4969155" y="45449"/>
                  <a:pt x="4970061" y="49446"/>
                </a:cubicBezTo>
                <a:cubicBezTo>
                  <a:pt x="4970970" y="53395"/>
                  <a:pt x="4971424" y="57596"/>
                  <a:pt x="4971424" y="62045"/>
                </a:cubicBezTo>
                <a:close/>
                <a:moveTo>
                  <a:pt x="4959574" y="63339"/>
                </a:moveTo>
                <a:cubicBezTo>
                  <a:pt x="4959574" y="60205"/>
                  <a:pt x="4959326" y="57187"/>
                  <a:pt x="4958825" y="54281"/>
                </a:cubicBezTo>
                <a:cubicBezTo>
                  <a:pt x="4958371" y="51329"/>
                  <a:pt x="4957554" y="48718"/>
                  <a:pt x="4956374" y="46449"/>
                </a:cubicBezTo>
                <a:cubicBezTo>
                  <a:pt x="4955239" y="44180"/>
                  <a:pt x="4953693" y="42362"/>
                  <a:pt x="4951742" y="40999"/>
                </a:cubicBezTo>
                <a:cubicBezTo>
                  <a:pt x="4949790" y="39639"/>
                  <a:pt x="4947361" y="38956"/>
                  <a:pt x="4944455" y="38956"/>
                </a:cubicBezTo>
                <a:cubicBezTo>
                  <a:pt x="4943001" y="38956"/>
                  <a:pt x="4941572" y="39185"/>
                  <a:pt x="4940163" y="39639"/>
                </a:cubicBezTo>
                <a:cubicBezTo>
                  <a:pt x="4938757" y="40048"/>
                  <a:pt x="4937326" y="40728"/>
                  <a:pt x="4935874" y="41682"/>
                </a:cubicBezTo>
                <a:cubicBezTo>
                  <a:pt x="4934420" y="42588"/>
                  <a:pt x="4932899" y="43814"/>
                  <a:pt x="4931311" y="45360"/>
                </a:cubicBezTo>
                <a:cubicBezTo>
                  <a:pt x="4929722" y="46857"/>
                  <a:pt x="4928042" y="48718"/>
                  <a:pt x="4926270" y="50944"/>
                </a:cubicBezTo>
                <a:lnTo>
                  <a:pt x="4926270" y="75324"/>
                </a:lnTo>
                <a:cubicBezTo>
                  <a:pt x="4929359" y="79093"/>
                  <a:pt x="4932288" y="81976"/>
                  <a:pt x="4935057" y="83973"/>
                </a:cubicBezTo>
                <a:cubicBezTo>
                  <a:pt x="4937826" y="85971"/>
                  <a:pt x="4940732" y="86971"/>
                  <a:pt x="4943772" y="86971"/>
                </a:cubicBezTo>
                <a:cubicBezTo>
                  <a:pt x="4946590" y="86971"/>
                  <a:pt x="4948996" y="86291"/>
                  <a:pt x="4950993" y="84928"/>
                </a:cubicBezTo>
                <a:cubicBezTo>
                  <a:pt x="4953036" y="83565"/>
                  <a:pt x="4954671" y="81750"/>
                  <a:pt x="4955897" y="79479"/>
                </a:cubicBezTo>
                <a:cubicBezTo>
                  <a:pt x="4957168" y="77210"/>
                  <a:pt x="4958097" y="74666"/>
                  <a:pt x="4958688" y="71852"/>
                </a:cubicBezTo>
                <a:cubicBezTo>
                  <a:pt x="4959280" y="69037"/>
                  <a:pt x="4959574" y="66200"/>
                  <a:pt x="4959574" y="63339"/>
                </a:cubicBezTo>
                <a:close/>
                <a:moveTo>
                  <a:pt x="5044705" y="62045"/>
                </a:moveTo>
                <a:cubicBezTo>
                  <a:pt x="5044705" y="67403"/>
                  <a:pt x="5044113" y="72215"/>
                  <a:pt x="5042933" y="76484"/>
                </a:cubicBezTo>
                <a:cubicBezTo>
                  <a:pt x="5041799" y="80750"/>
                  <a:pt x="5040096" y="84382"/>
                  <a:pt x="5037827" y="87379"/>
                </a:cubicBezTo>
                <a:cubicBezTo>
                  <a:pt x="5035601" y="90331"/>
                  <a:pt x="5032832" y="92623"/>
                  <a:pt x="5029517" y="94257"/>
                </a:cubicBezTo>
                <a:cubicBezTo>
                  <a:pt x="5026202" y="95846"/>
                  <a:pt x="5022411" y="96641"/>
                  <a:pt x="5018144" y="96641"/>
                </a:cubicBezTo>
                <a:cubicBezTo>
                  <a:pt x="5016327" y="96641"/>
                  <a:pt x="5014647" y="96461"/>
                  <a:pt x="5013104" y="96098"/>
                </a:cubicBezTo>
                <a:cubicBezTo>
                  <a:pt x="5011561" y="95735"/>
                  <a:pt x="5010040" y="95166"/>
                  <a:pt x="5008540" y="94395"/>
                </a:cubicBezTo>
                <a:cubicBezTo>
                  <a:pt x="5007089" y="93623"/>
                  <a:pt x="5005634" y="92646"/>
                  <a:pt x="5004183" y="91466"/>
                </a:cubicBezTo>
                <a:cubicBezTo>
                  <a:pt x="5002728" y="90286"/>
                  <a:pt x="5001185" y="88900"/>
                  <a:pt x="4999551" y="87311"/>
                </a:cubicBezTo>
                <a:lnTo>
                  <a:pt x="4999551" y="117958"/>
                </a:lnTo>
                <a:cubicBezTo>
                  <a:pt x="4999551" y="118321"/>
                  <a:pt x="4999459" y="118641"/>
                  <a:pt x="4999279" y="118912"/>
                </a:cubicBezTo>
                <a:cubicBezTo>
                  <a:pt x="4999096" y="119183"/>
                  <a:pt x="4998802" y="119412"/>
                  <a:pt x="4998393" y="119592"/>
                </a:cubicBezTo>
                <a:cubicBezTo>
                  <a:pt x="4997985" y="119775"/>
                  <a:pt x="4997416" y="119909"/>
                  <a:pt x="4996690" y="120001"/>
                </a:cubicBezTo>
                <a:cubicBezTo>
                  <a:pt x="4995964" y="120092"/>
                  <a:pt x="4995033" y="120138"/>
                  <a:pt x="4993898" y="120138"/>
                </a:cubicBezTo>
                <a:cubicBezTo>
                  <a:pt x="4992810" y="120138"/>
                  <a:pt x="4991901" y="120092"/>
                  <a:pt x="4991175" y="120001"/>
                </a:cubicBezTo>
                <a:cubicBezTo>
                  <a:pt x="4990447" y="119909"/>
                  <a:pt x="4989858" y="119775"/>
                  <a:pt x="4989404" y="119592"/>
                </a:cubicBezTo>
                <a:cubicBezTo>
                  <a:pt x="4988995" y="119412"/>
                  <a:pt x="4988701" y="119183"/>
                  <a:pt x="4988518" y="118912"/>
                </a:cubicBezTo>
                <a:cubicBezTo>
                  <a:pt x="4988381" y="118641"/>
                  <a:pt x="4988315" y="118321"/>
                  <a:pt x="4988315" y="117958"/>
                </a:cubicBezTo>
                <a:lnTo>
                  <a:pt x="4988315" y="32350"/>
                </a:lnTo>
                <a:cubicBezTo>
                  <a:pt x="4988315" y="31941"/>
                  <a:pt x="4988381" y="31624"/>
                  <a:pt x="4988518" y="31398"/>
                </a:cubicBezTo>
                <a:cubicBezTo>
                  <a:pt x="4988655" y="31124"/>
                  <a:pt x="4988926" y="30898"/>
                  <a:pt x="4989335" y="30715"/>
                </a:cubicBezTo>
                <a:cubicBezTo>
                  <a:pt x="4989744" y="30535"/>
                  <a:pt x="4990267" y="30421"/>
                  <a:pt x="4990901" y="30375"/>
                </a:cubicBezTo>
                <a:cubicBezTo>
                  <a:pt x="4991538" y="30284"/>
                  <a:pt x="4992310" y="30241"/>
                  <a:pt x="4993218" y="30241"/>
                </a:cubicBezTo>
                <a:cubicBezTo>
                  <a:pt x="4994170" y="30241"/>
                  <a:pt x="4994941" y="30284"/>
                  <a:pt x="4995533" y="30375"/>
                </a:cubicBezTo>
                <a:cubicBezTo>
                  <a:pt x="4996167" y="30421"/>
                  <a:pt x="4996690" y="30535"/>
                  <a:pt x="4997099" y="30715"/>
                </a:cubicBezTo>
                <a:cubicBezTo>
                  <a:pt x="4997507" y="30898"/>
                  <a:pt x="4997779" y="31124"/>
                  <a:pt x="4997916" y="31398"/>
                </a:cubicBezTo>
                <a:cubicBezTo>
                  <a:pt x="4998099" y="31624"/>
                  <a:pt x="4998188" y="31941"/>
                  <a:pt x="4998188" y="32350"/>
                </a:cubicBezTo>
                <a:lnTo>
                  <a:pt x="4998188" y="40591"/>
                </a:lnTo>
                <a:cubicBezTo>
                  <a:pt x="5000051" y="38685"/>
                  <a:pt x="5001845" y="37027"/>
                  <a:pt x="5003568" y="35619"/>
                </a:cubicBezTo>
                <a:cubicBezTo>
                  <a:pt x="5005294" y="34213"/>
                  <a:pt x="5007020" y="33056"/>
                  <a:pt x="5008746" y="32147"/>
                </a:cubicBezTo>
                <a:cubicBezTo>
                  <a:pt x="5010515" y="31192"/>
                  <a:pt x="5012309" y="30490"/>
                  <a:pt x="5014124" y="30035"/>
                </a:cubicBezTo>
                <a:cubicBezTo>
                  <a:pt x="5015987" y="29535"/>
                  <a:pt x="5017939" y="29287"/>
                  <a:pt x="5019982" y="29287"/>
                </a:cubicBezTo>
                <a:cubicBezTo>
                  <a:pt x="5024431" y="29287"/>
                  <a:pt x="5028223" y="30149"/>
                  <a:pt x="5031355" y="31875"/>
                </a:cubicBezTo>
                <a:cubicBezTo>
                  <a:pt x="5034489" y="33598"/>
                  <a:pt x="5037032" y="35962"/>
                  <a:pt x="5038984" y="38956"/>
                </a:cubicBezTo>
                <a:cubicBezTo>
                  <a:pt x="5040981" y="41954"/>
                  <a:pt x="5042433" y="45449"/>
                  <a:pt x="5043342" y="49446"/>
                </a:cubicBezTo>
                <a:cubicBezTo>
                  <a:pt x="5044250" y="53395"/>
                  <a:pt x="5044705" y="57596"/>
                  <a:pt x="5044705" y="62045"/>
                </a:cubicBezTo>
                <a:close/>
                <a:moveTo>
                  <a:pt x="5032855" y="63339"/>
                </a:moveTo>
                <a:cubicBezTo>
                  <a:pt x="5032855" y="60205"/>
                  <a:pt x="5032606" y="57187"/>
                  <a:pt x="5032106" y="54281"/>
                </a:cubicBezTo>
                <a:cubicBezTo>
                  <a:pt x="5031652" y="51329"/>
                  <a:pt x="5030834" y="48718"/>
                  <a:pt x="5029654" y="46449"/>
                </a:cubicBezTo>
                <a:cubicBezTo>
                  <a:pt x="5028517" y="44180"/>
                  <a:pt x="5026974" y="42362"/>
                  <a:pt x="5025022" y="40999"/>
                </a:cubicBezTo>
                <a:cubicBezTo>
                  <a:pt x="5023071" y="39639"/>
                  <a:pt x="5020642" y="38956"/>
                  <a:pt x="5017736" y="38956"/>
                </a:cubicBezTo>
                <a:cubicBezTo>
                  <a:pt x="5016281" y="38956"/>
                  <a:pt x="5014852" y="39185"/>
                  <a:pt x="5013444" y="39639"/>
                </a:cubicBezTo>
                <a:cubicBezTo>
                  <a:pt x="5012038" y="40048"/>
                  <a:pt x="5010606" y="40728"/>
                  <a:pt x="5009155" y="41682"/>
                </a:cubicBezTo>
                <a:cubicBezTo>
                  <a:pt x="5007700" y="42588"/>
                  <a:pt x="5006180" y="43814"/>
                  <a:pt x="5004591" y="45360"/>
                </a:cubicBezTo>
                <a:cubicBezTo>
                  <a:pt x="5003002" y="46857"/>
                  <a:pt x="5001322" y="48718"/>
                  <a:pt x="4999551" y="50944"/>
                </a:cubicBezTo>
                <a:lnTo>
                  <a:pt x="4999551" y="75324"/>
                </a:lnTo>
                <a:cubicBezTo>
                  <a:pt x="5002640" y="79093"/>
                  <a:pt x="5005566" y="81976"/>
                  <a:pt x="5008337" y="83973"/>
                </a:cubicBezTo>
                <a:cubicBezTo>
                  <a:pt x="5011106" y="85971"/>
                  <a:pt x="5014012" y="86971"/>
                  <a:pt x="5017053" y="86971"/>
                </a:cubicBezTo>
                <a:cubicBezTo>
                  <a:pt x="5019870" y="86971"/>
                  <a:pt x="5022276" y="86291"/>
                  <a:pt x="5024274" y="84928"/>
                </a:cubicBezTo>
                <a:cubicBezTo>
                  <a:pt x="5026317" y="83565"/>
                  <a:pt x="5027951" y="81750"/>
                  <a:pt x="5029177" y="79479"/>
                </a:cubicBezTo>
                <a:cubicBezTo>
                  <a:pt x="5030449" y="77210"/>
                  <a:pt x="5031377" y="74666"/>
                  <a:pt x="5031969" y="71852"/>
                </a:cubicBezTo>
                <a:cubicBezTo>
                  <a:pt x="5032558" y="69037"/>
                  <a:pt x="5032855" y="66200"/>
                  <a:pt x="5032855" y="63339"/>
                </a:cubicBezTo>
                <a:close/>
                <a:moveTo>
                  <a:pt x="5097417" y="36370"/>
                </a:moveTo>
                <a:cubicBezTo>
                  <a:pt x="5097417" y="37368"/>
                  <a:pt x="5097394" y="38208"/>
                  <a:pt x="5097349" y="38888"/>
                </a:cubicBezTo>
                <a:cubicBezTo>
                  <a:pt x="5097303" y="39571"/>
                  <a:pt x="5097214" y="40114"/>
                  <a:pt x="5097077" y="40522"/>
                </a:cubicBezTo>
                <a:cubicBezTo>
                  <a:pt x="5096940" y="40888"/>
                  <a:pt x="5096760" y="41182"/>
                  <a:pt x="5096531" y="41408"/>
                </a:cubicBezTo>
                <a:cubicBezTo>
                  <a:pt x="5096351" y="41591"/>
                  <a:pt x="5096077" y="41682"/>
                  <a:pt x="5095714" y="41682"/>
                </a:cubicBezTo>
                <a:cubicBezTo>
                  <a:pt x="5095351" y="41682"/>
                  <a:pt x="5094897" y="41591"/>
                  <a:pt x="5094354" y="41408"/>
                </a:cubicBezTo>
                <a:cubicBezTo>
                  <a:pt x="5093854" y="41182"/>
                  <a:pt x="5093262" y="40977"/>
                  <a:pt x="5092582" y="40797"/>
                </a:cubicBezTo>
                <a:cubicBezTo>
                  <a:pt x="5091945" y="40568"/>
                  <a:pt x="5091219" y="40365"/>
                  <a:pt x="5090402" y="40182"/>
                </a:cubicBezTo>
                <a:cubicBezTo>
                  <a:pt x="5089585" y="40002"/>
                  <a:pt x="5088699" y="39911"/>
                  <a:pt x="5087747" y="39911"/>
                </a:cubicBezTo>
                <a:cubicBezTo>
                  <a:pt x="5086613" y="39911"/>
                  <a:pt x="5085498" y="40136"/>
                  <a:pt x="5084410" y="40591"/>
                </a:cubicBezTo>
                <a:cubicBezTo>
                  <a:pt x="5083318" y="41045"/>
                  <a:pt x="5082161" y="41794"/>
                  <a:pt x="5080935" y="42840"/>
                </a:cubicBezTo>
                <a:cubicBezTo>
                  <a:pt x="5079755" y="43883"/>
                  <a:pt x="5078506" y="45269"/>
                  <a:pt x="5077189" y="46994"/>
                </a:cubicBezTo>
                <a:cubicBezTo>
                  <a:pt x="5075874" y="48718"/>
                  <a:pt x="5074420" y="50829"/>
                  <a:pt x="5072831" y="53327"/>
                </a:cubicBezTo>
                <a:lnTo>
                  <a:pt x="5072831" y="93646"/>
                </a:lnTo>
                <a:cubicBezTo>
                  <a:pt x="5072831" y="94009"/>
                  <a:pt x="5072740" y="94326"/>
                  <a:pt x="5072560" y="94598"/>
                </a:cubicBezTo>
                <a:cubicBezTo>
                  <a:pt x="5072377" y="94826"/>
                  <a:pt x="5072083" y="95029"/>
                  <a:pt x="5071674" y="95212"/>
                </a:cubicBezTo>
                <a:cubicBezTo>
                  <a:pt x="5071265" y="95392"/>
                  <a:pt x="5070697" y="95529"/>
                  <a:pt x="5069971" y="95621"/>
                </a:cubicBezTo>
                <a:cubicBezTo>
                  <a:pt x="5069245" y="95712"/>
                  <a:pt x="5068313" y="95755"/>
                  <a:pt x="5067179" y="95755"/>
                </a:cubicBezTo>
                <a:cubicBezTo>
                  <a:pt x="5066090" y="95755"/>
                  <a:pt x="5065182" y="95712"/>
                  <a:pt x="5064456" y="95621"/>
                </a:cubicBezTo>
                <a:cubicBezTo>
                  <a:pt x="5063727" y="95529"/>
                  <a:pt x="5063139" y="95392"/>
                  <a:pt x="5062684" y="95212"/>
                </a:cubicBezTo>
                <a:cubicBezTo>
                  <a:pt x="5062276" y="95029"/>
                  <a:pt x="5061981" y="94826"/>
                  <a:pt x="5061798" y="94598"/>
                </a:cubicBezTo>
                <a:cubicBezTo>
                  <a:pt x="5061661" y="94326"/>
                  <a:pt x="5061595" y="94009"/>
                  <a:pt x="5061595" y="93646"/>
                </a:cubicBezTo>
                <a:lnTo>
                  <a:pt x="5061595" y="32350"/>
                </a:lnTo>
                <a:cubicBezTo>
                  <a:pt x="5061595" y="31987"/>
                  <a:pt x="5061661" y="31693"/>
                  <a:pt x="5061798" y="31467"/>
                </a:cubicBezTo>
                <a:cubicBezTo>
                  <a:pt x="5061936" y="31192"/>
                  <a:pt x="5062207" y="30967"/>
                  <a:pt x="5062616" y="30784"/>
                </a:cubicBezTo>
                <a:cubicBezTo>
                  <a:pt x="5063024" y="30558"/>
                  <a:pt x="5063547" y="30421"/>
                  <a:pt x="5064182" y="30375"/>
                </a:cubicBezTo>
                <a:cubicBezTo>
                  <a:pt x="5064819" y="30284"/>
                  <a:pt x="5065659" y="30241"/>
                  <a:pt x="5066702" y="30241"/>
                </a:cubicBezTo>
                <a:cubicBezTo>
                  <a:pt x="5067702" y="30241"/>
                  <a:pt x="5068519" y="30284"/>
                  <a:pt x="5069154" y="30375"/>
                </a:cubicBezTo>
                <a:cubicBezTo>
                  <a:pt x="5069834" y="30421"/>
                  <a:pt x="5070357" y="30558"/>
                  <a:pt x="5070719" y="30784"/>
                </a:cubicBezTo>
                <a:cubicBezTo>
                  <a:pt x="5071082" y="30967"/>
                  <a:pt x="5071334" y="31192"/>
                  <a:pt x="5071468" y="31467"/>
                </a:cubicBezTo>
                <a:cubicBezTo>
                  <a:pt x="5071651" y="31693"/>
                  <a:pt x="5071742" y="31987"/>
                  <a:pt x="5071742" y="32350"/>
                </a:cubicBezTo>
                <a:lnTo>
                  <a:pt x="5071742" y="41274"/>
                </a:lnTo>
                <a:cubicBezTo>
                  <a:pt x="5073423" y="38822"/>
                  <a:pt x="5074989" y="36822"/>
                  <a:pt x="5076440" y="35279"/>
                </a:cubicBezTo>
                <a:cubicBezTo>
                  <a:pt x="5077940" y="33736"/>
                  <a:pt x="5079346" y="32533"/>
                  <a:pt x="5080664" y="31670"/>
                </a:cubicBezTo>
                <a:cubicBezTo>
                  <a:pt x="5081981" y="30761"/>
                  <a:pt x="5083275" y="30149"/>
                  <a:pt x="5084544" y="29832"/>
                </a:cubicBezTo>
                <a:cubicBezTo>
                  <a:pt x="5085861" y="29467"/>
                  <a:pt x="5087179" y="29287"/>
                  <a:pt x="5088496" y="29287"/>
                </a:cubicBezTo>
                <a:cubicBezTo>
                  <a:pt x="5089085" y="29287"/>
                  <a:pt x="5089745" y="29332"/>
                  <a:pt x="5090471" y="29424"/>
                </a:cubicBezTo>
                <a:cubicBezTo>
                  <a:pt x="5091242" y="29467"/>
                  <a:pt x="5092036" y="29581"/>
                  <a:pt x="5092854" y="29764"/>
                </a:cubicBezTo>
                <a:cubicBezTo>
                  <a:pt x="5093671" y="29944"/>
                  <a:pt x="5094397" y="30149"/>
                  <a:pt x="5095034" y="30375"/>
                </a:cubicBezTo>
                <a:cubicBezTo>
                  <a:pt x="5095714" y="30604"/>
                  <a:pt x="5096191" y="30830"/>
                  <a:pt x="5096463" y="31058"/>
                </a:cubicBezTo>
                <a:cubicBezTo>
                  <a:pt x="5096737" y="31284"/>
                  <a:pt x="5096917" y="31510"/>
                  <a:pt x="5097008" y="31738"/>
                </a:cubicBezTo>
                <a:cubicBezTo>
                  <a:pt x="5097100" y="31918"/>
                  <a:pt x="5097168" y="32170"/>
                  <a:pt x="5097214" y="32487"/>
                </a:cubicBezTo>
                <a:cubicBezTo>
                  <a:pt x="5097303" y="32804"/>
                  <a:pt x="5097349" y="33281"/>
                  <a:pt x="5097349" y="33919"/>
                </a:cubicBezTo>
                <a:cubicBezTo>
                  <a:pt x="5097394" y="34507"/>
                  <a:pt x="5097417" y="35324"/>
                  <a:pt x="5097417" y="36370"/>
                </a:cubicBezTo>
                <a:close/>
                <a:moveTo>
                  <a:pt x="5164977" y="62316"/>
                </a:moveTo>
                <a:cubicBezTo>
                  <a:pt x="5164977" y="67311"/>
                  <a:pt x="5164320" y="71920"/>
                  <a:pt x="5163002" y="76141"/>
                </a:cubicBezTo>
                <a:cubicBezTo>
                  <a:pt x="5161685" y="80319"/>
                  <a:pt x="5159711" y="83928"/>
                  <a:pt x="5157076" y="86971"/>
                </a:cubicBezTo>
                <a:cubicBezTo>
                  <a:pt x="5154490" y="90014"/>
                  <a:pt x="5151221" y="92397"/>
                  <a:pt x="5147269" y="94120"/>
                </a:cubicBezTo>
                <a:cubicBezTo>
                  <a:pt x="5143366" y="95801"/>
                  <a:pt x="5138825" y="96641"/>
                  <a:pt x="5133647" y="96641"/>
                </a:cubicBezTo>
                <a:cubicBezTo>
                  <a:pt x="5128610" y="96641"/>
                  <a:pt x="5124206" y="95892"/>
                  <a:pt x="5120437" y="94395"/>
                </a:cubicBezTo>
                <a:cubicBezTo>
                  <a:pt x="5116714" y="92894"/>
                  <a:pt x="5113605" y="90717"/>
                  <a:pt x="5111107" y="87857"/>
                </a:cubicBezTo>
                <a:cubicBezTo>
                  <a:pt x="5108610" y="84996"/>
                  <a:pt x="5106747" y="81522"/>
                  <a:pt x="5105521" y="77435"/>
                </a:cubicBezTo>
                <a:cubicBezTo>
                  <a:pt x="5104295" y="73349"/>
                  <a:pt x="5103684" y="68720"/>
                  <a:pt x="5103684" y="63542"/>
                </a:cubicBezTo>
                <a:cubicBezTo>
                  <a:pt x="5103684" y="58547"/>
                  <a:pt x="5104318" y="53964"/>
                  <a:pt x="5105590" y="49786"/>
                </a:cubicBezTo>
                <a:cubicBezTo>
                  <a:pt x="5106907" y="45563"/>
                  <a:pt x="5108859" y="41931"/>
                  <a:pt x="5111447" y="38888"/>
                </a:cubicBezTo>
                <a:cubicBezTo>
                  <a:pt x="5114079" y="35847"/>
                  <a:pt x="5117348" y="33487"/>
                  <a:pt x="5121254" y="31807"/>
                </a:cubicBezTo>
                <a:cubicBezTo>
                  <a:pt x="5125158" y="30127"/>
                  <a:pt x="5129721" y="29287"/>
                  <a:pt x="5134942" y="29287"/>
                </a:cubicBezTo>
                <a:cubicBezTo>
                  <a:pt x="5139982" y="29287"/>
                  <a:pt x="5144363" y="30035"/>
                  <a:pt x="5148086" y="31533"/>
                </a:cubicBezTo>
                <a:cubicBezTo>
                  <a:pt x="5151855" y="33033"/>
                  <a:pt x="5154987" y="35210"/>
                  <a:pt x="5157485" y="38070"/>
                </a:cubicBezTo>
                <a:cubicBezTo>
                  <a:pt x="5159982" y="40931"/>
                  <a:pt x="5161845" y="44406"/>
                  <a:pt x="5163071" y="48492"/>
                </a:cubicBezTo>
                <a:cubicBezTo>
                  <a:pt x="5164343" y="52578"/>
                  <a:pt x="5164977" y="57187"/>
                  <a:pt x="5164977" y="62316"/>
                </a:cubicBezTo>
                <a:close/>
                <a:moveTo>
                  <a:pt x="5153127" y="63065"/>
                </a:moveTo>
                <a:cubicBezTo>
                  <a:pt x="5153127" y="59750"/>
                  <a:pt x="5152810" y="56619"/>
                  <a:pt x="5152173" y="53667"/>
                </a:cubicBezTo>
                <a:cubicBezTo>
                  <a:pt x="5151584" y="50718"/>
                  <a:pt x="5150584" y="48129"/>
                  <a:pt x="5149178" y="45903"/>
                </a:cubicBezTo>
                <a:cubicBezTo>
                  <a:pt x="5147769" y="43680"/>
                  <a:pt x="5145863" y="41931"/>
                  <a:pt x="5143457" y="40659"/>
                </a:cubicBezTo>
                <a:cubicBezTo>
                  <a:pt x="5141048" y="39342"/>
                  <a:pt x="5138054" y="38685"/>
                  <a:pt x="5134465" y="38685"/>
                </a:cubicBezTo>
                <a:cubicBezTo>
                  <a:pt x="5131153" y="38685"/>
                  <a:pt x="5128292" y="39276"/>
                  <a:pt x="5125886" y="40456"/>
                </a:cubicBezTo>
                <a:cubicBezTo>
                  <a:pt x="5123523" y="41637"/>
                  <a:pt x="5121572" y="43317"/>
                  <a:pt x="5120028" y="45494"/>
                </a:cubicBezTo>
                <a:cubicBezTo>
                  <a:pt x="5118485" y="47629"/>
                  <a:pt x="5117325" y="50172"/>
                  <a:pt x="5116554" y="53124"/>
                </a:cubicBezTo>
                <a:cubicBezTo>
                  <a:pt x="5115828" y="56073"/>
                  <a:pt x="5115465" y="59299"/>
                  <a:pt x="5115465" y="62794"/>
                </a:cubicBezTo>
                <a:cubicBezTo>
                  <a:pt x="5115465" y="66154"/>
                  <a:pt x="5115759" y="69309"/>
                  <a:pt x="5116351" y="72260"/>
                </a:cubicBezTo>
                <a:cubicBezTo>
                  <a:pt x="5116985" y="75212"/>
                  <a:pt x="5118008" y="77798"/>
                  <a:pt x="5119414" y="80024"/>
                </a:cubicBezTo>
                <a:cubicBezTo>
                  <a:pt x="5120869" y="82205"/>
                  <a:pt x="5122797" y="83950"/>
                  <a:pt x="5125203" y="85268"/>
                </a:cubicBezTo>
                <a:cubicBezTo>
                  <a:pt x="5127609" y="86539"/>
                  <a:pt x="5130607" y="87174"/>
                  <a:pt x="5134193" y="87174"/>
                </a:cubicBezTo>
                <a:cubicBezTo>
                  <a:pt x="5137462" y="87174"/>
                  <a:pt x="5140300" y="86585"/>
                  <a:pt x="5142706" y="85405"/>
                </a:cubicBezTo>
                <a:cubicBezTo>
                  <a:pt x="5145114" y="84225"/>
                  <a:pt x="5147089" y="82567"/>
                  <a:pt x="5148632" y="80433"/>
                </a:cubicBezTo>
                <a:cubicBezTo>
                  <a:pt x="5150175" y="78298"/>
                  <a:pt x="5151310" y="75755"/>
                  <a:pt x="5152038" y="72806"/>
                </a:cubicBezTo>
                <a:cubicBezTo>
                  <a:pt x="5152764" y="69854"/>
                  <a:pt x="5153127" y="66608"/>
                  <a:pt x="5153127" y="63065"/>
                </a:cubicBezTo>
                <a:close/>
                <a:moveTo>
                  <a:pt x="5225250" y="92352"/>
                </a:moveTo>
                <a:cubicBezTo>
                  <a:pt x="5225613" y="92986"/>
                  <a:pt x="5225793" y="93532"/>
                  <a:pt x="5225793" y="93986"/>
                </a:cubicBezTo>
                <a:cubicBezTo>
                  <a:pt x="5225793" y="94395"/>
                  <a:pt x="5225567" y="94735"/>
                  <a:pt x="5225113" y="95006"/>
                </a:cubicBezTo>
                <a:cubicBezTo>
                  <a:pt x="5224704" y="95280"/>
                  <a:pt x="5224047" y="95461"/>
                  <a:pt x="5223139" y="95552"/>
                </a:cubicBezTo>
                <a:cubicBezTo>
                  <a:pt x="5222276" y="95689"/>
                  <a:pt x="5221141" y="95755"/>
                  <a:pt x="5219732" y="95755"/>
                </a:cubicBezTo>
                <a:cubicBezTo>
                  <a:pt x="5218369" y="95755"/>
                  <a:pt x="5217281" y="95712"/>
                  <a:pt x="5216463" y="95621"/>
                </a:cubicBezTo>
                <a:cubicBezTo>
                  <a:pt x="5215692" y="95575"/>
                  <a:pt x="5215055" y="95483"/>
                  <a:pt x="5214557" y="95346"/>
                </a:cubicBezTo>
                <a:cubicBezTo>
                  <a:pt x="5214103" y="95166"/>
                  <a:pt x="5213740" y="94960"/>
                  <a:pt x="5213466" y="94735"/>
                </a:cubicBezTo>
                <a:cubicBezTo>
                  <a:pt x="5213240" y="94463"/>
                  <a:pt x="5213034" y="94166"/>
                  <a:pt x="5212854" y="93849"/>
                </a:cubicBezTo>
                <a:lnTo>
                  <a:pt x="5198144" y="69537"/>
                </a:lnTo>
                <a:lnTo>
                  <a:pt x="5183502" y="93849"/>
                </a:lnTo>
                <a:cubicBezTo>
                  <a:pt x="5183319" y="94166"/>
                  <a:pt x="5183094" y="94463"/>
                  <a:pt x="5182819" y="94735"/>
                </a:cubicBezTo>
                <a:cubicBezTo>
                  <a:pt x="5182593" y="94960"/>
                  <a:pt x="5182231" y="95166"/>
                  <a:pt x="5181730" y="95346"/>
                </a:cubicBezTo>
                <a:cubicBezTo>
                  <a:pt x="5181276" y="95483"/>
                  <a:pt x="5180665" y="95575"/>
                  <a:pt x="5179893" y="95621"/>
                </a:cubicBezTo>
                <a:cubicBezTo>
                  <a:pt x="5179119" y="95712"/>
                  <a:pt x="5178099" y="95755"/>
                  <a:pt x="5176827" y="95755"/>
                </a:cubicBezTo>
                <a:cubicBezTo>
                  <a:pt x="5175510" y="95755"/>
                  <a:pt x="5174421" y="95689"/>
                  <a:pt x="5173558" y="95552"/>
                </a:cubicBezTo>
                <a:cubicBezTo>
                  <a:pt x="5172741" y="95461"/>
                  <a:pt x="5172126" y="95280"/>
                  <a:pt x="5171718" y="95006"/>
                </a:cubicBezTo>
                <a:cubicBezTo>
                  <a:pt x="5171355" y="94735"/>
                  <a:pt x="5171175" y="94395"/>
                  <a:pt x="5171175" y="93986"/>
                </a:cubicBezTo>
                <a:cubicBezTo>
                  <a:pt x="5171221" y="93532"/>
                  <a:pt x="5171446" y="92986"/>
                  <a:pt x="5171855" y="92352"/>
                </a:cubicBezTo>
                <a:lnTo>
                  <a:pt x="5190926" y="62454"/>
                </a:lnTo>
                <a:lnTo>
                  <a:pt x="5172878" y="33644"/>
                </a:lnTo>
                <a:cubicBezTo>
                  <a:pt x="5172515" y="33010"/>
                  <a:pt x="5172309" y="32487"/>
                  <a:pt x="5172264" y="32078"/>
                </a:cubicBezTo>
                <a:cubicBezTo>
                  <a:pt x="5172264" y="31624"/>
                  <a:pt x="5172469" y="31261"/>
                  <a:pt x="5172878" y="30990"/>
                </a:cubicBezTo>
                <a:cubicBezTo>
                  <a:pt x="5173332" y="30672"/>
                  <a:pt x="5173990" y="30467"/>
                  <a:pt x="5174852" y="30375"/>
                </a:cubicBezTo>
                <a:cubicBezTo>
                  <a:pt x="5175761" y="30284"/>
                  <a:pt x="5176941" y="30241"/>
                  <a:pt x="5178393" y="30241"/>
                </a:cubicBezTo>
                <a:cubicBezTo>
                  <a:pt x="5179710" y="30241"/>
                  <a:pt x="5180756" y="30284"/>
                  <a:pt x="5181528" y="30375"/>
                </a:cubicBezTo>
                <a:cubicBezTo>
                  <a:pt x="5182345" y="30421"/>
                  <a:pt x="5182979" y="30512"/>
                  <a:pt x="5183434" y="30650"/>
                </a:cubicBezTo>
                <a:cubicBezTo>
                  <a:pt x="5183888" y="30784"/>
                  <a:pt x="5184228" y="30967"/>
                  <a:pt x="5184454" y="31192"/>
                </a:cubicBezTo>
                <a:cubicBezTo>
                  <a:pt x="5184682" y="31421"/>
                  <a:pt x="5184885" y="31693"/>
                  <a:pt x="5185068" y="32010"/>
                </a:cubicBezTo>
                <a:lnTo>
                  <a:pt x="5199030" y="54827"/>
                </a:lnTo>
                <a:lnTo>
                  <a:pt x="5213194" y="32010"/>
                </a:lnTo>
                <a:cubicBezTo>
                  <a:pt x="5213377" y="31738"/>
                  <a:pt x="5213580" y="31490"/>
                  <a:pt x="5213809" y="31261"/>
                </a:cubicBezTo>
                <a:cubicBezTo>
                  <a:pt x="5214035" y="31035"/>
                  <a:pt x="5214329" y="30852"/>
                  <a:pt x="5214695" y="30715"/>
                </a:cubicBezTo>
                <a:cubicBezTo>
                  <a:pt x="5215100" y="30535"/>
                  <a:pt x="5215646" y="30421"/>
                  <a:pt x="5216329" y="30375"/>
                </a:cubicBezTo>
                <a:cubicBezTo>
                  <a:pt x="5217055" y="30284"/>
                  <a:pt x="5218029" y="30241"/>
                  <a:pt x="5219255" y="30241"/>
                </a:cubicBezTo>
                <a:cubicBezTo>
                  <a:pt x="5220572" y="30241"/>
                  <a:pt x="5221638" y="30284"/>
                  <a:pt x="5222456" y="30375"/>
                </a:cubicBezTo>
                <a:cubicBezTo>
                  <a:pt x="5223319" y="30467"/>
                  <a:pt x="5223956" y="30650"/>
                  <a:pt x="5224364" y="30921"/>
                </a:cubicBezTo>
                <a:cubicBezTo>
                  <a:pt x="5224773" y="31147"/>
                  <a:pt x="5224953" y="31490"/>
                  <a:pt x="5224907" y="31941"/>
                </a:cubicBezTo>
                <a:cubicBezTo>
                  <a:pt x="5224864" y="32395"/>
                  <a:pt x="5224636" y="32964"/>
                  <a:pt x="5224227" y="33644"/>
                </a:cubicBezTo>
                <a:lnTo>
                  <a:pt x="5206316" y="62113"/>
                </a:lnTo>
                <a:lnTo>
                  <a:pt x="5225250" y="92352"/>
                </a:lnTo>
                <a:close/>
                <a:moveTo>
                  <a:pt x="5250448" y="93646"/>
                </a:moveTo>
                <a:cubicBezTo>
                  <a:pt x="5250448" y="94009"/>
                  <a:pt x="5250356" y="94326"/>
                  <a:pt x="5250176" y="94598"/>
                </a:cubicBezTo>
                <a:cubicBezTo>
                  <a:pt x="5249993" y="94826"/>
                  <a:pt x="5249699" y="95029"/>
                  <a:pt x="5249290" y="95212"/>
                </a:cubicBezTo>
                <a:cubicBezTo>
                  <a:pt x="5248882" y="95392"/>
                  <a:pt x="5248313" y="95529"/>
                  <a:pt x="5247587" y="95621"/>
                </a:cubicBezTo>
                <a:cubicBezTo>
                  <a:pt x="5246861" y="95712"/>
                  <a:pt x="5245930" y="95755"/>
                  <a:pt x="5244796" y="95755"/>
                </a:cubicBezTo>
                <a:cubicBezTo>
                  <a:pt x="5243707" y="95755"/>
                  <a:pt x="5242798" y="95712"/>
                  <a:pt x="5242072" y="95621"/>
                </a:cubicBezTo>
                <a:cubicBezTo>
                  <a:pt x="5241344" y="95529"/>
                  <a:pt x="5240755" y="95392"/>
                  <a:pt x="5240301" y="95212"/>
                </a:cubicBezTo>
                <a:cubicBezTo>
                  <a:pt x="5239892" y="95029"/>
                  <a:pt x="5239598" y="94826"/>
                  <a:pt x="5239415" y="94598"/>
                </a:cubicBezTo>
                <a:cubicBezTo>
                  <a:pt x="5239278" y="94326"/>
                  <a:pt x="5239212" y="94009"/>
                  <a:pt x="5239212" y="93646"/>
                </a:cubicBezTo>
                <a:lnTo>
                  <a:pt x="5239212" y="32350"/>
                </a:lnTo>
                <a:cubicBezTo>
                  <a:pt x="5239212" y="32033"/>
                  <a:pt x="5239278" y="31738"/>
                  <a:pt x="5239415" y="31467"/>
                </a:cubicBezTo>
                <a:cubicBezTo>
                  <a:pt x="5239598" y="31192"/>
                  <a:pt x="5239892" y="30967"/>
                  <a:pt x="5240301" y="30784"/>
                </a:cubicBezTo>
                <a:cubicBezTo>
                  <a:pt x="5240755" y="30604"/>
                  <a:pt x="5241344" y="30467"/>
                  <a:pt x="5242072" y="30375"/>
                </a:cubicBezTo>
                <a:cubicBezTo>
                  <a:pt x="5242798" y="30284"/>
                  <a:pt x="5243707" y="30241"/>
                  <a:pt x="5244796" y="30241"/>
                </a:cubicBezTo>
                <a:cubicBezTo>
                  <a:pt x="5245930" y="30241"/>
                  <a:pt x="5246861" y="30284"/>
                  <a:pt x="5247587" y="30375"/>
                </a:cubicBezTo>
                <a:cubicBezTo>
                  <a:pt x="5248313" y="30467"/>
                  <a:pt x="5248882" y="30604"/>
                  <a:pt x="5249290" y="30784"/>
                </a:cubicBezTo>
                <a:cubicBezTo>
                  <a:pt x="5249699" y="30967"/>
                  <a:pt x="5249993" y="31192"/>
                  <a:pt x="5250176" y="31467"/>
                </a:cubicBezTo>
                <a:cubicBezTo>
                  <a:pt x="5250356" y="31738"/>
                  <a:pt x="5250448" y="32033"/>
                  <a:pt x="5250448" y="32350"/>
                </a:cubicBezTo>
                <a:lnTo>
                  <a:pt x="5250448" y="93646"/>
                </a:lnTo>
                <a:close/>
                <a:moveTo>
                  <a:pt x="5251742" y="11647"/>
                </a:moveTo>
                <a:cubicBezTo>
                  <a:pt x="5251742" y="14282"/>
                  <a:pt x="5251242" y="16073"/>
                  <a:pt x="5250245" y="17028"/>
                </a:cubicBezTo>
                <a:cubicBezTo>
                  <a:pt x="5249245" y="17982"/>
                  <a:pt x="5247407" y="18457"/>
                  <a:pt x="5244727" y="18457"/>
                </a:cubicBezTo>
                <a:cubicBezTo>
                  <a:pt x="5242095" y="18457"/>
                  <a:pt x="5240278" y="18002"/>
                  <a:pt x="5239278" y="17096"/>
                </a:cubicBezTo>
                <a:cubicBezTo>
                  <a:pt x="5238326" y="16142"/>
                  <a:pt x="5237849" y="14370"/>
                  <a:pt x="5237849" y="11784"/>
                </a:cubicBezTo>
                <a:cubicBezTo>
                  <a:pt x="5237849" y="9150"/>
                  <a:pt x="5238349" y="7355"/>
                  <a:pt x="5239346" y="6404"/>
                </a:cubicBezTo>
                <a:cubicBezTo>
                  <a:pt x="5240346" y="5449"/>
                  <a:pt x="5242184" y="4972"/>
                  <a:pt x="5244864" y="4972"/>
                </a:cubicBezTo>
                <a:cubicBezTo>
                  <a:pt x="5247496" y="4972"/>
                  <a:pt x="5249290" y="5449"/>
                  <a:pt x="5250245" y="6404"/>
                </a:cubicBezTo>
                <a:cubicBezTo>
                  <a:pt x="5251242" y="7312"/>
                  <a:pt x="5251742" y="9058"/>
                  <a:pt x="5251742" y="11647"/>
                </a:cubicBezTo>
                <a:close/>
                <a:moveTo>
                  <a:pt x="5362139" y="93646"/>
                </a:moveTo>
                <a:cubicBezTo>
                  <a:pt x="5362139" y="94009"/>
                  <a:pt x="5362047" y="94326"/>
                  <a:pt x="5361867" y="94598"/>
                </a:cubicBezTo>
                <a:cubicBezTo>
                  <a:pt x="5361684" y="94826"/>
                  <a:pt x="5361390" y="95029"/>
                  <a:pt x="5360981" y="95212"/>
                </a:cubicBezTo>
                <a:cubicBezTo>
                  <a:pt x="5360573" y="95392"/>
                  <a:pt x="5360004" y="95529"/>
                  <a:pt x="5359278" y="95621"/>
                </a:cubicBezTo>
                <a:cubicBezTo>
                  <a:pt x="5358553" y="95712"/>
                  <a:pt x="5357644" y="95755"/>
                  <a:pt x="5356555" y="95755"/>
                </a:cubicBezTo>
                <a:cubicBezTo>
                  <a:pt x="5355421" y="95755"/>
                  <a:pt x="5354489" y="95712"/>
                  <a:pt x="5353763" y="95621"/>
                </a:cubicBezTo>
                <a:cubicBezTo>
                  <a:pt x="5353038" y="95529"/>
                  <a:pt x="5352446" y="95392"/>
                  <a:pt x="5351992" y="95212"/>
                </a:cubicBezTo>
                <a:cubicBezTo>
                  <a:pt x="5351583" y="95029"/>
                  <a:pt x="5351289" y="94826"/>
                  <a:pt x="5351106" y="94598"/>
                </a:cubicBezTo>
                <a:cubicBezTo>
                  <a:pt x="5350926" y="94326"/>
                  <a:pt x="5350834" y="94009"/>
                  <a:pt x="5350834" y="93646"/>
                </a:cubicBezTo>
                <a:lnTo>
                  <a:pt x="5350834" y="56393"/>
                </a:lnTo>
                <a:cubicBezTo>
                  <a:pt x="5350834" y="53804"/>
                  <a:pt x="5350606" y="51444"/>
                  <a:pt x="5350154" y="49309"/>
                </a:cubicBezTo>
                <a:cubicBezTo>
                  <a:pt x="5349700" y="47174"/>
                  <a:pt x="5348971" y="45337"/>
                  <a:pt x="5347974" y="43791"/>
                </a:cubicBezTo>
                <a:cubicBezTo>
                  <a:pt x="5346974" y="42248"/>
                  <a:pt x="5345702" y="41068"/>
                  <a:pt x="5344159" y="40251"/>
                </a:cubicBezTo>
                <a:cubicBezTo>
                  <a:pt x="5342616" y="39433"/>
                  <a:pt x="5340799" y="39025"/>
                  <a:pt x="5338710" y="39025"/>
                </a:cubicBezTo>
                <a:cubicBezTo>
                  <a:pt x="5336124" y="39025"/>
                  <a:pt x="5333512" y="40025"/>
                  <a:pt x="5330881" y="42022"/>
                </a:cubicBezTo>
                <a:cubicBezTo>
                  <a:pt x="5328292" y="44020"/>
                  <a:pt x="5325431" y="46949"/>
                  <a:pt x="5322299" y="50806"/>
                </a:cubicBezTo>
                <a:lnTo>
                  <a:pt x="5322299" y="93646"/>
                </a:lnTo>
                <a:cubicBezTo>
                  <a:pt x="5322299" y="94009"/>
                  <a:pt x="5322208" y="94326"/>
                  <a:pt x="5322025" y="94598"/>
                </a:cubicBezTo>
                <a:cubicBezTo>
                  <a:pt x="5321845" y="94826"/>
                  <a:pt x="5321528" y="95029"/>
                  <a:pt x="5321074" y="95212"/>
                </a:cubicBezTo>
                <a:cubicBezTo>
                  <a:pt x="5320665" y="95392"/>
                  <a:pt x="5320096" y="95529"/>
                  <a:pt x="5319371" y="95621"/>
                </a:cubicBezTo>
                <a:cubicBezTo>
                  <a:pt x="5318645" y="95712"/>
                  <a:pt x="5317736" y="95755"/>
                  <a:pt x="5316644" y="95755"/>
                </a:cubicBezTo>
                <a:cubicBezTo>
                  <a:pt x="5315602" y="95755"/>
                  <a:pt x="5314693" y="95712"/>
                  <a:pt x="5313921" y="95621"/>
                </a:cubicBezTo>
                <a:cubicBezTo>
                  <a:pt x="5313195" y="95529"/>
                  <a:pt x="5312604" y="95392"/>
                  <a:pt x="5312150" y="95212"/>
                </a:cubicBezTo>
                <a:cubicBezTo>
                  <a:pt x="5311741" y="95029"/>
                  <a:pt x="5311447" y="94826"/>
                  <a:pt x="5311264" y="94598"/>
                </a:cubicBezTo>
                <a:cubicBezTo>
                  <a:pt x="5311130" y="94326"/>
                  <a:pt x="5311061" y="94009"/>
                  <a:pt x="5311061" y="93646"/>
                </a:cubicBezTo>
                <a:lnTo>
                  <a:pt x="5311061" y="56393"/>
                </a:lnTo>
                <a:cubicBezTo>
                  <a:pt x="5311061" y="53804"/>
                  <a:pt x="5310812" y="51444"/>
                  <a:pt x="5310312" y="49309"/>
                </a:cubicBezTo>
                <a:cubicBezTo>
                  <a:pt x="5309812" y="47174"/>
                  <a:pt x="5309064" y="45337"/>
                  <a:pt x="5308063" y="43791"/>
                </a:cubicBezTo>
                <a:cubicBezTo>
                  <a:pt x="5307066" y="42248"/>
                  <a:pt x="5305795" y="41068"/>
                  <a:pt x="5304252" y="40251"/>
                </a:cubicBezTo>
                <a:cubicBezTo>
                  <a:pt x="5302751" y="39433"/>
                  <a:pt x="5300960" y="39025"/>
                  <a:pt x="5298871" y="39025"/>
                </a:cubicBezTo>
                <a:cubicBezTo>
                  <a:pt x="5296282" y="39025"/>
                  <a:pt x="5293670" y="40025"/>
                  <a:pt x="5291038" y="42022"/>
                </a:cubicBezTo>
                <a:cubicBezTo>
                  <a:pt x="5288404" y="44020"/>
                  <a:pt x="5285543" y="46949"/>
                  <a:pt x="5282457" y="50806"/>
                </a:cubicBezTo>
                <a:lnTo>
                  <a:pt x="5282457" y="93646"/>
                </a:lnTo>
                <a:cubicBezTo>
                  <a:pt x="5282457" y="94009"/>
                  <a:pt x="5282366" y="94326"/>
                  <a:pt x="5282186" y="94598"/>
                </a:cubicBezTo>
                <a:cubicBezTo>
                  <a:pt x="5282003" y="94826"/>
                  <a:pt x="5281709" y="95029"/>
                  <a:pt x="5281300" y="95212"/>
                </a:cubicBezTo>
                <a:cubicBezTo>
                  <a:pt x="5280891" y="95392"/>
                  <a:pt x="5280323" y="95529"/>
                  <a:pt x="5279597" y="95621"/>
                </a:cubicBezTo>
                <a:cubicBezTo>
                  <a:pt x="5278871" y="95712"/>
                  <a:pt x="5277940" y="95755"/>
                  <a:pt x="5276805" y="95755"/>
                </a:cubicBezTo>
                <a:cubicBezTo>
                  <a:pt x="5275714" y="95755"/>
                  <a:pt x="5274808" y="95712"/>
                  <a:pt x="5274079" y="95621"/>
                </a:cubicBezTo>
                <a:cubicBezTo>
                  <a:pt x="5273353" y="95529"/>
                  <a:pt x="5272765" y="95392"/>
                  <a:pt x="5272310" y="95212"/>
                </a:cubicBezTo>
                <a:cubicBezTo>
                  <a:pt x="5271902" y="95029"/>
                  <a:pt x="5271605" y="94826"/>
                  <a:pt x="5271425" y="94598"/>
                </a:cubicBezTo>
                <a:cubicBezTo>
                  <a:pt x="5271287" y="94326"/>
                  <a:pt x="5271219" y="94009"/>
                  <a:pt x="5271219" y="93646"/>
                </a:cubicBezTo>
                <a:lnTo>
                  <a:pt x="5271219" y="32350"/>
                </a:lnTo>
                <a:cubicBezTo>
                  <a:pt x="5271219" y="31987"/>
                  <a:pt x="5271287" y="31693"/>
                  <a:pt x="5271425" y="31467"/>
                </a:cubicBezTo>
                <a:cubicBezTo>
                  <a:pt x="5271562" y="31192"/>
                  <a:pt x="5271833" y="30967"/>
                  <a:pt x="5272242" y="30784"/>
                </a:cubicBezTo>
                <a:cubicBezTo>
                  <a:pt x="5272650" y="30558"/>
                  <a:pt x="5273173" y="30421"/>
                  <a:pt x="5273808" y="30375"/>
                </a:cubicBezTo>
                <a:cubicBezTo>
                  <a:pt x="5274442" y="30284"/>
                  <a:pt x="5275285" y="30241"/>
                  <a:pt x="5276328" y="30241"/>
                </a:cubicBezTo>
                <a:cubicBezTo>
                  <a:pt x="5277325" y="30241"/>
                  <a:pt x="5278143" y="30284"/>
                  <a:pt x="5278780" y="30375"/>
                </a:cubicBezTo>
                <a:cubicBezTo>
                  <a:pt x="5279460" y="30421"/>
                  <a:pt x="5279983" y="30558"/>
                  <a:pt x="5280346" y="30784"/>
                </a:cubicBezTo>
                <a:cubicBezTo>
                  <a:pt x="5280709" y="30967"/>
                  <a:pt x="5280960" y="31192"/>
                  <a:pt x="5281094" y="31467"/>
                </a:cubicBezTo>
                <a:cubicBezTo>
                  <a:pt x="5281277" y="31693"/>
                  <a:pt x="5281369" y="31987"/>
                  <a:pt x="5281369" y="32350"/>
                </a:cubicBezTo>
                <a:lnTo>
                  <a:pt x="5281369" y="40456"/>
                </a:lnTo>
                <a:cubicBezTo>
                  <a:pt x="5284818" y="36596"/>
                  <a:pt x="5288155" y="33781"/>
                  <a:pt x="5291378" y="32010"/>
                </a:cubicBezTo>
                <a:cubicBezTo>
                  <a:pt x="5294647" y="30195"/>
                  <a:pt x="5297939" y="29287"/>
                  <a:pt x="5301254" y="29287"/>
                </a:cubicBezTo>
                <a:cubicBezTo>
                  <a:pt x="5303797" y="29287"/>
                  <a:pt x="5306066" y="29581"/>
                  <a:pt x="5308063" y="30172"/>
                </a:cubicBezTo>
                <a:cubicBezTo>
                  <a:pt x="5310107" y="30761"/>
                  <a:pt x="5311901" y="31601"/>
                  <a:pt x="5313444" y="32693"/>
                </a:cubicBezTo>
                <a:cubicBezTo>
                  <a:pt x="5314987" y="33736"/>
                  <a:pt x="5316304" y="35007"/>
                  <a:pt x="5317396" y="36505"/>
                </a:cubicBezTo>
                <a:cubicBezTo>
                  <a:pt x="5318485" y="37959"/>
                  <a:pt x="5319393" y="39594"/>
                  <a:pt x="5320119" y="41408"/>
                </a:cubicBezTo>
                <a:cubicBezTo>
                  <a:pt x="5322162" y="39185"/>
                  <a:pt x="5324091" y="37299"/>
                  <a:pt x="5325909" y="35756"/>
                </a:cubicBezTo>
                <a:cubicBezTo>
                  <a:pt x="5327769" y="34213"/>
                  <a:pt x="5329540" y="32964"/>
                  <a:pt x="5331221" y="32010"/>
                </a:cubicBezTo>
                <a:cubicBezTo>
                  <a:pt x="5332947" y="31058"/>
                  <a:pt x="5334604" y="30375"/>
                  <a:pt x="5336193" y="29967"/>
                </a:cubicBezTo>
                <a:cubicBezTo>
                  <a:pt x="5337827" y="29512"/>
                  <a:pt x="5339462" y="29287"/>
                  <a:pt x="5341096" y="29287"/>
                </a:cubicBezTo>
                <a:cubicBezTo>
                  <a:pt x="5345045" y="29287"/>
                  <a:pt x="5348360" y="29989"/>
                  <a:pt x="5351037" y="31398"/>
                </a:cubicBezTo>
                <a:cubicBezTo>
                  <a:pt x="5353718" y="32758"/>
                  <a:pt x="5355875" y="34599"/>
                  <a:pt x="5357510" y="36913"/>
                </a:cubicBezTo>
                <a:cubicBezTo>
                  <a:pt x="5359187" y="39231"/>
                  <a:pt x="5360370" y="41954"/>
                  <a:pt x="5361050" y="45086"/>
                </a:cubicBezTo>
                <a:cubicBezTo>
                  <a:pt x="5361776" y="48175"/>
                  <a:pt x="5362139" y="51444"/>
                  <a:pt x="5362139" y="54893"/>
                </a:cubicBezTo>
                <a:lnTo>
                  <a:pt x="5362139" y="93646"/>
                </a:lnTo>
                <a:close/>
                <a:moveTo>
                  <a:pt x="5428813" y="93712"/>
                </a:moveTo>
                <a:cubicBezTo>
                  <a:pt x="5428813" y="94257"/>
                  <a:pt x="5428633" y="94666"/>
                  <a:pt x="5428270" y="94938"/>
                </a:cubicBezTo>
                <a:cubicBezTo>
                  <a:pt x="5427904" y="95212"/>
                  <a:pt x="5427407" y="95415"/>
                  <a:pt x="5426770" y="95552"/>
                </a:cubicBezTo>
                <a:cubicBezTo>
                  <a:pt x="5426135" y="95689"/>
                  <a:pt x="5425204" y="95755"/>
                  <a:pt x="5423978" y="95755"/>
                </a:cubicBezTo>
                <a:cubicBezTo>
                  <a:pt x="5422798" y="95755"/>
                  <a:pt x="5421843" y="95689"/>
                  <a:pt x="5421118" y="95552"/>
                </a:cubicBezTo>
                <a:cubicBezTo>
                  <a:pt x="5420437" y="95415"/>
                  <a:pt x="5419937" y="95212"/>
                  <a:pt x="5419620" y="94938"/>
                </a:cubicBezTo>
                <a:cubicBezTo>
                  <a:pt x="5419303" y="94666"/>
                  <a:pt x="5419143" y="94257"/>
                  <a:pt x="5419143" y="93712"/>
                </a:cubicBezTo>
                <a:lnTo>
                  <a:pt x="5419143" y="87582"/>
                </a:lnTo>
                <a:cubicBezTo>
                  <a:pt x="5416463" y="90443"/>
                  <a:pt x="5413468" y="92669"/>
                  <a:pt x="5410153" y="94257"/>
                </a:cubicBezTo>
                <a:cubicBezTo>
                  <a:pt x="5406884" y="95846"/>
                  <a:pt x="5403410" y="96641"/>
                  <a:pt x="5399732" y="96641"/>
                </a:cubicBezTo>
                <a:cubicBezTo>
                  <a:pt x="5396509" y="96641"/>
                  <a:pt x="5393580" y="96209"/>
                  <a:pt x="5390948" y="95346"/>
                </a:cubicBezTo>
                <a:cubicBezTo>
                  <a:pt x="5388359" y="94529"/>
                  <a:pt x="5386136" y="93326"/>
                  <a:pt x="5384273" y="91737"/>
                </a:cubicBezTo>
                <a:cubicBezTo>
                  <a:pt x="5382458" y="90148"/>
                  <a:pt x="5381027" y="88197"/>
                  <a:pt x="5379984" y="85882"/>
                </a:cubicBezTo>
                <a:cubicBezTo>
                  <a:pt x="5378984" y="83565"/>
                  <a:pt x="5378484" y="80933"/>
                  <a:pt x="5378484" y="77981"/>
                </a:cubicBezTo>
                <a:cubicBezTo>
                  <a:pt x="5378484" y="74529"/>
                  <a:pt x="5379189" y="71535"/>
                  <a:pt x="5380595" y="68991"/>
                </a:cubicBezTo>
                <a:cubicBezTo>
                  <a:pt x="5382004" y="66448"/>
                  <a:pt x="5384024" y="64337"/>
                  <a:pt x="5386656" y="62656"/>
                </a:cubicBezTo>
                <a:cubicBezTo>
                  <a:pt x="5389291" y="60976"/>
                  <a:pt x="5392514" y="59730"/>
                  <a:pt x="5396329" y="58913"/>
                </a:cubicBezTo>
                <a:cubicBezTo>
                  <a:pt x="5400141" y="58050"/>
                  <a:pt x="5404433" y="57619"/>
                  <a:pt x="5409199" y="57619"/>
                </a:cubicBezTo>
                <a:lnTo>
                  <a:pt x="5417646" y="57619"/>
                </a:lnTo>
                <a:lnTo>
                  <a:pt x="5417646" y="52849"/>
                </a:lnTo>
                <a:cubicBezTo>
                  <a:pt x="5417646" y="50489"/>
                  <a:pt x="5417394" y="48400"/>
                  <a:pt x="5416894" y="46586"/>
                </a:cubicBezTo>
                <a:cubicBezTo>
                  <a:pt x="5416397" y="44768"/>
                  <a:pt x="5415580" y="43271"/>
                  <a:pt x="5414442" y="42091"/>
                </a:cubicBezTo>
                <a:cubicBezTo>
                  <a:pt x="5413354" y="40865"/>
                  <a:pt x="5411925" y="39956"/>
                  <a:pt x="5410153" y="39365"/>
                </a:cubicBezTo>
                <a:cubicBezTo>
                  <a:pt x="5408382" y="38731"/>
                  <a:pt x="5406204" y="38413"/>
                  <a:pt x="5403615" y="38413"/>
                </a:cubicBezTo>
                <a:cubicBezTo>
                  <a:pt x="5400846" y="38413"/>
                  <a:pt x="5398349" y="38753"/>
                  <a:pt x="5396123" y="39433"/>
                </a:cubicBezTo>
                <a:cubicBezTo>
                  <a:pt x="5393946" y="40071"/>
                  <a:pt x="5392014" y="40797"/>
                  <a:pt x="5390334" y="41614"/>
                </a:cubicBezTo>
                <a:cubicBezTo>
                  <a:pt x="5388699" y="42385"/>
                  <a:pt x="5387316" y="43111"/>
                  <a:pt x="5386179" y="43791"/>
                </a:cubicBezTo>
                <a:cubicBezTo>
                  <a:pt x="5385090" y="44428"/>
                  <a:pt x="5384273" y="44746"/>
                  <a:pt x="5383727" y="44746"/>
                </a:cubicBezTo>
                <a:cubicBezTo>
                  <a:pt x="5383364" y="44746"/>
                  <a:pt x="5383047" y="44654"/>
                  <a:pt x="5382776" y="44474"/>
                </a:cubicBezTo>
                <a:cubicBezTo>
                  <a:pt x="5382504" y="44291"/>
                  <a:pt x="5382253" y="44020"/>
                  <a:pt x="5382027" y="43657"/>
                </a:cubicBezTo>
                <a:cubicBezTo>
                  <a:pt x="5381844" y="43294"/>
                  <a:pt x="5381707" y="42840"/>
                  <a:pt x="5381618" y="42294"/>
                </a:cubicBezTo>
                <a:cubicBezTo>
                  <a:pt x="5381527" y="41705"/>
                  <a:pt x="5381481" y="41068"/>
                  <a:pt x="5381481" y="40388"/>
                </a:cubicBezTo>
                <a:cubicBezTo>
                  <a:pt x="5381481" y="39253"/>
                  <a:pt x="5381550" y="38368"/>
                  <a:pt x="5381687" y="37730"/>
                </a:cubicBezTo>
                <a:cubicBezTo>
                  <a:pt x="5381867" y="37050"/>
                  <a:pt x="5382253" y="36413"/>
                  <a:pt x="5382844" y="35824"/>
                </a:cubicBezTo>
                <a:cubicBezTo>
                  <a:pt x="5383479" y="35233"/>
                  <a:pt x="5384544" y="34553"/>
                  <a:pt x="5386045" y="33781"/>
                </a:cubicBezTo>
                <a:cubicBezTo>
                  <a:pt x="5387542" y="32964"/>
                  <a:pt x="5389268" y="32238"/>
                  <a:pt x="5391220" y="31601"/>
                </a:cubicBezTo>
                <a:cubicBezTo>
                  <a:pt x="5393171" y="30921"/>
                  <a:pt x="5395306" y="30375"/>
                  <a:pt x="5397620" y="29967"/>
                </a:cubicBezTo>
                <a:cubicBezTo>
                  <a:pt x="5399938" y="29512"/>
                  <a:pt x="5402275" y="29287"/>
                  <a:pt x="5404635" y="29287"/>
                </a:cubicBezTo>
                <a:cubicBezTo>
                  <a:pt x="5409042" y="29287"/>
                  <a:pt x="5412785" y="29787"/>
                  <a:pt x="5415874" y="30784"/>
                </a:cubicBezTo>
                <a:cubicBezTo>
                  <a:pt x="5418960" y="31784"/>
                  <a:pt x="5421458" y="33258"/>
                  <a:pt x="5423366" y="35210"/>
                </a:cubicBezTo>
                <a:cubicBezTo>
                  <a:pt x="5425272" y="37119"/>
                  <a:pt x="5426658" y="39502"/>
                  <a:pt x="5427518" y="42362"/>
                </a:cubicBezTo>
                <a:cubicBezTo>
                  <a:pt x="5428381" y="45223"/>
                  <a:pt x="5428813" y="48560"/>
                  <a:pt x="5428813" y="52375"/>
                </a:cubicBezTo>
                <a:lnTo>
                  <a:pt x="5428813" y="93712"/>
                </a:lnTo>
                <a:close/>
                <a:moveTo>
                  <a:pt x="5417646" y="65722"/>
                </a:moveTo>
                <a:lnTo>
                  <a:pt x="5408042" y="65722"/>
                </a:lnTo>
                <a:cubicBezTo>
                  <a:pt x="5404956" y="65722"/>
                  <a:pt x="5402275" y="65994"/>
                  <a:pt x="5400006" y="66540"/>
                </a:cubicBezTo>
                <a:cubicBezTo>
                  <a:pt x="5397735" y="67040"/>
                  <a:pt x="5395852" y="67811"/>
                  <a:pt x="5394351" y="68854"/>
                </a:cubicBezTo>
                <a:cubicBezTo>
                  <a:pt x="5392854" y="69854"/>
                  <a:pt x="5391742" y="71080"/>
                  <a:pt x="5391017" y="72532"/>
                </a:cubicBezTo>
                <a:cubicBezTo>
                  <a:pt x="5390334" y="73941"/>
                  <a:pt x="5389994" y="75575"/>
                  <a:pt x="5389994" y="77435"/>
                </a:cubicBezTo>
                <a:cubicBezTo>
                  <a:pt x="5389994" y="80613"/>
                  <a:pt x="5390994" y="83156"/>
                  <a:pt x="5392991" y="85065"/>
                </a:cubicBezTo>
                <a:cubicBezTo>
                  <a:pt x="5395034" y="86925"/>
                  <a:pt x="5397872" y="87857"/>
                  <a:pt x="5401504" y="87857"/>
                </a:cubicBezTo>
                <a:cubicBezTo>
                  <a:pt x="5404455" y="87857"/>
                  <a:pt x="5407179" y="87108"/>
                  <a:pt x="5409676" y="85608"/>
                </a:cubicBezTo>
                <a:cubicBezTo>
                  <a:pt x="5412219" y="84111"/>
                  <a:pt x="5414874" y="81819"/>
                  <a:pt x="5417646" y="78730"/>
                </a:cubicBezTo>
                <a:lnTo>
                  <a:pt x="5417646" y="65722"/>
                </a:lnTo>
                <a:close/>
                <a:moveTo>
                  <a:pt x="5480028" y="89151"/>
                </a:moveTo>
                <a:cubicBezTo>
                  <a:pt x="5480028" y="90466"/>
                  <a:pt x="5479936" y="91511"/>
                  <a:pt x="5479756" y="92283"/>
                </a:cubicBezTo>
                <a:cubicBezTo>
                  <a:pt x="5479573" y="93054"/>
                  <a:pt x="5479302" y="93623"/>
                  <a:pt x="5478939" y="93986"/>
                </a:cubicBezTo>
                <a:cubicBezTo>
                  <a:pt x="5478576" y="94349"/>
                  <a:pt x="5478030" y="94689"/>
                  <a:pt x="5477305" y="95006"/>
                </a:cubicBezTo>
                <a:cubicBezTo>
                  <a:pt x="5476579" y="95326"/>
                  <a:pt x="5475739" y="95575"/>
                  <a:pt x="5474784" y="95755"/>
                </a:cubicBezTo>
                <a:cubicBezTo>
                  <a:pt x="5473876" y="95983"/>
                  <a:pt x="5472901" y="96163"/>
                  <a:pt x="5471855" y="96301"/>
                </a:cubicBezTo>
                <a:cubicBezTo>
                  <a:pt x="5470812" y="96438"/>
                  <a:pt x="5469766" y="96506"/>
                  <a:pt x="5468724" y="96506"/>
                </a:cubicBezTo>
                <a:cubicBezTo>
                  <a:pt x="5465546" y="96506"/>
                  <a:pt x="5462820" y="96098"/>
                  <a:pt x="5460551" y="95280"/>
                </a:cubicBezTo>
                <a:cubicBezTo>
                  <a:pt x="5458279" y="94418"/>
                  <a:pt x="5456419" y="93146"/>
                  <a:pt x="5454965" y="91466"/>
                </a:cubicBezTo>
                <a:cubicBezTo>
                  <a:pt x="5453513" y="89740"/>
                  <a:pt x="5452447" y="87582"/>
                  <a:pt x="5451764" y="84996"/>
                </a:cubicBezTo>
                <a:cubicBezTo>
                  <a:pt x="5451130" y="82362"/>
                  <a:pt x="5450813" y="79276"/>
                  <a:pt x="5450813" y="75732"/>
                </a:cubicBezTo>
                <a:lnTo>
                  <a:pt x="5450813" y="39911"/>
                </a:lnTo>
                <a:lnTo>
                  <a:pt x="5442232" y="39911"/>
                </a:lnTo>
                <a:cubicBezTo>
                  <a:pt x="5441549" y="39911"/>
                  <a:pt x="5441006" y="39548"/>
                  <a:pt x="5440597" y="38822"/>
                </a:cubicBezTo>
                <a:cubicBezTo>
                  <a:pt x="5440186" y="38093"/>
                  <a:pt x="5439983" y="36913"/>
                  <a:pt x="5439983" y="35279"/>
                </a:cubicBezTo>
                <a:cubicBezTo>
                  <a:pt x="5439983" y="34416"/>
                  <a:pt x="5440028" y="33690"/>
                  <a:pt x="5440120" y="33101"/>
                </a:cubicBezTo>
                <a:cubicBezTo>
                  <a:pt x="5440254" y="32510"/>
                  <a:pt x="5440414" y="32033"/>
                  <a:pt x="5440597" y="31670"/>
                </a:cubicBezTo>
                <a:cubicBezTo>
                  <a:pt x="5440777" y="31261"/>
                  <a:pt x="5441006" y="30990"/>
                  <a:pt x="5441277" y="30852"/>
                </a:cubicBezTo>
                <a:cubicBezTo>
                  <a:pt x="5441594" y="30672"/>
                  <a:pt x="5441934" y="30581"/>
                  <a:pt x="5442297" y="30581"/>
                </a:cubicBezTo>
                <a:lnTo>
                  <a:pt x="5450813" y="30581"/>
                </a:lnTo>
                <a:lnTo>
                  <a:pt x="5450813" y="16005"/>
                </a:lnTo>
                <a:cubicBezTo>
                  <a:pt x="5450813" y="15688"/>
                  <a:pt x="5450878" y="15393"/>
                  <a:pt x="5451016" y="15122"/>
                </a:cubicBezTo>
                <a:cubicBezTo>
                  <a:pt x="5451198" y="14848"/>
                  <a:pt x="5451493" y="14622"/>
                  <a:pt x="5451901" y="14439"/>
                </a:cubicBezTo>
                <a:cubicBezTo>
                  <a:pt x="5452356" y="14213"/>
                  <a:pt x="5452944" y="14053"/>
                  <a:pt x="5453673" y="13962"/>
                </a:cubicBezTo>
                <a:cubicBezTo>
                  <a:pt x="5454399" y="13873"/>
                  <a:pt x="5455308" y="13827"/>
                  <a:pt x="5456396" y="13827"/>
                </a:cubicBezTo>
                <a:cubicBezTo>
                  <a:pt x="5457531" y="13827"/>
                  <a:pt x="5458462" y="13873"/>
                  <a:pt x="5459188" y="13962"/>
                </a:cubicBezTo>
                <a:cubicBezTo>
                  <a:pt x="5459914" y="14053"/>
                  <a:pt x="5460482" y="14213"/>
                  <a:pt x="5460891" y="14439"/>
                </a:cubicBezTo>
                <a:cubicBezTo>
                  <a:pt x="5461300" y="14622"/>
                  <a:pt x="5461594" y="14848"/>
                  <a:pt x="5461777" y="15122"/>
                </a:cubicBezTo>
                <a:cubicBezTo>
                  <a:pt x="5461957" y="15393"/>
                  <a:pt x="5462048" y="15688"/>
                  <a:pt x="5462048" y="16005"/>
                </a:cubicBezTo>
                <a:lnTo>
                  <a:pt x="5462048" y="30581"/>
                </a:lnTo>
                <a:lnTo>
                  <a:pt x="5477782" y="30581"/>
                </a:lnTo>
                <a:cubicBezTo>
                  <a:pt x="5478145" y="30581"/>
                  <a:pt x="5478462" y="30672"/>
                  <a:pt x="5478733" y="30852"/>
                </a:cubicBezTo>
                <a:cubicBezTo>
                  <a:pt x="5479008" y="30990"/>
                  <a:pt x="5479233" y="31261"/>
                  <a:pt x="5479416" y="31670"/>
                </a:cubicBezTo>
                <a:cubicBezTo>
                  <a:pt x="5479642" y="32033"/>
                  <a:pt x="5479802" y="32510"/>
                  <a:pt x="5479891" y="33101"/>
                </a:cubicBezTo>
                <a:cubicBezTo>
                  <a:pt x="5479982" y="33690"/>
                  <a:pt x="5480028" y="34416"/>
                  <a:pt x="5480028" y="35279"/>
                </a:cubicBezTo>
                <a:cubicBezTo>
                  <a:pt x="5480028" y="36913"/>
                  <a:pt x="5479825" y="38093"/>
                  <a:pt x="5479416" y="38822"/>
                </a:cubicBezTo>
                <a:cubicBezTo>
                  <a:pt x="5479008" y="39548"/>
                  <a:pt x="5478462" y="39911"/>
                  <a:pt x="5477782" y="39911"/>
                </a:cubicBezTo>
                <a:lnTo>
                  <a:pt x="5462048" y="39911"/>
                </a:lnTo>
                <a:lnTo>
                  <a:pt x="5462048" y="74098"/>
                </a:lnTo>
                <a:cubicBezTo>
                  <a:pt x="5462048" y="78321"/>
                  <a:pt x="5462663" y="81522"/>
                  <a:pt x="5463889" y="83702"/>
                </a:cubicBezTo>
                <a:cubicBezTo>
                  <a:pt x="5465157" y="85836"/>
                  <a:pt x="5467406" y="86902"/>
                  <a:pt x="5470629" y="86902"/>
                </a:cubicBezTo>
                <a:cubicBezTo>
                  <a:pt x="5471675" y="86902"/>
                  <a:pt x="5472604" y="86811"/>
                  <a:pt x="5473421" y="86631"/>
                </a:cubicBezTo>
                <a:cubicBezTo>
                  <a:pt x="5474238" y="86402"/>
                  <a:pt x="5474967" y="86176"/>
                  <a:pt x="5475602" y="85948"/>
                </a:cubicBezTo>
                <a:cubicBezTo>
                  <a:pt x="5476236" y="85722"/>
                  <a:pt x="5476782" y="85519"/>
                  <a:pt x="5477236" y="85336"/>
                </a:cubicBezTo>
                <a:cubicBezTo>
                  <a:pt x="5477690" y="85111"/>
                  <a:pt x="5478099" y="84996"/>
                  <a:pt x="5478462" y="84996"/>
                </a:cubicBezTo>
                <a:cubicBezTo>
                  <a:pt x="5478688" y="84996"/>
                  <a:pt x="5478893" y="85065"/>
                  <a:pt x="5479073" y="85199"/>
                </a:cubicBezTo>
                <a:cubicBezTo>
                  <a:pt x="5479302" y="85291"/>
                  <a:pt x="5479462" y="85496"/>
                  <a:pt x="5479551" y="85814"/>
                </a:cubicBezTo>
                <a:cubicBezTo>
                  <a:pt x="5479688" y="86131"/>
                  <a:pt x="5479802" y="86562"/>
                  <a:pt x="5479891" y="87108"/>
                </a:cubicBezTo>
                <a:cubicBezTo>
                  <a:pt x="5479982" y="87651"/>
                  <a:pt x="5480028" y="88334"/>
                  <a:pt x="5480028" y="89151"/>
                </a:cubicBezTo>
                <a:close/>
                <a:moveTo>
                  <a:pt x="5545682" y="60342"/>
                </a:moveTo>
                <a:cubicBezTo>
                  <a:pt x="5545682" y="62113"/>
                  <a:pt x="5545227" y="63385"/>
                  <a:pt x="5544319" y="64157"/>
                </a:cubicBezTo>
                <a:cubicBezTo>
                  <a:pt x="5543456" y="64882"/>
                  <a:pt x="5542458" y="65245"/>
                  <a:pt x="5541321" y="65245"/>
                </a:cubicBezTo>
                <a:lnTo>
                  <a:pt x="5501142" y="65245"/>
                </a:lnTo>
                <a:cubicBezTo>
                  <a:pt x="5501142" y="68651"/>
                  <a:pt x="5501482" y="71715"/>
                  <a:pt x="5502162" y="74441"/>
                </a:cubicBezTo>
                <a:cubicBezTo>
                  <a:pt x="5502842" y="77164"/>
                  <a:pt x="5503979" y="79501"/>
                  <a:pt x="5505568" y="81453"/>
                </a:cubicBezTo>
                <a:cubicBezTo>
                  <a:pt x="5507157" y="83408"/>
                  <a:pt x="5509223" y="84905"/>
                  <a:pt x="5511766" y="85948"/>
                </a:cubicBezTo>
                <a:cubicBezTo>
                  <a:pt x="5514306" y="86994"/>
                  <a:pt x="5517418" y="87517"/>
                  <a:pt x="5521096" y="87517"/>
                </a:cubicBezTo>
                <a:cubicBezTo>
                  <a:pt x="5524002" y="87517"/>
                  <a:pt x="5526588" y="87288"/>
                  <a:pt x="5528860" y="86834"/>
                </a:cubicBezTo>
                <a:cubicBezTo>
                  <a:pt x="5531128" y="86337"/>
                  <a:pt x="5533083" y="85791"/>
                  <a:pt x="5534717" y="85199"/>
                </a:cubicBezTo>
                <a:cubicBezTo>
                  <a:pt x="5536395" y="84611"/>
                  <a:pt x="5537758" y="84088"/>
                  <a:pt x="5538801" y="83633"/>
                </a:cubicBezTo>
                <a:cubicBezTo>
                  <a:pt x="5539892" y="83133"/>
                  <a:pt x="5540710" y="82885"/>
                  <a:pt x="5541255" y="82885"/>
                </a:cubicBezTo>
                <a:cubicBezTo>
                  <a:pt x="5541573" y="82885"/>
                  <a:pt x="5541844" y="82976"/>
                  <a:pt x="5542073" y="83156"/>
                </a:cubicBezTo>
                <a:cubicBezTo>
                  <a:pt x="5542344" y="83293"/>
                  <a:pt x="5542547" y="83519"/>
                  <a:pt x="5542684" y="83839"/>
                </a:cubicBezTo>
                <a:cubicBezTo>
                  <a:pt x="5542821" y="84156"/>
                  <a:pt x="5542913" y="84611"/>
                  <a:pt x="5542956" y="85199"/>
                </a:cubicBezTo>
                <a:cubicBezTo>
                  <a:pt x="5543047" y="85745"/>
                  <a:pt x="5543093" y="86425"/>
                  <a:pt x="5543093" y="87242"/>
                </a:cubicBezTo>
                <a:cubicBezTo>
                  <a:pt x="5543093" y="87834"/>
                  <a:pt x="5543070" y="88357"/>
                  <a:pt x="5543024" y="88808"/>
                </a:cubicBezTo>
                <a:cubicBezTo>
                  <a:pt x="5542978" y="89217"/>
                  <a:pt x="5542913" y="89605"/>
                  <a:pt x="5542821" y="89968"/>
                </a:cubicBezTo>
                <a:cubicBezTo>
                  <a:pt x="5542776" y="90286"/>
                  <a:pt x="5542661" y="90580"/>
                  <a:pt x="5542481" y="90851"/>
                </a:cubicBezTo>
                <a:cubicBezTo>
                  <a:pt x="5542344" y="91126"/>
                  <a:pt x="5542138" y="91397"/>
                  <a:pt x="5541867" y="91669"/>
                </a:cubicBezTo>
                <a:cubicBezTo>
                  <a:pt x="5541641" y="91897"/>
                  <a:pt x="5540913" y="92306"/>
                  <a:pt x="5539687" y="92894"/>
                </a:cubicBezTo>
                <a:cubicBezTo>
                  <a:pt x="5538461" y="93440"/>
                  <a:pt x="5536872" y="93986"/>
                  <a:pt x="5534920" y="94529"/>
                </a:cubicBezTo>
                <a:cubicBezTo>
                  <a:pt x="5532969" y="95075"/>
                  <a:pt x="5530697" y="95552"/>
                  <a:pt x="5528111" y="95961"/>
                </a:cubicBezTo>
                <a:cubicBezTo>
                  <a:pt x="5525568" y="96415"/>
                  <a:pt x="5522845" y="96641"/>
                  <a:pt x="5519938" y="96641"/>
                </a:cubicBezTo>
                <a:cubicBezTo>
                  <a:pt x="5514898" y="96641"/>
                  <a:pt x="5510472" y="95938"/>
                  <a:pt x="5506657" y="94529"/>
                </a:cubicBezTo>
                <a:cubicBezTo>
                  <a:pt x="5502888" y="93123"/>
                  <a:pt x="5499710" y="91034"/>
                  <a:pt x="5497121" y="88265"/>
                </a:cubicBezTo>
                <a:cubicBezTo>
                  <a:pt x="5494535" y="85496"/>
                  <a:pt x="5492584" y="82022"/>
                  <a:pt x="5491266" y="77844"/>
                </a:cubicBezTo>
                <a:cubicBezTo>
                  <a:pt x="5489949" y="73666"/>
                  <a:pt x="5489292" y="68809"/>
                  <a:pt x="5489292" y="63271"/>
                </a:cubicBezTo>
                <a:cubicBezTo>
                  <a:pt x="5489292" y="58004"/>
                  <a:pt x="5489972" y="53281"/>
                  <a:pt x="5491335" y="49103"/>
                </a:cubicBezTo>
                <a:cubicBezTo>
                  <a:pt x="5492695" y="44883"/>
                  <a:pt x="5494647" y="41319"/>
                  <a:pt x="5497190" y="38413"/>
                </a:cubicBezTo>
                <a:cubicBezTo>
                  <a:pt x="5499779" y="35462"/>
                  <a:pt x="5502888" y="33213"/>
                  <a:pt x="5506520" y="31670"/>
                </a:cubicBezTo>
                <a:cubicBezTo>
                  <a:pt x="5510154" y="30081"/>
                  <a:pt x="5514218" y="29287"/>
                  <a:pt x="5518713" y="29287"/>
                </a:cubicBezTo>
                <a:cubicBezTo>
                  <a:pt x="5523525" y="29287"/>
                  <a:pt x="5527611" y="30058"/>
                  <a:pt x="5530971" y="31601"/>
                </a:cubicBezTo>
                <a:cubicBezTo>
                  <a:pt x="5534375" y="33144"/>
                  <a:pt x="5537166" y="35233"/>
                  <a:pt x="5539347" y="37868"/>
                </a:cubicBezTo>
                <a:cubicBezTo>
                  <a:pt x="5541527" y="40456"/>
                  <a:pt x="5543116" y="43520"/>
                  <a:pt x="5544116" y="47060"/>
                </a:cubicBezTo>
                <a:cubicBezTo>
                  <a:pt x="5545159" y="50558"/>
                  <a:pt x="5545682" y="54304"/>
                  <a:pt x="5545682" y="58299"/>
                </a:cubicBezTo>
                <a:lnTo>
                  <a:pt x="5545682" y="60342"/>
                </a:lnTo>
                <a:close/>
                <a:moveTo>
                  <a:pt x="5534375" y="57004"/>
                </a:moveTo>
                <a:cubicBezTo>
                  <a:pt x="5534512" y="51104"/>
                  <a:pt x="5533194" y="46472"/>
                  <a:pt x="5530426" y="43111"/>
                </a:cubicBezTo>
                <a:cubicBezTo>
                  <a:pt x="5527702" y="39751"/>
                  <a:pt x="5523639" y="38070"/>
                  <a:pt x="5518235" y="38070"/>
                </a:cubicBezTo>
                <a:cubicBezTo>
                  <a:pt x="5515466" y="38070"/>
                  <a:pt x="5513038" y="38593"/>
                  <a:pt x="5510949" y="39639"/>
                </a:cubicBezTo>
                <a:cubicBezTo>
                  <a:pt x="5508860" y="40682"/>
                  <a:pt x="5507111" y="42068"/>
                  <a:pt x="5505702" y="43791"/>
                </a:cubicBezTo>
                <a:cubicBezTo>
                  <a:pt x="5504297" y="45517"/>
                  <a:pt x="5503208" y="47537"/>
                  <a:pt x="5502433" y="49855"/>
                </a:cubicBezTo>
                <a:cubicBezTo>
                  <a:pt x="5501662" y="52124"/>
                  <a:pt x="5501230" y="54507"/>
                  <a:pt x="5501142" y="57004"/>
                </a:cubicBezTo>
                <a:lnTo>
                  <a:pt x="5534375" y="57004"/>
                </a:lnTo>
                <a:close/>
                <a:moveTo>
                  <a:pt x="5574014" y="93646"/>
                </a:moveTo>
                <a:cubicBezTo>
                  <a:pt x="5574014" y="94009"/>
                  <a:pt x="5573922" y="94326"/>
                  <a:pt x="5573739" y="94598"/>
                </a:cubicBezTo>
                <a:cubicBezTo>
                  <a:pt x="5573559" y="94826"/>
                  <a:pt x="5573262" y="95029"/>
                  <a:pt x="5572854" y="95212"/>
                </a:cubicBezTo>
                <a:cubicBezTo>
                  <a:pt x="5572445" y="95392"/>
                  <a:pt x="5571879" y="95529"/>
                  <a:pt x="5571151" y="95621"/>
                </a:cubicBezTo>
                <a:cubicBezTo>
                  <a:pt x="5570425" y="95712"/>
                  <a:pt x="5569496" y="95755"/>
                  <a:pt x="5568359" y="95755"/>
                </a:cubicBezTo>
                <a:cubicBezTo>
                  <a:pt x="5567270" y="95755"/>
                  <a:pt x="5566361" y="95712"/>
                  <a:pt x="5565636" y="95621"/>
                </a:cubicBezTo>
                <a:cubicBezTo>
                  <a:pt x="5564910" y="95529"/>
                  <a:pt x="5564318" y="95392"/>
                  <a:pt x="5563864" y="95212"/>
                </a:cubicBezTo>
                <a:cubicBezTo>
                  <a:pt x="5563455" y="95029"/>
                  <a:pt x="5563161" y="94826"/>
                  <a:pt x="5562978" y="94598"/>
                </a:cubicBezTo>
                <a:cubicBezTo>
                  <a:pt x="5562844" y="94326"/>
                  <a:pt x="5562775" y="94009"/>
                  <a:pt x="5562775" y="93646"/>
                </a:cubicBezTo>
                <a:lnTo>
                  <a:pt x="5562775" y="2657"/>
                </a:lnTo>
                <a:cubicBezTo>
                  <a:pt x="5562775" y="2295"/>
                  <a:pt x="5562844" y="1977"/>
                  <a:pt x="5562978" y="1703"/>
                </a:cubicBezTo>
                <a:cubicBezTo>
                  <a:pt x="5563161" y="1432"/>
                  <a:pt x="5563455" y="1206"/>
                  <a:pt x="5563864" y="1023"/>
                </a:cubicBezTo>
                <a:cubicBezTo>
                  <a:pt x="5564318" y="840"/>
                  <a:pt x="5564910" y="706"/>
                  <a:pt x="5565636" y="614"/>
                </a:cubicBezTo>
                <a:cubicBezTo>
                  <a:pt x="5566361" y="523"/>
                  <a:pt x="5567270" y="477"/>
                  <a:pt x="5568359" y="477"/>
                </a:cubicBezTo>
                <a:cubicBezTo>
                  <a:pt x="5569496" y="477"/>
                  <a:pt x="5570425" y="523"/>
                  <a:pt x="5571151" y="614"/>
                </a:cubicBezTo>
                <a:cubicBezTo>
                  <a:pt x="5571879" y="706"/>
                  <a:pt x="5572445" y="840"/>
                  <a:pt x="5572854" y="1023"/>
                </a:cubicBezTo>
                <a:cubicBezTo>
                  <a:pt x="5573262" y="1206"/>
                  <a:pt x="5573559" y="1432"/>
                  <a:pt x="5573739" y="1703"/>
                </a:cubicBezTo>
                <a:cubicBezTo>
                  <a:pt x="5573922" y="1977"/>
                  <a:pt x="5574014" y="2295"/>
                  <a:pt x="5574014" y="2657"/>
                </a:cubicBezTo>
                <a:lnTo>
                  <a:pt x="5574014" y="93646"/>
                </a:lnTo>
                <a:close/>
                <a:moveTo>
                  <a:pt x="5622706" y="95346"/>
                </a:moveTo>
                <a:lnTo>
                  <a:pt x="5614533" y="117889"/>
                </a:lnTo>
                <a:cubicBezTo>
                  <a:pt x="5614262" y="118618"/>
                  <a:pt x="5613559" y="119161"/>
                  <a:pt x="5612424" y="119524"/>
                </a:cubicBezTo>
                <a:cubicBezTo>
                  <a:pt x="5611333" y="119932"/>
                  <a:pt x="5609655" y="120138"/>
                  <a:pt x="5607384" y="120138"/>
                </a:cubicBezTo>
                <a:cubicBezTo>
                  <a:pt x="5606204" y="120138"/>
                  <a:pt x="5605249" y="120069"/>
                  <a:pt x="5604523" y="119932"/>
                </a:cubicBezTo>
                <a:cubicBezTo>
                  <a:pt x="5603798" y="119844"/>
                  <a:pt x="5603229" y="119661"/>
                  <a:pt x="5602820" y="119389"/>
                </a:cubicBezTo>
                <a:cubicBezTo>
                  <a:pt x="5602457" y="119115"/>
                  <a:pt x="5602252" y="118752"/>
                  <a:pt x="5602209" y="118298"/>
                </a:cubicBezTo>
                <a:cubicBezTo>
                  <a:pt x="5602163" y="117846"/>
                  <a:pt x="5602277" y="117300"/>
                  <a:pt x="5602549" y="116663"/>
                </a:cubicBezTo>
                <a:lnTo>
                  <a:pt x="5610993" y="95346"/>
                </a:lnTo>
                <a:cubicBezTo>
                  <a:pt x="5610584" y="95166"/>
                  <a:pt x="5610198" y="94872"/>
                  <a:pt x="5609835" y="94463"/>
                </a:cubicBezTo>
                <a:cubicBezTo>
                  <a:pt x="5609473" y="94055"/>
                  <a:pt x="5609224" y="93623"/>
                  <a:pt x="5609087" y="93169"/>
                </a:cubicBezTo>
                <a:lnTo>
                  <a:pt x="5587224" y="34599"/>
                </a:lnTo>
                <a:cubicBezTo>
                  <a:pt x="5586861" y="33644"/>
                  <a:pt x="5586681" y="32896"/>
                  <a:pt x="5586681" y="32350"/>
                </a:cubicBezTo>
                <a:cubicBezTo>
                  <a:pt x="5586681" y="31807"/>
                  <a:pt x="5586861" y="31375"/>
                  <a:pt x="5587224" y="31058"/>
                </a:cubicBezTo>
                <a:cubicBezTo>
                  <a:pt x="5587587" y="30738"/>
                  <a:pt x="5588178" y="30535"/>
                  <a:pt x="5588996" y="30444"/>
                </a:cubicBezTo>
                <a:cubicBezTo>
                  <a:pt x="5589813" y="30307"/>
                  <a:pt x="5590902" y="30241"/>
                  <a:pt x="5592265" y="30241"/>
                </a:cubicBezTo>
                <a:cubicBezTo>
                  <a:pt x="5593628" y="30241"/>
                  <a:pt x="5594694" y="30284"/>
                  <a:pt x="5595465" y="30375"/>
                </a:cubicBezTo>
                <a:cubicBezTo>
                  <a:pt x="5596237" y="30421"/>
                  <a:pt x="5596851" y="30535"/>
                  <a:pt x="5597305" y="30715"/>
                </a:cubicBezTo>
                <a:cubicBezTo>
                  <a:pt x="5597760" y="30898"/>
                  <a:pt x="5598077" y="31170"/>
                  <a:pt x="5598257" y="31533"/>
                </a:cubicBezTo>
                <a:cubicBezTo>
                  <a:pt x="5598485" y="31853"/>
                  <a:pt x="5598711" y="32307"/>
                  <a:pt x="5598940" y="32896"/>
                </a:cubicBezTo>
                <a:lnTo>
                  <a:pt x="5616442" y="82067"/>
                </a:lnTo>
                <a:lnTo>
                  <a:pt x="5616645" y="82067"/>
                </a:lnTo>
                <a:lnTo>
                  <a:pt x="5633536" y="32624"/>
                </a:lnTo>
                <a:cubicBezTo>
                  <a:pt x="5633807" y="31761"/>
                  <a:pt x="5634127" y="31215"/>
                  <a:pt x="5634490" y="30990"/>
                </a:cubicBezTo>
                <a:cubicBezTo>
                  <a:pt x="5634899" y="30715"/>
                  <a:pt x="5635487" y="30535"/>
                  <a:pt x="5636259" y="30444"/>
                </a:cubicBezTo>
                <a:cubicBezTo>
                  <a:pt x="5637033" y="30307"/>
                  <a:pt x="5638145" y="30241"/>
                  <a:pt x="5639596" y="30241"/>
                </a:cubicBezTo>
                <a:cubicBezTo>
                  <a:pt x="5640868" y="30241"/>
                  <a:pt x="5641914" y="30307"/>
                  <a:pt x="5642731" y="30444"/>
                </a:cubicBezTo>
                <a:cubicBezTo>
                  <a:pt x="5643548" y="30535"/>
                  <a:pt x="5644137" y="30738"/>
                  <a:pt x="5644500" y="31058"/>
                </a:cubicBezTo>
                <a:cubicBezTo>
                  <a:pt x="5644908" y="31375"/>
                  <a:pt x="5645114" y="31807"/>
                  <a:pt x="5645114" y="32350"/>
                </a:cubicBezTo>
                <a:cubicBezTo>
                  <a:pt x="5645114" y="32896"/>
                  <a:pt x="5644977" y="33576"/>
                  <a:pt x="5644706" y="34393"/>
                </a:cubicBezTo>
                <a:lnTo>
                  <a:pt x="5622706" y="95346"/>
                </a:lnTo>
                <a:close/>
                <a:moveTo>
                  <a:pt x="5741958" y="93646"/>
                </a:moveTo>
                <a:cubicBezTo>
                  <a:pt x="5741958" y="94009"/>
                  <a:pt x="5741866" y="94326"/>
                  <a:pt x="5741686" y="94598"/>
                </a:cubicBezTo>
                <a:cubicBezTo>
                  <a:pt x="5741549" y="94872"/>
                  <a:pt x="5741278" y="95098"/>
                  <a:pt x="5740869" y="95280"/>
                </a:cubicBezTo>
                <a:cubicBezTo>
                  <a:pt x="5740506" y="95415"/>
                  <a:pt x="5740006" y="95529"/>
                  <a:pt x="5739372" y="95621"/>
                </a:cubicBezTo>
                <a:cubicBezTo>
                  <a:pt x="5738734" y="95712"/>
                  <a:pt x="5737963" y="95755"/>
                  <a:pt x="5737054" y="95755"/>
                </a:cubicBezTo>
                <a:cubicBezTo>
                  <a:pt x="5736103" y="95755"/>
                  <a:pt x="5735305" y="95712"/>
                  <a:pt x="5734671" y="95621"/>
                </a:cubicBezTo>
                <a:cubicBezTo>
                  <a:pt x="5734037" y="95529"/>
                  <a:pt x="5733514" y="95415"/>
                  <a:pt x="5733105" y="95280"/>
                </a:cubicBezTo>
                <a:cubicBezTo>
                  <a:pt x="5732696" y="95098"/>
                  <a:pt x="5732402" y="94872"/>
                  <a:pt x="5732219" y="94598"/>
                </a:cubicBezTo>
                <a:cubicBezTo>
                  <a:pt x="5732036" y="94326"/>
                  <a:pt x="5731948" y="94009"/>
                  <a:pt x="5731948" y="93646"/>
                </a:cubicBezTo>
                <a:lnTo>
                  <a:pt x="5731948" y="85539"/>
                </a:lnTo>
                <a:cubicBezTo>
                  <a:pt x="5728722" y="89037"/>
                  <a:pt x="5725364" y="91760"/>
                  <a:pt x="5721867" y="93712"/>
                </a:cubicBezTo>
                <a:cubicBezTo>
                  <a:pt x="5718418" y="95666"/>
                  <a:pt x="5714626" y="96641"/>
                  <a:pt x="5710494" y="96641"/>
                </a:cubicBezTo>
                <a:cubicBezTo>
                  <a:pt x="5705999" y="96641"/>
                  <a:pt x="5702161" y="95778"/>
                  <a:pt x="5698984" y="94055"/>
                </a:cubicBezTo>
                <a:cubicBezTo>
                  <a:pt x="5695806" y="92283"/>
                  <a:pt x="5693217" y="89923"/>
                  <a:pt x="5691220" y="86971"/>
                </a:cubicBezTo>
                <a:cubicBezTo>
                  <a:pt x="5689268" y="83973"/>
                  <a:pt x="5687837" y="80479"/>
                  <a:pt x="5686931" y="76484"/>
                </a:cubicBezTo>
                <a:cubicBezTo>
                  <a:pt x="5686022" y="72440"/>
                  <a:pt x="5685568" y="68197"/>
                  <a:pt x="5685568" y="63748"/>
                </a:cubicBezTo>
                <a:cubicBezTo>
                  <a:pt x="5685568" y="58482"/>
                  <a:pt x="5686136" y="53735"/>
                  <a:pt x="5687271" y="49512"/>
                </a:cubicBezTo>
                <a:cubicBezTo>
                  <a:pt x="5688405" y="45246"/>
                  <a:pt x="5690085" y="41614"/>
                  <a:pt x="5692309" y="38616"/>
                </a:cubicBezTo>
                <a:cubicBezTo>
                  <a:pt x="5694535" y="35619"/>
                  <a:pt x="5697281" y="33327"/>
                  <a:pt x="5700550" y="31738"/>
                </a:cubicBezTo>
                <a:cubicBezTo>
                  <a:pt x="5703864" y="30104"/>
                  <a:pt x="5707679" y="29287"/>
                  <a:pt x="5711991" y="29287"/>
                </a:cubicBezTo>
                <a:cubicBezTo>
                  <a:pt x="5715580" y="29287"/>
                  <a:pt x="5718849" y="30081"/>
                  <a:pt x="5721798" y="31670"/>
                </a:cubicBezTo>
                <a:cubicBezTo>
                  <a:pt x="5724796" y="33213"/>
                  <a:pt x="5727747" y="35507"/>
                  <a:pt x="5730653" y="38548"/>
                </a:cubicBezTo>
                <a:lnTo>
                  <a:pt x="5730653" y="2929"/>
                </a:lnTo>
                <a:cubicBezTo>
                  <a:pt x="5730653" y="2612"/>
                  <a:pt x="5730722" y="2317"/>
                  <a:pt x="5730856" y="2043"/>
                </a:cubicBezTo>
                <a:cubicBezTo>
                  <a:pt x="5731039" y="1726"/>
                  <a:pt x="5731356" y="1500"/>
                  <a:pt x="5731811" y="1363"/>
                </a:cubicBezTo>
                <a:cubicBezTo>
                  <a:pt x="5732265" y="1183"/>
                  <a:pt x="5732834" y="1046"/>
                  <a:pt x="5733514" y="954"/>
                </a:cubicBezTo>
                <a:cubicBezTo>
                  <a:pt x="5734240" y="817"/>
                  <a:pt x="5735148" y="752"/>
                  <a:pt x="5736237" y="752"/>
                </a:cubicBezTo>
                <a:cubicBezTo>
                  <a:pt x="5737371" y="752"/>
                  <a:pt x="5738303" y="817"/>
                  <a:pt x="5739029" y="954"/>
                </a:cubicBezTo>
                <a:cubicBezTo>
                  <a:pt x="5739757" y="1046"/>
                  <a:pt x="5740323" y="1183"/>
                  <a:pt x="5740732" y="1363"/>
                </a:cubicBezTo>
                <a:cubicBezTo>
                  <a:pt x="5741140" y="1500"/>
                  <a:pt x="5741438" y="1726"/>
                  <a:pt x="5741618" y="2043"/>
                </a:cubicBezTo>
                <a:cubicBezTo>
                  <a:pt x="5741843" y="2317"/>
                  <a:pt x="5741958" y="2612"/>
                  <a:pt x="5741958" y="2929"/>
                </a:cubicBezTo>
                <a:lnTo>
                  <a:pt x="5741958" y="93646"/>
                </a:lnTo>
                <a:close/>
                <a:moveTo>
                  <a:pt x="5730653" y="50535"/>
                </a:moveTo>
                <a:cubicBezTo>
                  <a:pt x="5727610" y="46766"/>
                  <a:pt x="5724658" y="43905"/>
                  <a:pt x="5721798" y="41954"/>
                </a:cubicBezTo>
                <a:cubicBezTo>
                  <a:pt x="5718983" y="39956"/>
                  <a:pt x="5716032" y="38956"/>
                  <a:pt x="5712945" y="38956"/>
                </a:cubicBezTo>
                <a:cubicBezTo>
                  <a:pt x="5710085" y="38956"/>
                  <a:pt x="5707656" y="39639"/>
                  <a:pt x="5705659" y="40999"/>
                </a:cubicBezTo>
                <a:cubicBezTo>
                  <a:pt x="5703661" y="42362"/>
                  <a:pt x="5702027" y="44157"/>
                  <a:pt x="5700755" y="46380"/>
                </a:cubicBezTo>
                <a:cubicBezTo>
                  <a:pt x="5699529" y="48606"/>
                  <a:pt x="5698621" y="51126"/>
                  <a:pt x="5698032" y="53941"/>
                </a:cubicBezTo>
                <a:cubicBezTo>
                  <a:pt x="5697486" y="56756"/>
                  <a:pt x="5697215" y="59616"/>
                  <a:pt x="5697215" y="62522"/>
                </a:cubicBezTo>
                <a:cubicBezTo>
                  <a:pt x="5697215" y="65608"/>
                  <a:pt x="5697441" y="68629"/>
                  <a:pt x="5697895" y="71580"/>
                </a:cubicBezTo>
                <a:cubicBezTo>
                  <a:pt x="5698395" y="74529"/>
                  <a:pt x="5699235" y="77164"/>
                  <a:pt x="5700415" y="79479"/>
                </a:cubicBezTo>
                <a:cubicBezTo>
                  <a:pt x="5701595" y="81750"/>
                  <a:pt x="5703161" y="83588"/>
                  <a:pt x="5705113" y="84996"/>
                </a:cubicBezTo>
                <a:cubicBezTo>
                  <a:pt x="5707065" y="86357"/>
                  <a:pt x="5709516" y="87039"/>
                  <a:pt x="5712468" y="87039"/>
                </a:cubicBezTo>
                <a:cubicBezTo>
                  <a:pt x="5713968" y="87039"/>
                  <a:pt x="5715397" y="86834"/>
                  <a:pt x="5716760" y="86425"/>
                </a:cubicBezTo>
                <a:cubicBezTo>
                  <a:pt x="5718166" y="86016"/>
                  <a:pt x="5719598" y="85336"/>
                  <a:pt x="5721049" y="84382"/>
                </a:cubicBezTo>
                <a:cubicBezTo>
                  <a:pt x="5722504" y="83430"/>
                  <a:pt x="5724024" y="82205"/>
                  <a:pt x="5725613" y="80704"/>
                </a:cubicBezTo>
                <a:cubicBezTo>
                  <a:pt x="5727202" y="79161"/>
                  <a:pt x="5728882" y="77278"/>
                  <a:pt x="5730653" y="75052"/>
                </a:cubicBezTo>
                <a:lnTo>
                  <a:pt x="5730653" y="50535"/>
                </a:lnTo>
                <a:close/>
                <a:moveTo>
                  <a:pt x="5819733" y="62316"/>
                </a:moveTo>
                <a:cubicBezTo>
                  <a:pt x="5819733" y="67311"/>
                  <a:pt x="5819076" y="71920"/>
                  <a:pt x="5817759" y="76141"/>
                </a:cubicBezTo>
                <a:cubicBezTo>
                  <a:pt x="5816441" y="80319"/>
                  <a:pt x="5814467" y="83928"/>
                  <a:pt x="5811832" y="86971"/>
                </a:cubicBezTo>
                <a:cubicBezTo>
                  <a:pt x="5809246" y="90014"/>
                  <a:pt x="5805977" y="92397"/>
                  <a:pt x="5802025" y="94120"/>
                </a:cubicBezTo>
                <a:cubicBezTo>
                  <a:pt x="5798122" y="95801"/>
                  <a:pt x="5793581" y="96641"/>
                  <a:pt x="5788406" y="96641"/>
                </a:cubicBezTo>
                <a:cubicBezTo>
                  <a:pt x="5783366" y="96641"/>
                  <a:pt x="5778962" y="95892"/>
                  <a:pt x="5775193" y="94395"/>
                </a:cubicBezTo>
                <a:cubicBezTo>
                  <a:pt x="5771470" y="92894"/>
                  <a:pt x="5768361" y="90717"/>
                  <a:pt x="5765864" y="87857"/>
                </a:cubicBezTo>
                <a:cubicBezTo>
                  <a:pt x="5763366" y="84996"/>
                  <a:pt x="5761503" y="81522"/>
                  <a:pt x="5760277" y="77435"/>
                </a:cubicBezTo>
                <a:cubicBezTo>
                  <a:pt x="5759051" y="73349"/>
                  <a:pt x="5758440" y="68720"/>
                  <a:pt x="5758440" y="63542"/>
                </a:cubicBezTo>
                <a:cubicBezTo>
                  <a:pt x="5758440" y="58547"/>
                  <a:pt x="5759074" y="53964"/>
                  <a:pt x="5760346" y="49786"/>
                </a:cubicBezTo>
                <a:cubicBezTo>
                  <a:pt x="5761663" y="45563"/>
                  <a:pt x="5763615" y="41931"/>
                  <a:pt x="5766204" y="38888"/>
                </a:cubicBezTo>
                <a:cubicBezTo>
                  <a:pt x="5768838" y="35847"/>
                  <a:pt x="5772107" y="33487"/>
                  <a:pt x="5776010" y="31807"/>
                </a:cubicBezTo>
                <a:cubicBezTo>
                  <a:pt x="5779914" y="30127"/>
                  <a:pt x="5784477" y="29287"/>
                  <a:pt x="5789701" y="29287"/>
                </a:cubicBezTo>
                <a:cubicBezTo>
                  <a:pt x="5794739" y="29287"/>
                  <a:pt x="5799119" y="30035"/>
                  <a:pt x="5802842" y="31533"/>
                </a:cubicBezTo>
                <a:cubicBezTo>
                  <a:pt x="5806611" y="33033"/>
                  <a:pt x="5809746" y="35210"/>
                  <a:pt x="5812241" y="38070"/>
                </a:cubicBezTo>
                <a:cubicBezTo>
                  <a:pt x="5814738" y="40931"/>
                  <a:pt x="5816601" y="44406"/>
                  <a:pt x="5817827" y="48492"/>
                </a:cubicBezTo>
                <a:cubicBezTo>
                  <a:pt x="5819099" y="52578"/>
                  <a:pt x="5819733" y="57187"/>
                  <a:pt x="5819733" y="62316"/>
                </a:cubicBezTo>
                <a:close/>
                <a:moveTo>
                  <a:pt x="5807883" y="63065"/>
                </a:moveTo>
                <a:cubicBezTo>
                  <a:pt x="5807883" y="59750"/>
                  <a:pt x="5807566" y="56619"/>
                  <a:pt x="5806929" y="53667"/>
                </a:cubicBezTo>
                <a:cubicBezTo>
                  <a:pt x="5806340" y="50718"/>
                  <a:pt x="5805340" y="48129"/>
                  <a:pt x="5803934" y="45903"/>
                </a:cubicBezTo>
                <a:cubicBezTo>
                  <a:pt x="5802525" y="43680"/>
                  <a:pt x="5800619" y="41931"/>
                  <a:pt x="5798213" y="40659"/>
                </a:cubicBezTo>
                <a:cubicBezTo>
                  <a:pt x="5795807" y="39342"/>
                  <a:pt x="5792810" y="38685"/>
                  <a:pt x="5789224" y="38685"/>
                </a:cubicBezTo>
                <a:cubicBezTo>
                  <a:pt x="5785909" y="38685"/>
                  <a:pt x="5783049" y="39276"/>
                  <a:pt x="5780642" y="40456"/>
                </a:cubicBezTo>
                <a:cubicBezTo>
                  <a:pt x="5778279" y="41637"/>
                  <a:pt x="5776328" y="43317"/>
                  <a:pt x="5774785" y="45494"/>
                </a:cubicBezTo>
                <a:cubicBezTo>
                  <a:pt x="5773242" y="47629"/>
                  <a:pt x="5772084" y="50172"/>
                  <a:pt x="5771310" y="53124"/>
                </a:cubicBezTo>
                <a:cubicBezTo>
                  <a:pt x="5770584" y="56073"/>
                  <a:pt x="5770221" y="59299"/>
                  <a:pt x="5770221" y="62794"/>
                </a:cubicBezTo>
                <a:cubicBezTo>
                  <a:pt x="5770221" y="66154"/>
                  <a:pt x="5770516" y="69309"/>
                  <a:pt x="5771107" y="72260"/>
                </a:cubicBezTo>
                <a:cubicBezTo>
                  <a:pt x="5771741" y="75212"/>
                  <a:pt x="5772764" y="77798"/>
                  <a:pt x="5774170" y="80024"/>
                </a:cubicBezTo>
                <a:cubicBezTo>
                  <a:pt x="5775625" y="82205"/>
                  <a:pt x="5777554" y="83950"/>
                  <a:pt x="5779960" y="85268"/>
                </a:cubicBezTo>
                <a:cubicBezTo>
                  <a:pt x="5782368" y="86539"/>
                  <a:pt x="5785363" y="87174"/>
                  <a:pt x="5788949" y="87174"/>
                </a:cubicBezTo>
                <a:cubicBezTo>
                  <a:pt x="5792218" y="87174"/>
                  <a:pt x="5795056" y="86585"/>
                  <a:pt x="5797465" y="85405"/>
                </a:cubicBezTo>
                <a:cubicBezTo>
                  <a:pt x="5799871" y="84225"/>
                  <a:pt x="5801845" y="82567"/>
                  <a:pt x="5803388" y="80433"/>
                </a:cubicBezTo>
                <a:cubicBezTo>
                  <a:pt x="5804931" y="78298"/>
                  <a:pt x="5806066" y="75755"/>
                  <a:pt x="5806794" y="72806"/>
                </a:cubicBezTo>
                <a:cubicBezTo>
                  <a:pt x="5807520" y="69854"/>
                  <a:pt x="5807883" y="66608"/>
                  <a:pt x="5807883" y="63065"/>
                </a:cubicBezTo>
                <a:close/>
                <a:moveTo>
                  <a:pt x="5888790" y="93646"/>
                </a:moveTo>
                <a:cubicBezTo>
                  <a:pt x="5888790" y="94009"/>
                  <a:pt x="5888702" y="94326"/>
                  <a:pt x="5888519" y="94598"/>
                </a:cubicBezTo>
                <a:cubicBezTo>
                  <a:pt x="5888382" y="94826"/>
                  <a:pt x="5888110" y="95029"/>
                  <a:pt x="5887702" y="95212"/>
                </a:cubicBezTo>
                <a:cubicBezTo>
                  <a:pt x="5887293" y="95392"/>
                  <a:pt x="5886747" y="95529"/>
                  <a:pt x="5886067" y="95621"/>
                </a:cubicBezTo>
                <a:cubicBezTo>
                  <a:pt x="5885433" y="95712"/>
                  <a:pt x="5884638" y="95755"/>
                  <a:pt x="5883684" y="95755"/>
                </a:cubicBezTo>
                <a:cubicBezTo>
                  <a:pt x="5882638" y="95755"/>
                  <a:pt x="5881778" y="95712"/>
                  <a:pt x="5881095" y="95621"/>
                </a:cubicBezTo>
                <a:cubicBezTo>
                  <a:pt x="5880461" y="95529"/>
                  <a:pt x="5879938" y="95392"/>
                  <a:pt x="5879529" y="95212"/>
                </a:cubicBezTo>
                <a:cubicBezTo>
                  <a:pt x="5879166" y="95029"/>
                  <a:pt x="5878918" y="94826"/>
                  <a:pt x="5878780" y="94598"/>
                </a:cubicBezTo>
                <a:cubicBezTo>
                  <a:pt x="5878643" y="94326"/>
                  <a:pt x="5878575" y="94009"/>
                  <a:pt x="5878575" y="93646"/>
                </a:cubicBezTo>
                <a:lnTo>
                  <a:pt x="5878575" y="85539"/>
                </a:lnTo>
                <a:cubicBezTo>
                  <a:pt x="5875080" y="89400"/>
                  <a:pt x="5871628" y="92214"/>
                  <a:pt x="5868225" y="93986"/>
                </a:cubicBezTo>
                <a:cubicBezTo>
                  <a:pt x="5864819" y="95755"/>
                  <a:pt x="5861367" y="96641"/>
                  <a:pt x="5857872" y="96641"/>
                </a:cubicBezTo>
                <a:cubicBezTo>
                  <a:pt x="5853786" y="96641"/>
                  <a:pt x="5850334" y="95961"/>
                  <a:pt x="5847519" y="94598"/>
                </a:cubicBezTo>
                <a:cubicBezTo>
                  <a:pt x="5844751" y="93237"/>
                  <a:pt x="5842505" y="91397"/>
                  <a:pt x="5840779" y="89083"/>
                </a:cubicBezTo>
                <a:cubicBezTo>
                  <a:pt x="5839053" y="86722"/>
                  <a:pt x="5837804" y="83996"/>
                  <a:pt x="5837032" y="80910"/>
                </a:cubicBezTo>
                <a:cubicBezTo>
                  <a:pt x="5836307" y="77775"/>
                  <a:pt x="5835941" y="73986"/>
                  <a:pt x="5835941" y="69537"/>
                </a:cubicBezTo>
                <a:lnTo>
                  <a:pt x="5835941" y="32350"/>
                </a:lnTo>
                <a:cubicBezTo>
                  <a:pt x="5835941" y="31987"/>
                  <a:pt x="5836009" y="31693"/>
                  <a:pt x="5836147" y="31467"/>
                </a:cubicBezTo>
                <a:cubicBezTo>
                  <a:pt x="5836327" y="31192"/>
                  <a:pt x="5836647" y="30967"/>
                  <a:pt x="5837101" y="30784"/>
                </a:cubicBezTo>
                <a:cubicBezTo>
                  <a:pt x="5837555" y="30558"/>
                  <a:pt x="5838144" y="30421"/>
                  <a:pt x="5838870" y="30375"/>
                </a:cubicBezTo>
                <a:cubicBezTo>
                  <a:pt x="5839598" y="30284"/>
                  <a:pt x="5840504" y="30241"/>
                  <a:pt x="5841596" y="30241"/>
                </a:cubicBezTo>
                <a:cubicBezTo>
                  <a:pt x="5842685" y="30241"/>
                  <a:pt x="5843593" y="30284"/>
                  <a:pt x="5844319" y="30375"/>
                </a:cubicBezTo>
                <a:cubicBezTo>
                  <a:pt x="5845045" y="30421"/>
                  <a:pt x="5845613" y="30558"/>
                  <a:pt x="5846022" y="30784"/>
                </a:cubicBezTo>
                <a:cubicBezTo>
                  <a:pt x="5846476" y="30967"/>
                  <a:pt x="5846794" y="31192"/>
                  <a:pt x="5846976" y="31467"/>
                </a:cubicBezTo>
                <a:cubicBezTo>
                  <a:pt x="5847157" y="31693"/>
                  <a:pt x="5847248" y="31987"/>
                  <a:pt x="5847248" y="32350"/>
                </a:cubicBezTo>
                <a:lnTo>
                  <a:pt x="5847248" y="68037"/>
                </a:lnTo>
                <a:cubicBezTo>
                  <a:pt x="5847248" y="71623"/>
                  <a:pt x="5847497" y="74506"/>
                  <a:pt x="5847997" y="76687"/>
                </a:cubicBezTo>
                <a:cubicBezTo>
                  <a:pt x="5848542" y="78821"/>
                  <a:pt x="5849337" y="80659"/>
                  <a:pt x="5850380" y="82205"/>
                </a:cubicBezTo>
                <a:cubicBezTo>
                  <a:pt x="5851471" y="83702"/>
                  <a:pt x="5852832" y="84882"/>
                  <a:pt x="5854466" y="85745"/>
                </a:cubicBezTo>
                <a:cubicBezTo>
                  <a:pt x="5856100" y="86562"/>
                  <a:pt x="5858009" y="86971"/>
                  <a:pt x="5860187" y="86971"/>
                </a:cubicBezTo>
                <a:cubicBezTo>
                  <a:pt x="5863001" y="86971"/>
                  <a:pt x="5865796" y="85971"/>
                  <a:pt x="5868565" y="83973"/>
                </a:cubicBezTo>
                <a:cubicBezTo>
                  <a:pt x="5871380" y="81976"/>
                  <a:pt x="5874354" y="79047"/>
                  <a:pt x="5877486" y="75189"/>
                </a:cubicBezTo>
                <a:lnTo>
                  <a:pt x="5877486" y="32350"/>
                </a:lnTo>
                <a:cubicBezTo>
                  <a:pt x="5877486" y="31987"/>
                  <a:pt x="5877555" y="31693"/>
                  <a:pt x="5877689" y="31467"/>
                </a:cubicBezTo>
                <a:cubicBezTo>
                  <a:pt x="5877872" y="31192"/>
                  <a:pt x="5878189" y="30967"/>
                  <a:pt x="5878643" y="30784"/>
                </a:cubicBezTo>
                <a:cubicBezTo>
                  <a:pt x="5879098" y="30558"/>
                  <a:pt x="5879666" y="30421"/>
                  <a:pt x="5880346" y="30375"/>
                </a:cubicBezTo>
                <a:cubicBezTo>
                  <a:pt x="5881072" y="30284"/>
                  <a:pt x="5882004" y="30241"/>
                  <a:pt x="5883138" y="30241"/>
                </a:cubicBezTo>
                <a:cubicBezTo>
                  <a:pt x="5884227" y="30241"/>
                  <a:pt x="5885136" y="30284"/>
                  <a:pt x="5885861" y="30375"/>
                </a:cubicBezTo>
                <a:cubicBezTo>
                  <a:pt x="5886590" y="30421"/>
                  <a:pt x="5887156" y="30558"/>
                  <a:pt x="5887564" y="30784"/>
                </a:cubicBezTo>
                <a:cubicBezTo>
                  <a:pt x="5887973" y="30967"/>
                  <a:pt x="5888270" y="31192"/>
                  <a:pt x="5888450" y="31467"/>
                </a:cubicBezTo>
                <a:cubicBezTo>
                  <a:pt x="5888679" y="31693"/>
                  <a:pt x="5888790" y="31987"/>
                  <a:pt x="5888790" y="32350"/>
                </a:cubicBezTo>
                <a:lnTo>
                  <a:pt x="5888790" y="93646"/>
                </a:lnTo>
                <a:close/>
                <a:moveTo>
                  <a:pt x="5965954" y="62182"/>
                </a:moveTo>
                <a:cubicBezTo>
                  <a:pt x="5965954" y="67494"/>
                  <a:pt x="5965363" y="72283"/>
                  <a:pt x="5964183" y="76550"/>
                </a:cubicBezTo>
                <a:cubicBezTo>
                  <a:pt x="5963048" y="80773"/>
                  <a:pt x="5961345" y="84382"/>
                  <a:pt x="5959076" y="87379"/>
                </a:cubicBezTo>
                <a:cubicBezTo>
                  <a:pt x="5956850" y="90377"/>
                  <a:pt x="5954104" y="92669"/>
                  <a:pt x="5950835" y="94257"/>
                </a:cubicBezTo>
                <a:cubicBezTo>
                  <a:pt x="5947566" y="95846"/>
                  <a:pt x="5943820" y="96641"/>
                  <a:pt x="5939597" y="96641"/>
                </a:cubicBezTo>
                <a:cubicBezTo>
                  <a:pt x="5937645" y="96641"/>
                  <a:pt x="5935830" y="96438"/>
                  <a:pt x="5934150" y="96029"/>
                </a:cubicBezTo>
                <a:cubicBezTo>
                  <a:pt x="5932516" y="95666"/>
                  <a:pt x="5930904" y="95052"/>
                  <a:pt x="5929312" y="94189"/>
                </a:cubicBezTo>
                <a:cubicBezTo>
                  <a:pt x="5927724" y="93326"/>
                  <a:pt x="5926135" y="92237"/>
                  <a:pt x="5924546" y="90920"/>
                </a:cubicBezTo>
                <a:cubicBezTo>
                  <a:pt x="5922957" y="89605"/>
                  <a:pt x="5921277" y="88014"/>
                  <a:pt x="5919506" y="86154"/>
                </a:cubicBezTo>
                <a:lnTo>
                  <a:pt x="5919506" y="93646"/>
                </a:lnTo>
                <a:cubicBezTo>
                  <a:pt x="5919506" y="94009"/>
                  <a:pt x="5919414" y="94326"/>
                  <a:pt x="5919234" y="94598"/>
                </a:cubicBezTo>
                <a:cubicBezTo>
                  <a:pt x="5919054" y="94872"/>
                  <a:pt x="5918757" y="95098"/>
                  <a:pt x="5918348" y="95280"/>
                </a:cubicBezTo>
                <a:cubicBezTo>
                  <a:pt x="5917940" y="95415"/>
                  <a:pt x="5917420" y="95529"/>
                  <a:pt x="5916782" y="95621"/>
                </a:cubicBezTo>
                <a:cubicBezTo>
                  <a:pt x="5916191" y="95712"/>
                  <a:pt x="5915419" y="95755"/>
                  <a:pt x="5914468" y="95755"/>
                </a:cubicBezTo>
                <a:cubicBezTo>
                  <a:pt x="5913559" y="95755"/>
                  <a:pt x="5912788" y="95712"/>
                  <a:pt x="5912150" y="95621"/>
                </a:cubicBezTo>
                <a:cubicBezTo>
                  <a:pt x="5911516" y="95529"/>
                  <a:pt x="5910993" y="95415"/>
                  <a:pt x="5910584" y="95280"/>
                </a:cubicBezTo>
                <a:cubicBezTo>
                  <a:pt x="5910176" y="95098"/>
                  <a:pt x="5909904" y="94872"/>
                  <a:pt x="5909767" y="94598"/>
                </a:cubicBezTo>
                <a:cubicBezTo>
                  <a:pt x="5909633" y="94326"/>
                  <a:pt x="5909564" y="94009"/>
                  <a:pt x="5909564" y="93646"/>
                </a:cubicBezTo>
                <a:lnTo>
                  <a:pt x="5909564" y="2657"/>
                </a:lnTo>
                <a:cubicBezTo>
                  <a:pt x="5909564" y="2295"/>
                  <a:pt x="5909633" y="1977"/>
                  <a:pt x="5909767" y="1703"/>
                </a:cubicBezTo>
                <a:cubicBezTo>
                  <a:pt x="5909950" y="1432"/>
                  <a:pt x="5910244" y="1206"/>
                  <a:pt x="5910653" y="1023"/>
                </a:cubicBezTo>
                <a:cubicBezTo>
                  <a:pt x="5911107" y="840"/>
                  <a:pt x="5911696" y="706"/>
                  <a:pt x="5912425" y="614"/>
                </a:cubicBezTo>
                <a:cubicBezTo>
                  <a:pt x="5913150" y="523"/>
                  <a:pt x="5914059" y="477"/>
                  <a:pt x="5915148" y="477"/>
                </a:cubicBezTo>
                <a:cubicBezTo>
                  <a:pt x="5916282" y="477"/>
                  <a:pt x="5917214" y="523"/>
                  <a:pt x="5917940" y="614"/>
                </a:cubicBezTo>
                <a:cubicBezTo>
                  <a:pt x="5918665" y="706"/>
                  <a:pt x="5919234" y="840"/>
                  <a:pt x="5919643" y="1023"/>
                </a:cubicBezTo>
                <a:cubicBezTo>
                  <a:pt x="5920051" y="1206"/>
                  <a:pt x="5920346" y="1432"/>
                  <a:pt x="5920529" y="1703"/>
                </a:cubicBezTo>
                <a:cubicBezTo>
                  <a:pt x="5920709" y="1977"/>
                  <a:pt x="5920800" y="2295"/>
                  <a:pt x="5920800" y="2657"/>
                </a:cubicBezTo>
                <a:lnTo>
                  <a:pt x="5920800" y="39365"/>
                </a:lnTo>
                <a:cubicBezTo>
                  <a:pt x="5922617" y="37505"/>
                  <a:pt x="5924363" y="35939"/>
                  <a:pt x="5926044" y="34667"/>
                </a:cubicBezTo>
                <a:cubicBezTo>
                  <a:pt x="5927769" y="33396"/>
                  <a:pt x="5929450" y="32373"/>
                  <a:pt x="5931084" y="31601"/>
                </a:cubicBezTo>
                <a:cubicBezTo>
                  <a:pt x="5932719" y="30784"/>
                  <a:pt x="5934353" y="30195"/>
                  <a:pt x="5935988" y="29832"/>
                </a:cubicBezTo>
                <a:cubicBezTo>
                  <a:pt x="5937622" y="29467"/>
                  <a:pt x="5939348" y="29287"/>
                  <a:pt x="5941165" y="29287"/>
                </a:cubicBezTo>
                <a:cubicBezTo>
                  <a:pt x="5945615" y="29287"/>
                  <a:pt x="5949404" y="30172"/>
                  <a:pt x="5952538" y="31941"/>
                </a:cubicBezTo>
                <a:cubicBezTo>
                  <a:pt x="5955716" y="33713"/>
                  <a:pt x="5958282" y="36096"/>
                  <a:pt x="5960234" y="39093"/>
                </a:cubicBezTo>
                <a:cubicBezTo>
                  <a:pt x="5962231" y="42045"/>
                  <a:pt x="5963685" y="45517"/>
                  <a:pt x="5964591" y="49512"/>
                </a:cubicBezTo>
                <a:cubicBezTo>
                  <a:pt x="5965500" y="53510"/>
                  <a:pt x="5965954" y="57730"/>
                  <a:pt x="5965954" y="62182"/>
                </a:cubicBezTo>
                <a:close/>
                <a:moveTo>
                  <a:pt x="5954104" y="63474"/>
                </a:moveTo>
                <a:cubicBezTo>
                  <a:pt x="5954104" y="60342"/>
                  <a:pt x="5953853" y="57299"/>
                  <a:pt x="5953356" y="54350"/>
                </a:cubicBezTo>
                <a:cubicBezTo>
                  <a:pt x="5952901" y="51398"/>
                  <a:pt x="5952084" y="48786"/>
                  <a:pt x="5950904" y="46517"/>
                </a:cubicBezTo>
                <a:cubicBezTo>
                  <a:pt x="5949724" y="44246"/>
                  <a:pt x="5948155" y="42431"/>
                  <a:pt x="5946203" y="41068"/>
                </a:cubicBezTo>
                <a:cubicBezTo>
                  <a:pt x="5944252" y="39662"/>
                  <a:pt x="5941823" y="38956"/>
                  <a:pt x="5938917" y="38956"/>
                </a:cubicBezTo>
                <a:cubicBezTo>
                  <a:pt x="5937462" y="38956"/>
                  <a:pt x="5936033" y="39162"/>
                  <a:pt x="5934625" y="39571"/>
                </a:cubicBezTo>
                <a:cubicBezTo>
                  <a:pt x="5933219" y="39979"/>
                  <a:pt x="5931787" y="40659"/>
                  <a:pt x="5930335" y="41614"/>
                </a:cubicBezTo>
                <a:cubicBezTo>
                  <a:pt x="5928881" y="42565"/>
                  <a:pt x="5927361" y="43791"/>
                  <a:pt x="5925772" y="45291"/>
                </a:cubicBezTo>
                <a:cubicBezTo>
                  <a:pt x="5924229" y="46789"/>
                  <a:pt x="5922572" y="48675"/>
                  <a:pt x="5920800" y="50944"/>
                </a:cubicBezTo>
                <a:lnTo>
                  <a:pt x="5920800" y="75392"/>
                </a:lnTo>
                <a:cubicBezTo>
                  <a:pt x="5923889" y="79161"/>
                  <a:pt x="5926841" y="82045"/>
                  <a:pt x="5929655" y="84042"/>
                </a:cubicBezTo>
                <a:cubicBezTo>
                  <a:pt x="5932470" y="85994"/>
                  <a:pt x="5935399" y="86971"/>
                  <a:pt x="5938439" y="86971"/>
                </a:cubicBezTo>
                <a:cubicBezTo>
                  <a:pt x="5941254" y="86971"/>
                  <a:pt x="5943660" y="86291"/>
                  <a:pt x="5945657" y="84928"/>
                </a:cubicBezTo>
                <a:cubicBezTo>
                  <a:pt x="5947658" y="83565"/>
                  <a:pt x="5949269" y="81773"/>
                  <a:pt x="5950495" y="79547"/>
                </a:cubicBezTo>
                <a:cubicBezTo>
                  <a:pt x="5951764" y="77278"/>
                  <a:pt x="5952673" y="74758"/>
                  <a:pt x="5953218" y="71989"/>
                </a:cubicBezTo>
                <a:cubicBezTo>
                  <a:pt x="5953810" y="69172"/>
                  <a:pt x="5954104" y="66334"/>
                  <a:pt x="5954104" y="63474"/>
                </a:cubicBezTo>
                <a:close/>
                <a:moveTo>
                  <a:pt x="5994081" y="93646"/>
                </a:moveTo>
                <a:cubicBezTo>
                  <a:pt x="5994081" y="94009"/>
                  <a:pt x="5993989" y="94326"/>
                  <a:pt x="5993809" y="94598"/>
                </a:cubicBezTo>
                <a:cubicBezTo>
                  <a:pt x="5993626" y="94826"/>
                  <a:pt x="5993332" y="95029"/>
                  <a:pt x="5992923" y="95212"/>
                </a:cubicBezTo>
                <a:cubicBezTo>
                  <a:pt x="5992515" y="95392"/>
                  <a:pt x="5991946" y="95529"/>
                  <a:pt x="5991220" y="95621"/>
                </a:cubicBezTo>
                <a:cubicBezTo>
                  <a:pt x="5990494" y="95712"/>
                  <a:pt x="5989563" y="95755"/>
                  <a:pt x="5988428" y="95755"/>
                </a:cubicBezTo>
                <a:cubicBezTo>
                  <a:pt x="5987340" y="95755"/>
                  <a:pt x="5986431" y="95712"/>
                  <a:pt x="5985705" y="95621"/>
                </a:cubicBezTo>
                <a:cubicBezTo>
                  <a:pt x="5984977" y="95529"/>
                  <a:pt x="5984388" y="95392"/>
                  <a:pt x="5983934" y="95212"/>
                </a:cubicBezTo>
                <a:cubicBezTo>
                  <a:pt x="5983525" y="95029"/>
                  <a:pt x="5983231" y="94826"/>
                  <a:pt x="5983048" y="94598"/>
                </a:cubicBezTo>
                <a:cubicBezTo>
                  <a:pt x="5982911" y="94326"/>
                  <a:pt x="5982845" y="94009"/>
                  <a:pt x="5982845" y="93646"/>
                </a:cubicBezTo>
                <a:lnTo>
                  <a:pt x="5982845" y="2657"/>
                </a:lnTo>
                <a:cubicBezTo>
                  <a:pt x="5982845" y="2295"/>
                  <a:pt x="5982911" y="1977"/>
                  <a:pt x="5983048" y="1703"/>
                </a:cubicBezTo>
                <a:cubicBezTo>
                  <a:pt x="5983231" y="1432"/>
                  <a:pt x="5983525" y="1206"/>
                  <a:pt x="5983934" y="1023"/>
                </a:cubicBezTo>
                <a:cubicBezTo>
                  <a:pt x="5984388" y="840"/>
                  <a:pt x="5984977" y="706"/>
                  <a:pt x="5985705" y="614"/>
                </a:cubicBezTo>
                <a:cubicBezTo>
                  <a:pt x="5986431" y="523"/>
                  <a:pt x="5987340" y="477"/>
                  <a:pt x="5988428" y="477"/>
                </a:cubicBezTo>
                <a:cubicBezTo>
                  <a:pt x="5989563" y="477"/>
                  <a:pt x="5990494" y="523"/>
                  <a:pt x="5991220" y="614"/>
                </a:cubicBezTo>
                <a:cubicBezTo>
                  <a:pt x="5991946" y="706"/>
                  <a:pt x="5992515" y="840"/>
                  <a:pt x="5992923" y="1023"/>
                </a:cubicBezTo>
                <a:cubicBezTo>
                  <a:pt x="5993332" y="1206"/>
                  <a:pt x="5993626" y="1432"/>
                  <a:pt x="5993809" y="1703"/>
                </a:cubicBezTo>
                <a:cubicBezTo>
                  <a:pt x="5993989" y="1977"/>
                  <a:pt x="5994081" y="2295"/>
                  <a:pt x="5994081" y="2657"/>
                </a:cubicBezTo>
                <a:lnTo>
                  <a:pt x="5994081" y="93646"/>
                </a:lnTo>
                <a:close/>
                <a:moveTo>
                  <a:pt x="6067158" y="60342"/>
                </a:moveTo>
                <a:cubicBezTo>
                  <a:pt x="6067158" y="62113"/>
                  <a:pt x="6066704" y="63385"/>
                  <a:pt x="6065795" y="64157"/>
                </a:cubicBezTo>
                <a:cubicBezTo>
                  <a:pt x="6064932" y="64882"/>
                  <a:pt x="6063935" y="65245"/>
                  <a:pt x="6062798" y="65245"/>
                </a:cubicBezTo>
                <a:lnTo>
                  <a:pt x="6022616" y="65245"/>
                </a:lnTo>
                <a:cubicBezTo>
                  <a:pt x="6022616" y="68651"/>
                  <a:pt x="6022958" y="71715"/>
                  <a:pt x="6023639" y="74441"/>
                </a:cubicBezTo>
                <a:cubicBezTo>
                  <a:pt x="6024319" y="77164"/>
                  <a:pt x="6025453" y="79501"/>
                  <a:pt x="6027045" y="81453"/>
                </a:cubicBezTo>
                <a:cubicBezTo>
                  <a:pt x="6028633" y="83408"/>
                  <a:pt x="6030699" y="84905"/>
                  <a:pt x="6033243" y="85948"/>
                </a:cubicBezTo>
                <a:cubicBezTo>
                  <a:pt x="6035783" y="86994"/>
                  <a:pt x="6038895" y="87517"/>
                  <a:pt x="6042572" y="87517"/>
                </a:cubicBezTo>
                <a:cubicBezTo>
                  <a:pt x="6045476" y="87517"/>
                  <a:pt x="6048064" y="87288"/>
                  <a:pt x="6050336" y="86834"/>
                </a:cubicBezTo>
                <a:cubicBezTo>
                  <a:pt x="6052605" y="86337"/>
                  <a:pt x="6054557" y="85791"/>
                  <a:pt x="6056191" y="85199"/>
                </a:cubicBezTo>
                <a:cubicBezTo>
                  <a:pt x="6057871" y="84611"/>
                  <a:pt x="6059234" y="84088"/>
                  <a:pt x="6060277" y="83633"/>
                </a:cubicBezTo>
                <a:cubicBezTo>
                  <a:pt x="6061369" y="83133"/>
                  <a:pt x="6062186" y="82885"/>
                  <a:pt x="6062729" y="82885"/>
                </a:cubicBezTo>
                <a:cubicBezTo>
                  <a:pt x="6063049" y="82885"/>
                  <a:pt x="6063321" y="82976"/>
                  <a:pt x="6063546" y="83156"/>
                </a:cubicBezTo>
                <a:cubicBezTo>
                  <a:pt x="6063821" y="83293"/>
                  <a:pt x="6064024" y="83519"/>
                  <a:pt x="6064161" y="83839"/>
                </a:cubicBezTo>
                <a:cubicBezTo>
                  <a:pt x="6064298" y="84156"/>
                  <a:pt x="6064387" y="84611"/>
                  <a:pt x="6064432" y="85199"/>
                </a:cubicBezTo>
                <a:cubicBezTo>
                  <a:pt x="6064524" y="85745"/>
                  <a:pt x="6064569" y="86425"/>
                  <a:pt x="6064569" y="87242"/>
                </a:cubicBezTo>
                <a:cubicBezTo>
                  <a:pt x="6064569" y="87834"/>
                  <a:pt x="6064547" y="88357"/>
                  <a:pt x="6064501" y="88808"/>
                </a:cubicBezTo>
                <a:cubicBezTo>
                  <a:pt x="6064455" y="89217"/>
                  <a:pt x="6064387" y="89605"/>
                  <a:pt x="6064298" y="89968"/>
                </a:cubicBezTo>
                <a:cubicBezTo>
                  <a:pt x="6064252" y="90286"/>
                  <a:pt x="6064138" y="90580"/>
                  <a:pt x="6063955" y="90851"/>
                </a:cubicBezTo>
                <a:cubicBezTo>
                  <a:pt x="6063821" y="91126"/>
                  <a:pt x="6063615" y="91397"/>
                  <a:pt x="6063344" y="91669"/>
                </a:cubicBezTo>
                <a:cubicBezTo>
                  <a:pt x="6063115" y="91897"/>
                  <a:pt x="6062389" y="92306"/>
                  <a:pt x="6061163" y="92894"/>
                </a:cubicBezTo>
                <a:cubicBezTo>
                  <a:pt x="6059937" y="93440"/>
                  <a:pt x="6058349" y="93986"/>
                  <a:pt x="6056397" y="94529"/>
                </a:cubicBezTo>
                <a:cubicBezTo>
                  <a:pt x="6054445" y="95075"/>
                  <a:pt x="6052174" y="95552"/>
                  <a:pt x="6049588" y="95961"/>
                </a:cubicBezTo>
                <a:cubicBezTo>
                  <a:pt x="6047044" y="96415"/>
                  <a:pt x="6044318" y="96641"/>
                  <a:pt x="6041415" y="96641"/>
                </a:cubicBezTo>
                <a:cubicBezTo>
                  <a:pt x="6036374" y="96641"/>
                  <a:pt x="6031948" y="95938"/>
                  <a:pt x="6028133" y="94529"/>
                </a:cubicBezTo>
                <a:cubicBezTo>
                  <a:pt x="6024364" y="93123"/>
                  <a:pt x="6021187" y="91034"/>
                  <a:pt x="6018598" y="88265"/>
                </a:cubicBezTo>
                <a:cubicBezTo>
                  <a:pt x="6016012" y="85496"/>
                  <a:pt x="6014057" y="82022"/>
                  <a:pt x="6012743" y="77844"/>
                </a:cubicBezTo>
                <a:cubicBezTo>
                  <a:pt x="6011426" y="73666"/>
                  <a:pt x="6010766" y="68809"/>
                  <a:pt x="6010766" y="63271"/>
                </a:cubicBezTo>
                <a:cubicBezTo>
                  <a:pt x="6010766" y="58004"/>
                  <a:pt x="6011448" y="53281"/>
                  <a:pt x="6012809" y="49103"/>
                </a:cubicBezTo>
                <a:cubicBezTo>
                  <a:pt x="6014172" y="44883"/>
                  <a:pt x="6016123" y="41319"/>
                  <a:pt x="6018667" y="38413"/>
                </a:cubicBezTo>
                <a:cubicBezTo>
                  <a:pt x="6021255" y="35462"/>
                  <a:pt x="6024364" y="33213"/>
                  <a:pt x="6027996" y="31670"/>
                </a:cubicBezTo>
                <a:cubicBezTo>
                  <a:pt x="6031628" y="30081"/>
                  <a:pt x="6035692" y="29287"/>
                  <a:pt x="6040186" y="29287"/>
                </a:cubicBezTo>
                <a:cubicBezTo>
                  <a:pt x="6045001" y="29287"/>
                  <a:pt x="6049087" y="30058"/>
                  <a:pt x="6052448" y="31601"/>
                </a:cubicBezTo>
                <a:cubicBezTo>
                  <a:pt x="6055851" y="33144"/>
                  <a:pt x="6058643" y="35233"/>
                  <a:pt x="6060823" y="37868"/>
                </a:cubicBezTo>
                <a:cubicBezTo>
                  <a:pt x="6063003" y="40456"/>
                  <a:pt x="6064592" y="43520"/>
                  <a:pt x="6065590" y="47060"/>
                </a:cubicBezTo>
                <a:cubicBezTo>
                  <a:pt x="6066635" y="50558"/>
                  <a:pt x="6067158" y="54304"/>
                  <a:pt x="6067158" y="58299"/>
                </a:cubicBezTo>
                <a:lnTo>
                  <a:pt x="6067158" y="60342"/>
                </a:lnTo>
                <a:close/>
                <a:moveTo>
                  <a:pt x="6055851" y="57004"/>
                </a:moveTo>
                <a:cubicBezTo>
                  <a:pt x="6055988" y="51104"/>
                  <a:pt x="6054671" y="46472"/>
                  <a:pt x="6051902" y="43111"/>
                </a:cubicBezTo>
                <a:cubicBezTo>
                  <a:pt x="6049179" y="39751"/>
                  <a:pt x="6045113" y="38070"/>
                  <a:pt x="6039712" y="38070"/>
                </a:cubicBezTo>
                <a:cubicBezTo>
                  <a:pt x="6036940" y="38070"/>
                  <a:pt x="6034511" y="38593"/>
                  <a:pt x="6032423" y="39639"/>
                </a:cubicBezTo>
                <a:cubicBezTo>
                  <a:pt x="6030337" y="40682"/>
                  <a:pt x="6028588" y="42068"/>
                  <a:pt x="6027179" y="43791"/>
                </a:cubicBezTo>
                <a:cubicBezTo>
                  <a:pt x="6025773" y="45517"/>
                  <a:pt x="6024682" y="47537"/>
                  <a:pt x="6023910" y="49855"/>
                </a:cubicBezTo>
                <a:cubicBezTo>
                  <a:pt x="6023139" y="52124"/>
                  <a:pt x="6022707" y="54507"/>
                  <a:pt x="6022616" y="57004"/>
                </a:cubicBezTo>
                <a:lnTo>
                  <a:pt x="6055851" y="57004"/>
                </a:lnTo>
                <a:close/>
                <a:moveTo>
                  <a:pt x="6147657" y="89151"/>
                </a:moveTo>
                <a:cubicBezTo>
                  <a:pt x="6147657" y="90466"/>
                  <a:pt x="6147565" y="91511"/>
                  <a:pt x="6147383" y="92283"/>
                </a:cubicBezTo>
                <a:cubicBezTo>
                  <a:pt x="6147203" y="93054"/>
                  <a:pt x="6146931" y="93623"/>
                  <a:pt x="6146568" y="93986"/>
                </a:cubicBezTo>
                <a:cubicBezTo>
                  <a:pt x="6146202" y="94349"/>
                  <a:pt x="6145660" y="94689"/>
                  <a:pt x="6144934" y="95006"/>
                </a:cubicBezTo>
                <a:cubicBezTo>
                  <a:pt x="6144205" y="95326"/>
                  <a:pt x="6143365" y="95575"/>
                  <a:pt x="6142413" y="95755"/>
                </a:cubicBezTo>
                <a:cubicBezTo>
                  <a:pt x="6141505" y="95983"/>
                  <a:pt x="6140527" y="96163"/>
                  <a:pt x="6139484" y="96301"/>
                </a:cubicBezTo>
                <a:cubicBezTo>
                  <a:pt x="6138439" y="96438"/>
                  <a:pt x="6137396" y="96506"/>
                  <a:pt x="6136353" y="96506"/>
                </a:cubicBezTo>
                <a:cubicBezTo>
                  <a:pt x="6133172" y="96506"/>
                  <a:pt x="6130449" y="96098"/>
                  <a:pt x="6128177" y="95280"/>
                </a:cubicBezTo>
                <a:cubicBezTo>
                  <a:pt x="6125908" y="94418"/>
                  <a:pt x="6124045" y="93146"/>
                  <a:pt x="6122594" y="91466"/>
                </a:cubicBezTo>
                <a:cubicBezTo>
                  <a:pt x="6121142" y="89740"/>
                  <a:pt x="6120073" y="87582"/>
                  <a:pt x="6119393" y="84996"/>
                </a:cubicBezTo>
                <a:cubicBezTo>
                  <a:pt x="6118756" y="82362"/>
                  <a:pt x="6118439" y="79276"/>
                  <a:pt x="6118439" y="75732"/>
                </a:cubicBezTo>
                <a:lnTo>
                  <a:pt x="6118439" y="39911"/>
                </a:lnTo>
                <a:lnTo>
                  <a:pt x="6109858" y="39911"/>
                </a:lnTo>
                <a:cubicBezTo>
                  <a:pt x="6109178" y="39911"/>
                  <a:pt x="6108632" y="39548"/>
                  <a:pt x="6108223" y="38822"/>
                </a:cubicBezTo>
                <a:cubicBezTo>
                  <a:pt x="6107815" y="38093"/>
                  <a:pt x="6107612" y="36913"/>
                  <a:pt x="6107612" y="35279"/>
                </a:cubicBezTo>
                <a:cubicBezTo>
                  <a:pt x="6107612" y="34416"/>
                  <a:pt x="6107658" y="33690"/>
                  <a:pt x="6107746" y="33101"/>
                </a:cubicBezTo>
                <a:cubicBezTo>
                  <a:pt x="6107883" y="32510"/>
                  <a:pt x="6108043" y="32033"/>
                  <a:pt x="6108223" y="31670"/>
                </a:cubicBezTo>
                <a:cubicBezTo>
                  <a:pt x="6108406" y="31261"/>
                  <a:pt x="6108632" y="30990"/>
                  <a:pt x="6108906" y="30852"/>
                </a:cubicBezTo>
                <a:cubicBezTo>
                  <a:pt x="6109224" y="30672"/>
                  <a:pt x="6109564" y="30581"/>
                  <a:pt x="6109927" y="30581"/>
                </a:cubicBezTo>
                <a:lnTo>
                  <a:pt x="6118439" y="30581"/>
                </a:lnTo>
                <a:lnTo>
                  <a:pt x="6118439" y="16005"/>
                </a:lnTo>
                <a:cubicBezTo>
                  <a:pt x="6118439" y="15688"/>
                  <a:pt x="6118508" y="15393"/>
                  <a:pt x="6118645" y="15122"/>
                </a:cubicBezTo>
                <a:cubicBezTo>
                  <a:pt x="6118825" y="14848"/>
                  <a:pt x="6119122" y="14622"/>
                  <a:pt x="6119531" y="14439"/>
                </a:cubicBezTo>
                <a:cubicBezTo>
                  <a:pt x="6119985" y="14213"/>
                  <a:pt x="6120574" y="14053"/>
                  <a:pt x="6121299" y="13962"/>
                </a:cubicBezTo>
                <a:cubicBezTo>
                  <a:pt x="6122025" y="13873"/>
                  <a:pt x="6122934" y="13827"/>
                  <a:pt x="6124025" y="13827"/>
                </a:cubicBezTo>
                <a:cubicBezTo>
                  <a:pt x="6125160" y="13827"/>
                  <a:pt x="6126091" y="13873"/>
                  <a:pt x="6126817" y="13962"/>
                </a:cubicBezTo>
                <a:cubicBezTo>
                  <a:pt x="6127543" y="14053"/>
                  <a:pt x="6128112" y="14213"/>
                  <a:pt x="6128520" y="14439"/>
                </a:cubicBezTo>
                <a:cubicBezTo>
                  <a:pt x="6128929" y="14622"/>
                  <a:pt x="6129223" y="14848"/>
                  <a:pt x="6129403" y="15122"/>
                </a:cubicBezTo>
                <a:cubicBezTo>
                  <a:pt x="6129586" y="15393"/>
                  <a:pt x="6129678" y="15688"/>
                  <a:pt x="6129678" y="16005"/>
                </a:cubicBezTo>
                <a:lnTo>
                  <a:pt x="6129678" y="30581"/>
                </a:lnTo>
                <a:lnTo>
                  <a:pt x="6145408" y="30581"/>
                </a:lnTo>
                <a:cubicBezTo>
                  <a:pt x="6145774" y="30581"/>
                  <a:pt x="6146091" y="30672"/>
                  <a:pt x="6146362" y="30852"/>
                </a:cubicBezTo>
                <a:cubicBezTo>
                  <a:pt x="6146634" y="30990"/>
                  <a:pt x="6146863" y="31261"/>
                  <a:pt x="6147043" y="31670"/>
                </a:cubicBezTo>
                <a:cubicBezTo>
                  <a:pt x="6147271" y="32033"/>
                  <a:pt x="6147431" y="32510"/>
                  <a:pt x="6147520" y="33101"/>
                </a:cubicBezTo>
                <a:cubicBezTo>
                  <a:pt x="6147611" y="33690"/>
                  <a:pt x="6147657" y="34416"/>
                  <a:pt x="6147657" y="35279"/>
                </a:cubicBezTo>
                <a:cubicBezTo>
                  <a:pt x="6147657" y="36913"/>
                  <a:pt x="6147451" y="38093"/>
                  <a:pt x="6147043" y="38822"/>
                </a:cubicBezTo>
                <a:cubicBezTo>
                  <a:pt x="6146634" y="39548"/>
                  <a:pt x="6146091" y="39911"/>
                  <a:pt x="6145408" y="39911"/>
                </a:cubicBezTo>
                <a:lnTo>
                  <a:pt x="6129678" y="39911"/>
                </a:lnTo>
                <a:lnTo>
                  <a:pt x="6129678" y="74098"/>
                </a:lnTo>
                <a:cubicBezTo>
                  <a:pt x="6129678" y="78321"/>
                  <a:pt x="6130289" y="81522"/>
                  <a:pt x="6131515" y="83702"/>
                </a:cubicBezTo>
                <a:cubicBezTo>
                  <a:pt x="6132787" y="85836"/>
                  <a:pt x="6135035" y="86902"/>
                  <a:pt x="6138259" y="86902"/>
                </a:cubicBezTo>
                <a:cubicBezTo>
                  <a:pt x="6139302" y="86902"/>
                  <a:pt x="6140233" y="86811"/>
                  <a:pt x="6141050" y="86631"/>
                </a:cubicBezTo>
                <a:cubicBezTo>
                  <a:pt x="6141868" y="86402"/>
                  <a:pt x="6142593" y="86176"/>
                  <a:pt x="6143231" y="85948"/>
                </a:cubicBezTo>
                <a:cubicBezTo>
                  <a:pt x="6143865" y="85722"/>
                  <a:pt x="6144411" y="85519"/>
                  <a:pt x="6144865" y="85336"/>
                </a:cubicBezTo>
                <a:cubicBezTo>
                  <a:pt x="6145319" y="85111"/>
                  <a:pt x="6145728" y="84996"/>
                  <a:pt x="6146091" y="84996"/>
                </a:cubicBezTo>
                <a:cubicBezTo>
                  <a:pt x="6146317" y="84996"/>
                  <a:pt x="6146523" y="85065"/>
                  <a:pt x="6146703" y="85199"/>
                </a:cubicBezTo>
                <a:cubicBezTo>
                  <a:pt x="6146931" y="85291"/>
                  <a:pt x="6147088" y="85496"/>
                  <a:pt x="6147180" y="85814"/>
                </a:cubicBezTo>
                <a:cubicBezTo>
                  <a:pt x="6147317" y="86131"/>
                  <a:pt x="6147428" y="86562"/>
                  <a:pt x="6147520" y="87108"/>
                </a:cubicBezTo>
                <a:cubicBezTo>
                  <a:pt x="6147611" y="87651"/>
                  <a:pt x="6147657" y="88334"/>
                  <a:pt x="6147657" y="89151"/>
                </a:cubicBezTo>
                <a:close/>
                <a:moveTo>
                  <a:pt x="6215285" y="93646"/>
                </a:moveTo>
                <a:cubicBezTo>
                  <a:pt x="6215285" y="94009"/>
                  <a:pt x="6215194" y="94326"/>
                  <a:pt x="6215011" y="94598"/>
                </a:cubicBezTo>
                <a:cubicBezTo>
                  <a:pt x="6214831" y="94826"/>
                  <a:pt x="6214534" y="95029"/>
                  <a:pt x="6214128" y="95212"/>
                </a:cubicBezTo>
                <a:cubicBezTo>
                  <a:pt x="6213717" y="95392"/>
                  <a:pt x="6213151" y="95529"/>
                  <a:pt x="6212425" y="95621"/>
                </a:cubicBezTo>
                <a:cubicBezTo>
                  <a:pt x="6211696" y="95712"/>
                  <a:pt x="6210791" y="95755"/>
                  <a:pt x="6209699" y="95755"/>
                </a:cubicBezTo>
                <a:cubicBezTo>
                  <a:pt x="6208565" y="95755"/>
                  <a:pt x="6207633" y="95712"/>
                  <a:pt x="6206907" y="95621"/>
                </a:cubicBezTo>
                <a:cubicBezTo>
                  <a:pt x="6206181" y="95529"/>
                  <a:pt x="6205613" y="95392"/>
                  <a:pt x="6205204" y="95212"/>
                </a:cubicBezTo>
                <a:cubicBezTo>
                  <a:pt x="6204796" y="95029"/>
                  <a:pt x="6204501" y="94826"/>
                  <a:pt x="6204321" y="94598"/>
                </a:cubicBezTo>
                <a:cubicBezTo>
                  <a:pt x="6204138" y="94326"/>
                  <a:pt x="6204047" y="94009"/>
                  <a:pt x="6204047" y="93646"/>
                </a:cubicBezTo>
                <a:lnTo>
                  <a:pt x="6204047" y="57753"/>
                </a:lnTo>
                <a:cubicBezTo>
                  <a:pt x="6204047" y="54258"/>
                  <a:pt x="6203775" y="51444"/>
                  <a:pt x="6203230" y="49309"/>
                </a:cubicBezTo>
                <a:cubicBezTo>
                  <a:pt x="6202687" y="47174"/>
                  <a:pt x="6201889" y="45337"/>
                  <a:pt x="6200846" y="43791"/>
                </a:cubicBezTo>
                <a:cubicBezTo>
                  <a:pt x="6199803" y="42248"/>
                  <a:pt x="6198440" y="41068"/>
                  <a:pt x="6196760" y="40251"/>
                </a:cubicBezTo>
                <a:cubicBezTo>
                  <a:pt x="6195126" y="39433"/>
                  <a:pt x="6193220" y="39025"/>
                  <a:pt x="6191039" y="39025"/>
                </a:cubicBezTo>
                <a:cubicBezTo>
                  <a:pt x="6188225" y="39025"/>
                  <a:pt x="6185407" y="40025"/>
                  <a:pt x="6182596" y="42022"/>
                </a:cubicBezTo>
                <a:cubicBezTo>
                  <a:pt x="6179778" y="44020"/>
                  <a:pt x="6176829" y="46949"/>
                  <a:pt x="6173740" y="50806"/>
                </a:cubicBezTo>
                <a:lnTo>
                  <a:pt x="6173740" y="93646"/>
                </a:lnTo>
                <a:cubicBezTo>
                  <a:pt x="6173740" y="94009"/>
                  <a:pt x="6173649" y="94326"/>
                  <a:pt x="6173469" y="94598"/>
                </a:cubicBezTo>
                <a:cubicBezTo>
                  <a:pt x="6173286" y="94826"/>
                  <a:pt x="6172992" y="95029"/>
                  <a:pt x="6172583" y="95212"/>
                </a:cubicBezTo>
                <a:cubicBezTo>
                  <a:pt x="6172174" y="95392"/>
                  <a:pt x="6171606" y="95529"/>
                  <a:pt x="6170880" y="95621"/>
                </a:cubicBezTo>
                <a:cubicBezTo>
                  <a:pt x="6170154" y="95712"/>
                  <a:pt x="6169222" y="95755"/>
                  <a:pt x="6168088" y="95755"/>
                </a:cubicBezTo>
                <a:cubicBezTo>
                  <a:pt x="6166999" y="95755"/>
                  <a:pt x="6166091" y="95712"/>
                  <a:pt x="6165365" y="95621"/>
                </a:cubicBezTo>
                <a:cubicBezTo>
                  <a:pt x="6164636" y="95529"/>
                  <a:pt x="6164048" y="95392"/>
                  <a:pt x="6163593" y="95212"/>
                </a:cubicBezTo>
                <a:cubicBezTo>
                  <a:pt x="6163185" y="95029"/>
                  <a:pt x="6162890" y="94826"/>
                  <a:pt x="6162707" y="94598"/>
                </a:cubicBezTo>
                <a:cubicBezTo>
                  <a:pt x="6162570" y="94326"/>
                  <a:pt x="6162505" y="94009"/>
                  <a:pt x="6162505" y="93646"/>
                </a:cubicBezTo>
                <a:lnTo>
                  <a:pt x="6162505" y="2657"/>
                </a:lnTo>
                <a:cubicBezTo>
                  <a:pt x="6162505" y="2295"/>
                  <a:pt x="6162570" y="1977"/>
                  <a:pt x="6162707" y="1703"/>
                </a:cubicBezTo>
                <a:cubicBezTo>
                  <a:pt x="6162890" y="1432"/>
                  <a:pt x="6163185" y="1206"/>
                  <a:pt x="6163593" y="1023"/>
                </a:cubicBezTo>
                <a:cubicBezTo>
                  <a:pt x="6164048" y="840"/>
                  <a:pt x="6164636" y="706"/>
                  <a:pt x="6165365" y="614"/>
                </a:cubicBezTo>
                <a:cubicBezTo>
                  <a:pt x="6166091" y="523"/>
                  <a:pt x="6166999" y="477"/>
                  <a:pt x="6168088" y="477"/>
                </a:cubicBezTo>
                <a:cubicBezTo>
                  <a:pt x="6169222" y="477"/>
                  <a:pt x="6170154" y="523"/>
                  <a:pt x="6170880" y="614"/>
                </a:cubicBezTo>
                <a:cubicBezTo>
                  <a:pt x="6171606" y="706"/>
                  <a:pt x="6172174" y="840"/>
                  <a:pt x="6172583" y="1023"/>
                </a:cubicBezTo>
                <a:cubicBezTo>
                  <a:pt x="6172992" y="1206"/>
                  <a:pt x="6173286" y="1432"/>
                  <a:pt x="6173469" y="1703"/>
                </a:cubicBezTo>
                <a:cubicBezTo>
                  <a:pt x="6173649" y="1977"/>
                  <a:pt x="6173740" y="2295"/>
                  <a:pt x="6173740" y="2657"/>
                </a:cubicBezTo>
                <a:lnTo>
                  <a:pt x="6173740" y="39365"/>
                </a:lnTo>
                <a:cubicBezTo>
                  <a:pt x="6176963" y="35962"/>
                  <a:pt x="6180210" y="33441"/>
                  <a:pt x="6183479" y="31807"/>
                </a:cubicBezTo>
                <a:cubicBezTo>
                  <a:pt x="6186748" y="30127"/>
                  <a:pt x="6190039" y="29287"/>
                  <a:pt x="6193354" y="29287"/>
                </a:cubicBezTo>
                <a:cubicBezTo>
                  <a:pt x="6197440" y="29287"/>
                  <a:pt x="6200869" y="29989"/>
                  <a:pt x="6203638" y="31398"/>
                </a:cubicBezTo>
                <a:cubicBezTo>
                  <a:pt x="6206453" y="32758"/>
                  <a:pt x="6208725" y="34599"/>
                  <a:pt x="6210448" y="36913"/>
                </a:cubicBezTo>
                <a:cubicBezTo>
                  <a:pt x="6212174" y="39231"/>
                  <a:pt x="6213399" y="41954"/>
                  <a:pt x="6214128" y="45086"/>
                </a:cubicBezTo>
                <a:cubicBezTo>
                  <a:pt x="6214900" y="48175"/>
                  <a:pt x="6215285" y="51921"/>
                  <a:pt x="6215285" y="56324"/>
                </a:cubicBezTo>
                <a:lnTo>
                  <a:pt x="6215285" y="93646"/>
                </a:lnTo>
                <a:close/>
                <a:moveTo>
                  <a:pt x="6288089" y="60342"/>
                </a:moveTo>
                <a:cubicBezTo>
                  <a:pt x="6288089" y="62113"/>
                  <a:pt x="6287634" y="63385"/>
                  <a:pt x="6286726" y="64157"/>
                </a:cubicBezTo>
                <a:cubicBezTo>
                  <a:pt x="6285863" y="64882"/>
                  <a:pt x="6284866" y="65245"/>
                  <a:pt x="6283728" y="65245"/>
                </a:cubicBezTo>
                <a:lnTo>
                  <a:pt x="6243549" y="65245"/>
                </a:lnTo>
                <a:cubicBezTo>
                  <a:pt x="6243549" y="68651"/>
                  <a:pt x="6243889" y="71715"/>
                  <a:pt x="6244569" y="74441"/>
                </a:cubicBezTo>
                <a:cubicBezTo>
                  <a:pt x="6245249" y="77164"/>
                  <a:pt x="6246386" y="79501"/>
                  <a:pt x="6247975" y="81453"/>
                </a:cubicBezTo>
                <a:cubicBezTo>
                  <a:pt x="6249564" y="83408"/>
                  <a:pt x="6251630" y="84905"/>
                  <a:pt x="6254173" y="85948"/>
                </a:cubicBezTo>
                <a:cubicBezTo>
                  <a:pt x="6256713" y="86994"/>
                  <a:pt x="6259825" y="87517"/>
                  <a:pt x="6263503" y="87517"/>
                </a:cubicBezTo>
                <a:cubicBezTo>
                  <a:pt x="6266409" y="87517"/>
                  <a:pt x="6268995" y="87288"/>
                  <a:pt x="6271267" y="86834"/>
                </a:cubicBezTo>
                <a:cubicBezTo>
                  <a:pt x="6273536" y="86337"/>
                  <a:pt x="6275490" y="85791"/>
                  <a:pt x="6277125" y="85199"/>
                </a:cubicBezTo>
                <a:cubicBezTo>
                  <a:pt x="6278802" y="84611"/>
                  <a:pt x="6280165" y="84088"/>
                  <a:pt x="6281211" y="83633"/>
                </a:cubicBezTo>
                <a:cubicBezTo>
                  <a:pt x="6282299" y="83133"/>
                  <a:pt x="6283117" y="82885"/>
                  <a:pt x="6283663" y="82885"/>
                </a:cubicBezTo>
                <a:cubicBezTo>
                  <a:pt x="6283980" y="82885"/>
                  <a:pt x="6284251" y="82976"/>
                  <a:pt x="6284480" y="83156"/>
                </a:cubicBezTo>
                <a:cubicBezTo>
                  <a:pt x="6284751" y="83293"/>
                  <a:pt x="6284957" y="83519"/>
                  <a:pt x="6285091" y="83839"/>
                </a:cubicBezTo>
                <a:cubicBezTo>
                  <a:pt x="6285228" y="84156"/>
                  <a:pt x="6285320" y="84611"/>
                  <a:pt x="6285363" y="85199"/>
                </a:cubicBezTo>
                <a:cubicBezTo>
                  <a:pt x="6285454" y="85745"/>
                  <a:pt x="6285500" y="86425"/>
                  <a:pt x="6285500" y="87242"/>
                </a:cubicBezTo>
                <a:cubicBezTo>
                  <a:pt x="6285500" y="87834"/>
                  <a:pt x="6285477" y="88357"/>
                  <a:pt x="6285431" y="88808"/>
                </a:cubicBezTo>
                <a:cubicBezTo>
                  <a:pt x="6285386" y="89217"/>
                  <a:pt x="6285320" y="89605"/>
                  <a:pt x="6285228" y="89968"/>
                </a:cubicBezTo>
                <a:cubicBezTo>
                  <a:pt x="6285183" y="90286"/>
                  <a:pt x="6285068" y="90580"/>
                  <a:pt x="6284888" y="90851"/>
                </a:cubicBezTo>
                <a:cubicBezTo>
                  <a:pt x="6284751" y="91126"/>
                  <a:pt x="6284545" y="91397"/>
                  <a:pt x="6284274" y="91669"/>
                </a:cubicBezTo>
                <a:cubicBezTo>
                  <a:pt x="6284048" y="91897"/>
                  <a:pt x="6283320" y="92306"/>
                  <a:pt x="6282094" y="92894"/>
                </a:cubicBezTo>
                <a:cubicBezTo>
                  <a:pt x="6280868" y="93440"/>
                  <a:pt x="6279279" y="93986"/>
                  <a:pt x="6277327" y="94529"/>
                </a:cubicBezTo>
                <a:cubicBezTo>
                  <a:pt x="6275376" y="95075"/>
                  <a:pt x="6273104" y="95552"/>
                  <a:pt x="6270518" y="95961"/>
                </a:cubicBezTo>
                <a:cubicBezTo>
                  <a:pt x="6267975" y="96415"/>
                  <a:pt x="6265252" y="96641"/>
                  <a:pt x="6262346" y="96641"/>
                </a:cubicBezTo>
                <a:cubicBezTo>
                  <a:pt x="6257305" y="96641"/>
                  <a:pt x="6252879" y="95938"/>
                  <a:pt x="6249064" y="94529"/>
                </a:cubicBezTo>
                <a:cubicBezTo>
                  <a:pt x="6245295" y="93123"/>
                  <a:pt x="6242117" y="91034"/>
                  <a:pt x="6239528" y="88265"/>
                </a:cubicBezTo>
                <a:cubicBezTo>
                  <a:pt x="6236942" y="85496"/>
                  <a:pt x="6234988" y="82022"/>
                  <a:pt x="6233673" y="77844"/>
                </a:cubicBezTo>
                <a:cubicBezTo>
                  <a:pt x="6232356" y="73666"/>
                  <a:pt x="6231699" y="68809"/>
                  <a:pt x="6231699" y="63271"/>
                </a:cubicBezTo>
                <a:cubicBezTo>
                  <a:pt x="6231699" y="58004"/>
                  <a:pt x="6232379" y="53281"/>
                  <a:pt x="6233742" y="49103"/>
                </a:cubicBezTo>
                <a:cubicBezTo>
                  <a:pt x="6235102" y="44883"/>
                  <a:pt x="6237054" y="41319"/>
                  <a:pt x="6239597" y="38413"/>
                </a:cubicBezTo>
                <a:cubicBezTo>
                  <a:pt x="6242186" y="35462"/>
                  <a:pt x="6245295" y="33213"/>
                  <a:pt x="6248927" y="31670"/>
                </a:cubicBezTo>
                <a:cubicBezTo>
                  <a:pt x="6252561" y="30081"/>
                  <a:pt x="6256625" y="29287"/>
                  <a:pt x="6261120" y="29287"/>
                </a:cubicBezTo>
                <a:cubicBezTo>
                  <a:pt x="6265932" y="29287"/>
                  <a:pt x="6270018" y="30058"/>
                  <a:pt x="6273378" y="31601"/>
                </a:cubicBezTo>
                <a:cubicBezTo>
                  <a:pt x="6276782" y="33144"/>
                  <a:pt x="6279576" y="35233"/>
                  <a:pt x="6281754" y="37868"/>
                </a:cubicBezTo>
                <a:cubicBezTo>
                  <a:pt x="6283934" y="40456"/>
                  <a:pt x="6285523" y="43520"/>
                  <a:pt x="6286523" y="47060"/>
                </a:cubicBezTo>
                <a:cubicBezTo>
                  <a:pt x="6287566" y="50558"/>
                  <a:pt x="6288089" y="54304"/>
                  <a:pt x="6288089" y="58299"/>
                </a:cubicBezTo>
                <a:lnTo>
                  <a:pt x="6288089" y="60342"/>
                </a:lnTo>
                <a:close/>
                <a:moveTo>
                  <a:pt x="6276782" y="57004"/>
                </a:moveTo>
                <a:cubicBezTo>
                  <a:pt x="6276919" y="51104"/>
                  <a:pt x="6275601" y="46472"/>
                  <a:pt x="6272833" y="43111"/>
                </a:cubicBezTo>
                <a:cubicBezTo>
                  <a:pt x="6270109" y="39751"/>
                  <a:pt x="6266046" y="38070"/>
                  <a:pt x="6260642" y="38070"/>
                </a:cubicBezTo>
                <a:cubicBezTo>
                  <a:pt x="6257874" y="38070"/>
                  <a:pt x="6255445" y="38593"/>
                  <a:pt x="6253356" y="39639"/>
                </a:cubicBezTo>
                <a:cubicBezTo>
                  <a:pt x="6251267" y="40682"/>
                  <a:pt x="6249518" y="42068"/>
                  <a:pt x="6248109" y="43791"/>
                </a:cubicBezTo>
                <a:cubicBezTo>
                  <a:pt x="6246704" y="45517"/>
                  <a:pt x="6245615" y="47537"/>
                  <a:pt x="6244841" y="49855"/>
                </a:cubicBezTo>
                <a:cubicBezTo>
                  <a:pt x="6244069" y="52124"/>
                  <a:pt x="6243637" y="54507"/>
                  <a:pt x="6243549" y="57004"/>
                </a:cubicBezTo>
                <a:lnTo>
                  <a:pt x="6276782" y="57004"/>
                </a:lnTo>
                <a:close/>
                <a:moveTo>
                  <a:pt x="6375194" y="76958"/>
                </a:moveTo>
                <a:cubicBezTo>
                  <a:pt x="6375194" y="80093"/>
                  <a:pt x="6374602" y="82885"/>
                  <a:pt x="6373422" y="85336"/>
                </a:cubicBezTo>
                <a:cubicBezTo>
                  <a:pt x="6372288" y="87788"/>
                  <a:pt x="6370653" y="89854"/>
                  <a:pt x="6368519" y="91534"/>
                </a:cubicBezTo>
                <a:cubicBezTo>
                  <a:pt x="6366384" y="93215"/>
                  <a:pt x="6363844" y="94486"/>
                  <a:pt x="6360892" y="95346"/>
                </a:cubicBezTo>
                <a:cubicBezTo>
                  <a:pt x="6357940" y="96209"/>
                  <a:pt x="6354694" y="96641"/>
                  <a:pt x="6351154" y="96641"/>
                </a:cubicBezTo>
                <a:cubicBezTo>
                  <a:pt x="6348974" y="96641"/>
                  <a:pt x="6346885" y="96461"/>
                  <a:pt x="6344887" y="96098"/>
                </a:cubicBezTo>
                <a:cubicBezTo>
                  <a:pt x="6342936" y="95778"/>
                  <a:pt x="6341164" y="95369"/>
                  <a:pt x="6339575" y="94872"/>
                </a:cubicBezTo>
                <a:cubicBezTo>
                  <a:pt x="6338032" y="94326"/>
                  <a:pt x="6336715" y="93780"/>
                  <a:pt x="6335626" y="93237"/>
                </a:cubicBezTo>
                <a:cubicBezTo>
                  <a:pt x="6334535" y="92646"/>
                  <a:pt x="6333740" y="92123"/>
                  <a:pt x="6333240" y="91669"/>
                </a:cubicBezTo>
                <a:cubicBezTo>
                  <a:pt x="6332743" y="91217"/>
                  <a:pt x="6332377" y="90580"/>
                  <a:pt x="6332151" y="89763"/>
                </a:cubicBezTo>
                <a:cubicBezTo>
                  <a:pt x="6331926" y="88945"/>
                  <a:pt x="6331811" y="87834"/>
                  <a:pt x="6331811" y="86425"/>
                </a:cubicBezTo>
                <a:cubicBezTo>
                  <a:pt x="6331811" y="85562"/>
                  <a:pt x="6331857" y="84836"/>
                  <a:pt x="6331949" y="84248"/>
                </a:cubicBezTo>
                <a:cubicBezTo>
                  <a:pt x="6332037" y="83656"/>
                  <a:pt x="6332151" y="83179"/>
                  <a:pt x="6332289" y="82816"/>
                </a:cubicBezTo>
                <a:cubicBezTo>
                  <a:pt x="6332423" y="82453"/>
                  <a:pt x="6332606" y="82205"/>
                  <a:pt x="6332832" y="82067"/>
                </a:cubicBezTo>
                <a:cubicBezTo>
                  <a:pt x="6333106" y="81885"/>
                  <a:pt x="6333400" y="81796"/>
                  <a:pt x="6333717" y="81796"/>
                </a:cubicBezTo>
                <a:cubicBezTo>
                  <a:pt x="6334217" y="81796"/>
                  <a:pt x="6334943" y="82113"/>
                  <a:pt x="6335898" y="82747"/>
                </a:cubicBezTo>
                <a:cubicBezTo>
                  <a:pt x="6336895" y="83339"/>
                  <a:pt x="6338098" y="83996"/>
                  <a:pt x="6339507" y="84722"/>
                </a:cubicBezTo>
                <a:cubicBezTo>
                  <a:pt x="6340961" y="85451"/>
                  <a:pt x="6342664" y="86131"/>
                  <a:pt x="6344616" y="86765"/>
                </a:cubicBezTo>
                <a:cubicBezTo>
                  <a:pt x="6346568" y="87357"/>
                  <a:pt x="6348814" y="87651"/>
                  <a:pt x="6351357" y="87651"/>
                </a:cubicBezTo>
                <a:cubicBezTo>
                  <a:pt x="6353263" y="87651"/>
                  <a:pt x="6354989" y="87448"/>
                  <a:pt x="6356532" y="87039"/>
                </a:cubicBezTo>
                <a:cubicBezTo>
                  <a:pt x="6358078" y="86631"/>
                  <a:pt x="6359415" y="86039"/>
                  <a:pt x="6360552" y="85268"/>
                </a:cubicBezTo>
                <a:cubicBezTo>
                  <a:pt x="6361687" y="84451"/>
                  <a:pt x="6362550" y="83430"/>
                  <a:pt x="6363138" y="82205"/>
                </a:cubicBezTo>
                <a:cubicBezTo>
                  <a:pt x="6363775" y="80979"/>
                  <a:pt x="6364093" y="79524"/>
                  <a:pt x="6364093" y="77844"/>
                </a:cubicBezTo>
                <a:cubicBezTo>
                  <a:pt x="6364093" y="76118"/>
                  <a:pt x="6363638" y="74666"/>
                  <a:pt x="6362730" y="73486"/>
                </a:cubicBezTo>
                <a:cubicBezTo>
                  <a:pt x="6361869" y="72306"/>
                  <a:pt x="6360709" y="71260"/>
                  <a:pt x="6359258" y="70355"/>
                </a:cubicBezTo>
                <a:cubicBezTo>
                  <a:pt x="6357803" y="69446"/>
                  <a:pt x="6356169" y="68651"/>
                  <a:pt x="6354354" y="67968"/>
                </a:cubicBezTo>
                <a:cubicBezTo>
                  <a:pt x="6352537" y="67243"/>
                  <a:pt x="6350654" y="66494"/>
                  <a:pt x="6348702" y="65722"/>
                </a:cubicBezTo>
                <a:cubicBezTo>
                  <a:pt x="6346793" y="64951"/>
                  <a:pt x="6344910" y="64088"/>
                  <a:pt x="6343050" y="63134"/>
                </a:cubicBezTo>
                <a:cubicBezTo>
                  <a:pt x="6341233" y="62136"/>
                  <a:pt x="6339598" y="60933"/>
                  <a:pt x="6338146" y="59525"/>
                </a:cubicBezTo>
                <a:cubicBezTo>
                  <a:pt x="6336692" y="58116"/>
                  <a:pt x="6335512" y="56438"/>
                  <a:pt x="6334603" y="54484"/>
                </a:cubicBezTo>
                <a:cubicBezTo>
                  <a:pt x="6333740" y="52532"/>
                  <a:pt x="6333309" y="50195"/>
                  <a:pt x="6333309" y="47469"/>
                </a:cubicBezTo>
                <a:cubicBezTo>
                  <a:pt x="6333309" y="45063"/>
                  <a:pt x="6333763" y="42771"/>
                  <a:pt x="6334672" y="40591"/>
                </a:cubicBezTo>
                <a:cubicBezTo>
                  <a:pt x="6335626" y="38368"/>
                  <a:pt x="6337032" y="36436"/>
                  <a:pt x="6338895" y="34801"/>
                </a:cubicBezTo>
                <a:cubicBezTo>
                  <a:pt x="6340755" y="33124"/>
                  <a:pt x="6343070" y="31784"/>
                  <a:pt x="6345842" y="30784"/>
                </a:cubicBezTo>
                <a:cubicBezTo>
                  <a:pt x="6348656" y="29787"/>
                  <a:pt x="6351925" y="29287"/>
                  <a:pt x="6355649" y="29287"/>
                </a:cubicBezTo>
                <a:cubicBezTo>
                  <a:pt x="6357283" y="29287"/>
                  <a:pt x="6358918" y="29424"/>
                  <a:pt x="6360552" y="29695"/>
                </a:cubicBezTo>
                <a:cubicBezTo>
                  <a:pt x="6362187" y="29967"/>
                  <a:pt x="6363661" y="30307"/>
                  <a:pt x="6364978" y="30715"/>
                </a:cubicBezTo>
                <a:cubicBezTo>
                  <a:pt x="6366296" y="31124"/>
                  <a:pt x="6367407" y="31578"/>
                  <a:pt x="6368316" y="32078"/>
                </a:cubicBezTo>
                <a:cubicBezTo>
                  <a:pt x="6369267" y="32533"/>
                  <a:pt x="6369973" y="32941"/>
                  <a:pt x="6370428" y="33304"/>
                </a:cubicBezTo>
                <a:cubicBezTo>
                  <a:pt x="6370925" y="33667"/>
                  <a:pt x="6371245" y="33984"/>
                  <a:pt x="6371379" y="34259"/>
                </a:cubicBezTo>
                <a:cubicBezTo>
                  <a:pt x="6371562" y="34530"/>
                  <a:pt x="6371674" y="34847"/>
                  <a:pt x="6371719" y="35210"/>
                </a:cubicBezTo>
                <a:cubicBezTo>
                  <a:pt x="6371811" y="35530"/>
                  <a:pt x="6371879" y="35939"/>
                  <a:pt x="6371925" y="36436"/>
                </a:cubicBezTo>
                <a:cubicBezTo>
                  <a:pt x="6372016" y="36936"/>
                  <a:pt x="6372062" y="37550"/>
                  <a:pt x="6372062" y="38276"/>
                </a:cubicBezTo>
                <a:cubicBezTo>
                  <a:pt x="6372062" y="39048"/>
                  <a:pt x="6372016" y="39728"/>
                  <a:pt x="6371925" y="40319"/>
                </a:cubicBezTo>
                <a:cubicBezTo>
                  <a:pt x="6371879" y="40865"/>
                  <a:pt x="6371765" y="41319"/>
                  <a:pt x="6371585" y="41682"/>
                </a:cubicBezTo>
                <a:cubicBezTo>
                  <a:pt x="6371448" y="42045"/>
                  <a:pt x="6371268" y="42317"/>
                  <a:pt x="6371039" y="42500"/>
                </a:cubicBezTo>
                <a:cubicBezTo>
                  <a:pt x="6370813" y="42634"/>
                  <a:pt x="6370562" y="42702"/>
                  <a:pt x="6370290" y="42702"/>
                </a:cubicBezTo>
                <a:cubicBezTo>
                  <a:pt x="6369882" y="42702"/>
                  <a:pt x="6369290" y="42454"/>
                  <a:pt x="6368519" y="41954"/>
                </a:cubicBezTo>
                <a:cubicBezTo>
                  <a:pt x="6367747" y="41454"/>
                  <a:pt x="6366750" y="40931"/>
                  <a:pt x="6365524" y="40388"/>
                </a:cubicBezTo>
                <a:cubicBezTo>
                  <a:pt x="6364298" y="39796"/>
                  <a:pt x="6362844" y="39253"/>
                  <a:pt x="6361164" y="38753"/>
                </a:cubicBezTo>
                <a:cubicBezTo>
                  <a:pt x="6359529" y="38253"/>
                  <a:pt x="6357646" y="38005"/>
                  <a:pt x="6355511" y="38005"/>
                </a:cubicBezTo>
                <a:cubicBezTo>
                  <a:pt x="6353606" y="38005"/>
                  <a:pt x="6351925" y="38230"/>
                  <a:pt x="6350471" y="38685"/>
                </a:cubicBezTo>
                <a:cubicBezTo>
                  <a:pt x="6349019" y="39093"/>
                  <a:pt x="6347816" y="39705"/>
                  <a:pt x="6346862" y="40522"/>
                </a:cubicBezTo>
                <a:cubicBezTo>
                  <a:pt x="6345953" y="41297"/>
                  <a:pt x="6345250" y="42225"/>
                  <a:pt x="6344750" y="43317"/>
                </a:cubicBezTo>
                <a:cubicBezTo>
                  <a:pt x="6344299" y="44406"/>
                  <a:pt x="6344070" y="45586"/>
                  <a:pt x="6344070" y="46857"/>
                </a:cubicBezTo>
                <a:cubicBezTo>
                  <a:pt x="6344070" y="48629"/>
                  <a:pt x="6344524" y="50126"/>
                  <a:pt x="6345433" y="51352"/>
                </a:cubicBezTo>
                <a:cubicBezTo>
                  <a:pt x="6346339" y="52532"/>
                  <a:pt x="6347522" y="53578"/>
                  <a:pt x="6348974" y="54484"/>
                </a:cubicBezTo>
                <a:cubicBezTo>
                  <a:pt x="6350425" y="55393"/>
                  <a:pt x="6352085" y="56210"/>
                  <a:pt x="6353946" y="56936"/>
                </a:cubicBezTo>
                <a:cubicBezTo>
                  <a:pt x="6355806" y="57664"/>
                  <a:pt x="6357692" y="58413"/>
                  <a:pt x="6359598" y="59185"/>
                </a:cubicBezTo>
                <a:cubicBezTo>
                  <a:pt x="6361549" y="59956"/>
                  <a:pt x="6363458" y="60819"/>
                  <a:pt x="6365318" y="61773"/>
                </a:cubicBezTo>
                <a:cubicBezTo>
                  <a:pt x="6367224" y="62725"/>
                  <a:pt x="6368905" y="63882"/>
                  <a:pt x="6370359" y="65245"/>
                </a:cubicBezTo>
                <a:cubicBezTo>
                  <a:pt x="6371811" y="66608"/>
                  <a:pt x="6372968" y="68243"/>
                  <a:pt x="6373831" y="70149"/>
                </a:cubicBezTo>
                <a:cubicBezTo>
                  <a:pt x="6374740" y="72055"/>
                  <a:pt x="6375194" y="74326"/>
                  <a:pt x="6375194" y="76958"/>
                </a:cubicBezTo>
                <a:close/>
                <a:moveTo>
                  <a:pt x="6443571" y="60342"/>
                </a:moveTo>
                <a:cubicBezTo>
                  <a:pt x="6443571" y="62113"/>
                  <a:pt x="6443117" y="63385"/>
                  <a:pt x="6442208" y="64157"/>
                </a:cubicBezTo>
                <a:cubicBezTo>
                  <a:pt x="6441345" y="64882"/>
                  <a:pt x="6440348" y="65245"/>
                  <a:pt x="6439213" y="65245"/>
                </a:cubicBezTo>
                <a:lnTo>
                  <a:pt x="6399031" y="65245"/>
                </a:lnTo>
                <a:cubicBezTo>
                  <a:pt x="6399031" y="68651"/>
                  <a:pt x="6399371" y="71715"/>
                  <a:pt x="6400051" y="74441"/>
                </a:cubicBezTo>
                <a:cubicBezTo>
                  <a:pt x="6400731" y="77164"/>
                  <a:pt x="6401869" y="79501"/>
                  <a:pt x="6403457" y="81453"/>
                </a:cubicBezTo>
                <a:cubicBezTo>
                  <a:pt x="6405046" y="83408"/>
                  <a:pt x="6407112" y="84905"/>
                  <a:pt x="6409655" y="85948"/>
                </a:cubicBezTo>
                <a:cubicBezTo>
                  <a:pt x="6412199" y="86994"/>
                  <a:pt x="6415308" y="87517"/>
                  <a:pt x="6418985" y="87517"/>
                </a:cubicBezTo>
                <a:cubicBezTo>
                  <a:pt x="6421891" y="87517"/>
                  <a:pt x="6424477" y="87288"/>
                  <a:pt x="6426749" y="86834"/>
                </a:cubicBezTo>
                <a:cubicBezTo>
                  <a:pt x="6429021" y="86337"/>
                  <a:pt x="6430972" y="85791"/>
                  <a:pt x="6432607" y="85199"/>
                </a:cubicBezTo>
                <a:cubicBezTo>
                  <a:pt x="6434284" y="84611"/>
                  <a:pt x="6435647" y="84088"/>
                  <a:pt x="6436693" y="83633"/>
                </a:cubicBezTo>
                <a:cubicBezTo>
                  <a:pt x="6437782" y="83133"/>
                  <a:pt x="6438599" y="82885"/>
                  <a:pt x="6439145" y="82885"/>
                </a:cubicBezTo>
                <a:cubicBezTo>
                  <a:pt x="6439462" y="82885"/>
                  <a:pt x="6439733" y="82976"/>
                  <a:pt x="6439962" y="83156"/>
                </a:cubicBezTo>
                <a:cubicBezTo>
                  <a:pt x="6440233" y="83293"/>
                  <a:pt x="6440436" y="83519"/>
                  <a:pt x="6440574" y="83839"/>
                </a:cubicBezTo>
                <a:cubicBezTo>
                  <a:pt x="6440711" y="84156"/>
                  <a:pt x="6440802" y="84611"/>
                  <a:pt x="6440848" y="85199"/>
                </a:cubicBezTo>
                <a:cubicBezTo>
                  <a:pt x="6440936" y="85745"/>
                  <a:pt x="6440982" y="86425"/>
                  <a:pt x="6440982" y="87242"/>
                </a:cubicBezTo>
                <a:cubicBezTo>
                  <a:pt x="6440982" y="87834"/>
                  <a:pt x="6440959" y="88357"/>
                  <a:pt x="6440914" y="88808"/>
                </a:cubicBezTo>
                <a:cubicBezTo>
                  <a:pt x="6440868" y="89217"/>
                  <a:pt x="6440802" y="89605"/>
                  <a:pt x="6440711" y="89968"/>
                </a:cubicBezTo>
                <a:cubicBezTo>
                  <a:pt x="6440665" y="90286"/>
                  <a:pt x="6440551" y="90580"/>
                  <a:pt x="6440371" y="90851"/>
                </a:cubicBezTo>
                <a:cubicBezTo>
                  <a:pt x="6440233" y="91126"/>
                  <a:pt x="6440031" y="91397"/>
                  <a:pt x="6439756" y="91669"/>
                </a:cubicBezTo>
                <a:cubicBezTo>
                  <a:pt x="6439531" y="91897"/>
                  <a:pt x="6438802" y="92306"/>
                  <a:pt x="6437579" y="92894"/>
                </a:cubicBezTo>
                <a:cubicBezTo>
                  <a:pt x="6436350" y="93440"/>
                  <a:pt x="6434761" y="93986"/>
                  <a:pt x="6432810" y="94529"/>
                </a:cubicBezTo>
                <a:cubicBezTo>
                  <a:pt x="6430858" y="95075"/>
                  <a:pt x="6428589" y="95552"/>
                  <a:pt x="6426000" y="95961"/>
                </a:cubicBezTo>
                <a:cubicBezTo>
                  <a:pt x="6423457" y="96415"/>
                  <a:pt x="6420734" y="96641"/>
                  <a:pt x="6417828" y="96641"/>
                </a:cubicBezTo>
                <a:cubicBezTo>
                  <a:pt x="6412787" y="96641"/>
                  <a:pt x="6408361" y="95938"/>
                  <a:pt x="6404546" y="94529"/>
                </a:cubicBezTo>
                <a:cubicBezTo>
                  <a:pt x="6400777" y="93123"/>
                  <a:pt x="6397600" y="91034"/>
                  <a:pt x="6395014" y="88265"/>
                </a:cubicBezTo>
                <a:cubicBezTo>
                  <a:pt x="6392425" y="85496"/>
                  <a:pt x="6390473" y="82022"/>
                  <a:pt x="6389156" y="77844"/>
                </a:cubicBezTo>
                <a:cubicBezTo>
                  <a:pt x="6387838" y="73666"/>
                  <a:pt x="6387181" y="68809"/>
                  <a:pt x="6387181" y="63271"/>
                </a:cubicBezTo>
                <a:cubicBezTo>
                  <a:pt x="6387181" y="58004"/>
                  <a:pt x="6387861" y="53281"/>
                  <a:pt x="6389224" y="49103"/>
                </a:cubicBezTo>
                <a:cubicBezTo>
                  <a:pt x="6390584" y="44883"/>
                  <a:pt x="6392536" y="41319"/>
                  <a:pt x="6395079" y="38413"/>
                </a:cubicBezTo>
                <a:cubicBezTo>
                  <a:pt x="6397668" y="35462"/>
                  <a:pt x="6400777" y="33213"/>
                  <a:pt x="6404412" y="31670"/>
                </a:cubicBezTo>
                <a:cubicBezTo>
                  <a:pt x="6408044" y="30081"/>
                  <a:pt x="6412107" y="29287"/>
                  <a:pt x="6416602" y="29287"/>
                </a:cubicBezTo>
                <a:cubicBezTo>
                  <a:pt x="6421414" y="29287"/>
                  <a:pt x="6425500" y="30058"/>
                  <a:pt x="6428861" y="31601"/>
                </a:cubicBezTo>
                <a:cubicBezTo>
                  <a:pt x="6432264" y="33144"/>
                  <a:pt x="6435059" y="35233"/>
                  <a:pt x="6437236" y="37868"/>
                </a:cubicBezTo>
                <a:cubicBezTo>
                  <a:pt x="6439416" y="40456"/>
                  <a:pt x="6441005" y="43520"/>
                  <a:pt x="6442005" y="47060"/>
                </a:cubicBezTo>
                <a:cubicBezTo>
                  <a:pt x="6443048" y="50558"/>
                  <a:pt x="6443571" y="54304"/>
                  <a:pt x="6443571" y="58299"/>
                </a:cubicBezTo>
                <a:lnTo>
                  <a:pt x="6443571" y="60342"/>
                </a:lnTo>
                <a:close/>
                <a:moveTo>
                  <a:pt x="6432264" y="57004"/>
                </a:moveTo>
                <a:cubicBezTo>
                  <a:pt x="6432401" y="51104"/>
                  <a:pt x="6431084" y="46472"/>
                  <a:pt x="6428315" y="43111"/>
                </a:cubicBezTo>
                <a:cubicBezTo>
                  <a:pt x="6425592" y="39751"/>
                  <a:pt x="6421528" y="38070"/>
                  <a:pt x="6416125" y="38070"/>
                </a:cubicBezTo>
                <a:cubicBezTo>
                  <a:pt x="6413356" y="38070"/>
                  <a:pt x="6410927" y="38593"/>
                  <a:pt x="6408838" y="39639"/>
                </a:cubicBezTo>
                <a:cubicBezTo>
                  <a:pt x="6406749" y="40682"/>
                  <a:pt x="6405001" y="42068"/>
                  <a:pt x="6403595" y="43791"/>
                </a:cubicBezTo>
                <a:cubicBezTo>
                  <a:pt x="6402186" y="45517"/>
                  <a:pt x="6401097" y="47537"/>
                  <a:pt x="6400326" y="49855"/>
                </a:cubicBezTo>
                <a:cubicBezTo>
                  <a:pt x="6399551" y="52124"/>
                  <a:pt x="6399120" y="54507"/>
                  <a:pt x="6399031" y="57004"/>
                </a:cubicBezTo>
                <a:lnTo>
                  <a:pt x="6432264" y="57004"/>
                </a:lnTo>
                <a:close/>
                <a:moveTo>
                  <a:pt x="6506839" y="93712"/>
                </a:moveTo>
                <a:cubicBezTo>
                  <a:pt x="6506839" y="94257"/>
                  <a:pt x="6506659" y="94666"/>
                  <a:pt x="6506296" y="94938"/>
                </a:cubicBezTo>
                <a:cubicBezTo>
                  <a:pt x="6505930" y="95212"/>
                  <a:pt x="6505433" y="95415"/>
                  <a:pt x="6504796" y="95552"/>
                </a:cubicBezTo>
                <a:cubicBezTo>
                  <a:pt x="6504161" y="95689"/>
                  <a:pt x="6503230" y="95755"/>
                  <a:pt x="6502004" y="95755"/>
                </a:cubicBezTo>
                <a:cubicBezTo>
                  <a:pt x="6500824" y="95755"/>
                  <a:pt x="6499870" y="95689"/>
                  <a:pt x="6499144" y="95552"/>
                </a:cubicBezTo>
                <a:cubicBezTo>
                  <a:pt x="6498464" y="95415"/>
                  <a:pt x="6497964" y="95212"/>
                  <a:pt x="6497646" y="94938"/>
                </a:cubicBezTo>
                <a:cubicBezTo>
                  <a:pt x="6497329" y="94666"/>
                  <a:pt x="6497169" y="94257"/>
                  <a:pt x="6497169" y="93712"/>
                </a:cubicBezTo>
                <a:lnTo>
                  <a:pt x="6497169" y="87582"/>
                </a:lnTo>
                <a:cubicBezTo>
                  <a:pt x="6494489" y="90443"/>
                  <a:pt x="6491494" y="92669"/>
                  <a:pt x="6488179" y="94257"/>
                </a:cubicBezTo>
                <a:cubicBezTo>
                  <a:pt x="6484911" y="95846"/>
                  <a:pt x="6481436" y="96641"/>
                  <a:pt x="6477758" y="96641"/>
                </a:cubicBezTo>
                <a:cubicBezTo>
                  <a:pt x="6474535" y="96641"/>
                  <a:pt x="6471606" y="96209"/>
                  <a:pt x="6468974" y="95346"/>
                </a:cubicBezTo>
                <a:cubicBezTo>
                  <a:pt x="6466385" y="94529"/>
                  <a:pt x="6464162" y="93326"/>
                  <a:pt x="6462299" y="91737"/>
                </a:cubicBezTo>
                <a:cubicBezTo>
                  <a:pt x="6460485" y="90148"/>
                  <a:pt x="6459053" y="88197"/>
                  <a:pt x="6458010" y="85882"/>
                </a:cubicBezTo>
                <a:cubicBezTo>
                  <a:pt x="6457010" y="83565"/>
                  <a:pt x="6456510" y="80933"/>
                  <a:pt x="6456510" y="77981"/>
                </a:cubicBezTo>
                <a:cubicBezTo>
                  <a:pt x="6456510" y="74529"/>
                  <a:pt x="6457216" y="71535"/>
                  <a:pt x="6458622" y="68991"/>
                </a:cubicBezTo>
                <a:cubicBezTo>
                  <a:pt x="6460030" y="66448"/>
                  <a:pt x="6462051" y="64337"/>
                  <a:pt x="6464682" y="62656"/>
                </a:cubicBezTo>
                <a:cubicBezTo>
                  <a:pt x="6467317" y="60976"/>
                  <a:pt x="6470540" y="59730"/>
                  <a:pt x="6474355" y="58913"/>
                </a:cubicBezTo>
                <a:cubicBezTo>
                  <a:pt x="6478167" y="58050"/>
                  <a:pt x="6482459" y="57619"/>
                  <a:pt x="6487225" y="57619"/>
                </a:cubicBezTo>
                <a:lnTo>
                  <a:pt x="6495672" y="57619"/>
                </a:lnTo>
                <a:lnTo>
                  <a:pt x="6495672" y="52849"/>
                </a:lnTo>
                <a:cubicBezTo>
                  <a:pt x="6495672" y="50489"/>
                  <a:pt x="6495420" y="48400"/>
                  <a:pt x="6494920" y="46586"/>
                </a:cubicBezTo>
                <a:cubicBezTo>
                  <a:pt x="6494423" y="44768"/>
                  <a:pt x="6493606" y="43271"/>
                  <a:pt x="6492469" y="42091"/>
                </a:cubicBezTo>
                <a:cubicBezTo>
                  <a:pt x="6491380" y="40865"/>
                  <a:pt x="6489951" y="39956"/>
                  <a:pt x="6488179" y="39365"/>
                </a:cubicBezTo>
                <a:cubicBezTo>
                  <a:pt x="6486408" y="38731"/>
                  <a:pt x="6484230" y="38413"/>
                  <a:pt x="6481642" y="38413"/>
                </a:cubicBezTo>
                <a:cubicBezTo>
                  <a:pt x="6478873" y="38413"/>
                  <a:pt x="6476375" y="38753"/>
                  <a:pt x="6474149" y="39433"/>
                </a:cubicBezTo>
                <a:cubicBezTo>
                  <a:pt x="6471969" y="40071"/>
                  <a:pt x="6470040" y="40797"/>
                  <a:pt x="6468360" y="41614"/>
                </a:cubicBezTo>
                <a:cubicBezTo>
                  <a:pt x="6466725" y="42385"/>
                  <a:pt x="6465342" y="43111"/>
                  <a:pt x="6464208" y="43791"/>
                </a:cubicBezTo>
                <a:cubicBezTo>
                  <a:pt x="6463116" y="44428"/>
                  <a:pt x="6462299" y="44746"/>
                  <a:pt x="6461753" y="44746"/>
                </a:cubicBezTo>
                <a:cubicBezTo>
                  <a:pt x="6461390" y="44746"/>
                  <a:pt x="6461073" y="44654"/>
                  <a:pt x="6460802" y="44474"/>
                </a:cubicBezTo>
                <a:cubicBezTo>
                  <a:pt x="6460527" y="44291"/>
                  <a:pt x="6460279" y="44020"/>
                  <a:pt x="6460053" y="43657"/>
                </a:cubicBezTo>
                <a:cubicBezTo>
                  <a:pt x="6459870" y="43294"/>
                  <a:pt x="6459733" y="42840"/>
                  <a:pt x="6459644" y="42294"/>
                </a:cubicBezTo>
                <a:cubicBezTo>
                  <a:pt x="6459553" y="41705"/>
                  <a:pt x="6459507" y="41068"/>
                  <a:pt x="6459507" y="40388"/>
                </a:cubicBezTo>
                <a:cubicBezTo>
                  <a:pt x="6459507" y="39253"/>
                  <a:pt x="6459576" y="38368"/>
                  <a:pt x="6459710" y="37730"/>
                </a:cubicBezTo>
                <a:cubicBezTo>
                  <a:pt x="6459893" y="37050"/>
                  <a:pt x="6460279" y="36413"/>
                  <a:pt x="6460870" y="35824"/>
                </a:cubicBezTo>
                <a:cubicBezTo>
                  <a:pt x="6461505" y="35233"/>
                  <a:pt x="6462573" y="34553"/>
                  <a:pt x="6464071" y="33781"/>
                </a:cubicBezTo>
                <a:cubicBezTo>
                  <a:pt x="6465568" y="32964"/>
                  <a:pt x="6467294" y="32238"/>
                  <a:pt x="6469246" y="31601"/>
                </a:cubicBezTo>
                <a:cubicBezTo>
                  <a:pt x="6471197" y="30921"/>
                  <a:pt x="6473332" y="30375"/>
                  <a:pt x="6475649" y="29967"/>
                </a:cubicBezTo>
                <a:cubicBezTo>
                  <a:pt x="6477964" y="29512"/>
                  <a:pt x="6480301" y="29287"/>
                  <a:pt x="6482662" y="29287"/>
                </a:cubicBezTo>
                <a:cubicBezTo>
                  <a:pt x="6487068" y="29287"/>
                  <a:pt x="6490811" y="29787"/>
                  <a:pt x="6493900" y="30784"/>
                </a:cubicBezTo>
                <a:cubicBezTo>
                  <a:pt x="6496986" y="31784"/>
                  <a:pt x="6499484" y="33258"/>
                  <a:pt x="6501393" y="35210"/>
                </a:cubicBezTo>
                <a:cubicBezTo>
                  <a:pt x="6503299" y="37119"/>
                  <a:pt x="6504684" y="39502"/>
                  <a:pt x="6505545" y="42362"/>
                </a:cubicBezTo>
                <a:cubicBezTo>
                  <a:pt x="6506407" y="45223"/>
                  <a:pt x="6506839" y="48560"/>
                  <a:pt x="6506839" y="52375"/>
                </a:cubicBezTo>
                <a:lnTo>
                  <a:pt x="6506839" y="93712"/>
                </a:lnTo>
                <a:close/>
                <a:moveTo>
                  <a:pt x="6495672" y="65722"/>
                </a:moveTo>
                <a:lnTo>
                  <a:pt x="6486068" y="65722"/>
                </a:lnTo>
                <a:cubicBezTo>
                  <a:pt x="6482982" y="65722"/>
                  <a:pt x="6480301" y="65994"/>
                  <a:pt x="6478033" y="66540"/>
                </a:cubicBezTo>
                <a:cubicBezTo>
                  <a:pt x="6475761" y="67040"/>
                  <a:pt x="6473878" y="67811"/>
                  <a:pt x="6472380" y="68854"/>
                </a:cubicBezTo>
                <a:cubicBezTo>
                  <a:pt x="6470880" y="69854"/>
                  <a:pt x="6469769" y="71080"/>
                  <a:pt x="6469043" y="72532"/>
                </a:cubicBezTo>
                <a:cubicBezTo>
                  <a:pt x="6468360" y="73941"/>
                  <a:pt x="6468020" y="75575"/>
                  <a:pt x="6468020" y="77435"/>
                </a:cubicBezTo>
                <a:cubicBezTo>
                  <a:pt x="6468020" y="80613"/>
                  <a:pt x="6469020" y="83156"/>
                  <a:pt x="6471017" y="85065"/>
                </a:cubicBezTo>
                <a:cubicBezTo>
                  <a:pt x="6473060" y="86925"/>
                  <a:pt x="6475898" y="87857"/>
                  <a:pt x="6479530" y="87857"/>
                </a:cubicBezTo>
                <a:cubicBezTo>
                  <a:pt x="6482482" y="87857"/>
                  <a:pt x="6485205" y="87108"/>
                  <a:pt x="6487702" y="85608"/>
                </a:cubicBezTo>
                <a:cubicBezTo>
                  <a:pt x="6490245" y="84111"/>
                  <a:pt x="6492900" y="81819"/>
                  <a:pt x="6495672" y="78730"/>
                </a:cubicBezTo>
                <a:lnTo>
                  <a:pt x="6495672" y="65722"/>
                </a:lnTo>
                <a:close/>
                <a:moveTo>
                  <a:pt x="6558054" y="89151"/>
                </a:moveTo>
                <a:cubicBezTo>
                  <a:pt x="6558054" y="90466"/>
                  <a:pt x="6557962" y="91511"/>
                  <a:pt x="6557782" y="92283"/>
                </a:cubicBezTo>
                <a:cubicBezTo>
                  <a:pt x="6557600" y="93054"/>
                  <a:pt x="6557328" y="93623"/>
                  <a:pt x="6556965" y="93986"/>
                </a:cubicBezTo>
                <a:cubicBezTo>
                  <a:pt x="6556602" y="94349"/>
                  <a:pt x="6556057" y="94689"/>
                  <a:pt x="6555331" y="95006"/>
                </a:cubicBezTo>
                <a:cubicBezTo>
                  <a:pt x="6554605" y="95326"/>
                  <a:pt x="6553765" y="95575"/>
                  <a:pt x="6552810" y="95755"/>
                </a:cubicBezTo>
                <a:cubicBezTo>
                  <a:pt x="6551902" y="95983"/>
                  <a:pt x="6550924" y="96163"/>
                  <a:pt x="6549881" y="96301"/>
                </a:cubicBezTo>
                <a:cubicBezTo>
                  <a:pt x="6548839" y="96438"/>
                  <a:pt x="6547793" y="96506"/>
                  <a:pt x="6546750" y="96506"/>
                </a:cubicBezTo>
                <a:cubicBezTo>
                  <a:pt x="6543572" y="96506"/>
                  <a:pt x="6540846" y="96098"/>
                  <a:pt x="6538577" y="95280"/>
                </a:cubicBezTo>
                <a:cubicBezTo>
                  <a:pt x="6536306" y="94418"/>
                  <a:pt x="6534445" y="93146"/>
                  <a:pt x="6532991" y="91466"/>
                </a:cubicBezTo>
                <a:cubicBezTo>
                  <a:pt x="6531539" y="89740"/>
                  <a:pt x="6530473" y="87582"/>
                  <a:pt x="6529790" y="84996"/>
                </a:cubicBezTo>
                <a:cubicBezTo>
                  <a:pt x="6529156" y="82362"/>
                  <a:pt x="6528839" y="79276"/>
                  <a:pt x="6528839" y="75732"/>
                </a:cubicBezTo>
                <a:lnTo>
                  <a:pt x="6528839" y="39911"/>
                </a:lnTo>
                <a:lnTo>
                  <a:pt x="6520255" y="39911"/>
                </a:lnTo>
                <a:cubicBezTo>
                  <a:pt x="6519575" y="39911"/>
                  <a:pt x="6519032" y="39548"/>
                  <a:pt x="6518620" y="38822"/>
                </a:cubicBezTo>
                <a:cubicBezTo>
                  <a:pt x="6518215" y="38093"/>
                  <a:pt x="6518009" y="36913"/>
                  <a:pt x="6518009" y="35279"/>
                </a:cubicBezTo>
                <a:cubicBezTo>
                  <a:pt x="6518009" y="34416"/>
                  <a:pt x="6518055" y="33690"/>
                  <a:pt x="6518146" y="33101"/>
                </a:cubicBezTo>
                <a:cubicBezTo>
                  <a:pt x="6518280" y="32510"/>
                  <a:pt x="6518440" y="32033"/>
                  <a:pt x="6518620" y="31670"/>
                </a:cubicBezTo>
                <a:cubicBezTo>
                  <a:pt x="6518803" y="31261"/>
                  <a:pt x="6519032" y="30990"/>
                  <a:pt x="6519303" y="30852"/>
                </a:cubicBezTo>
                <a:cubicBezTo>
                  <a:pt x="6519621" y="30672"/>
                  <a:pt x="6519961" y="30581"/>
                  <a:pt x="6520324" y="30581"/>
                </a:cubicBezTo>
                <a:lnTo>
                  <a:pt x="6528839" y="30581"/>
                </a:lnTo>
                <a:lnTo>
                  <a:pt x="6528839" y="16005"/>
                </a:lnTo>
                <a:cubicBezTo>
                  <a:pt x="6528839" y="15688"/>
                  <a:pt x="6528905" y="15393"/>
                  <a:pt x="6529042" y="15122"/>
                </a:cubicBezTo>
                <a:cubicBezTo>
                  <a:pt x="6529225" y="14848"/>
                  <a:pt x="6529519" y="14622"/>
                  <a:pt x="6529928" y="14439"/>
                </a:cubicBezTo>
                <a:cubicBezTo>
                  <a:pt x="6530382" y="14213"/>
                  <a:pt x="6530971" y="14053"/>
                  <a:pt x="6531699" y="13962"/>
                </a:cubicBezTo>
                <a:cubicBezTo>
                  <a:pt x="6532425" y="13873"/>
                  <a:pt x="6533334" y="13827"/>
                  <a:pt x="6534422" y="13827"/>
                </a:cubicBezTo>
                <a:cubicBezTo>
                  <a:pt x="6535557" y="13827"/>
                  <a:pt x="6536488" y="13873"/>
                  <a:pt x="6537214" y="13962"/>
                </a:cubicBezTo>
                <a:cubicBezTo>
                  <a:pt x="6537940" y="14053"/>
                  <a:pt x="6538509" y="14213"/>
                  <a:pt x="6538917" y="14439"/>
                </a:cubicBezTo>
                <a:cubicBezTo>
                  <a:pt x="6539326" y="14622"/>
                  <a:pt x="6539620" y="14848"/>
                  <a:pt x="6539803" y="15122"/>
                </a:cubicBezTo>
                <a:cubicBezTo>
                  <a:pt x="6539983" y="15393"/>
                  <a:pt x="6540075" y="15688"/>
                  <a:pt x="6540075" y="16005"/>
                </a:cubicBezTo>
                <a:lnTo>
                  <a:pt x="6540075" y="30581"/>
                </a:lnTo>
                <a:lnTo>
                  <a:pt x="6555808" y="30581"/>
                </a:lnTo>
                <a:cubicBezTo>
                  <a:pt x="6556171" y="30581"/>
                  <a:pt x="6556488" y="30672"/>
                  <a:pt x="6556759" y="30852"/>
                </a:cubicBezTo>
                <a:cubicBezTo>
                  <a:pt x="6557034" y="30990"/>
                  <a:pt x="6557260" y="31261"/>
                  <a:pt x="6557442" y="31670"/>
                </a:cubicBezTo>
                <a:cubicBezTo>
                  <a:pt x="6557668" y="32033"/>
                  <a:pt x="6557828" y="32510"/>
                  <a:pt x="6557920" y="33101"/>
                </a:cubicBezTo>
                <a:cubicBezTo>
                  <a:pt x="6558008" y="33690"/>
                  <a:pt x="6558054" y="34416"/>
                  <a:pt x="6558054" y="35279"/>
                </a:cubicBezTo>
                <a:cubicBezTo>
                  <a:pt x="6558054" y="36913"/>
                  <a:pt x="6557851" y="38093"/>
                  <a:pt x="6557442" y="38822"/>
                </a:cubicBezTo>
                <a:cubicBezTo>
                  <a:pt x="6557034" y="39548"/>
                  <a:pt x="6556488" y="39911"/>
                  <a:pt x="6555808" y="39911"/>
                </a:cubicBezTo>
                <a:lnTo>
                  <a:pt x="6540075" y="39911"/>
                </a:lnTo>
                <a:lnTo>
                  <a:pt x="6540075" y="74098"/>
                </a:lnTo>
                <a:cubicBezTo>
                  <a:pt x="6540075" y="78321"/>
                  <a:pt x="6540689" y="81522"/>
                  <a:pt x="6541915" y="83702"/>
                </a:cubicBezTo>
                <a:cubicBezTo>
                  <a:pt x="6543184" y="85836"/>
                  <a:pt x="6545432" y="86902"/>
                  <a:pt x="6548656" y="86902"/>
                </a:cubicBezTo>
                <a:cubicBezTo>
                  <a:pt x="6549701" y="86902"/>
                  <a:pt x="6550630" y="86811"/>
                  <a:pt x="6551447" y="86631"/>
                </a:cubicBezTo>
                <a:cubicBezTo>
                  <a:pt x="6552265" y="86402"/>
                  <a:pt x="6552990" y="86176"/>
                  <a:pt x="6553628" y="85948"/>
                </a:cubicBezTo>
                <a:cubicBezTo>
                  <a:pt x="6554262" y="85722"/>
                  <a:pt x="6554808" y="85519"/>
                  <a:pt x="6555262" y="85336"/>
                </a:cubicBezTo>
                <a:cubicBezTo>
                  <a:pt x="6555717" y="85111"/>
                  <a:pt x="6556125" y="84996"/>
                  <a:pt x="6556488" y="84996"/>
                </a:cubicBezTo>
                <a:cubicBezTo>
                  <a:pt x="6556714" y="84996"/>
                  <a:pt x="6556920" y="85065"/>
                  <a:pt x="6557100" y="85199"/>
                </a:cubicBezTo>
                <a:cubicBezTo>
                  <a:pt x="6557328" y="85291"/>
                  <a:pt x="6557488" y="85496"/>
                  <a:pt x="6557577" y="85814"/>
                </a:cubicBezTo>
                <a:cubicBezTo>
                  <a:pt x="6557714" y="86131"/>
                  <a:pt x="6557828" y="86562"/>
                  <a:pt x="6557920" y="87108"/>
                </a:cubicBezTo>
                <a:cubicBezTo>
                  <a:pt x="6558008" y="87651"/>
                  <a:pt x="6558054" y="88334"/>
                  <a:pt x="6558054" y="89151"/>
                </a:cubicBezTo>
                <a:close/>
                <a:moveTo>
                  <a:pt x="6657215" y="93646"/>
                </a:moveTo>
                <a:cubicBezTo>
                  <a:pt x="6657215" y="94009"/>
                  <a:pt x="6657123" y="94326"/>
                  <a:pt x="6656943" y="94598"/>
                </a:cubicBezTo>
                <a:cubicBezTo>
                  <a:pt x="6656761" y="94826"/>
                  <a:pt x="6656466" y="95029"/>
                  <a:pt x="6656058" y="95212"/>
                </a:cubicBezTo>
                <a:cubicBezTo>
                  <a:pt x="6655649" y="95392"/>
                  <a:pt x="6655080" y="95529"/>
                  <a:pt x="6654355" y="95621"/>
                </a:cubicBezTo>
                <a:cubicBezTo>
                  <a:pt x="6653629" y="95712"/>
                  <a:pt x="6652720" y="95755"/>
                  <a:pt x="6651631" y="95755"/>
                </a:cubicBezTo>
                <a:cubicBezTo>
                  <a:pt x="6650494" y="95755"/>
                  <a:pt x="6649565" y="95712"/>
                  <a:pt x="6648837" y="95621"/>
                </a:cubicBezTo>
                <a:cubicBezTo>
                  <a:pt x="6648111" y="95529"/>
                  <a:pt x="6647542" y="95392"/>
                  <a:pt x="6647134" y="95212"/>
                </a:cubicBezTo>
                <a:cubicBezTo>
                  <a:pt x="6646728" y="95029"/>
                  <a:pt x="6646431" y="94826"/>
                  <a:pt x="6646251" y="94598"/>
                </a:cubicBezTo>
                <a:cubicBezTo>
                  <a:pt x="6646068" y="94326"/>
                  <a:pt x="6645976" y="94009"/>
                  <a:pt x="6645976" y="93646"/>
                </a:cubicBezTo>
                <a:lnTo>
                  <a:pt x="6645976" y="57753"/>
                </a:lnTo>
                <a:cubicBezTo>
                  <a:pt x="6645976" y="54258"/>
                  <a:pt x="6645705" y="51444"/>
                  <a:pt x="6645159" y="49309"/>
                </a:cubicBezTo>
                <a:cubicBezTo>
                  <a:pt x="6644616" y="47174"/>
                  <a:pt x="6643822" y="45337"/>
                  <a:pt x="6642776" y="43791"/>
                </a:cubicBezTo>
                <a:cubicBezTo>
                  <a:pt x="6641733" y="42248"/>
                  <a:pt x="6640370" y="41068"/>
                  <a:pt x="6638690" y="40251"/>
                </a:cubicBezTo>
                <a:cubicBezTo>
                  <a:pt x="6637055" y="39433"/>
                  <a:pt x="6635149" y="39025"/>
                  <a:pt x="6632969" y="39025"/>
                </a:cubicBezTo>
                <a:cubicBezTo>
                  <a:pt x="6630154" y="39025"/>
                  <a:pt x="6627340" y="40025"/>
                  <a:pt x="6624525" y="42022"/>
                </a:cubicBezTo>
                <a:cubicBezTo>
                  <a:pt x="6621710" y="44020"/>
                  <a:pt x="6618759" y="46949"/>
                  <a:pt x="6615670" y="50806"/>
                </a:cubicBezTo>
                <a:lnTo>
                  <a:pt x="6615670" y="93646"/>
                </a:lnTo>
                <a:cubicBezTo>
                  <a:pt x="6615670" y="94009"/>
                  <a:pt x="6615581" y="94326"/>
                  <a:pt x="6615398" y="94598"/>
                </a:cubicBezTo>
                <a:cubicBezTo>
                  <a:pt x="6615215" y="94826"/>
                  <a:pt x="6614921" y="95029"/>
                  <a:pt x="6614512" y="95212"/>
                </a:cubicBezTo>
                <a:cubicBezTo>
                  <a:pt x="6614104" y="95392"/>
                  <a:pt x="6613535" y="95529"/>
                  <a:pt x="6612809" y="95621"/>
                </a:cubicBezTo>
                <a:cubicBezTo>
                  <a:pt x="6612084" y="95712"/>
                  <a:pt x="6611155" y="95755"/>
                  <a:pt x="6610018" y="95755"/>
                </a:cubicBezTo>
                <a:cubicBezTo>
                  <a:pt x="6608929" y="95755"/>
                  <a:pt x="6608020" y="95712"/>
                  <a:pt x="6607294" y="95621"/>
                </a:cubicBezTo>
                <a:cubicBezTo>
                  <a:pt x="6606569" y="95529"/>
                  <a:pt x="6605977" y="95392"/>
                  <a:pt x="6605523" y="95212"/>
                </a:cubicBezTo>
                <a:cubicBezTo>
                  <a:pt x="6605114" y="95029"/>
                  <a:pt x="6604820" y="94826"/>
                  <a:pt x="6604637" y="94598"/>
                </a:cubicBezTo>
                <a:cubicBezTo>
                  <a:pt x="6604503" y="94326"/>
                  <a:pt x="6604434" y="94009"/>
                  <a:pt x="6604434" y="93646"/>
                </a:cubicBezTo>
                <a:lnTo>
                  <a:pt x="6604434" y="2657"/>
                </a:lnTo>
                <a:cubicBezTo>
                  <a:pt x="6604434" y="2295"/>
                  <a:pt x="6604503" y="1977"/>
                  <a:pt x="6604637" y="1703"/>
                </a:cubicBezTo>
                <a:cubicBezTo>
                  <a:pt x="6604820" y="1432"/>
                  <a:pt x="6605114" y="1206"/>
                  <a:pt x="6605523" y="1023"/>
                </a:cubicBezTo>
                <a:cubicBezTo>
                  <a:pt x="6605977" y="840"/>
                  <a:pt x="6606566" y="706"/>
                  <a:pt x="6607294" y="614"/>
                </a:cubicBezTo>
                <a:cubicBezTo>
                  <a:pt x="6608020" y="523"/>
                  <a:pt x="6608929" y="477"/>
                  <a:pt x="6610018" y="477"/>
                </a:cubicBezTo>
                <a:cubicBezTo>
                  <a:pt x="6611152" y="477"/>
                  <a:pt x="6612084" y="523"/>
                  <a:pt x="6612809" y="614"/>
                </a:cubicBezTo>
                <a:cubicBezTo>
                  <a:pt x="6613535" y="706"/>
                  <a:pt x="6614104" y="840"/>
                  <a:pt x="6614512" y="1023"/>
                </a:cubicBezTo>
                <a:cubicBezTo>
                  <a:pt x="6614921" y="1206"/>
                  <a:pt x="6615215" y="1432"/>
                  <a:pt x="6615398" y="1703"/>
                </a:cubicBezTo>
                <a:cubicBezTo>
                  <a:pt x="6615581" y="1977"/>
                  <a:pt x="6615670" y="2295"/>
                  <a:pt x="6615670" y="2657"/>
                </a:cubicBezTo>
                <a:lnTo>
                  <a:pt x="6615670" y="39365"/>
                </a:lnTo>
                <a:cubicBezTo>
                  <a:pt x="6618896" y="35962"/>
                  <a:pt x="6622142" y="33441"/>
                  <a:pt x="6625411" y="31807"/>
                </a:cubicBezTo>
                <a:cubicBezTo>
                  <a:pt x="6628680" y="30127"/>
                  <a:pt x="6631972" y="29287"/>
                  <a:pt x="6635286" y="29287"/>
                </a:cubicBezTo>
                <a:cubicBezTo>
                  <a:pt x="6639370" y="29287"/>
                  <a:pt x="6642799" y="29989"/>
                  <a:pt x="6645568" y="31398"/>
                </a:cubicBezTo>
                <a:cubicBezTo>
                  <a:pt x="6648382" y="32758"/>
                  <a:pt x="6650654" y="34599"/>
                  <a:pt x="6652380" y="36913"/>
                </a:cubicBezTo>
                <a:cubicBezTo>
                  <a:pt x="6654106" y="39231"/>
                  <a:pt x="6655329" y="41954"/>
                  <a:pt x="6656058" y="45086"/>
                </a:cubicBezTo>
                <a:cubicBezTo>
                  <a:pt x="6656829" y="48175"/>
                  <a:pt x="6657215" y="51921"/>
                  <a:pt x="6657215" y="56324"/>
                </a:cubicBezTo>
                <a:lnTo>
                  <a:pt x="6657215" y="93646"/>
                </a:lnTo>
                <a:close/>
                <a:moveTo>
                  <a:pt x="6730018" y="60342"/>
                </a:moveTo>
                <a:cubicBezTo>
                  <a:pt x="6730018" y="62113"/>
                  <a:pt x="6729564" y="63385"/>
                  <a:pt x="6728655" y="64157"/>
                </a:cubicBezTo>
                <a:cubicBezTo>
                  <a:pt x="6727792" y="64882"/>
                  <a:pt x="6726795" y="65245"/>
                  <a:pt x="6725661" y="65245"/>
                </a:cubicBezTo>
                <a:lnTo>
                  <a:pt x="6685478" y="65245"/>
                </a:lnTo>
                <a:cubicBezTo>
                  <a:pt x="6685478" y="68651"/>
                  <a:pt x="6685818" y="71715"/>
                  <a:pt x="6686499" y="74441"/>
                </a:cubicBezTo>
                <a:cubicBezTo>
                  <a:pt x="6687182" y="77164"/>
                  <a:pt x="6688316" y="79501"/>
                  <a:pt x="6689905" y="81453"/>
                </a:cubicBezTo>
                <a:cubicBezTo>
                  <a:pt x="6691493" y="83408"/>
                  <a:pt x="6693559" y="84905"/>
                  <a:pt x="6696103" y="85948"/>
                </a:cubicBezTo>
                <a:cubicBezTo>
                  <a:pt x="6698646" y="86994"/>
                  <a:pt x="6701755" y="87517"/>
                  <a:pt x="6705432" y="87517"/>
                </a:cubicBezTo>
                <a:cubicBezTo>
                  <a:pt x="6708338" y="87517"/>
                  <a:pt x="6710927" y="87288"/>
                  <a:pt x="6713196" y="86834"/>
                </a:cubicBezTo>
                <a:cubicBezTo>
                  <a:pt x="6715468" y="86337"/>
                  <a:pt x="6717420" y="85791"/>
                  <a:pt x="6719054" y="85199"/>
                </a:cubicBezTo>
                <a:cubicBezTo>
                  <a:pt x="6720734" y="84611"/>
                  <a:pt x="6722094" y="84088"/>
                  <a:pt x="6723140" y="83633"/>
                </a:cubicBezTo>
                <a:cubicBezTo>
                  <a:pt x="6724229" y="83133"/>
                  <a:pt x="6725046" y="82885"/>
                  <a:pt x="6725592" y="82885"/>
                </a:cubicBezTo>
                <a:cubicBezTo>
                  <a:pt x="6725909" y="82885"/>
                  <a:pt x="6726181" y="82976"/>
                  <a:pt x="6726409" y="83156"/>
                </a:cubicBezTo>
                <a:cubicBezTo>
                  <a:pt x="6726681" y="83293"/>
                  <a:pt x="6726886" y="83519"/>
                  <a:pt x="6727021" y="83839"/>
                </a:cubicBezTo>
                <a:cubicBezTo>
                  <a:pt x="6727158" y="84156"/>
                  <a:pt x="6727249" y="84611"/>
                  <a:pt x="6727295" y="85199"/>
                </a:cubicBezTo>
                <a:cubicBezTo>
                  <a:pt x="6727384" y="85745"/>
                  <a:pt x="6727429" y="86425"/>
                  <a:pt x="6727429" y="87242"/>
                </a:cubicBezTo>
                <a:cubicBezTo>
                  <a:pt x="6727429" y="87834"/>
                  <a:pt x="6727407" y="88357"/>
                  <a:pt x="6727364" y="88808"/>
                </a:cubicBezTo>
                <a:cubicBezTo>
                  <a:pt x="6727318" y="89217"/>
                  <a:pt x="6727249" y="89605"/>
                  <a:pt x="6727158" y="89968"/>
                </a:cubicBezTo>
                <a:cubicBezTo>
                  <a:pt x="6727112" y="90286"/>
                  <a:pt x="6726998" y="90580"/>
                  <a:pt x="6726818" y="90851"/>
                </a:cubicBezTo>
                <a:cubicBezTo>
                  <a:pt x="6726681" y="91126"/>
                  <a:pt x="6726478" y="91397"/>
                  <a:pt x="6726204" y="91669"/>
                </a:cubicBezTo>
                <a:cubicBezTo>
                  <a:pt x="6725978" y="91897"/>
                  <a:pt x="6725252" y="92306"/>
                  <a:pt x="6724026" y="92894"/>
                </a:cubicBezTo>
                <a:cubicBezTo>
                  <a:pt x="6722800" y="93440"/>
                  <a:pt x="6721211" y="93986"/>
                  <a:pt x="6719257" y="94529"/>
                </a:cubicBezTo>
                <a:cubicBezTo>
                  <a:pt x="6717305" y="95075"/>
                  <a:pt x="6715036" y="95552"/>
                  <a:pt x="6712448" y="95961"/>
                </a:cubicBezTo>
                <a:cubicBezTo>
                  <a:pt x="6709904" y="96415"/>
                  <a:pt x="6707181" y="96641"/>
                  <a:pt x="6704275" y="96641"/>
                </a:cubicBezTo>
                <a:cubicBezTo>
                  <a:pt x="6699234" y="96641"/>
                  <a:pt x="6694808" y="95938"/>
                  <a:pt x="6690993" y="94529"/>
                </a:cubicBezTo>
                <a:cubicBezTo>
                  <a:pt x="6687224" y="93123"/>
                  <a:pt x="6684047" y="91034"/>
                  <a:pt x="6681461" y="88265"/>
                </a:cubicBezTo>
                <a:cubicBezTo>
                  <a:pt x="6678872" y="85496"/>
                  <a:pt x="6676920" y="82022"/>
                  <a:pt x="6675603" y="77844"/>
                </a:cubicBezTo>
                <a:cubicBezTo>
                  <a:pt x="6674286" y="73666"/>
                  <a:pt x="6673628" y="68809"/>
                  <a:pt x="6673628" y="63271"/>
                </a:cubicBezTo>
                <a:cubicBezTo>
                  <a:pt x="6673628" y="58004"/>
                  <a:pt x="6674308" y="53281"/>
                  <a:pt x="6675671" y="49103"/>
                </a:cubicBezTo>
                <a:cubicBezTo>
                  <a:pt x="6677032" y="44883"/>
                  <a:pt x="6678986" y="41319"/>
                  <a:pt x="6681527" y="38413"/>
                </a:cubicBezTo>
                <a:cubicBezTo>
                  <a:pt x="6684115" y="35462"/>
                  <a:pt x="6687224" y="33213"/>
                  <a:pt x="6690859" y="31670"/>
                </a:cubicBezTo>
                <a:cubicBezTo>
                  <a:pt x="6694491" y="30081"/>
                  <a:pt x="6698554" y="29287"/>
                  <a:pt x="6703049" y="29287"/>
                </a:cubicBezTo>
                <a:cubicBezTo>
                  <a:pt x="6707861" y="29287"/>
                  <a:pt x="6711947" y="30058"/>
                  <a:pt x="6715308" y="31601"/>
                </a:cubicBezTo>
                <a:cubicBezTo>
                  <a:pt x="6718714" y="33144"/>
                  <a:pt x="6721506" y="35233"/>
                  <a:pt x="6723683" y="37868"/>
                </a:cubicBezTo>
                <a:cubicBezTo>
                  <a:pt x="6725863" y="40456"/>
                  <a:pt x="6727452" y="43520"/>
                  <a:pt x="6728452" y="47060"/>
                </a:cubicBezTo>
                <a:cubicBezTo>
                  <a:pt x="6729495" y="50558"/>
                  <a:pt x="6730018" y="54304"/>
                  <a:pt x="6730018" y="58299"/>
                </a:cubicBezTo>
                <a:lnTo>
                  <a:pt x="6730018" y="60342"/>
                </a:lnTo>
                <a:close/>
                <a:moveTo>
                  <a:pt x="6718714" y="57004"/>
                </a:moveTo>
                <a:cubicBezTo>
                  <a:pt x="6718848" y="51104"/>
                  <a:pt x="6717531" y="46472"/>
                  <a:pt x="6714762" y="43111"/>
                </a:cubicBezTo>
                <a:cubicBezTo>
                  <a:pt x="6712039" y="39751"/>
                  <a:pt x="6707976" y="38070"/>
                  <a:pt x="6702572" y="38070"/>
                </a:cubicBezTo>
                <a:cubicBezTo>
                  <a:pt x="6699803" y="38070"/>
                  <a:pt x="6697374" y="38593"/>
                  <a:pt x="6695285" y="39639"/>
                </a:cubicBezTo>
                <a:cubicBezTo>
                  <a:pt x="6693197" y="40682"/>
                  <a:pt x="6691448" y="42068"/>
                  <a:pt x="6690042" y="43791"/>
                </a:cubicBezTo>
                <a:cubicBezTo>
                  <a:pt x="6688633" y="45517"/>
                  <a:pt x="6687544" y="47537"/>
                  <a:pt x="6686773" y="49855"/>
                </a:cubicBezTo>
                <a:cubicBezTo>
                  <a:pt x="6685999" y="52124"/>
                  <a:pt x="6685567" y="54507"/>
                  <a:pt x="6685478" y="57004"/>
                </a:cubicBezTo>
                <a:lnTo>
                  <a:pt x="6718714" y="57004"/>
                </a:lnTo>
                <a:close/>
                <a:moveTo>
                  <a:pt x="6758350" y="93646"/>
                </a:moveTo>
                <a:cubicBezTo>
                  <a:pt x="6758350" y="94009"/>
                  <a:pt x="6758259" y="94326"/>
                  <a:pt x="6758076" y="94598"/>
                </a:cubicBezTo>
                <a:cubicBezTo>
                  <a:pt x="6757896" y="94826"/>
                  <a:pt x="6757599" y="95029"/>
                  <a:pt x="6757193" y="95212"/>
                </a:cubicBezTo>
                <a:cubicBezTo>
                  <a:pt x="6756784" y="95392"/>
                  <a:pt x="6756216" y="95529"/>
                  <a:pt x="6755490" y="95621"/>
                </a:cubicBezTo>
                <a:cubicBezTo>
                  <a:pt x="6754761" y="95712"/>
                  <a:pt x="6753833" y="95755"/>
                  <a:pt x="6752695" y="95755"/>
                </a:cubicBezTo>
                <a:cubicBezTo>
                  <a:pt x="6751607" y="95755"/>
                  <a:pt x="6750698" y="95712"/>
                  <a:pt x="6749972" y="95621"/>
                </a:cubicBezTo>
                <a:cubicBezTo>
                  <a:pt x="6749246" y="95529"/>
                  <a:pt x="6748655" y="95392"/>
                  <a:pt x="6748203" y="95212"/>
                </a:cubicBezTo>
                <a:cubicBezTo>
                  <a:pt x="6747792" y="95029"/>
                  <a:pt x="6747498" y="94826"/>
                  <a:pt x="6747318" y="94598"/>
                </a:cubicBezTo>
                <a:cubicBezTo>
                  <a:pt x="6747180" y="94326"/>
                  <a:pt x="6747112" y="94009"/>
                  <a:pt x="6747112" y="93646"/>
                </a:cubicBezTo>
                <a:lnTo>
                  <a:pt x="6747112" y="32350"/>
                </a:lnTo>
                <a:cubicBezTo>
                  <a:pt x="6747112" y="32033"/>
                  <a:pt x="6747180" y="31738"/>
                  <a:pt x="6747318" y="31467"/>
                </a:cubicBezTo>
                <a:cubicBezTo>
                  <a:pt x="6747498" y="31192"/>
                  <a:pt x="6747792" y="30967"/>
                  <a:pt x="6748203" y="30784"/>
                </a:cubicBezTo>
                <a:cubicBezTo>
                  <a:pt x="6748655" y="30604"/>
                  <a:pt x="6749246" y="30467"/>
                  <a:pt x="6749972" y="30375"/>
                </a:cubicBezTo>
                <a:cubicBezTo>
                  <a:pt x="6750698" y="30284"/>
                  <a:pt x="6751607" y="30241"/>
                  <a:pt x="6752695" y="30241"/>
                </a:cubicBezTo>
                <a:cubicBezTo>
                  <a:pt x="6753833" y="30241"/>
                  <a:pt x="6754761" y="30284"/>
                  <a:pt x="6755490" y="30375"/>
                </a:cubicBezTo>
                <a:cubicBezTo>
                  <a:pt x="6756216" y="30467"/>
                  <a:pt x="6756784" y="30604"/>
                  <a:pt x="6757193" y="30784"/>
                </a:cubicBezTo>
                <a:cubicBezTo>
                  <a:pt x="6757599" y="30967"/>
                  <a:pt x="6757896" y="31192"/>
                  <a:pt x="6758076" y="31467"/>
                </a:cubicBezTo>
                <a:cubicBezTo>
                  <a:pt x="6758259" y="31738"/>
                  <a:pt x="6758350" y="32033"/>
                  <a:pt x="6758350" y="32350"/>
                </a:cubicBezTo>
                <a:lnTo>
                  <a:pt x="6758350" y="93646"/>
                </a:lnTo>
                <a:close/>
                <a:moveTo>
                  <a:pt x="6759645" y="11647"/>
                </a:moveTo>
                <a:cubicBezTo>
                  <a:pt x="6759645" y="14282"/>
                  <a:pt x="6759145" y="16073"/>
                  <a:pt x="6758145" y="17028"/>
                </a:cubicBezTo>
                <a:cubicBezTo>
                  <a:pt x="6757147" y="17982"/>
                  <a:pt x="6755307" y="18457"/>
                  <a:pt x="6752630" y="18457"/>
                </a:cubicBezTo>
                <a:cubicBezTo>
                  <a:pt x="6749995" y="18457"/>
                  <a:pt x="6748181" y="18002"/>
                  <a:pt x="6747180" y="17096"/>
                </a:cubicBezTo>
                <a:cubicBezTo>
                  <a:pt x="6746226" y="16142"/>
                  <a:pt x="6745752" y="14370"/>
                  <a:pt x="6745752" y="11784"/>
                </a:cubicBezTo>
                <a:cubicBezTo>
                  <a:pt x="6745752" y="9150"/>
                  <a:pt x="6746249" y="7355"/>
                  <a:pt x="6747249" y="6404"/>
                </a:cubicBezTo>
                <a:cubicBezTo>
                  <a:pt x="6748246" y="5449"/>
                  <a:pt x="6750087" y="4972"/>
                  <a:pt x="6752764" y="4972"/>
                </a:cubicBezTo>
                <a:cubicBezTo>
                  <a:pt x="6755399" y="4972"/>
                  <a:pt x="6757193" y="5449"/>
                  <a:pt x="6758145" y="6404"/>
                </a:cubicBezTo>
                <a:cubicBezTo>
                  <a:pt x="6759145" y="7312"/>
                  <a:pt x="6759645" y="9058"/>
                  <a:pt x="6759645" y="11647"/>
                </a:cubicBezTo>
                <a:close/>
                <a:moveTo>
                  <a:pt x="6830337" y="35144"/>
                </a:moveTo>
                <a:cubicBezTo>
                  <a:pt x="6830337" y="36733"/>
                  <a:pt x="6830108" y="37890"/>
                  <a:pt x="6829656" y="38616"/>
                </a:cubicBezTo>
                <a:cubicBezTo>
                  <a:pt x="6829248" y="39296"/>
                  <a:pt x="6828702" y="39639"/>
                  <a:pt x="6828022" y="39639"/>
                </a:cubicBezTo>
                <a:lnTo>
                  <a:pt x="6819235" y="39639"/>
                </a:lnTo>
                <a:cubicBezTo>
                  <a:pt x="6820824" y="41274"/>
                  <a:pt x="6821935" y="43088"/>
                  <a:pt x="6822573" y="45086"/>
                </a:cubicBezTo>
                <a:cubicBezTo>
                  <a:pt x="6823207" y="47040"/>
                  <a:pt x="6823524" y="49083"/>
                  <a:pt x="6823524" y="51215"/>
                </a:cubicBezTo>
                <a:cubicBezTo>
                  <a:pt x="6823524" y="54758"/>
                  <a:pt x="6822958" y="57890"/>
                  <a:pt x="6821824" y="60613"/>
                </a:cubicBezTo>
                <a:cubicBezTo>
                  <a:pt x="6820687" y="63339"/>
                  <a:pt x="6819052" y="65654"/>
                  <a:pt x="6816921" y="67560"/>
                </a:cubicBezTo>
                <a:cubicBezTo>
                  <a:pt x="6814832" y="69423"/>
                  <a:pt x="6812334" y="70852"/>
                  <a:pt x="6809428" y="71852"/>
                </a:cubicBezTo>
                <a:cubicBezTo>
                  <a:pt x="6806522" y="72849"/>
                  <a:pt x="6803299" y="73349"/>
                  <a:pt x="6799758" y="73349"/>
                </a:cubicBezTo>
                <a:cubicBezTo>
                  <a:pt x="6797261" y="73349"/>
                  <a:pt x="6794878" y="73032"/>
                  <a:pt x="6792606" y="72398"/>
                </a:cubicBezTo>
                <a:cubicBezTo>
                  <a:pt x="6790383" y="71715"/>
                  <a:pt x="6788657" y="70875"/>
                  <a:pt x="6787431" y="69877"/>
                </a:cubicBezTo>
                <a:cubicBezTo>
                  <a:pt x="6786614" y="70695"/>
                  <a:pt x="6785931" y="71623"/>
                  <a:pt x="6785388" y="72669"/>
                </a:cubicBezTo>
                <a:cubicBezTo>
                  <a:pt x="6784888" y="73712"/>
                  <a:pt x="6784639" y="74915"/>
                  <a:pt x="6784639" y="76278"/>
                </a:cubicBezTo>
                <a:cubicBezTo>
                  <a:pt x="6784639" y="77867"/>
                  <a:pt x="6785365" y="79184"/>
                  <a:pt x="6786817" y="80227"/>
                </a:cubicBezTo>
                <a:cubicBezTo>
                  <a:pt x="6788314" y="81273"/>
                  <a:pt x="6790292" y="81842"/>
                  <a:pt x="6792743" y="81930"/>
                </a:cubicBezTo>
                <a:lnTo>
                  <a:pt x="6808748" y="82613"/>
                </a:lnTo>
                <a:cubicBezTo>
                  <a:pt x="6811789" y="82702"/>
                  <a:pt x="6814580" y="83133"/>
                  <a:pt x="6817123" y="83905"/>
                </a:cubicBezTo>
                <a:cubicBezTo>
                  <a:pt x="6819667" y="84633"/>
                  <a:pt x="6821870" y="85699"/>
                  <a:pt x="6823730" y="87108"/>
                </a:cubicBezTo>
                <a:cubicBezTo>
                  <a:pt x="6825590" y="88468"/>
                  <a:pt x="6827045" y="90171"/>
                  <a:pt x="6828088" y="92214"/>
                </a:cubicBezTo>
                <a:cubicBezTo>
                  <a:pt x="6829134" y="94212"/>
                  <a:pt x="6829656" y="96552"/>
                  <a:pt x="6829656" y="99230"/>
                </a:cubicBezTo>
                <a:cubicBezTo>
                  <a:pt x="6829656" y="102044"/>
                  <a:pt x="6829065" y="104725"/>
                  <a:pt x="6827885" y="107265"/>
                </a:cubicBezTo>
                <a:cubicBezTo>
                  <a:pt x="6826705" y="109808"/>
                  <a:pt x="6824887" y="112034"/>
                  <a:pt x="6822436" y="113940"/>
                </a:cubicBezTo>
                <a:cubicBezTo>
                  <a:pt x="6820030" y="115892"/>
                  <a:pt x="6816943" y="117415"/>
                  <a:pt x="6813174" y="118503"/>
                </a:cubicBezTo>
                <a:cubicBezTo>
                  <a:pt x="6809405" y="119638"/>
                  <a:pt x="6804956" y="120206"/>
                  <a:pt x="6799824" y="120206"/>
                </a:cubicBezTo>
                <a:cubicBezTo>
                  <a:pt x="6794878" y="120206"/>
                  <a:pt x="6790654" y="119775"/>
                  <a:pt x="6787157" y="118912"/>
                </a:cubicBezTo>
                <a:cubicBezTo>
                  <a:pt x="6783708" y="118095"/>
                  <a:pt x="6780870" y="116960"/>
                  <a:pt x="6778644" y="115506"/>
                </a:cubicBezTo>
                <a:cubicBezTo>
                  <a:pt x="6776421" y="114054"/>
                  <a:pt x="6774810" y="112305"/>
                  <a:pt x="6773809" y="110262"/>
                </a:cubicBezTo>
                <a:cubicBezTo>
                  <a:pt x="6772812" y="108265"/>
                  <a:pt x="6772312" y="106085"/>
                  <a:pt x="6772312" y="103724"/>
                </a:cubicBezTo>
                <a:cubicBezTo>
                  <a:pt x="6772312" y="102227"/>
                  <a:pt x="6772492" y="100773"/>
                  <a:pt x="6772855" y="99367"/>
                </a:cubicBezTo>
                <a:cubicBezTo>
                  <a:pt x="6773218" y="97958"/>
                  <a:pt x="6773764" y="96618"/>
                  <a:pt x="6774490" y="95346"/>
                </a:cubicBezTo>
                <a:cubicBezTo>
                  <a:pt x="6775264" y="94077"/>
                  <a:pt x="6776193" y="92874"/>
                  <a:pt x="6777284" y="91737"/>
                </a:cubicBezTo>
                <a:cubicBezTo>
                  <a:pt x="6778419" y="90557"/>
                  <a:pt x="6779710" y="89400"/>
                  <a:pt x="6781165" y="88265"/>
                </a:cubicBezTo>
                <a:cubicBezTo>
                  <a:pt x="6778939" y="87131"/>
                  <a:pt x="6777284" y="85699"/>
                  <a:pt x="6776193" y="83973"/>
                </a:cubicBezTo>
                <a:cubicBezTo>
                  <a:pt x="6775150" y="82247"/>
                  <a:pt x="6774627" y="80387"/>
                  <a:pt x="6774627" y="78390"/>
                </a:cubicBezTo>
                <a:cubicBezTo>
                  <a:pt x="6774627" y="75621"/>
                  <a:pt x="6775195" y="73146"/>
                  <a:pt x="6776330" y="70966"/>
                </a:cubicBezTo>
                <a:cubicBezTo>
                  <a:pt x="6777464" y="68786"/>
                  <a:pt x="6778873" y="66834"/>
                  <a:pt x="6780553" y="65108"/>
                </a:cubicBezTo>
                <a:cubicBezTo>
                  <a:pt x="6779144" y="63428"/>
                  <a:pt x="6778033" y="61545"/>
                  <a:pt x="6777216" y="59456"/>
                </a:cubicBezTo>
                <a:cubicBezTo>
                  <a:pt x="6776398" y="57321"/>
                  <a:pt x="6775990" y="54758"/>
                  <a:pt x="6775990" y="51761"/>
                </a:cubicBezTo>
                <a:cubicBezTo>
                  <a:pt x="6775990" y="48266"/>
                  <a:pt x="6776578" y="45131"/>
                  <a:pt x="6777759" y="42362"/>
                </a:cubicBezTo>
                <a:cubicBezTo>
                  <a:pt x="6778939" y="39594"/>
                  <a:pt x="6780573" y="37253"/>
                  <a:pt x="6782662" y="35347"/>
                </a:cubicBezTo>
                <a:cubicBezTo>
                  <a:pt x="6784751" y="33441"/>
                  <a:pt x="6787248" y="31987"/>
                  <a:pt x="6790154" y="30990"/>
                </a:cubicBezTo>
                <a:cubicBezTo>
                  <a:pt x="6793106" y="29944"/>
                  <a:pt x="6796307" y="29424"/>
                  <a:pt x="6799758" y="29424"/>
                </a:cubicBezTo>
                <a:cubicBezTo>
                  <a:pt x="6801619" y="29424"/>
                  <a:pt x="6803345" y="29535"/>
                  <a:pt x="6804933" y="29764"/>
                </a:cubicBezTo>
                <a:cubicBezTo>
                  <a:pt x="6806568" y="29944"/>
                  <a:pt x="6808088" y="30218"/>
                  <a:pt x="6809497" y="30581"/>
                </a:cubicBezTo>
                <a:lnTo>
                  <a:pt x="6828022" y="30581"/>
                </a:lnTo>
                <a:cubicBezTo>
                  <a:pt x="6828793" y="30581"/>
                  <a:pt x="6829359" y="30967"/>
                  <a:pt x="6829722" y="31738"/>
                </a:cubicBezTo>
                <a:cubicBezTo>
                  <a:pt x="6830131" y="32464"/>
                  <a:pt x="6830337" y="33598"/>
                  <a:pt x="6830337" y="35144"/>
                </a:cubicBezTo>
                <a:close/>
                <a:moveTo>
                  <a:pt x="6812766" y="51284"/>
                </a:moveTo>
                <a:cubicBezTo>
                  <a:pt x="6812766" y="47106"/>
                  <a:pt x="6811608" y="43860"/>
                  <a:pt x="6809291" y="41545"/>
                </a:cubicBezTo>
                <a:cubicBezTo>
                  <a:pt x="6807022" y="39185"/>
                  <a:pt x="6803776" y="38005"/>
                  <a:pt x="6799553" y="38005"/>
                </a:cubicBezTo>
                <a:cubicBezTo>
                  <a:pt x="6797372" y="38005"/>
                  <a:pt x="6795466" y="38368"/>
                  <a:pt x="6793832" y="39093"/>
                </a:cubicBezTo>
                <a:cubicBezTo>
                  <a:pt x="6792243" y="39819"/>
                  <a:pt x="6790903" y="40819"/>
                  <a:pt x="6789814" y="42091"/>
                </a:cubicBezTo>
                <a:cubicBezTo>
                  <a:pt x="6788768" y="43363"/>
                  <a:pt x="6787974" y="44837"/>
                  <a:pt x="6787431" y="46517"/>
                </a:cubicBezTo>
                <a:cubicBezTo>
                  <a:pt x="6786931" y="48152"/>
                  <a:pt x="6786680" y="49878"/>
                  <a:pt x="6786680" y="51692"/>
                </a:cubicBezTo>
                <a:cubicBezTo>
                  <a:pt x="6786680" y="55733"/>
                  <a:pt x="6787817" y="58913"/>
                  <a:pt x="6790086" y="61228"/>
                </a:cubicBezTo>
                <a:cubicBezTo>
                  <a:pt x="6792403" y="63542"/>
                  <a:pt x="6795626" y="64700"/>
                  <a:pt x="6799758" y="64700"/>
                </a:cubicBezTo>
                <a:cubicBezTo>
                  <a:pt x="6801982" y="64700"/>
                  <a:pt x="6803910" y="64359"/>
                  <a:pt x="6805545" y="63679"/>
                </a:cubicBezTo>
                <a:cubicBezTo>
                  <a:pt x="6807179" y="62954"/>
                  <a:pt x="6808520" y="61976"/>
                  <a:pt x="6809565" y="60750"/>
                </a:cubicBezTo>
                <a:cubicBezTo>
                  <a:pt x="6810654" y="59479"/>
                  <a:pt x="6811448" y="58027"/>
                  <a:pt x="6811949" y="56393"/>
                </a:cubicBezTo>
                <a:cubicBezTo>
                  <a:pt x="6812491" y="54758"/>
                  <a:pt x="6812766" y="53055"/>
                  <a:pt x="6812766" y="51284"/>
                </a:cubicBezTo>
                <a:close/>
                <a:moveTo>
                  <a:pt x="6818418" y="99844"/>
                </a:moveTo>
                <a:cubicBezTo>
                  <a:pt x="6818418" y="97209"/>
                  <a:pt x="6817329" y="95189"/>
                  <a:pt x="6815149" y="93780"/>
                </a:cubicBezTo>
                <a:cubicBezTo>
                  <a:pt x="6813014" y="92329"/>
                  <a:pt x="6810108" y="91557"/>
                  <a:pt x="6806431" y="91466"/>
                </a:cubicBezTo>
                <a:lnTo>
                  <a:pt x="6790563" y="90920"/>
                </a:lnTo>
                <a:cubicBezTo>
                  <a:pt x="6789111" y="92057"/>
                  <a:pt x="6787908" y="93146"/>
                  <a:pt x="6786954" y="94189"/>
                </a:cubicBezTo>
                <a:cubicBezTo>
                  <a:pt x="6786045" y="95189"/>
                  <a:pt x="6785319" y="96143"/>
                  <a:pt x="6784774" y="97049"/>
                </a:cubicBezTo>
                <a:cubicBezTo>
                  <a:pt x="6784228" y="98004"/>
                  <a:pt x="6783842" y="98935"/>
                  <a:pt x="6783616" y="99844"/>
                </a:cubicBezTo>
                <a:cubicBezTo>
                  <a:pt x="6783436" y="100750"/>
                  <a:pt x="6783345" y="101681"/>
                  <a:pt x="6783345" y="102636"/>
                </a:cubicBezTo>
                <a:cubicBezTo>
                  <a:pt x="6783345" y="105585"/>
                  <a:pt x="6784842" y="107811"/>
                  <a:pt x="6787840" y="109308"/>
                </a:cubicBezTo>
                <a:cubicBezTo>
                  <a:pt x="6790834" y="110854"/>
                  <a:pt x="6795012" y="111625"/>
                  <a:pt x="6800370" y="111625"/>
                </a:cubicBezTo>
                <a:cubicBezTo>
                  <a:pt x="6803776" y="111625"/>
                  <a:pt x="6806614" y="111285"/>
                  <a:pt x="6808882" y="110602"/>
                </a:cubicBezTo>
                <a:cubicBezTo>
                  <a:pt x="6811200" y="109968"/>
                  <a:pt x="6813060" y="109105"/>
                  <a:pt x="6814469" y="108016"/>
                </a:cubicBezTo>
                <a:cubicBezTo>
                  <a:pt x="6815875" y="106925"/>
                  <a:pt x="6816875" y="105676"/>
                  <a:pt x="6817464" y="104270"/>
                </a:cubicBezTo>
                <a:cubicBezTo>
                  <a:pt x="6818101" y="102861"/>
                  <a:pt x="6818418" y="101387"/>
                  <a:pt x="6818418" y="99844"/>
                </a:cubicBezTo>
                <a:close/>
                <a:moveTo>
                  <a:pt x="6897556" y="93646"/>
                </a:moveTo>
                <a:cubicBezTo>
                  <a:pt x="6897556" y="94009"/>
                  <a:pt x="6897465" y="94326"/>
                  <a:pt x="6897282" y="94598"/>
                </a:cubicBezTo>
                <a:cubicBezTo>
                  <a:pt x="6897102" y="94826"/>
                  <a:pt x="6896808" y="95029"/>
                  <a:pt x="6896396" y="95212"/>
                </a:cubicBezTo>
                <a:cubicBezTo>
                  <a:pt x="6895988" y="95392"/>
                  <a:pt x="6895422" y="95529"/>
                  <a:pt x="6894696" y="95621"/>
                </a:cubicBezTo>
                <a:cubicBezTo>
                  <a:pt x="6893967" y="95712"/>
                  <a:pt x="6893062" y="95755"/>
                  <a:pt x="6891970" y="95755"/>
                </a:cubicBezTo>
                <a:cubicBezTo>
                  <a:pt x="6890836" y="95755"/>
                  <a:pt x="6889904" y="95712"/>
                  <a:pt x="6889178" y="95621"/>
                </a:cubicBezTo>
                <a:cubicBezTo>
                  <a:pt x="6888452" y="95529"/>
                  <a:pt x="6887884" y="95392"/>
                  <a:pt x="6887475" y="95212"/>
                </a:cubicBezTo>
                <a:cubicBezTo>
                  <a:pt x="6887066" y="95029"/>
                  <a:pt x="6886772" y="94826"/>
                  <a:pt x="6886589" y="94598"/>
                </a:cubicBezTo>
                <a:cubicBezTo>
                  <a:pt x="6886409" y="94326"/>
                  <a:pt x="6886318" y="94009"/>
                  <a:pt x="6886318" y="93646"/>
                </a:cubicBezTo>
                <a:lnTo>
                  <a:pt x="6886318" y="57753"/>
                </a:lnTo>
                <a:cubicBezTo>
                  <a:pt x="6886318" y="54258"/>
                  <a:pt x="6886046" y="51444"/>
                  <a:pt x="6885501" y="49309"/>
                </a:cubicBezTo>
                <a:cubicBezTo>
                  <a:pt x="6884955" y="47174"/>
                  <a:pt x="6884160" y="45337"/>
                  <a:pt x="6883117" y="43791"/>
                </a:cubicBezTo>
                <a:cubicBezTo>
                  <a:pt x="6882072" y="42248"/>
                  <a:pt x="6880711" y="41068"/>
                  <a:pt x="6879031" y="40251"/>
                </a:cubicBezTo>
                <a:cubicBezTo>
                  <a:pt x="6877397" y="39433"/>
                  <a:pt x="6875488" y="39025"/>
                  <a:pt x="6873310" y="39025"/>
                </a:cubicBezTo>
                <a:cubicBezTo>
                  <a:pt x="6870496" y="39025"/>
                  <a:pt x="6867681" y="40025"/>
                  <a:pt x="6864864" y="42022"/>
                </a:cubicBezTo>
                <a:cubicBezTo>
                  <a:pt x="6862049" y="44020"/>
                  <a:pt x="6859097" y="46949"/>
                  <a:pt x="6856011" y="50806"/>
                </a:cubicBezTo>
                <a:lnTo>
                  <a:pt x="6856011" y="93646"/>
                </a:lnTo>
                <a:cubicBezTo>
                  <a:pt x="6856011" y="94009"/>
                  <a:pt x="6855920" y="94326"/>
                  <a:pt x="6855740" y="94598"/>
                </a:cubicBezTo>
                <a:cubicBezTo>
                  <a:pt x="6855557" y="94826"/>
                  <a:pt x="6855263" y="95029"/>
                  <a:pt x="6854854" y="95212"/>
                </a:cubicBezTo>
                <a:cubicBezTo>
                  <a:pt x="6854445" y="95392"/>
                  <a:pt x="6853877" y="95529"/>
                  <a:pt x="6853151" y="95621"/>
                </a:cubicBezTo>
                <a:cubicBezTo>
                  <a:pt x="6852425" y="95712"/>
                  <a:pt x="6851493" y="95755"/>
                  <a:pt x="6850359" y="95755"/>
                </a:cubicBezTo>
                <a:cubicBezTo>
                  <a:pt x="6849270" y="95755"/>
                  <a:pt x="6848362" y="95712"/>
                  <a:pt x="6847636" y="95621"/>
                </a:cubicBezTo>
                <a:cubicBezTo>
                  <a:pt x="6846907" y="95529"/>
                  <a:pt x="6846319" y="95392"/>
                  <a:pt x="6845864" y="95212"/>
                </a:cubicBezTo>
                <a:cubicBezTo>
                  <a:pt x="6845456" y="95029"/>
                  <a:pt x="6845161" y="94826"/>
                  <a:pt x="6844978" y="94598"/>
                </a:cubicBezTo>
                <a:cubicBezTo>
                  <a:pt x="6844841" y="94326"/>
                  <a:pt x="6844773" y="94009"/>
                  <a:pt x="6844773" y="93646"/>
                </a:cubicBezTo>
                <a:lnTo>
                  <a:pt x="6844773" y="2657"/>
                </a:lnTo>
                <a:cubicBezTo>
                  <a:pt x="6844773" y="2295"/>
                  <a:pt x="6844841" y="1977"/>
                  <a:pt x="6844978" y="1703"/>
                </a:cubicBezTo>
                <a:cubicBezTo>
                  <a:pt x="6845161" y="1432"/>
                  <a:pt x="6845456" y="1206"/>
                  <a:pt x="6845864" y="1023"/>
                </a:cubicBezTo>
                <a:cubicBezTo>
                  <a:pt x="6846319" y="840"/>
                  <a:pt x="6846907" y="706"/>
                  <a:pt x="6847636" y="614"/>
                </a:cubicBezTo>
                <a:cubicBezTo>
                  <a:pt x="6848362" y="523"/>
                  <a:pt x="6849270" y="477"/>
                  <a:pt x="6850359" y="477"/>
                </a:cubicBezTo>
                <a:cubicBezTo>
                  <a:pt x="6851493" y="477"/>
                  <a:pt x="6852425" y="523"/>
                  <a:pt x="6853151" y="614"/>
                </a:cubicBezTo>
                <a:cubicBezTo>
                  <a:pt x="6853877" y="706"/>
                  <a:pt x="6854445" y="840"/>
                  <a:pt x="6854854" y="1023"/>
                </a:cubicBezTo>
                <a:cubicBezTo>
                  <a:pt x="6855263" y="1206"/>
                  <a:pt x="6855557" y="1432"/>
                  <a:pt x="6855740" y="1703"/>
                </a:cubicBezTo>
                <a:cubicBezTo>
                  <a:pt x="6855920" y="1977"/>
                  <a:pt x="6856011" y="2295"/>
                  <a:pt x="6856011" y="2657"/>
                </a:cubicBezTo>
                <a:lnTo>
                  <a:pt x="6856011" y="39365"/>
                </a:lnTo>
                <a:cubicBezTo>
                  <a:pt x="6859234" y="35962"/>
                  <a:pt x="6862481" y="33441"/>
                  <a:pt x="6865750" y="31807"/>
                </a:cubicBezTo>
                <a:cubicBezTo>
                  <a:pt x="6869019" y="30127"/>
                  <a:pt x="6872310" y="29287"/>
                  <a:pt x="6875625" y="29287"/>
                </a:cubicBezTo>
                <a:cubicBezTo>
                  <a:pt x="6879711" y="29287"/>
                  <a:pt x="6883140" y="29989"/>
                  <a:pt x="6885909" y="31398"/>
                </a:cubicBezTo>
                <a:cubicBezTo>
                  <a:pt x="6888724" y="32758"/>
                  <a:pt x="6890996" y="34599"/>
                  <a:pt x="6892719" y="36913"/>
                </a:cubicBezTo>
                <a:cubicBezTo>
                  <a:pt x="6894445" y="39231"/>
                  <a:pt x="6895670" y="41954"/>
                  <a:pt x="6896396" y="45086"/>
                </a:cubicBezTo>
                <a:cubicBezTo>
                  <a:pt x="6897171" y="48175"/>
                  <a:pt x="6897556" y="51921"/>
                  <a:pt x="6897556" y="56324"/>
                </a:cubicBezTo>
                <a:lnTo>
                  <a:pt x="6897556" y="93646"/>
                </a:lnTo>
                <a:close/>
                <a:moveTo>
                  <a:pt x="6948634" y="89151"/>
                </a:moveTo>
                <a:cubicBezTo>
                  <a:pt x="6948634" y="90466"/>
                  <a:pt x="6948543" y="91511"/>
                  <a:pt x="6948363" y="92283"/>
                </a:cubicBezTo>
                <a:cubicBezTo>
                  <a:pt x="6948180" y="93054"/>
                  <a:pt x="6947908" y="93623"/>
                  <a:pt x="6947545" y="93986"/>
                </a:cubicBezTo>
                <a:cubicBezTo>
                  <a:pt x="6947180" y="94349"/>
                  <a:pt x="6946637" y="94689"/>
                  <a:pt x="6945908" y="95006"/>
                </a:cubicBezTo>
                <a:cubicBezTo>
                  <a:pt x="6945182" y="95326"/>
                  <a:pt x="6944342" y="95575"/>
                  <a:pt x="6943391" y="95755"/>
                </a:cubicBezTo>
                <a:cubicBezTo>
                  <a:pt x="6942482" y="95983"/>
                  <a:pt x="6941505" y="96163"/>
                  <a:pt x="6940462" y="96301"/>
                </a:cubicBezTo>
                <a:cubicBezTo>
                  <a:pt x="6939416" y="96438"/>
                  <a:pt x="6938373" y="96506"/>
                  <a:pt x="6937327" y="96506"/>
                </a:cubicBezTo>
                <a:cubicBezTo>
                  <a:pt x="6934150" y="96506"/>
                  <a:pt x="6931426" y="96098"/>
                  <a:pt x="6929155" y="95280"/>
                </a:cubicBezTo>
                <a:cubicBezTo>
                  <a:pt x="6926886" y="94418"/>
                  <a:pt x="6925023" y="93146"/>
                  <a:pt x="6923571" y="91466"/>
                </a:cubicBezTo>
                <a:cubicBezTo>
                  <a:pt x="6922119" y="89740"/>
                  <a:pt x="6921051" y="87582"/>
                  <a:pt x="6920371" y="84996"/>
                </a:cubicBezTo>
                <a:cubicBezTo>
                  <a:pt x="6919733" y="82362"/>
                  <a:pt x="6919416" y="79276"/>
                  <a:pt x="6919416" y="75732"/>
                </a:cubicBezTo>
                <a:lnTo>
                  <a:pt x="6919416" y="39911"/>
                </a:lnTo>
                <a:lnTo>
                  <a:pt x="6910835" y="39911"/>
                </a:lnTo>
                <a:cubicBezTo>
                  <a:pt x="6910155" y="39911"/>
                  <a:pt x="6909609" y="39548"/>
                  <a:pt x="6909201" y="38822"/>
                </a:cubicBezTo>
                <a:cubicBezTo>
                  <a:pt x="6908792" y="38093"/>
                  <a:pt x="6908589" y="36913"/>
                  <a:pt x="6908589" y="35279"/>
                </a:cubicBezTo>
                <a:cubicBezTo>
                  <a:pt x="6908589" y="34416"/>
                  <a:pt x="6908635" y="33690"/>
                  <a:pt x="6908723" y="33101"/>
                </a:cubicBezTo>
                <a:cubicBezTo>
                  <a:pt x="6908861" y="32510"/>
                  <a:pt x="6909021" y="32033"/>
                  <a:pt x="6909201" y="31670"/>
                </a:cubicBezTo>
                <a:cubicBezTo>
                  <a:pt x="6909384" y="31261"/>
                  <a:pt x="6909609" y="30990"/>
                  <a:pt x="6909884" y="30852"/>
                </a:cubicBezTo>
                <a:cubicBezTo>
                  <a:pt x="6910201" y="30672"/>
                  <a:pt x="6910541" y="30581"/>
                  <a:pt x="6910904" y="30581"/>
                </a:cubicBezTo>
                <a:lnTo>
                  <a:pt x="6919416" y="30581"/>
                </a:lnTo>
                <a:lnTo>
                  <a:pt x="6919416" y="16005"/>
                </a:lnTo>
                <a:cubicBezTo>
                  <a:pt x="6919416" y="15688"/>
                  <a:pt x="6919485" y="15393"/>
                  <a:pt x="6919622" y="15122"/>
                </a:cubicBezTo>
                <a:cubicBezTo>
                  <a:pt x="6919802" y="14848"/>
                  <a:pt x="6920099" y="14622"/>
                  <a:pt x="6920505" y="14439"/>
                </a:cubicBezTo>
                <a:cubicBezTo>
                  <a:pt x="6920959" y="14213"/>
                  <a:pt x="6921551" y="14053"/>
                  <a:pt x="6922277" y="13962"/>
                </a:cubicBezTo>
                <a:cubicBezTo>
                  <a:pt x="6923002" y="13873"/>
                  <a:pt x="6923911" y="13827"/>
                  <a:pt x="6925003" y="13827"/>
                </a:cubicBezTo>
                <a:cubicBezTo>
                  <a:pt x="6926137" y="13827"/>
                  <a:pt x="6927066" y="13873"/>
                  <a:pt x="6927794" y="13962"/>
                </a:cubicBezTo>
                <a:cubicBezTo>
                  <a:pt x="6928520" y="14053"/>
                  <a:pt x="6929089" y="14213"/>
                  <a:pt x="6929498" y="14439"/>
                </a:cubicBezTo>
                <a:cubicBezTo>
                  <a:pt x="6929906" y="14622"/>
                  <a:pt x="6930200" y="14848"/>
                  <a:pt x="6930380" y="15122"/>
                </a:cubicBezTo>
                <a:cubicBezTo>
                  <a:pt x="6930563" y="15393"/>
                  <a:pt x="6930655" y="15688"/>
                  <a:pt x="6930655" y="16005"/>
                </a:cubicBezTo>
                <a:lnTo>
                  <a:pt x="6930655" y="30581"/>
                </a:lnTo>
                <a:lnTo>
                  <a:pt x="6946385" y="30581"/>
                </a:lnTo>
                <a:cubicBezTo>
                  <a:pt x="6946748" y="30581"/>
                  <a:pt x="6947068" y="30672"/>
                  <a:pt x="6947340" y="30852"/>
                </a:cubicBezTo>
                <a:cubicBezTo>
                  <a:pt x="6947611" y="30990"/>
                  <a:pt x="6947840" y="31261"/>
                  <a:pt x="6948020" y="31670"/>
                </a:cubicBezTo>
                <a:cubicBezTo>
                  <a:pt x="6948248" y="32033"/>
                  <a:pt x="6948408" y="32510"/>
                  <a:pt x="6948497" y="33101"/>
                </a:cubicBezTo>
                <a:cubicBezTo>
                  <a:pt x="6948588" y="33690"/>
                  <a:pt x="6948634" y="34416"/>
                  <a:pt x="6948634" y="35279"/>
                </a:cubicBezTo>
                <a:cubicBezTo>
                  <a:pt x="6948634" y="36913"/>
                  <a:pt x="6948428" y="38093"/>
                  <a:pt x="6948020" y="38822"/>
                </a:cubicBezTo>
                <a:cubicBezTo>
                  <a:pt x="6947611" y="39548"/>
                  <a:pt x="6947068" y="39911"/>
                  <a:pt x="6946385" y="39911"/>
                </a:cubicBezTo>
                <a:lnTo>
                  <a:pt x="6930655" y="39911"/>
                </a:lnTo>
                <a:lnTo>
                  <a:pt x="6930655" y="74098"/>
                </a:lnTo>
                <a:cubicBezTo>
                  <a:pt x="6930655" y="78321"/>
                  <a:pt x="6931266" y="81522"/>
                  <a:pt x="6932492" y="83702"/>
                </a:cubicBezTo>
                <a:cubicBezTo>
                  <a:pt x="6933764" y="85836"/>
                  <a:pt x="6936013" y="86902"/>
                  <a:pt x="6939236" y="86902"/>
                </a:cubicBezTo>
                <a:cubicBezTo>
                  <a:pt x="6940279" y="86902"/>
                  <a:pt x="6941210" y="86811"/>
                  <a:pt x="6942028" y="86631"/>
                </a:cubicBezTo>
                <a:cubicBezTo>
                  <a:pt x="6942845" y="86402"/>
                  <a:pt x="6943571" y="86176"/>
                  <a:pt x="6944208" y="85948"/>
                </a:cubicBezTo>
                <a:cubicBezTo>
                  <a:pt x="6944842" y="85722"/>
                  <a:pt x="6945388" y="85519"/>
                  <a:pt x="6945842" y="85336"/>
                </a:cubicBezTo>
                <a:cubicBezTo>
                  <a:pt x="6946294" y="85111"/>
                  <a:pt x="6946703" y="84996"/>
                  <a:pt x="6947068" y="84996"/>
                </a:cubicBezTo>
                <a:cubicBezTo>
                  <a:pt x="6947294" y="84996"/>
                  <a:pt x="6947500" y="85065"/>
                  <a:pt x="6947680" y="85199"/>
                </a:cubicBezTo>
                <a:cubicBezTo>
                  <a:pt x="6947908" y="85291"/>
                  <a:pt x="6948066" y="85496"/>
                  <a:pt x="6948157" y="85814"/>
                </a:cubicBezTo>
                <a:cubicBezTo>
                  <a:pt x="6948294" y="86131"/>
                  <a:pt x="6948406" y="86562"/>
                  <a:pt x="6948497" y="87108"/>
                </a:cubicBezTo>
                <a:cubicBezTo>
                  <a:pt x="6948588" y="87651"/>
                  <a:pt x="6948634" y="88334"/>
                  <a:pt x="6948634" y="891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…">
            <a:extLst xmlns:a="http://schemas.openxmlformats.org/drawingml/2006/main">
              <a:ext uri="{FF2B5EF4-FFF2-40B4-BE49-F238E27FC236}">
                <a16:creationId xmlns:a16="http://schemas.microsoft.com/office/drawing/2014/main" id="{AC173B72-C147-4860-B076-3B7853CE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746" y="4240588"/>
            <a:ext cx="106992" cy="14030"/>
          </a:xfrm>
          <a:custGeom xmlns:a="http://schemas.openxmlformats.org/drawingml/2006/main">
            <a:pathLst>
              <a:path w="106992" h="14030">
                <a:moveTo>
                  <a:pt x="0" y="14030"/>
                </a:moveTo>
                <a:lnTo>
                  <a:pt x="0" y="0"/>
                </a:lnTo>
                <a:lnTo>
                  <a:pt x="13961" y="0"/>
                </a:lnTo>
                <a:lnTo>
                  <a:pt x="13961" y="14030"/>
                </a:lnTo>
                <a:lnTo>
                  <a:pt x="0" y="14030"/>
                </a:lnTo>
                <a:moveTo>
                  <a:pt x="46515" y="14030"/>
                </a:moveTo>
                <a:lnTo>
                  <a:pt x="46515" y="0"/>
                </a:lnTo>
                <a:lnTo>
                  <a:pt x="60477" y="0"/>
                </a:lnTo>
                <a:lnTo>
                  <a:pt x="60477" y="14030"/>
                </a:lnTo>
                <a:lnTo>
                  <a:pt x="46515" y="14030"/>
                </a:lnTo>
                <a:moveTo>
                  <a:pt x="92963" y="14030"/>
                </a:moveTo>
                <a:lnTo>
                  <a:pt x="92963" y="0"/>
                </a:lnTo>
                <a:lnTo>
                  <a:pt x="106992" y="0"/>
                </a:lnTo>
                <a:lnTo>
                  <a:pt x="106992" y="14030"/>
                </a:lnTo>
                <a:lnTo>
                  <a:pt x="92963" y="14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D0028-E6F5-49F8-BF12-59E70BD3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877" y="4159268"/>
            <a:ext cx="46174" cy="34939"/>
          </a:xfrm>
          <a:custGeom xmlns:a="http://schemas.openxmlformats.org/drawingml/2006/main">
            <a:pathLst>
              <a:path w="46174" h="34939">
                <a:moveTo>
                  <a:pt x="46174" y="5518"/>
                </a:moveTo>
                <a:cubicBezTo>
                  <a:pt x="46174" y="6927"/>
                  <a:pt x="46106" y="8218"/>
                  <a:pt x="45971" y="9401"/>
                </a:cubicBezTo>
                <a:cubicBezTo>
                  <a:pt x="45834" y="10536"/>
                  <a:pt x="45609" y="11624"/>
                  <a:pt x="45289" y="12670"/>
                </a:cubicBezTo>
                <a:cubicBezTo>
                  <a:pt x="45017" y="13713"/>
                  <a:pt x="44608" y="14756"/>
                  <a:pt x="44063" y="15802"/>
                </a:cubicBezTo>
                <a:cubicBezTo>
                  <a:pt x="43563" y="16799"/>
                  <a:pt x="42951" y="17845"/>
                  <a:pt x="42225" y="18934"/>
                </a:cubicBezTo>
                <a:lnTo>
                  <a:pt x="32964" y="32896"/>
                </a:lnTo>
                <a:cubicBezTo>
                  <a:pt x="32781" y="33258"/>
                  <a:pt x="32533" y="33576"/>
                  <a:pt x="32213" y="33850"/>
                </a:cubicBezTo>
                <a:cubicBezTo>
                  <a:pt x="31941" y="34076"/>
                  <a:pt x="31601" y="34281"/>
                  <a:pt x="31192" y="34461"/>
                </a:cubicBezTo>
                <a:cubicBezTo>
                  <a:pt x="30784" y="34599"/>
                  <a:pt x="30307" y="34713"/>
                  <a:pt x="29761" y="34801"/>
                </a:cubicBezTo>
                <a:cubicBezTo>
                  <a:pt x="29218" y="34893"/>
                  <a:pt x="28535" y="34939"/>
                  <a:pt x="27718" y="34939"/>
                </a:cubicBezTo>
                <a:cubicBezTo>
                  <a:pt x="26992" y="34939"/>
                  <a:pt x="26380" y="34916"/>
                  <a:pt x="25880" y="34870"/>
                </a:cubicBezTo>
                <a:cubicBezTo>
                  <a:pt x="25426" y="34779"/>
                  <a:pt x="25063" y="34644"/>
                  <a:pt x="24789" y="34461"/>
                </a:cubicBezTo>
                <a:cubicBezTo>
                  <a:pt x="24563" y="34281"/>
                  <a:pt x="24449" y="34053"/>
                  <a:pt x="24449" y="33781"/>
                </a:cubicBezTo>
                <a:cubicBezTo>
                  <a:pt x="24449" y="33510"/>
                  <a:pt x="24517" y="33167"/>
                  <a:pt x="24655" y="32758"/>
                </a:cubicBezTo>
                <a:lnTo>
                  <a:pt x="33644" y="14167"/>
                </a:lnTo>
                <a:lnTo>
                  <a:pt x="33644" y="5518"/>
                </a:lnTo>
                <a:cubicBezTo>
                  <a:pt x="33644" y="4338"/>
                  <a:pt x="33756" y="3383"/>
                  <a:pt x="33984" y="2657"/>
                </a:cubicBezTo>
                <a:cubicBezTo>
                  <a:pt x="34210" y="1932"/>
                  <a:pt x="34576" y="1386"/>
                  <a:pt x="35073" y="1023"/>
                </a:cubicBezTo>
                <a:cubicBezTo>
                  <a:pt x="35619" y="614"/>
                  <a:pt x="36276" y="343"/>
                  <a:pt x="37047" y="206"/>
                </a:cubicBezTo>
                <a:cubicBezTo>
                  <a:pt x="37868" y="69"/>
                  <a:pt x="38842" y="0"/>
                  <a:pt x="39976" y="0"/>
                </a:cubicBezTo>
                <a:cubicBezTo>
                  <a:pt x="41022" y="0"/>
                  <a:pt x="41931" y="69"/>
                  <a:pt x="42702" y="206"/>
                </a:cubicBezTo>
                <a:cubicBezTo>
                  <a:pt x="43520" y="343"/>
                  <a:pt x="44177" y="614"/>
                  <a:pt x="44677" y="1023"/>
                </a:cubicBezTo>
                <a:cubicBezTo>
                  <a:pt x="45177" y="1386"/>
                  <a:pt x="45540" y="1932"/>
                  <a:pt x="45766" y="2657"/>
                </a:cubicBezTo>
                <a:cubicBezTo>
                  <a:pt x="46040" y="3383"/>
                  <a:pt x="46174" y="4338"/>
                  <a:pt x="46174" y="5518"/>
                </a:cubicBezTo>
                <a:close/>
                <a:moveTo>
                  <a:pt x="21794" y="5518"/>
                </a:moveTo>
                <a:cubicBezTo>
                  <a:pt x="21794" y="6927"/>
                  <a:pt x="21726" y="8218"/>
                  <a:pt x="21588" y="9401"/>
                </a:cubicBezTo>
                <a:cubicBezTo>
                  <a:pt x="21454" y="10536"/>
                  <a:pt x="21226" y="11624"/>
                  <a:pt x="20908" y="12670"/>
                </a:cubicBezTo>
                <a:cubicBezTo>
                  <a:pt x="20637" y="13713"/>
                  <a:pt x="20228" y="14756"/>
                  <a:pt x="19682" y="15802"/>
                </a:cubicBezTo>
                <a:cubicBezTo>
                  <a:pt x="19182" y="16799"/>
                  <a:pt x="18571" y="17845"/>
                  <a:pt x="17842" y="18934"/>
                </a:cubicBezTo>
                <a:lnTo>
                  <a:pt x="8581" y="32896"/>
                </a:lnTo>
                <a:cubicBezTo>
                  <a:pt x="8401" y="33258"/>
                  <a:pt x="8150" y="33576"/>
                  <a:pt x="7832" y="33850"/>
                </a:cubicBezTo>
                <a:cubicBezTo>
                  <a:pt x="7558" y="34076"/>
                  <a:pt x="7218" y="34281"/>
                  <a:pt x="6809" y="34461"/>
                </a:cubicBezTo>
                <a:cubicBezTo>
                  <a:pt x="6401" y="34599"/>
                  <a:pt x="5924" y="34713"/>
                  <a:pt x="5381" y="34801"/>
                </a:cubicBezTo>
                <a:cubicBezTo>
                  <a:pt x="4835" y="34893"/>
                  <a:pt x="4155" y="34939"/>
                  <a:pt x="3338" y="34939"/>
                </a:cubicBezTo>
                <a:cubicBezTo>
                  <a:pt x="2612" y="34939"/>
                  <a:pt x="1997" y="34916"/>
                  <a:pt x="1497" y="34870"/>
                </a:cubicBezTo>
                <a:cubicBezTo>
                  <a:pt x="1000" y="34779"/>
                  <a:pt x="634" y="34644"/>
                  <a:pt x="409" y="34461"/>
                </a:cubicBezTo>
                <a:cubicBezTo>
                  <a:pt x="183" y="34281"/>
                  <a:pt x="46" y="34053"/>
                  <a:pt x="0" y="33781"/>
                </a:cubicBezTo>
                <a:cubicBezTo>
                  <a:pt x="0" y="33510"/>
                  <a:pt x="91" y="33167"/>
                  <a:pt x="271" y="32758"/>
                </a:cubicBezTo>
                <a:lnTo>
                  <a:pt x="9261" y="14167"/>
                </a:lnTo>
                <a:lnTo>
                  <a:pt x="9261" y="5518"/>
                </a:lnTo>
                <a:cubicBezTo>
                  <a:pt x="9261" y="4338"/>
                  <a:pt x="9375" y="3383"/>
                  <a:pt x="9604" y="2657"/>
                </a:cubicBezTo>
                <a:cubicBezTo>
                  <a:pt x="9830" y="1932"/>
                  <a:pt x="10193" y="1386"/>
                  <a:pt x="10693" y="1023"/>
                </a:cubicBezTo>
                <a:cubicBezTo>
                  <a:pt x="11239" y="614"/>
                  <a:pt x="11896" y="343"/>
                  <a:pt x="12667" y="206"/>
                </a:cubicBezTo>
                <a:cubicBezTo>
                  <a:pt x="13485" y="69"/>
                  <a:pt x="14462" y="0"/>
                  <a:pt x="15596" y="0"/>
                </a:cubicBezTo>
                <a:cubicBezTo>
                  <a:pt x="16685" y="0"/>
                  <a:pt x="17616" y="69"/>
                  <a:pt x="18388" y="206"/>
                </a:cubicBezTo>
                <a:cubicBezTo>
                  <a:pt x="19160" y="343"/>
                  <a:pt x="19797" y="614"/>
                  <a:pt x="20294" y="1023"/>
                </a:cubicBezTo>
                <a:cubicBezTo>
                  <a:pt x="20794" y="1386"/>
                  <a:pt x="21157" y="1932"/>
                  <a:pt x="21386" y="2657"/>
                </a:cubicBezTo>
                <a:cubicBezTo>
                  <a:pt x="21657" y="3383"/>
                  <a:pt x="21794" y="4338"/>
                  <a:pt x="21794" y="55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94773-EECF-4185-9C7B-7776688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56" y="3220960"/>
            <a:ext cx="6719380" cy="211277"/>
          </a:xfrm>
          <a:custGeom xmlns:a="http://schemas.openxmlformats.org/drawingml/2006/main">
            <a:pathLst>
              <a:path w="6719380" h="211277">
                <a:moveTo>
                  <a:pt x="0" y="211277"/>
                </a:moveTo>
                <a:lnTo>
                  <a:pt x="0" y="0"/>
                </a:lnTo>
                <a:lnTo>
                  <a:pt x="6719380" y="0"/>
                </a:lnTo>
                <a:lnTo>
                  <a:pt x="6719380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3464E-CE35-43D0-9428-CB878D53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72" y="3275315"/>
            <a:ext cx="4439459" cy="121838"/>
          </a:xfrm>
          <a:custGeom xmlns:a="http://schemas.openxmlformats.org/drawingml/2006/main">
            <a:pathLst>
              <a:path w="4439459" h="121838">
                <a:moveTo>
                  <a:pt x="29149" y="3812"/>
                </a:moveTo>
                <a:cubicBezTo>
                  <a:pt x="25335" y="12667"/>
                  <a:pt x="22452" y="21814"/>
                  <a:pt x="20499" y="31258"/>
                </a:cubicBezTo>
                <a:cubicBezTo>
                  <a:pt x="18547" y="40657"/>
                  <a:pt x="17571" y="50306"/>
                  <a:pt x="17571" y="60205"/>
                </a:cubicBezTo>
                <a:cubicBezTo>
                  <a:pt x="17571" y="70146"/>
                  <a:pt x="18547" y="79819"/>
                  <a:pt x="20499" y="89217"/>
                </a:cubicBezTo>
                <a:cubicBezTo>
                  <a:pt x="22497" y="98569"/>
                  <a:pt x="25357" y="107739"/>
                  <a:pt x="29080" y="116729"/>
                </a:cubicBezTo>
                <a:cubicBezTo>
                  <a:pt x="29353" y="117458"/>
                  <a:pt x="29489" y="118069"/>
                  <a:pt x="29489" y="118569"/>
                </a:cubicBezTo>
                <a:cubicBezTo>
                  <a:pt x="29489" y="119115"/>
                  <a:pt x="29239" y="119569"/>
                  <a:pt x="28740" y="119932"/>
                </a:cubicBezTo>
                <a:cubicBezTo>
                  <a:pt x="28241" y="120295"/>
                  <a:pt x="27469" y="120566"/>
                  <a:pt x="26424" y="120749"/>
                </a:cubicBezTo>
                <a:cubicBezTo>
                  <a:pt x="25425" y="120929"/>
                  <a:pt x="24018" y="121021"/>
                  <a:pt x="22202" y="121021"/>
                </a:cubicBezTo>
                <a:cubicBezTo>
                  <a:pt x="20931" y="121021"/>
                  <a:pt x="19841" y="120975"/>
                  <a:pt x="18933" y="120884"/>
                </a:cubicBezTo>
                <a:cubicBezTo>
                  <a:pt x="18025" y="120795"/>
                  <a:pt x="17253" y="120658"/>
                  <a:pt x="16618" y="120475"/>
                </a:cubicBezTo>
                <a:cubicBezTo>
                  <a:pt x="16027" y="120341"/>
                  <a:pt x="15551" y="120135"/>
                  <a:pt x="15187" y="119864"/>
                </a:cubicBezTo>
                <a:cubicBezTo>
                  <a:pt x="14869" y="119635"/>
                  <a:pt x="14642" y="119363"/>
                  <a:pt x="14506" y="119046"/>
                </a:cubicBezTo>
                <a:cubicBezTo>
                  <a:pt x="12054" y="114323"/>
                  <a:pt x="9920" y="109557"/>
                  <a:pt x="8104" y="104745"/>
                </a:cubicBezTo>
                <a:cubicBezTo>
                  <a:pt x="6288" y="99975"/>
                  <a:pt x="4767" y="95163"/>
                  <a:pt x="3541" y="90306"/>
                </a:cubicBezTo>
                <a:cubicBezTo>
                  <a:pt x="2361" y="85402"/>
                  <a:pt x="1476" y="80476"/>
                  <a:pt x="885" y="75527"/>
                </a:cubicBezTo>
                <a:cubicBezTo>
                  <a:pt x="295" y="70532"/>
                  <a:pt x="0" y="65471"/>
                  <a:pt x="0" y="60339"/>
                </a:cubicBezTo>
                <a:cubicBezTo>
                  <a:pt x="0" y="55255"/>
                  <a:pt x="295" y="50238"/>
                  <a:pt x="885" y="45289"/>
                </a:cubicBezTo>
                <a:cubicBezTo>
                  <a:pt x="1521" y="40294"/>
                  <a:pt x="2452" y="35367"/>
                  <a:pt x="3678" y="30510"/>
                </a:cubicBezTo>
                <a:cubicBezTo>
                  <a:pt x="4903" y="25606"/>
                  <a:pt x="6402" y="20748"/>
                  <a:pt x="8172" y="15936"/>
                </a:cubicBezTo>
                <a:cubicBezTo>
                  <a:pt x="9989" y="11121"/>
                  <a:pt x="12100" y="6332"/>
                  <a:pt x="14506" y="1566"/>
                </a:cubicBezTo>
                <a:cubicBezTo>
                  <a:pt x="14597" y="1337"/>
                  <a:pt x="14779" y="1134"/>
                  <a:pt x="15051" y="952"/>
                </a:cubicBezTo>
                <a:cubicBezTo>
                  <a:pt x="15323" y="772"/>
                  <a:pt x="15732" y="612"/>
                  <a:pt x="16277" y="474"/>
                </a:cubicBezTo>
                <a:cubicBezTo>
                  <a:pt x="16822" y="294"/>
                  <a:pt x="17548" y="180"/>
                  <a:pt x="18456" y="134"/>
                </a:cubicBezTo>
                <a:cubicBezTo>
                  <a:pt x="19410" y="46"/>
                  <a:pt x="20613" y="0"/>
                  <a:pt x="22066" y="0"/>
                </a:cubicBezTo>
                <a:cubicBezTo>
                  <a:pt x="23700" y="0"/>
                  <a:pt x="25040" y="89"/>
                  <a:pt x="26084" y="271"/>
                </a:cubicBezTo>
                <a:cubicBezTo>
                  <a:pt x="27128" y="409"/>
                  <a:pt x="27923" y="634"/>
                  <a:pt x="28468" y="952"/>
                </a:cubicBezTo>
                <a:cubicBezTo>
                  <a:pt x="29012" y="1272"/>
                  <a:pt x="29308" y="1680"/>
                  <a:pt x="29353" y="2177"/>
                </a:cubicBezTo>
                <a:cubicBezTo>
                  <a:pt x="29444" y="2677"/>
                  <a:pt x="29376" y="3223"/>
                  <a:pt x="29149" y="3812"/>
                </a:cubicBezTo>
                <a:close/>
                <a:moveTo>
                  <a:pt x="102361" y="94663"/>
                </a:moveTo>
                <a:cubicBezTo>
                  <a:pt x="102361" y="95163"/>
                  <a:pt x="102247" y="95595"/>
                  <a:pt x="102020" y="95958"/>
                </a:cubicBezTo>
                <a:cubicBezTo>
                  <a:pt x="101793" y="96275"/>
                  <a:pt x="101408" y="96549"/>
                  <a:pt x="100863" y="96775"/>
                </a:cubicBezTo>
                <a:cubicBezTo>
                  <a:pt x="100318" y="97004"/>
                  <a:pt x="99569" y="97161"/>
                  <a:pt x="98615" y="97252"/>
                </a:cubicBezTo>
                <a:cubicBezTo>
                  <a:pt x="97707" y="97344"/>
                  <a:pt x="96572" y="97389"/>
                  <a:pt x="95210" y="97389"/>
                </a:cubicBezTo>
                <a:cubicBezTo>
                  <a:pt x="93757" y="97389"/>
                  <a:pt x="92577" y="97344"/>
                  <a:pt x="91669" y="97252"/>
                </a:cubicBezTo>
                <a:cubicBezTo>
                  <a:pt x="90760" y="97161"/>
                  <a:pt x="90011" y="97004"/>
                  <a:pt x="89421" y="96775"/>
                </a:cubicBezTo>
                <a:cubicBezTo>
                  <a:pt x="88876" y="96549"/>
                  <a:pt x="88468" y="96275"/>
                  <a:pt x="88195" y="95958"/>
                </a:cubicBezTo>
                <a:cubicBezTo>
                  <a:pt x="87968" y="95595"/>
                  <a:pt x="87855" y="95163"/>
                  <a:pt x="87855" y="94663"/>
                </a:cubicBezTo>
                <a:lnTo>
                  <a:pt x="87855" y="87922"/>
                </a:lnTo>
                <a:cubicBezTo>
                  <a:pt x="84722" y="91283"/>
                  <a:pt x="81430" y="93892"/>
                  <a:pt x="77979" y="95755"/>
                </a:cubicBezTo>
                <a:cubicBezTo>
                  <a:pt x="74574" y="97615"/>
                  <a:pt x="70783" y="98547"/>
                  <a:pt x="66606" y="98547"/>
                </a:cubicBezTo>
                <a:cubicBezTo>
                  <a:pt x="61975" y="98547"/>
                  <a:pt x="58048" y="97661"/>
                  <a:pt x="54824" y="95889"/>
                </a:cubicBezTo>
                <a:cubicBezTo>
                  <a:pt x="51646" y="94075"/>
                  <a:pt x="49035" y="91646"/>
                  <a:pt x="46992" y="88603"/>
                </a:cubicBezTo>
                <a:cubicBezTo>
                  <a:pt x="44994" y="85562"/>
                  <a:pt x="43541" y="82019"/>
                  <a:pt x="42633" y="77978"/>
                </a:cubicBezTo>
                <a:cubicBezTo>
                  <a:pt x="41725" y="73892"/>
                  <a:pt x="41271" y="69603"/>
                  <a:pt x="41271" y="65108"/>
                </a:cubicBezTo>
                <a:cubicBezTo>
                  <a:pt x="41271" y="59705"/>
                  <a:pt x="41839" y="54847"/>
                  <a:pt x="42974" y="50532"/>
                </a:cubicBezTo>
                <a:cubicBezTo>
                  <a:pt x="44154" y="46220"/>
                  <a:pt x="45857" y="42542"/>
                  <a:pt x="48082" y="39499"/>
                </a:cubicBezTo>
                <a:cubicBezTo>
                  <a:pt x="50306" y="36459"/>
                  <a:pt x="53076" y="34119"/>
                  <a:pt x="56390" y="32484"/>
                </a:cubicBezTo>
                <a:cubicBezTo>
                  <a:pt x="59705" y="30850"/>
                  <a:pt x="63519" y="30032"/>
                  <a:pt x="67832" y="30032"/>
                </a:cubicBezTo>
                <a:cubicBezTo>
                  <a:pt x="71237" y="30032"/>
                  <a:pt x="74325" y="30738"/>
                  <a:pt x="77094" y="32144"/>
                </a:cubicBezTo>
                <a:cubicBezTo>
                  <a:pt x="79864" y="33507"/>
                  <a:pt x="82611" y="35527"/>
                  <a:pt x="85335" y="38205"/>
                </a:cubicBezTo>
                <a:lnTo>
                  <a:pt x="85335" y="5312"/>
                </a:lnTo>
                <a:cubicBezTo>
                  <a:pt x="85335" y="4858"/>
                  <a:pt x="85448" y="4449"/>
                  <a:pt x="85675" y="4086"/>
                </a:cubicBezTo>
                <a:cubicBezTo>
                  <a:pt x="85948" y="3723"/>
                  <a:pt x="86402" y="3426"/>
                  <a:pt x="87037" y="3200"/>
                </a:cubicBezTo>
                <a:cubicBezTo>
                  <a:pt x="87718" y="2926"/>
                  <a:pt x="88604" y="2723"/>
                  <a:pt x="89693" y="2586"/>
                </a:cubicBezTo>
                <a:cubicBezTo>
                  <a:pt x="90783" y="2452"/>
                  <a:pt x="92168" y="2383"/>
                  <a:pt x="93848" y="2383"/>
                </a:cubicBezTo>
                <a:cubicBezTo>
                  <a:pt x="95528" y="2383"/>
                  <a:pt x="96913" y="2452"/>
                  <a:pt x="98002" y="2586"/>
                </a:cubicBezTo>
                <a:cubicBezTo>
                  <a:pt x="99092" y="2723"/>
                  <a:pt x="99954" y="2926"/>
                  <a:pt x="100590" y="3200"/>
                </a:cubicBezTo>
                <a:cubicBezTo>
                  <a:pt x="101226" y="3426"/>
                  <a:pt x="101680" y="3723"/>
                  <a:pt x="101952" y="4086"/>
                </a:cubicBezTo>
                <a:cubicBezTo>
                  <a:pt x="102225" y="4449"/>
                  <a:pt x="102361" y="4858"/>
                  <a:pt x="102361" y="5312"/>
                </a:cubicBezTo>
                <a:lnTo>
                  <a:pt x="102361" y="94663"/>
                </a:lnTo>
                <a:close/>
                <a:moveTo>
                  <a:pt x="85335" y="54075"/>
                </a:moveTo>
                <a:cubicBezTo>
                  <a:pt x="82883" y="50986"/>
                  <a:pt x="80522" y="48626"/>
                  <a:pt x="78252" y="46992"/>
                </a:cubicBezTo>
                <a:cubicBezTo>
                  <a:pt x="76027" y="45357"/>
                  <a:pt x="73689" y="44540"/>
                  <a:pt x="71237" y="44540"/>
                </a:cubicBezTo>
                <a:cubicBezTo>
                  <a:pt x="69012" y="44540"/>
                  <a:pt x="67083" y="45106"/>
                  <a:pt x="65448" y="46243"/>
                </a:cubicBezTo>
                <a:cubicBezTo>
                  <a:pt x="63859" y="47332"/>
                  <a:pt x="62565" y="48806"/>
                  <a:pt x="61566" y="50669"/>
                </a:cubicBezTo>
                <a:cubicBezTo>
                  <a:pt x="60613" y="52529"/>
                  <a:pt x="59886" y="54618"/>
                  <a:pt x="59387" y="56936"/>
                </a:cubicBezTo>
                <a:cubicBezTo>
                  <a:pt x="58933" y="59205"/>
                  <a:pt x="58706" y="61542"/>
                  <a:pt x="58706" y="63948"/>
                </a:cubicBezTo>
                <a:cubicBezTo>
                  <a:pt x="58706" y="66491"/>
                  <a:pt x="58910" y="68966"/>
                  <a:pt x="59319" y="71372"/>
                </a:cubicBezTo>
                <a:cubicBezTo>
                  <a:pt x="59727" y="73778"/>
                  <a:pt x="60386" y="75935"/>
                  <a:pt x="61294" y="77841"/>
                </a:cubicBezTo>
                <a:cubicBezTo>
                  <a:pt x="62247" y="79704"/>
                  <a:pt x="63496" y="81202"/>
                  <a:pt x="65040" y="82336"/>
                </a:cubicBezTo>
                <a:cubicBezTo>
                  <a:pt x="66583" y="83473"/>
                  <a:pt x="68536" y="84039"/>
                  <a:pt x="70897" y="84039"/>
                </a:cubicBezTo>
                <a:cubicBezTo>
                  <a:pt x="72077" y="84039"/>
                  <a:pt x="73212" y="83882"/>
                  <a:pt x="74302" y="83562"/>
                </a:cubicBezTo>
                <a:cubicBezTo>
                  <a:pt x="75437" y="83199"/>
                  <a:pt x="76572" y="82633"/>
                  <a:pt x="77707" y="81862"/>
                </a:cubicBezTo>
                <a:cubicBezTo>
                  <a:pt x="78888" y="81090"/>
                  <a:pt x="80091" y="80090"/>
                  <a:pt x="81317" y="78864"/>
                </a:cubicBezTo>
                <a:cubicBezTo>
                  <a:pt x="82543" y="77593"/>
                  <a:pt x="83882" y="76050"/>
                  <a:pt x="85335" y="74232"/>
                </a:cubicBezTo>
                <a:lnTo>
                  <a:pt x="85335" y="54075"/>
                </a:lnTo>
                <a:close/>
                <a:moveTo>
                  <a:pt x="147106" y="60339"/>
                </a:moveTo>
                <a:cubicBezTo>
                  <a:pt x="147106" y="65471"/>
                  <a:pt x="146811" y="70532"/>
                  <a:pt x="146220" y="75527"/>
                </a:cubicBezTo>
                <a:cubicBezTo>
                  <a:pt x="145630" y="80476"/>
                  <a:pt x="144722" y="85402"/>
                  <a:pt x="143496" y="90306"/>
                </a:cubicBezTo>
                <a:cubicBezTo>
                  <a:pt x="142316" y="95163"/>
                  <a:pt x="140817" y="99975"/>
                  <a:pt x="139001" y="104745"/>
                </a:cubicBezTo>
                <a:cubicBezTo>
                  <a:pt x="137231" y="109557"/>
                  <a:pt x="135119" y="114323"/>
                  <a:pt x="132667" y="119046"/>
                </a:cubicBezTo>
                <a:cubicBezTo>
                  <a:pt x="132531" y="119363"/>
                  <a:pt x="132281" y="119635"/>
                  <a:pt x="131918" y="119864"/>
                </a:cubicBezTo>
                <a:cubicBezTo>
                  <a:pt x="131600" y="120135"/>
                  <a:pt x="131124" y="120341"/>
                  <a:pt x="130488" y="120475"/>
                </a:cubicBezTo>
                <a:cubicBezTo>
                  <a:pt x="129898" y="120658"/>
                  <a:pt x="129149" y="120795"/>
                  <a:pt x="128241" y="120884"/>
                </a:cubicBezTo>
                <a:cubicBezTo>
                  <a:pt x="127332" y="120975"/>
                  <a:pt x="126243" y="121021"/>
                  <a:pt x="124972" y="121021"/>
                </a:cubicBezTo>
                <a:cubicBezTo>
                  <a:pt x="123110" y="121021"/>
                  <a:pt x="121657" y="120929"/>
                  <a:pt x="120613" y="120749"/>
                </a:cubicBezTo>
                <a:cubicBezTo>
                  <a:pt x="119614" y="120566"/>
                  <a:pt x="118865" y="120295"/>
                  <a:pt x="118366" y="119932"/>
                </a:cubicBezTo>
                <a:cubicBezTo>
                  <a:pt x="117866" y="119569"/>
                  <a:pt x="117616" y="119115"/>
                  <a:pt x="117616" y="118569"/>
                </a:cubicBezTo>
                <a:cubicBezTo>
                  <a:pt x="117616" y="118069"/>
                  <a:pt x="117753" y="117458"/>
                  <a:pt x="118025" y="116729"/>
                </a:cubicBezTo>
                <a:cubicBezTo>
                  <a:pt x="121794" y="107831"/>
                  <a:pt x="124654" y="98684"/>
                  <a:pt x="126606" y="89283"/>
                </a:cubicBezTo>
                <a:cubicBezTo>
                  <a:pt x="128604" y="79841"/>
                  <a:pt x="129603" y="70146"/>
                  <a:pt x="129603" y="60205"/>
                </a:cubicBezTo>
                <a:cubicBezTo>
                  <a:pt x="129603" y="50306"/>
                  <a:pt x="128627" y="40657"/>
                  <a:pt x="126674" y="31258"/>
                </a:cubicBezTo>
                <a:cubicBezTo>
                  <a:pt x="124722" y="21814"/>
                  <a:pt x="121816" y="12667"/>
                  <a:pt x="117957" y="3812"/>
                </a:cubicBezTo>
                <a:cubicBezTo>
                  <a:pt x="117730" y="3223"/>
                  <a:pt x="117639" y="2677"/>
                  <a:pt x="117684" y="2177"/>
                </a:cubicBezTo>
                <a:cubicBezTo>
                  <a:pt x="117775" y="1680"/>
                  <a:pt x="118093" y="1272"/>
                  <a:pt x="118638" y="952"/>
                </a:cubicBezTo>
                <a:cubicBezTo>
                  <a:pt x="119228" y="634"/>
                  <a:pt x="120023" y="409"/>
                  <a:pt x="121022" y="271"/>
                </a:cubicBezTo>
                <a:cubicBezTo>
                  <a:pt x="122066" y="89"/>
                  <a:pt x="123428" y="0"/>
                  <a:pt x="125108" y="0"/>
                </a:cubicBezTo>
                <a:cubicBezTo>
                  <a:pt x="126515" y="0"/>
                  <a:pt x="127673" y="46"/>
                  <a:pt x="128581" y="134"/>
                </a:cubicBezTo>
                <a:cubicBezTo>
                  <a:pt x="129489" y="180"/>
                  <a:pt x="130238" y="294"/>
                  <a:pt x="130829" y="474"/>
                </a:cubicBezTo>
                <a:cubicBezTo>
                  <a:pt x="131419" y="612"/>
                  <a:pt x="131828" y="772"/>
                  <a:pt x="132055" y="952"/>
                </a:cubicBezTo>
                <a:cubicBezTo>
                  <a:pt x="132327" y="1134"/>
                  <a:pt x="132531" y="1337"/>
                  <a:pt x="132667" y="1566"/>
                </a:cubicBezTo>
                <a:cubicBezTo>
                  <a:pt x="137389" y="11101"/>
                  <a:pt x="140976" y="20748"/>
                  <a:pt x="143428" y="30510"/>
                </a:cubicBezTo>
                <a:cubicBezTo>
                  <a:pt x="145880" y="40225"/>
                  <a:pt x="147106" y="50169"/>
                  <a:pt x="147106" y="60339"/>
                </a:cubicBezTo>
                <a:close/>
                <a:moveTo>
                  <a:pt x="266288" y="22543"/>
                </a:moveTo>
                <a:cubicBezTo>
                  <a:pt x="266288" y="23857"/>
                  <a:pt x="266220" y="24995"/>
                  <a:pt x="266084" y="25946"/>
                </a:cubicBezTo>
                <a:cubicBezTo>
                  <a:pt x="265993" y="26901"/>
                  <a:pt x="265834" y="27672"/>
                  <a:pt x="265607" y="28264"/>
                </a:cubicBezTo>
                <a:cubicBezTo>
                  <a:pt x="265426" y="28806"/>
                  <a:pt x="265176" y="29192"/>
                  <a:pt x="264858" y="29421"/>
                </a:cubicBezTo>
                <a:cubicBezTo>
                  <a:pt x="264586" y="29647"/>
                  <a:pt x="264245" y="29761"/>
                  <a:pt x="263837" y="29761"/>
                </a:cubicBezTo>
                <a:cubicBezTo>
                  <a:pt x="263247" y="29761"/>
                  <a:pt x="262293" y="29352"/>
                  <a:pt x="260976" y="28535"/>
                </a:cubicBezTo>
                <a:cubicBezTo>
                  <a:pt x="259660" y="27718"/>
                  <a:pt x="257912" y="26832"/>
                  <a:pt x="255732" y="25878"/>
                </a:cubicBezTo>
                <a:cubicBezTo>
                  <a:pt x="253553" y="24926"/>
                  <a:pt x="250942" y="24040"/>
                  <a:pt x="247900" y="23223"/>
                </a:cubicBezTo>
                <a:cubicBezTo>
                  <a:pt x="244904" y="22406"/>
                  <a:pt x="241408" y="21997"/>
                  <a:pt x="237412" y="21997"/>
                </a:cubicBezTo>
                <a:cubicBezTo>
                  <a:pt x="233144" y="21997"/>
                  <a:pt x="229285" y="22746"/>
                  <a:pt x="225835" y="24243"/>
                </a:cubicBezTo>
                <a:cubicBezTo>
                  <a:pt x="222384" y="25697"/>
                  <a:pt x="219433" y="27786"/>
                  <a:pt x="216981" y="30510"/>
                </a:cubicBezTo>
                <a:cubicBezTo>
                  <a:pt x="214529" y="33190"/>
                  <a:pt x="212645" y="36436"/>
                  <a:pt x="211328" y="40248"/>
                </a:cubicBezTo>
                <a:cubicBezTo>
                  <a:pt x="210011" y="44017"/>
                  <a:pt x="209353" y="48195"/>
                  <a:pt x="209353" y="52781"/>
                </a:cubicBezTo>
                <a:cubicBezTo>
                  <a:pt x="209353" y="57819"/>
                  <a:pt x="210011" y="62271"/>
                  <a:pt x="211328" y="66128"/>
                </a:cubicBezTo>
                <a:cubicBezTo>
                  <a:pt x="212690" y="69943"/>
                  <a:pt x="214575" y="73143"/>
                  <a:pt x="216981" y="75732"/>
                </a:cubicBezTo>
                <a:cubicBezTo>
                  <a:pt x="219387" y="78318"/>
                  <a:pt x="222270" y="80273"/>
                  <a:pt x="225630" y="81587"/>
                </a:cubicBezTo>
                <a:cubicBezTo>
                  <a:pt x="229035" y="82905"/>
                  <a:pt x="232781" y="83562"/>
                  <a:pt x="236867" y="83562"/>
                </a:cubicBezTo>
                <a:cubicBezTo>
                  <a:pt x="238865" y="83562"/>
                  <a:pt x="240840" y="83336"/>
                  <a:pt x="242792" y="82882"/>
                </a:cubicBezTo>
                <a:cubicBezTo>
                  <a:pt x="244745" y="82427"/>
                  <a:pt x="246561" y="81747"/>
                  <a:pt x="248241" y="80839"/>
                </a:cubicBezTo>
                <a:lnTo>
                  <a:pt x="248241" y="60408"/>
                </a:lnTo>
                <a:lnTo>
                  <a:pt x="231555" y="60408"/>
                </a:lnTo>
                <a:cubicBezTo>
                  <a:pt x="230738" y="60408"/>
                  <a:pt x="230102" y="59907"/>
                  <a:pt x="229648" y="58910"/>
                </a:cubicBezTo>
                <a:cubicBezTo>
                  <a:pt x="229194" y="57864"/>
                  <a:pt x="228967" y="56118"/>
                  <a:pt x="228967" y="53667"/>
                </a:cubicBezTo>
                <a:cubicBezTo>
                  <a:pt x="228967" y="52395"/>
                  <a:pt x="229013" y="51326"/>
                  <a:pt x="229103" y="50463"/>
                </a:cubicBezTo>
                <a:cubicBezTo>
                  <a:pt x="229240" y="49600"/>
                  <a:pt x="229421" y="48920"/>
                  <a:pt x="229648" y="48420"/>
                </a:cubicBezTo>
                <a:cubicBezTo>
                  <a:pt x="229875" y="47877"/>
                  <a:pt x="230148" y="47492"/>
                  <a:pt x="230465" y="47263"/>
                </a:cubicBezTo>
                <a:cubicBezTo>
                  <a:pt x="230783" y="46992"/>
                  <a:pt x="231147" y="46854"/>
                  <a:pt x="231555" y="46854"/>
                </a:cubicBezTo>
                <a:lnTo>
                  <a:pt x="261317" y="46854"/>
                </a:lnTo>
                <a:cubicBezTo>
                  <a:pt x="262043" y="46854"/>
                  <a:pt x="262679" y="46992"/>
                  <a:pt x="263224" y="47263"/>
                </a:cubicBezTo>
                <a:cubicBezTo>
                  <a:pt x="263814" y="47492"/>
                  <a:pt x="264313" y="47855"/>
                  <a:pt x="264722" y="48355"/>
                </a:cubicBezTo>
                <a:cubicBezTo>
                  <a:pt x="265176" y="48852"/>
                  <a:pt x="265517" y="49466"/>
                  <a:pt x="265744" y="50192"/>
                </a:cubicBezTo>
                <a:cubicBezTo>
                  <a:pt x="265971" y="50872"/>
                  <a:pt x="266084" y="51666"/>
                  <a:pt x="266084" y="52575"/>
                </a:cubicBezTo>
                <a:lnTo>
                  <a:pt x="266084" y="87648"/>
                </a:lnTo>
                <a:cubicBezTo>
                  <a:pt x="266084" y="89011"/>
                  <a:pt x="265834" y="90214"/>
                  <a:pt x="265335" y="91260"/>
                </a:cubicBezTo>
                <a:cubicBezTo>
                  <a:pt x="264881" y="92257"/>
                  <a:pt x="263905" y="93052"/>
                  <a:pt x="262407" y="93643"/>
                </a:cubicBezTo>
                <a:cubicBezTo>
                  <a:pt x="260954" y="94232"/>
                  <a:pt x="259138" y="94846"/>
                  <a:pt x="256958" y="95481"/>
                </a:cubicBezTo>
                <a:cubicBezTo>
                  <a:pt x="254779" y="96118"/>
                  <a:pt x="252509" y="96661"/>
                  <a:pt x="250148" y="97115"/>
                </a:cubicBezTo>
                <a:cubicBezTo>
                  <a:pt x="247832" y="97569"/>
                  <a:pt x="245471" y="97909"/>
                  <a:pt x="243065" y="98138"/>
                </a:cubicBezTo>
                <a:cubicBezTo>
                  <a:pt x="240704" y="98364"/>
                  <a:pt x="238320" y="98478"/>
                  <a:pt x="235914" y="98478"/>
                </a:cubicBezTo>
                <a:cubicBezTo>
                  <a:pt x="228876" y="98478"/>
                  <a:pt x="222566" y="97478"/>
                  <a:pt x="216981" y="95481"/>
                </a:cubicBezTo>
                <a:cubicBezTo>
                  <a:pt x="211442" y="93437"/>
                  <a:pt x="206742" y="90511"/>
                  <a:pt x="202883" y="86697"/>
                </a:cubicBezTo>
                <a:cubicBezTo>
                  <a:pt x="199024" y="82836"/>
                  <a:pt x="196073" y="78161"/>
                  <a:pt x="194030" y="72666"/>
                </a:cubicBezTo>
                <a:cubicBezTo>
                  <a:pt x="191987" y="67128"/>
                  <a:pt x="190965" y="60862"/>
                  <a:pt x="190965" y="53870"/>
                </a:cubicBezTo>
                <a:cubicBezTo>
                  <a:pt x="190965" y="46652"/>
                  <a:pt x="192055" y="40179"/>
                  <a:pt x="194234" y="34459"/>
                </a:cubicBezTo>
                <a:cubicBezTo>
                  <a:pt x="196413" y="28695"/>
                  <a:pt x="199501" y="23812"/>
                  <a:pt x="203496" y="19817"/>
                </a:cubicBezTo>
                <a:cubicBezTo>
                  <a:pt x="207492" y="15776"/>
                  <a:pt x="212304" y="12690"/>
                  <a:pt x="217934" y="10556"/>
                </a:cubicBezTo>
                <a:cubicBezTo>
                  <a:pt x="223610" y="8421"/>
                  <a:pt x="229921" y="7355"/>
                  <a:pt x="236867" y="7355"/>
                </a:cubicBezTo>
                <a:cubicBezTo>
                  <a:pt x="240681" y="7355"/>
                  <a:pt x="244155" y="7627"/>
                  <a:pt x="247287" y="8172"/>
                </a:cubicBezTo>
                <a:cubicBezTo>
                  <a:pt x="250420" y="8670"/>
                  <a:pt x="253144" y="9307"/>
                  <a:pt x="255460" y="10078"/>
                </a:cubicBezTo>
                <a:cubicBezTo>
                  <a:pt x="257821" y="10804"/>
                  <a:pt x="259773" y="11599"/>
                  <a:pt x="261317" y="12462"/>
                </a:cubicBezTo>
                <a:cubicBezTo>
                  <a:pt x="262861" y="13325"/>
                  <a:pt x="263928" y="14073"/>
                  <a:pt x="264518" y="14710"/>
                </a:cubicBezTo>
                <a:cubicBezTo>
                  <a:pt x="265153" y="15345"/>
                  <a:pt x="265607" y="16253"/>
                  <a:pt x="265880" y="17434"/>
                </a:cubicBezTo>
                <a:cubicBezTo>
                  <a:pt x="266152" y="18568"/>
                  <a:pt x="266288" y="20271"/>
                  <a:pt x="266288" y="22543"/>
                </a:cubicBezTo>
                <a:close/>
                <a:moveTo>
                  <a:pt x="344813" y="35619"/>
                </a:moveTo>
                <a:cubicBezTo>
                  <a:pt x="344813" y="40568"/>
                  <a:pt x="344041" y="44948"/>
                  <a:pt x="342497" y="48763"/>
                </a:cubicBezTo>
                <a:cubicBezTo>
                  <a:pt x="340954" y="52575"/>
                  <a:pt x="338706" y="55798"/>
                  <a:pt x="335755" y="58433"/>
                </a:cubicBezTo>
                <a:cubicBezTo>
                  <a:pt x="332804" y="61022"/>
                  <a:pt x="329172" y="62996"/>
                  <a:pt x="324858" y="64357"/>
                </a:cubicBezTo>
                <a:cubicBezTo>
                  <a:pt x="320590" y="65720"/>
                  <a:pt x="315551" y="66400"/>
                  <a:pt x="309739" y="66400"/>
                </a:cubicBezTo>
                <a:lnTo>
                  <a:pt x="302384" y="66400"/>
                </a:lnTo>
                <a:lnTo>
                  <a:pt x="302384" y="94529"/>
                </a:lnTo>
                <a:cubicBezTo>
                  <a:pt x="302384" y="94983"/>
                  <a:pt x="302225" y="95392"/>
                  <a:pt x="301907" y="95755"/>
                </a:cubicBezTo>
                <a:cubicBezTo>
                  <a:pt x="301635" y="96118"/>
                  <a:pt x="301158" y="96412"/>
                  <a:pt x="300477" y="96641"/>
                </a:cubicBezTo>
                <a:cubicBezTo>
                  <a:pt x="299796" y="96866"/>
                  <a:pt x="298888" y="97049"/>
                  <a:pt x="297753" y="97184"/>
                </a:cubicBezTo>
                <a:cubicBezTo>
                  <a:pt x="296618" y="97321"/>
                  <a:pt x="295165" y="97389"/>
                  <a:pt x="293394" y="97389"/>
                </a:cubicBezTo>
                <a:cubicBezTo>
                  <a:pt x="291669" y="97389"/>
                  <a:pt x="290216" y="97321"/>
                  <a:pt x="289035" y="97184"/>
                </a:cubicBezTo>
                <a:cubicBezTo>
                  <a:pt x="287900" y="97049"/>
                  <a:pt x="286992" y="96866"/>
                  <a:pt x="286311" y="96641"/>
                </a:cubicBezTo>
                <a:cubicBezTo>
                  <a:pt x="285630" y="96412"/>
                  <a:pt x="285153" y="96118"/>
                  <a:pt x="284881" y="95755"/>
                </a:cubicBezTo>
                <a:cubicBezTo>
                  <a:pt x="284609" y="95392"/>
                  <a:pt x="284472" y="94983"/>
                  <a:pt x="284472" y="94529"/>
                </a:cubicBezTo>
                <a:lnTo>
                  <a:pt x="284472" y="15253"/>
                </a:lnTo>
                <a:cubicBezTo>
                  <a:pt x="284472" y="13122"/>
                  <a:pt x="285017" y="11530"/>
                  <a:pt x="286107" y="10487"/>
                </a:cubicBezTo>
                <a:cubicBezTo>
                  <a:pt x="287242" y="9398"/>
                  <a:pt x="288718" y="8853"/>
                  <a:pt x="290534" y="8853"/>
                </a:cubicBezTo>
                <a:lnTo>
                  <a:pt x="311305" y="8853"/>
                </a:lnTo>
                <a:cubicBezTo>
                  <a:pt x="313394" y="8853"/>
                  <a:pt x="315369" y="8944"/>
                  <a:pt x="317231" y="9124"/>
                </a:cubicBezTo>
                <a:cubicBezTo>
                  <a:pt x="319138" y="9261"/>
                  <a:pt x="321408" y="9601"/>
                  <a:pt x="324041" y="10147"/>
                </a:cubicBezTo>
                <a:cubicBezTo>
                  <a:pt x="326675" y="10647"/>
                  <a:pt x="329331" y="11599"/>
                  <a:pt x="332009" y="13007"/>
                </a:cubicBezTo>
                <a:cubicBezTo>
                  <a:pt x="334734" y="14413"/>
                  <a:pt x="337049" y="16208"/>
                  <a:pt x="338956" y="18388"/>
                </a:cubicBezTo>
                <a:cubicBezTo>
                  <a:pt x="340863" y="20523"/>
                  <a:pt x="342316" y="23040"/>
                  <a:pt x="343315" y="25946"/>
                </a:cubicBezTo>
                <a:cubicBezTo>
                  <a:pt x="344314" y="28806"/>
                  <a:pt x="344813" y="32030"/>
                  <a:pt x="344813" y="35619"/>
                </a:cubicBezTo>
                <a:close/>
                <a:moveTo>
                  <a:pt x="326084" y="36910"/>
                </a:moveTo>
                <a:cubicBezTo>
                  <a:pt x="326084" y="33824"/>
                  <a:pt x="325539" y="31281"/>
                  <a:pt x="324450" y="29284"/>
                </a:cubicBezTo>
                <a:cubicBezTo>
                  <a:pt x="323360" y="27286"/>
                  <a:pt x="322021" y="25812"/>
                  <a:pt x="320431" y="24857"/>
                </a:cubicBezTo>
                <a:cubicBezTo>
                  <a:pt x="318842" y="23903"/>
                  <a:pt x="317162" y="23314"/>
                  <a:pt x="315392" y="23086"/>
                </a:cubicBezTo>
                <a:cubicBezTo>
                  <a:pt x="313667" y="22814"/>
                  <a:pt x="311873" y="22677"/>
                  <a:pt x="310012" y="22677"/>
                </a:cubicBezTo>
                <a:lnTo>
                  <a:pt x="302384" y="22677"/>
                </a:lnTo>
                <a:lnTo>
                  <a:pt x="302384" y="52575"/>
                </a:lnTo>
                <a:lnTo>
                  <a:pt x="310420" y="52575"/>
                </a:lnTo>
                <a:cubicBezTo>
                  <a:pt x="313281" y="52575"/>
                  <a:pt x="315664" y="52189"/>
                  <a:pt x="317571" y="51418"/>
                </a:cubicBezTo>
                <a:cubicBezTo>
                  <a:pt x="319523" y="50646"/>
                  <a:pt x="321113" y="49580"/>
                  <a:pt x="322339" y="48217"/>
                </a:cubicBezTo>
                <a:cubicBezTo>
                  <a:pt x="323564" y="46809"/>
                  <a:pt x="324495" y="45151"/>
                  <a:pt x="325131" y="43245"/>
                </a:cubicBezTo>
                <a:cubicBezTo>
                  <a:pt x="325766" y="41294"/>
                  <a:pt x="326084" y="39182"/>
                  <a:pt x="326084" y="36910"/>
                </a:cubicBezTo>
                <a:close/>
                <a:moveTo>
                  <a:pt x="416936" y="16208"/>
                </a:moveTo>
                <a:cubicBezTo>
                  <a:pt x="416936" y="17525"/>
                  <a:pt x="416868" y="18659"/>
                  <a:pt x="416731" y="19614"/>
                </a:cubicBezTo>
                <a:cubicBezTo>
                  <a:pt x="416640" y="20523"/>
                  <a:pt x="416481" y="21271"/>
                  <a:pt x="416255" y="21860"/>
                </a:cubicBezTo>
                <a:cubicBezTo>
                  <a:pt x="416027" y="22406"/>
                  <a:pt x="415733" y="22814"/>
                  <a:pt x="415369" y="23086"/>
                </a:cubicBezTo>
                <a:cubicBezTo>
                  <a:pt x="415051" y="23360"/>
                  <a:pt x="414688" y="23494"/>
                  <a:pt x="414279" y="23494"/>
                </a:cubicBezTo>
                <a:lnTo>
                  <a:pt x="392214" y="23494"/>
                </a:lnTo>
                <a:lnTo>
                  <a:pt x="392214" y="94529"/>
                </a:lnTo>
                <a:cubicBezTo>
                  <a:pt x="392214" y="94983"/>
                  <a:pt x="392055" y="95392"/>
                  <a:pt x="391737" y="95755"/>
                </a:cubicBezTo>
                <a:cubicBezTo>
                  <a:pt x="391465" y="96118"/>
                  <a:pt x="390988" y="96412"/>
                  <a:pt x="390307" y="96641"/>
                </a:cubicBezTo>
                <a:cubicBezTo>
                  <a:pt x="389626" y="96866"/>
                  <a:pt x="388695" y="97049"/>
                  <a:pt x="387514" y="97184"/>
                </a:cubicBezTo>
                <a:cubicBezTo>
                  <a:pt x="386379" y="97321"/>
                  <a:pt x="384949" y="97389"/>
                  <a:pt x="383224" y="97389"/>
                </a:cubicBezTo>
                <a:cubicBezTo>
                  <a:pt x="381499" y="97389"/>
                  <a:pt x="380046" y="97321"/>
                  <a:pt x="378865" y="97184"/>
                </a:cubicBezTo>
                <a:cubicBezTo>
                  <a:pt x="377730" y="97049"/>
                  <a:pt x="376822" y="96866"/>
                  <a:pt x="376141" y="96641"/>
                </a:cubicBezTo>
                <a:cubicBezTo>
                  <a:pt x="375460" y="96412"/>
                  <a:pt x="374961" y="96118"/>
                  <a:pt x="374643" y="95755"/>
                </a:cubicBezTo>
                <a:cubicBezTo>
                  <a:pt x="374370" y="95392"/>
                  <a:pt x="374234" y="94983"/>
                  <a:pt x="374234" y="94529"/>
                </a:cubicBezTo>
                <a:lnTo>
                  <a:pt x="374234" y="23494"/>
                </a:lnTo>
                <a:lnTo>
                  <a:pt x="352168" y="23494"/>
                </a:lnTo>
                <a:cubicBezTo>
                  <a:pt x="351714" y="23494"/>
                  <a:pt x="351328" y="23360"/>
                  <a:pt x="351010" y="23086"/>
                </a:cubicBezTo>
                <a:cubicBezTo>
                  <a:pt x="350693" y="22814"/>
                  <a:pt x="350420" y="22406"/>
                  <a:pt x="350193" y="21860"/>
                </a:cubicBezTo>
                <a:cubicBezTo>
                  <a:pt x="349966" y="21271"/>
                  <a:pt x="349785" y="20523"/>
                  <a:pt x="349648" y="19614"/>
                </a:cubicBezTo>
                <a:cubicBezTo>
                  <a:pt x="349558" y="18659"/>
                  <a:pt x="349512" y="17525"/>
                  <a:pt x="349512" y="16208"/>
                </a:cubicBezTo>
                <a:cubicBezTo>
                  <a:pt x="349512" y="14845"/>
                  <a:pt x="349558" y="13687"/>
                  <a:pt x="349648" y="12736"/>
                </a:cubicBezTo>
                <a:cubicBezTo>
                  <a:pt x="349785" y="11781"/>
                  <a:pt x="349966" y="11033"/>
                  <a:pt x="350193" y="10487"/>
                </a:cubicBezTo>
                <a:cubicBezTo>
                  <a:pt x="350420" y="9896"/>
                  <a:pt x="350693" y="9487"/>
                  <a:pt x="351010" y="9261"/>
                </a:cubicBezTo>
                <a:cubicBezTo>
                  <a:pt x="351328" y="8990"/>
                  <a:pt x="351714" y="8853"/>
                  <a:pt x="352168" y="8853"/>
                </a:cubicBezTo>
                <a:lnTo>
                  <a:pt x="414279" y="8853"/>
                </a:lnTo>
                <a:cubicBezTo>
                  <a:pt x="414688" y="8853"/>
                  <a:pt x="415051" y="8990"/>
                  <a:pt x="415369" y="9261"/>
                </a:cubicBezTo>
                <a:cubicBezTo>
                  <a:pt x="415733" y="9487"/>
                  <a:pt x="416028" y="9896"/>
                  <a:pt x="416255" y="10487"/>
                </a:cubicBezTo>
                <a:cubicBezTo>
                  <a:pt x="416481" y="11033"/>
                  <a:pt x="416641" y="11781"/>
                  <a:pt x="416731" y="12736"/>
                </a:cubicBezTo>
                <a:cubicBezTo>
                  <a:pt x="416868" y="13687"/>
                  <a:pt x="416936" y="14845"/>
                  <a:pt x="416936" y="16208"/>
                </a:cubicBezTo>
                <a:close/>
                <a:moveTo>
                  <a:pt x="446902" y="62722"/>
                </a:moveTo>
                <a:cubicBezTo>
                  <a:pt x="446902" y="65357"/>
                  <a:pt x="446652" y="67194"/>
                  <a:pt x="446152" y="68240"/>
                </a:cubicBezTo>
                <a:cubicBezTo>
                  <a:pt x="445653" y="69283"/>
                  <a:pt x="444858" y="69806"/>
                  <a:pt x="443769" y="69806"/>
                </a:cubicBezTo>
                <a:lnTo>
                  <a:pt x="415437" y="69806"/>
                </a:lnTo>
                <a:cubicBezTo>
                  <a:pt x="414302" y="69806"/>
                  <a:pt x="413485" y="69283"/>
                  <a:pt x="412986" y="68240"/>
                </a:cubicBezTo>
                <a:cubicBezTo>
                  <a:pt x="412486" y="67151"/>
                  <a:pt x="412236" y="65311"/>
                  <a:pt x="412236" y="62722"/>
                </a:cubicBezTo>
                <a:cubicBezTo>
                  <a:pt x="412236" y="60182"/>
                  <a:pt x="412486" y="58387"/>
                  <a:pt x="412986" y="57344"/>
                </a:cubicBezTo>
                <a:cubicBezTo>
                  <a:pt x="413485" y="56298"/>
                  <a:pt x="414302" y="55776"/>
                  <a:pt x="415437" y="55776"/>
                </a:cubicBezTo>
                <a:lnTo>
                  <a:pt x="443769" y="55776"/>
                </a:lnTo>
                <a:cubicBezTo>
                  <a:pt x="444314" y="55776"/>
                  <a:pt x="444768" y="55890"/>
                  <a:pt x="445131" y="56118"/>
                </a:cubicBezTo>
                <a:cubicBezTo>
                  <a:pt x="445539" y="56344"/>
                  <a:pt x="445880" y="56730"/>
                  <a:pt x="446152" y="57276"/>
                </a:cubicBezTo>
                <a:cubicBezTo>
                  <a:pt x="446425" y="57819"/>
                  <a:pt x="446606" y="58547"/>
                  <a:pt x="446697" y="59453"/>
                </a:cubicBezTo>
                <a:cubicBezTo>
                  <a:pt x="446834" y="60362"/>
                  <a:pt x="446902" y="61453"/>
                  <a:pt x="446902" y="62722"/>
                </a:cubicBezTo>
                <a:close/>
                <a:moveTo>
                  <a:pt x="518752" y="71646"/>
                </a:moveTo>
                <a:cubicBezTo>
                  <a:pt x="518752" y="73961"/>
                  <a:pt x="518502" y="75732"/>
                  <a:pt x="518003" y="76958"/>
                </a:cubicBezTo>
                <a:cubicBezTo>
                  <a:pt x="517549" y="78138"/>
                  <a:pt x="516913" y="78727"/>
                  <a:pt x="516096" y="78727"/>
                </a:cubicBezTo>
                <a:lnTo>
                  <a:pt x="508264" y="78727"/>
                </a:lnTo>
                <a:lnTo>
                  <a:pt x="508264" y="94663"/>
                </a:lnTo>
                <a:cubicBezTo>
                  <a:pt x="508264" y="95118"/>
                  <a:pt x="508128" y="95526"/>
                  <a:pt x="507855" y="95889"/>
                </a:cubicBezTo>
                <a:cubicBezTo>
                  <a:pt x="507583" y="96209"/>
                  <a:pt x="507106" y="96481"/>
                  <a:pt x="506425" y="96706"/>
                </a:cubicBezTo>
                <a:cubicBezTo>
                  <a:pt x="505744" y="96935"/>
                  <a:pt x="504859" y="97092"/>
                  <a:pt x="503769" y="97184"/>
                </a:cubicBezTo>
                <a:cubicBezTo>
                  <a:pt x="502679" y="97321"/>
                  <a:pt x="501272" y="97389"/>
                  <a:pt x="499546" y="97389"/>
                </a:cubicBezTo>
                <a:cubicBezTo>
                  <a:pt x="497912" y="97389"/>
                  <a:pt x="496527" y="97321"/>
                  <a:pt x="495392" y="97184"/>
                </a:cubicBezTo>
                <a:cubicBezTo>
                  <a:pt x="494302" y="97092"/>
                  <a:pt x="493417" y="96935"/>
                  <a:pt x="492736" y="96706"/>
                </a:cubicBezTo>
                <a:cubicBezTo>
                  <a:pt x="492100" y="96481"/>
                  <a:pt x="491646" y="96209"/>
                  <a:pt x="491374" y="95889"/>
                </a:cubicBezTo>
                <a:cubicBezTo>
                  <a:pt x="491147" y="95526"/>
                  <a:pt x="491033" y="95118"/>
                  <a:pt x="491033" y="94663"/>
                </a:cubicBezTo>
                <a:lnTo>
                  <a:pt x="491033" y="78727"/>
                </a:lnTo>
                <a:lnTo>
                  <a:pt x="457322" y="78727"/>
                </a:lnTo>
                <a:cubicBezTo>
                  <a:pt x="456686" y="78727"/>
                  <a:pt x="456118" y="78658"/>
                  <a:pt x="455619" y="78524"/>
                </a:cubicBezTo>
                <a:cubicBezTo>
                  <a:pt x="455119" y="78341"/>
                  <a:pt x="454688" y="77978"/>
                  <a:pt x="454325" y="77433"/>
                </a:cubicBezTo>
                <a:cubicBezTo>
                  <a:pt x="454007" y="76844"/>
                  <a:pt x="453758" y="76027"/>
                  <a:pt x="453576" y="74981"/>
                </a:cubicBezTo>
                <a:cubicBezTo>
                  <a:pt x="453440" y="73892"/>
                  <a:pt x="453372" y="72463"/>
                  <a:pt x="453372" y="70692"/>
                </a:cubicBezTo>
                <a:cubicBezTo>
                  <a:pt x="453372" y="69237"/>
                  <a:pt x="453394" y="67991"/>
                  <a:pt x="453440" y="66946"/>
                </a:cubicBezTo>
                <a:cubicBezTo>
                  <a:pt x="453530" y="65857"/>
                  <a:pt x="453644" y="64880"/>
                  <a:pt x="453780" y="64017"/>
                </a:cubicBezTo>
                <a:cubicBezTo>
                  <a:pt x="453962" y="63154"/>
                  <a:pt x="454189" y="62336"/>
                  <a:pt x="454461" y="61565"/>
                </a:cubicBezTo>
                <a:cubicBezTo>
                  <a:pt x="454779" y="60793"/>
                  <a:pt x="455165" y="59976"/>
                  <a:pt x="455619" y="59113"/>
                </a:cubicBezTo>
                <a:lnTo>
                  <a:pt x="482997" y="10827"/>
                </a:lnTo>
                <a:cubicBezTo>
                  <a:pt x="483224" y="10418"/>
                  <a:pt x="483610" y="10078"/>
                  <a:pt x="484155" y="9807"/>
                </a:cubicBezTo>
                <a:cubicBezTo>
                  <a:pt x="484700" y="9487"/>
                  <a:pt x="485449" y="9238"/>
                  <a:pt x="486402" y="9058"/>
                </a:cubicBezTo>
                <a:cubicBezTo>
                  <a:pt x="487401" y="8830"/>
                  <a:pt x="488650" y="8670"/>
                  <a:pt x="490148" y="8581"/>
                </a:cubicBezTo>
                <a:cubicBezTo>
                  <a:pt x="491646" y="8490"/>
                  <a:pt x="493462" y="8444"/>
                  <a:pt x="495596" y="8444"/>
                </a:cubicBezTo>
                <a:cubicBezTo>
                  <a:pt x="497912" y="8444"/>
                  <a:pt x="499887" y="8512"/>
                  <a:pt x="501522" y="8650"/>
                </a:cubicBezTo>
                <a:cubicBezTo>
                  <a:pt x="503156" y="8738"/>
                  <a:pt x="504450" y="8921"/>
                  <a:pt x="505403" y="9193"/>
                </a:cubicBezTo>
                <a:cubicBezTo>
                  <a:pt x="506402" y="9421"/>
                  <a:pt x="507129" y="9715"/>
                  <a:pt x="507583" y="10078"/>
                </a:cubicBezTo>
                <a:cubicBezTo>
                  <a:pt x="508037" y="10441"/>
                  <a:pt x="508264" y="10873"/>
                  <a:pt x="508264" y="11373"/>
                </a:cubicBezTo>
                <a:lnTo>
                  <a:pt x="508264" y="64425"/>
                </a:lnTo>
                <a:lnTo>
                  <a:pt x="516096" y="64425"/>
                </a:lnTo>
                <a:cubicBezTo>
                  <a:pt x="516822" y="64425"/>
                  <a:pt x="517435" y="64994"/>
                  <a:pt x="517935" y="66128"/>
                </a:cubicBezTo>
                <a:cubicBezTo>
                  <a:pt x="518479" y="67217"/>
                  <a:pt x="518752" y="69057"/>
                  <a:pt x="518752" y="71646"/>
                </a:cubicBezTo>
                <a:close/>
                <a:moveTo>
                  <a:pt x="491033" y="23903"/>
                </a:moveTo>
                <a:lnTo>
                  <a:pt x="490897" y="23903"/>
                </a:lnTo>
                <a:lnTo>
                  <a:pt x="467674" y="64425"/>
                </a:lnTo>
                <a:lnTo>
                  <a:pt x="491033" y="64425"/>
                </a:lnTo>
                <a:lnTo>
                  <a:pt x="491033" y="23903"/>
                </a:lnTo>
                <a:close/>
                <a:moveTo>
                  <a:pt x="591624" y="63677"/>
                </a:moveTo>
                <a:cubicBezTo>
                  <a:pt x="591624" y="68851"/>
                  <a:pt x="590943" y="73575"/>
                  <a:pt x="589581" y="77841"/>
                </a:cubicBezTo>
                <a:cubicBezTo>
                  <a:pt x="588218" y="82110"/>
                  <a:pt x="586153" y="85788"/>
                  <a:pt x="583383" y="88874"/>
                </a:cubicBezTo>
                <a:cubicBezTo>
                  <a:pt x="580613" y="91963"/>
                  <a:pt x="577140" y="94346"/>
                  <a:pt x="572963" y="96026"/>
                </a:cubicBezTo>
                <a:cubicBezTo>
                  <a:pt x="568786" y="97706"/>
                  <a:pt x="563905" y="98547"/>
                  <a:pt x="558321" y="98547"/>
                </a:cubicBezTo>
                <a:cubicBezTo>
                  <a:pt x="552918" y="98547"/>
                  <a:pt x="548219" y="97798"/>
                  <a:pt x="544223" y="96298"/>
                </a:cubicBezTo>
                <a:cubicBezTo>
                  <a:pt x="540228" y="94800"/>
                  <a:pt x="536913" y="92620"/>
                  <a:pt x="534280" y="89760"/>
                </a:cubicBezTo>
                <a:cubicBezTo>
                  <a:pt x="531646" y="86899"/>
                  <a:pt x="529694" y="83382"/>
                  <a:pt x="528423" y="79204"/>
                </a:cubicBezTo>
                <a:cubicBezTo>
                  <a:pt x="527151" y="75027"/>
                  <a:pt x="526516" y="70260"/>
                  <a:pt x="526516" y="64902"/>
                </a:cubicBezTo>
                <a:cubicBezTo>
                  <a:pt x="526516" y="59727"/>
                  <a:pt x="527197" y="55004"/>
                  <a:pt x="528559" y="50738"/>
                </a:cubicBezTo>
                <a:cubicBezTo>
                  <a:pt x="529967" y="46423"/>
                  <a:pt x="532055" y="42745"/>
                  <a:pt x="534825" y="39705"/>
                </a:cubicBezTo>
                <a:cubicBezTo>
                  <a:pt x="537594" y="36616"/>
                  <a:pt x="541045" y="34233"/>
                  <a:pt x="545176" y="32553"/>
                </a:cubicBezTo>
                <a:cubicBezTo>
                  <a:pt x="549354" y="30872"/>
                  <a:pt x="554234" y="30032"/>
                  <a:pt x="559819" y="30032"/>
                </a:cubicBezTo>
                <a:cubicBezTo>
                  <a:pt x="565267" y="30032"/>
                  <a:pt x="569989" y="30781"/>
                  <a:pt x="573985" y="32281"/>
                </a:cubicBezTo>
                <a:cubicBezTo>
                  <a:pt x="577980" y="33733"/>
                  <a:pt x="581272" y="35890"/>
                  <a:pt x="583860" y="38751"/>
                </a:cubicBezTo>
                <a:cubicBezTo>
                  <a:pt x="586493" y="41611"/>
                  <a:pt x="588446" y="45128"/>
                  <a:pt x="589717" y="49306"/>
                </a:cubicBezTo>
                <a:cubicBezTo>
                  <a:pt x="590988" y="53484"/>
                  <a:pt x="591624" y="58273"/>
                  <a:pt x="591624" y="63677"/>
                </a:cubicBezTo>
                <a:close/>
                <a:moveTo>
                  <a:pt x="573985" y="64357"/>
                </a:moveTo>
                <a:cubicBezTo>
                  <a:pt x="573985" y="61362"/>
                  <a:pt x="573735" y="58613"/>
                  <a:pt x="573235" y="56118"/>
                </a:cubicBezTo>
                <a:cubicBezTo>
                  <a:pt x="572781" y="53575"/>
                  <a:pt x="571987" y="51372"/>
                  <a:pt x="570852" y="49512"/>
                </a:cubicBezTo>
                <a:cubicBezTo>
                  <a:pt x="569717" y="47649"/>
                  <a:pt x="568196" y="46197"/>
                  <a:pt x="566289" y="45151"/>
                </a:cubicBezTo>
                <a:cubicBezTo>
                  <a:pt x="564427" y="44108"/>
                  <a:pt x="562066" y="43585"/>
                  <a:pt x="559206" y="43585"/>
                </a:cubicBezTo>
                <a:cubicBezTo>
                  <a:pt x="556663" y="43585"/>
                  <a:pt x="554439" y="44063"/>
                  <a:pt x="552532" y="45017"/>
                </a:cubicBezTo>
                <a:cubicBezTo>
                  <a:pt x="550625" y="45923"/>
                  <a:pt x="549058" y="47286"/>
                  <a:pt x="547832" y="49103"/>
                </a:cubicBezTo>
                <a:cubicBezTo>
                  <a:pt x="546607" y="50872"/>
                  <a:pt x="545676" y="53029"/>
                  <a:pt x="545040" y="55573"/>
                </a:cubicBezTo>
                <a:cubicBezTo>
                  <a:pt x="544450" y="58070"/>
                  <a:pt x="544155" y="60930"/>
                  <a:pt x="544155" y="64154"/>
                </a:cubicBezTo>
                <a:cubicBezTo>
                  <a:pt x="544155" y="67151"/>
                  <a:pt x="544405" y="69920"/>
                  <a:pt x="544904" y="72463"/>
                </a:cubicBezTo>
                <a:cubicBezTo>
                  <a:pt x="545403" y="74958"/>
                  <a:pt x="546198" y="77138"/>
                  <a:pt x="547288" y="79001"/>
                </a:cubicBezTo>
                <a:cubicBezTo>
                  <a:pt x="548423" y="80862"/>
                  <a:pt x="549944" y="82316"/>
                  <a:pt x="551851" y="83359"/>
                </a:cubicBezTo>
                <a:cubicBezTo>
                  <a:pt x="553757" y="84359"/>
                  <a:pt x="556119" y="84856"/>
                  <a:pt x="558934" y="84856"/>
                </a:cubicBezTo>
                <a:cubicBezTo>
                  <a:pt x="561522" y="84856"/>
                  <a:pt x="563769" y="84402"/>
                  <a:pt x="565676" y="83496"/>
                </a:cubicBezTo>
                <a:cubicBezTo>
                  <a:pt x="567583" y="82542"/>
                  <a:pt x="569149" y="81179"/>
                  <a:pt x="570375" y="79410"/>
                </a:cubicBezTo>
                <a:cubicBezTo>
                  <a:pt x="571601" y="77638"/>
                  <a:pt x="572509" y="75504"/>
                  <a:pt x="573099" y="73006"/>
                </a:cubicBezTo>
                <a:cubicBezTo>
                  <a:pt x="573689" y="70463"/>
                  <a:pt x="573985" y="67583"/>
                  <a:pt x="573985" y="64357"/>
                </a:cubicBezTo>
                <a:close/>
                <a:moveTo>
                  <a:pt x="698683" y="83630"/>
                </a:moveTo>
                <a:cubicBezTo>
                  <a:pt x="698683" y="84768"/>
                  <a:pt x="698638" y="85742"/>
                  <a:pt x="698549" y="86559"/>
                </a:cubicBezTo>
                <a:cubicBezTo>
                  <a:pt x="698503" y="87331"/>
                  <a:pt x="698412" y="88014"/>
                  <a:pt x="698275" y="88603"/>
                </a:cubicBezTo>
                <a:cubicBezTo>
                  <a:pt x="698140" y="89148"/>
                  <a:pt x="697958" y="89625"/>
                  <a:pt x="697732" y="90034"/>
                </a:cubicBezTo>
                <a:cubicBezTo>
                  <a:pt x="697503" y="90443"/>
                  <a:pt x="697140" y="90920"/>
                  <a:pt x="696640" y="91463"/>
                </a:cubicBezTo>
                <a:cubicBezTo>
                  <a:pt x="696140" y="91963"/>
                  <a:pt x="695166" y="92620"/>
                  <a:pt x="693711" y="93437"/>
                </a:cubicBezTo>
                <a:cubicBezTo>
                  <a:pt x="692305" y="94255"/>
                  <a:pt x="690557" y="95049"/>
                  <a:pt x="688468" y="95823"/>
                </a:cubicBezTo>
                <a:cubicBezTo>
                  <a:pt x="686425" y="96549"/>
                  <a:pt x="684064" y="97161"/>
                  <a:pt x="681385" y="97661"/>
                </a:cubicBezTo>
                <a:cubicBezTo>
                  <a:pt x="678752" y="98161"/>
                  <a:pt x="675892" y="98409"/>
                  <a:pt x="672804" y="98409"/>
                </a:cubicBezTo>
                <a:cubicBezTo>
                  <a:pt x="666766" y="98409"/>
                  <a:pt x="661317" y="97478"/>
                  <a:pt x="656459" y="95618"/>
                </a:cubicBezTo>
                <a:cubicBezTo>
                  <a:pt x="651601" y="93757"/>
                  <a:pt x="647469" y="90986"/>
                  <a:pt x="644064" y="87308"/>
                </a:cubicBezTo>
                <a:cubicBezTo>
                  <a:pt x="640659" y="83585"/>
                  <a:pt x="638048" y="78956"/>
                  <a:pt x="636232" y="73415"/>
                </a:cubicBezTo>
                <a:cubicBezTo>
                  <a:pt x="634416" y="67877"/>
                  <a:pt x="633508" y="61431"/>
                  <a:pt x="633508" y="54075"/>
                </a:cubicBezTo>
                <a:cubicBezTo>
                  <a:pt x="633508" y="46583"/>
                  <a:pt x="634507" y="39931"/>
                  <a:pt x="636504" y="34119"/>
                </a:cubicBezTo>
                <a:cubicBezTo>
                  <a:pt x="638502" y="28306"/>
                  <a:pt x="641294" y="23426"/>
                  <a:pt x="644881" y="19477"/>
                </a:cubicBezTo>
                <a:cubicBezTo>
                  <a:pt x="648468" y="15528"/>
                  <a:pt x="652759" y="12530"/>
                  <a:pt x="657753" y="10487"/>
                </a:cubicBezTo>
                <a:cubicBezTo>
                  <a:pt x="662793" y="8444"/>
                  <a:pt x="668332" y="7424"/>
                  <a:pt x="674371" y="7424"/>
                </a:cubicBezTo>
                <a:cubicBezTo>
                  <a:pt x="676822" y="7424"/>
                  <a:pt x="679183" y="7627"/>
                  <a:pt x="681453" y="8035"/>
                </a:cubicBezTo>
                <a:cubicBezTo>
                  <a:pt x="683724" y="8444"/>
                  <a:pt x="685812" y="8990"/>
                  <a:pt x="687719" y="9670"/>
                </a:cubicBezTo>
                <a:cubicBezTo>
                  <a:pt x="689671" y="10304"/>
                  <a:pt x="691420" y="11056"/>
                  <a:pt x="692963" y="11919"/>
                </a:cubicBezTo>
                <a:cubicBezTo>
                  <a:pt x="694506" y="12779"/>
                  <a:pt x="695574" y="13530"/>
                  <a:pt x="696163" y="14165"/>
                </a:cubicBezTo>
                <a:cubicBezTo>
                  <a:pt x="696800" y="14756"/>
                  <a:pt x="697232" y="15253"/>
                  <a:pt x="697457" y="15662"/>
                </a:cubicBezTo>
                <a:cubicBezTo>
                  <a:pt x="697686" y="16071"/>
                  <a:pt x="697866" y="16594"/>
                  <a:pt x="698003" y="17231"/>
                </a:cubicBezTo>
                <a:cubicBezTo>
                  <a:pt x="698140" y="17865"/>
                  <a:pt x="698229" y="18614"/>
                  <a:pt x="698275" y="19477"/>
                </a:cubicBezTo>
                <a:cubicBezTo>
                  <a:pt x="698366" y="20340"/>
                  <a:pt x="698412" y="21406"/>
                  <a:pt x="698412" y="22677"/>
                </a:cubicBezTo>
                <a:cubicBezTo>
                  <a:pt x="698412" y="24040"/>
                  <a:pt x="698366" y="25197"/>
                  <a:pt x="698275" y="26152"/>
                </a:cubicBezTo>
                <a:cubicBezTo>
                  <a:pt x="698183" y="27103"/>
                  <a:pt x="698026" y="27878"/>
                  <a:pt x="697797" y="28466"/>
                </a:cubicBezTo>
                <a:cubicBezTo>
                  <a:pt x="697572" y="29058"/>
                  <a:pt x="697300" y="29489"/>
                  <a:pt x="696980" y="29761"/>
                </a:cubicBezTo>
                <a:cubicBezTo>
                  <a:pt x="696663" y="30032"/>
                  <a:pt x="696300" y="30169"/>
                  <a:pt x="695892" y="30169"/>
                </a:cubicBezTo>
                <a:cubicBezTo>
                  <a:pt x="695211" y="30169"/>
                  <a:pt x="694348" y="29784"/>
                  <a:pt x="693303" y="29012"/>
                </a:cubicBezTo>
                <a:cubicBezTo>
                  <a:pt x="692260" y="28195"/>
                  <a:pt x="690897" y="27309"/>
                  <a:pt x="689216" y="26355"/>
                </a:cubicBezTo>
                <a:cubicBezTo>
                  <a:pt x="687583" y="25357"/>
                  <a:pt x="685608" y="24472"/>
                  <a:pt x="683292" y="23700"/>
                </a:cubicBezTo>
                <a:cubicBezTo>
                  <a:pt x="681022" y="22883"/>
                  <a:pt x="678298" y="22474"/>
                  <a:pt x="675120" y="22474"/>
                </a:cubicBezTo>
                <a:cubicBezTo>
                  <a:pt x="671624" y="22474"/>
                  <a:pt x="668491" y="23200"/>
                  <a:pt x="665721" y="24652"/>
                </a:cubicBezTo>
                <a:cubicBezTo>
                  <a:pt x="662997" y="26060"/>
                  <a:pt x="660659" y="28104"/>
                  <a:pt x="658707" y="30781"/>
                </a:cubicBezTo>
                <a:cubicBezTo>
                  <a:pt x="656800" y="33416"/>
                  <a:pt x="655347" y="36616"/>
                  <a:pt x="654348" y="40385"/>
                </a:cubicBezTo>
                <a:cubicBezTo>
                  <a:pt x="653349" y="44154"/>
                  <a:pt x="652850" y="48397"/>
                  <a:pt x="652850" y="53121"/>
                </a:cubicBezTo>
                <a:cubicBezTo>
                  <a:pt x="652850" y="58296"/>
                  <a:pt x="653372" y="62791"/>
                  <a:pt x="654416" y="66605"/>
                </a:cubicBezTo>
                <a:cubicBezTo>
                  <a:pt x="655506" y="70375"/>
                  <a:pt x="657027" y="73483"/>
                  <a:pt x="658979" y="75935"/>
                </a:cubicBezTo>
                <a:cubicBezTo>
                  <a:pt x="660977" y="78387"/>
                  <a:pt x="663360" y="80227"/>
                  <a:pt x="666130" y="81453"/>
                </a:cubicBezTo>
                <a:cubicBezTo>
                  <a:pt x="668945" y="82633"/>
                  <a:pt x="672100" y="83222"/>
                  <a:pt x="675596" y="83222"/>
                </a:cubicBezTo>
                <a:cubicBezTo>
                  <a:pt x="678775" y="83222"/>
                  <a:pt x="681521" y="82859"/>
                  <a:pt x="683837" y="82133"/>
                </a:cubicBezTo>
                <a:cubicBezTo>
                  <a:pt x="686153" y="81362"/>
                  <a:pt x="688128" y="80521"/>
                  <a:pt x="689762" y="79613"/>
                </a:cubicBezTo>
                <a:cubicBezTo>
                  <a:pt x="691442" y="78704"/>
                  <a:pt x="692805" y="77887"/>
                  <a:pt x="693848" y="77161"/>
                </a:cubicBezTo>
                <a:cubicBezTo>
                  <a:pt x="694937" y="76435"/>
                  <a:pt x="695777" y="76072"/>
                  <a:pt x="696369" y="76072"/>
                </a:cubicBezTo>
                <a:cubicBezTo>
                  <a:pt x="696823" y="76072"/>
                  <a:pt x="697186" y="76164"/>
                  <a:pt x="697457" y="76344"/>
                </a:cubicBezTo>
                <a:cubicBezTo>
                  <a:pt x="697732" y="76527"/>
                  <a:pt x="697958" y="76890"/>
                  <a:pt x="698140" y="77433"/>
                </a:cubicBezTo>
                <a:cubicBezTo>
                  <a:pt x="698320" y="77978"/>
                  <a:pt x="698458" y="78750"/>
                  <a:pt x="698549" y="79750"/>
                </a:cubicBezTo>
                <a:cubicBezTo>
                  <a:pt x="698638" y="80702"/>
                  <a:pt x="698683" y="81996"/>
                  <a:pt x="698683" y="83630"/>
                </a:cubicBezTo>
                <a:close/>
                <a:moveTo>
                  <a:pt x="762294" y="94869"/>
                </a:moveTo>
                <a:cubicBezTo>
                  <a:pt x="762294" y="95503"/>
                  <a:pt x="762066" y="96003"/>
                  <a:pt x="761611" y="96366"/>
                </a:cubicBezTo>
                <a:cubicBezTo>
                  <a:pt x="761160" y="96729"/>
                  <a:pt x="760431" y="96981"/>
                  <a:pt x="759434" y="97115"/>
                </a:cubicBezTo>
                <a:cubicBezTo>
                  <a:pt x="758479" y="97298"/>
                  <a:pt x="757051" y="97389"/>
                  <a:pt x="755142" y="97389"/>
                </a:cubicBezTo>
                <a:cubicBezTo>
                  <a:pt x="753099" y="97389"/>
                  <a:pt x="751601" y="97298"/>
                  <a:pt x="750647" y="97115"/>
                </a:cubicBezTo>
                <a:cubicBezTo>
                  <a:pt x="749738" y="96981"/>
                  <a:pt x="749081" y="96729"/>
                  <a:pt x="748672" y="96366"/>
                </a:cubicBezTo>
                <a:cubicBezTo>
                  <a:pt x="748310" y="96003"/>
                  <a:pt x="748127" y="95503"/>
                  <a:pt x="748127" y="94869"/>
                </a:cubicBezTo>
                <a:lnTo>
                  <a:pt x="748127" y="90034"/>
                </a:lnTo>
                <a:cubicBezTo>
                  <a:pt x="745629" y="92712"/>
                  <a:pt x="742769" y="94800"/>
                  <a:pt x="739546" y="96298"/>
                </a:cubicBezTo>
                <a:cubicBezTo>
                  <a:pt x="736368" y="97798"/>
                  <a:pt x="732828" y="98547"/>
                  <a:pt x="728921" y="98547"/>
                </a:cubicBezTo>
                <a:cubicBezTo>
                  <a:pt x="725698" y="98547"/>
                  <a:pt x="722723" y="98115"/>
                  <a:pt x="720000" y="97252"/>
                </a:cubicBezTo>
                <a:cubicBezTo>
                  <a:pt x="717323" y="96435"/>
                  <a:pt x="714983" y="95209"/>
                  <a:pt x="712985" y="93575"/>
                </a:cubicBezTo>
                <a:cubicBezTo>
                  <a:pt x="711033" y="91894"/>
                  <a:pt x="709513" y="89828"/>
                  <a:pt x="708422" y="87377"/>
                </a:cubicBezTo>
                <a:cubicBezTo>
                  <a:pt x="707333" y="84925"/>
                  <a:pt x="706787" y="82065"/>
                  <a:pt x="706787" y="78796"/>
                </a:cubicBezTo>
                <a:cubicBezTo>
                  <a:pt x="706787" y="75255"/>
                  <a:pt x="707470" y="72189"/>
                  <a:pt x="708830" y="69603"/>
                </a:cubicBezTo>
                <a:cubicBezTo>
                  <a:pt x="710239" y="66968"/>
                  <a:pt x="712305" y="64811"/>
                  <a:pt x="715028" y="63131"/>
                </a:cubicBezTo>
                <a:cubicBezTo>
                  <a:pt x="717800" y="61408"/>
                  <a:pt x="721226" y="60136"/>
                  <a:pt x="725312" y="59319"/>
                </a:cubicBezTo>
                <a:cubicBezTo>
                  <a:pt x="729399" y="58502"/>
                  <a:pt x="734145" y="58093"/>
                  <a:pt x="739546" y="58093"/>
                </a:cubicBezTo>
                <a:lnTo>
                  <a:pt x="745472" y="58093"/>
                </a:lnTo>
                <a:lnTo>
                  <a:pt x="745472" y="54415"/>
                </a:lnTo>
                <a:cubicBezTo>
                  <a:pt x="745472" y="52507"/>
                  <a:pt x="745266" y="50849"/>
                  <a:pt x="744858" y="49443"/>
                </a:cubicBezTo>
                <a:cubicBezTo>
                  <a:pt x="744495" y="47989"/>
                  <a:pt x="743860" y="46786"/>
                  <a:pt x="742952" y="45834"/>
                </a:cubicBezTo>
                <a:cubicBezTo>
                  <a:pt x="742089" y="44880"/>
                  <a:pt x="740909" y="44177"/>
                  <a:pt x="739411" y="43723"/>
                </a:cubicBezTo>
                <a:cubicBezTo>
                  <a:pt x="737957" y="43268"/>
                  <a:pt x="736142" y="43040"/>
                  <a:pt x="733962" y="43040"/>
                </a:cubicBezTo>
                <a:cubicBezTo>
                  <a:pt x="731102" y="43040"/>
                  <a:pt x="728536" y="43360"/>
                  <a:pt x="726267" y="43994"/>
                </a:cubicBezTo>
                <a:cubicBezTo>
                  <a:pt x="724041" y="44631"/>
                  <a:pt x="722066" y="45334"/>
                  <a:pt x="720340" y="46106"/>
                </a:cubicBezTo>
                <a:cubicBezTo>
                  <a:pt x="718617" y="46877"/>
                  <a:pt x="717163" y="47580"/>
                  <a:pt x="715983" y="48217"/>
                </a:cubicBezTo>
                <a:cubicBezTo>
                  <a:pt x="714848" y="48852"/>
                  <a:pt x="713917" y="49172"/>
                  <a:pt x="713191" y="49172"/>
                </a:cubicBezTo>
                <a:cubicBezTo>
                  <a:pt x="712691" y="49172"/>
                  <a:pt x="712236" y="49012"/>
                  <a:pt x="711828" y="48695"/>
                </a:cubicBezTo>
                <a:cubicBezTo>
                  <a:pt x="711465" y="48375"/>
                  <a:pt x="711148" y="47923"/>
                  <a:pt x="710873" y="47332"/>
                </a:cubicBezTo>
                <a:cubicBezTo>
                  <a:pt x="710648" y="46740"/>
                  <a:pt x="710465" y="46014"/>
                  <a:pt x="710330" y="45151"/>
                </a:cubicBezTo>
                <a:cubicBezTo>
                  <a:pt x="710193" y="44288"/>
                  <a:pt x="710125" y="43337"/>
                  <a:pt x="710125" y="42291"/>
                </a:cubicBezTo>
                <a:cubicBezTo>
                  <a:pt x="710125" y="40885"/>
                  <a:pt x="710239" y="39771"/>
                  <a:pt x="710465" y="38953"/>
                </a:cubicBezTo>
                <a:cubicBezTo>
                  <a:pt x="710693" y="38136"/>
                  <a:pt x="711125" y="37410"/>
                  <a:pt x="711759" y="36776"/>
                </a:cubicBezTo>
                <a:cubicBezTo>
                  <a:pt x="712396" y="36093"/>
                  <a:pt x="713508" y="35367"/>
                  <a:pt x="715097" y="34596"/>
                </a:cubicBezTo>
                <a:cubicBezTo>
                  <a:pt x="716686" y="33779"/>
                  <a:pt x="718549" y="33030"/>
                  <a:pt x="720680" y="32350"/>
                </a:cubicBezTo>
                <a:cubicBezTo>
                  <a:pt x="722815" y="31667"/>
                  <a:pt x="725132" y="31124"/>
                  <a:pt x="727627" y="30715"/>
                </a:cubicBezTo>
                <a:cubicBezTo>
                  <a:pt x="730170" y="30261"/>
                  <a:pt x="732782" y="30032"/>
                  <a:pt x="735459" y="30032"/>
                </a:cubicBezTo>
                <a:cubicBezTo>
                  <a:pt x="740229" y="30032"/>
                  <a:pt x="744292" y="30510"/>
                  <a:pt x="747652" y="31464"/>
                </a:cubicBezTo>
                <a:cubicBezTo>
                  <a:pt x="751056" y="32373"/>
                  <a:pt x="753847" y="33801"/>
                  <a:pt x="756028" y="35753"/>
                </a:cubicBezTo>
                <a:cubicBezTo>
                  <a:pt x="758208" y="37662"/>
                  <a:pt x="759797" y="40136"/>
                  <a:pt x="760794" y="43177"/>
                </a:cubicBezTo>
                <a:cubicBezTo>
                  <a:pt x="761794" y="46220"/>
                  <a:pt x="762294" y="49829"/>
                  <a:pt x="762294" y="54007"/>
                </a:cubicBezTo>
                <a:lnTo>
                  <a:pt x="762294" y="94869"/>
                </a:lnTo>
                <a:close/>
                <a:moveTo>
                  <a:pt x="745472" y="68851"/>
                </a:moveTo>
                <a:lnTo>
                  <a:pt x="738934" y="68851"/>
                </a:lnTo>
                <a:cubicBezTo>
                  <a:pt x="736165" y="68851"/>
                  <a:pt x="733802" y="69057"/>
                  <a:pt x="731850" y="69466"/>
                </a:cubicBezTo>
                <a:cubicBezTo>
                  <a:pt x="729899" y="69874"/>
                  <a:pt x="728310" y="70486"/>
                  <a:pt x="727084" y="71303"/>
                </a:cubicBezTo>
                <a:cubicBezTo>
                  <a:pt x="725858" y="72120"/>
                  <a:pt x="724949" y="73121"/>
                  <a:pt x="724358" y="74301"/>
                </a:cubicBezTo>
                <a:cubicBezTo>
                  <a:pt x="723815" y="75435"/>
                  <a:pt x="723541" y="76752"/>
                  <a:pt x="723541" y="78250"/>
                </a:cubicBezTo>
                <a:cubicBezTo>
                  <a:pt x="723541" y="80793"/>
                  <a:pt x="724338" y="82790"/>
                  <a:pt x="725927" y="84245"/>
                </a:cubicBezTo>
                <a:cubicBezTo>
                  <a:pt x="727561" y="85696"/>
                  <a:pt x="729807" y="86422"/>
                  <a:pt x="732668" y="86422"/>
                </a:cubicBezTo>
                <a:cubicBezTo>
                  <a:pt x="735074" y="86422"/>
                  <a:pt x="737277" y="85811"/>
                  <a:pt x="739274" y="84585"/>
                </a:cubicBezTo>
                <a:cubicBezTo>
                  <a:pt x="741317" y="83359"/>
                  <a:pt x="743383" y="81564"/>
                  <a:pt x="745472" y="79204"/>
                </a:cubicBezTo>
                <a:lnTo>
                  <a:pt x="745472" y="68851"/>
                </a:lnTo>
                <a:close/>
                <a:moveTo>
                  <a:pt x="840547" y="63405"/>
                </a:moveTo>
                <a:cubicBezTo>
                  <a:pt x="840547" y="68809"/>
                  <a:pt x="839955" y="73689"/>
                  <a:pt x="838775" y="78047"/>
                </a:cubicBezTo>
                <a:cubicBezTo>
                  <a:pt x="837641" y="82359"/>
                  <a:pt x="835960" y="86036"/>
                  <a:pt x="833734" y="89080"/>
                </a:cubicBezTo>
                <a:cubicBezTo>
                  <a:pt x="831511" y="92123"/>
                  <a:pt x="828740" y="94460"/>
                  <a:pt x="825428" y="96095"/>
                </a:cubicBezTo>
                <a:cubicBezTo>
                  <a:pt x="822113" y="97729"/>
                  <a:pt x="818321" y="98547"/>
                  <a:pt x="814052" y="98547"/>
                </a:cubicBezTo>
                <a:cubicBezTo>
                  <a:pt x="812283" y="98547"/>
                  <a:pt x="810649" y="98364"/>
                  <a:pt x="809149" y="98001"/>
                </a:cubicBezTo>
                <a:cubicBezTo>
                  <a:pt x="807697" y="97684"/>
                  <a:pt x="806265" y="97184"/>
                  <a:pt x="804859" y="96503"/>
                </a:cubicBezTo>
                <a:cubicBezTo>
                  <a:pt x="803496" y="95778"/>
                  <a:pt x="802133" y="94892"/>
                  <a:pt x="800773" y="93846"/>
                </a:cubicBezTo>
                <a:cubicBezTo>
                  <a:pt x="799410" y="92803"/>
                  <a:pt x="798004" y="91577"/>
                  <a:pt x="796550" y="90168"/>
                </a:cubicBezTo>
                <a:lnTo>
                  <a:pt x="796550" y="118772"/>
                </a:lnTo>
                <a:cubicBezTo>
                  <a:pt x="796550" y="119226"/>
                  <a:pt x="796413" y="119635"/>
                  <a:pt x="796141" y="119998"/>
                </a:cubicBezTo>
                <a:cubicBezTo>
                  <a:pt x="795870" y="120364"/>
                  <a:pt x="795393" y="120658"/>
                  <a:pt x="794712" y="120884"/>
                </a:cubicBezTo>
                <a:cubicBezTo>
                  <a:pt x="794075" y="121158"/>
                  <a:pt x="793212" y="121361"/>
                  <a:pt x="792124" y="121498"/>
                </a:cubicBezTo>
                <a:cubicBezTo>
                  <a:pt x="791035" y="121632"/>
                  <a:pt x="789649" y="121701"/>
                  <a:pt x="787969" y="121701"/>
                </a:cubicBezTo>
                <a:cubicBezTo>
                  <a:pt x="786289" y="121701"/>
                  <a:pt x="784906" y="121632"/>
                  <a:pt x="783814" y="121498"/>
                </a:cubicBezTo>
                <a:cubicBezTo>
                  <a:pt x="782725" y="121361"/>
                  <a:pt x="781839" y="121158"/>
                  <a:pt x="781159" y="120884"/>
                </a:cubicBezTo>
                <a:cubicBezTo>
                  <a:pt x="780522" y="120658"/>
                  <a:pt x="780068" y="120364"/>
                  <a:pt x="779796" y="119998"/>
                </a:cubicBezTo>
                <a:cubicBezTo>
                  <a:pt x="779525" y="119635"/>
                  <a:pt x="779388" y="119226"/>
                  <a:pt x="779388" y="118772"/>
                </a:cubicBezTo>
                <a:lnTo>
                  <a:pt x="779388" y="33916"/>
                </a:lnTo>
                <a:cubicBezTo>
                  <a:pt x="779388" y="33461"/>
                  <a:pt x="779502" y="33076"/>
                  <a:pt x="779728" y="32758"/>
                </a:cubicBezTo>
                <a:cubicBezTo>
                  <a:pt x="779956" y="32393"/>
                  <a:pt x="780342" y="32098"/>
                  <a:pt x="780885" y="31873"/>
                </a:cubicBezTo>
                <a:cubicBezTo>
                  <a:pt x="781477" y="31644"/>
                  <a:pt x="782225" y="31487"/>
                  <a:pt x="783134" y="31395"/>
                </a:cubicBezTo>
                <a:cubicBezTo>
                  <a:pt x="784088" y="31258"/>
                  <a:pt x="785268" y="31190"/>
                  <a:pt x="786674" y="31190"/>
                </a:cubicBezTo>
                <a:cubicBezTo>
                  <a:pt x="788037" y="31190"/>
                  <a:pt x="789172" y="31258"/>
                  <a:pt x="790080" y="31395"/>
                </a:cubicBezTo>
                <a:cubicBezTo>
                  <a:pt x="791035" y="31487"/>
                  <a:pt x="791784" y="31644"/>
                  <a:pt x="792326" y="31873"/>
                </a:cubicBezTo>
                <a:cubicBezTo>
                  <a:pt x="792918" y="32098"/>
                  <a:pt x="793327" y="32395"/>
                  <a:pt x="793552" y="32758"/>
                </a:cubicBezTo>
                <a:cubicBezTo>
                  <a:pt x="793781" y="33076"/>
                  <a:pt x="793895" y="33461"/>
                  <a:pt x="793895" y="33916"/>
                </a:cubicBezTo>
                <a:lnTo>
                  <a:pt x="793895" y="41065"/>
                </a:lnTo>
                <a:cubicBezTo>
                  <a:pt x="795664" y="39251"/>
                  <a:pt x="797390" y="37662"/>
                  <a:pt x="799070" y="36299"/>
                </a:cubicBezTo>
                <a:cubicBezTo>
                  <a:pt x="800796" y="34890"/>
                  <a:pt x="802542" y="33733"/>
                  <a:pt x="804314" y="32824"/>
                </a:cubicBezTo>
                <a:cubicBezTo>
                  <a:pt x="806085" y="31873"/>
                  <a:pt x="807900" y="31167"/>
                  <a:pt x="809763" y="30715"/>
                </a:cubicBezTo>
                <a:cubicBezTo>
                  <a:pt x="811669" y="30261"/>
                  <a:pt x="813689" y="30032"/>
                  <a:pt x="815824" y="30032"/>
                </a:cubicBezTo>
                <a:cubicBezTo>
                  <a:pt x="820273" y="30032"/>
                  <a:pt x="824065" y="30918"/>
                  <a:pt x="827197" y="32690"/>
                </a:cubicBezTo>
                <a:cubicBezTo>
                  <a:pt x="830331" y="34416"/>
                  <a:pt x="832872" y="36799"/>
                  <a:pt x="834826" y="39839"/>
                </a:cubicBezTo>
                <a:cubicBezTo>
                  <a:pt x="836823" y="42883"/>
                  <a:pt x="838275" y="46423"/>
                  <a:pt x="839184" y="50463"/>
                </a:cubicBezTo>
                <a:cubicBezTo>
                  <a:pt x="840092" y="54504"/>
                  <a:pt x="840547" y="58819"/>
                  <a:pt x="840547" y="63405"/>
                </a:cubicBezTo>
                <a:close/>
                <a:moveTo>
                  <a:pt x="822702" y="64631"/>
                </a:moveTo>
                <a:cubicBezTo>
                  <a:pt x="822702" y="62042"/>
                  <a:pt x="822499" y="59567"/>
                  <a:pt x="822090" y="57207"/>
                </a:cubicBezTo>
                <a:cubicBezTo>
                  <a:pt x="821727" y="54801"/>
                  <a:pt x="821067" y="52667"/>
                  <a:pt x="820116" y="50806"/>
                </a:cubicBezTo>
                <a:cubicBezTo>
                  <a:pt x="819207" y="48943"/>
                  <a:pt x="817981" y="47469"/>
                  <a:pt x="816438" y="46377"/>
                </a:cubicBezTo>
                <a:cubicBezTo>
                  <a:pt x="814938" y="45243"/>
                  <a:pt x="813055" y="44674"/>
                  <a:pt x="810783" y="44674"/>
                </a:cubicBezTo>
                <a:cubicBezTo>
                  <a:pt x="809649" y="44674"/>
                  <a:pt x="808514" y="44857"/>
                  <a:pt x="807380" y="45220"/>
                </a:cubicBezTo>
                <a:cubicBezTo>
                  <a:pt x="806288" y="45537"/>
                  <a:pt x="805154" y="46083"/>
                  <a:pt x="803974" y="46854"/>
                </a:cubicBezTo>
                <a:cubicBezTo>
                  <a:pt x="802839" y="47626"/>
                  <a:pt x="801659" y="48626"/>
                  <a:pt x="800433" y="49852"/>
                </a:cubicBezTo>
                <a:cubicBezTo>
                  <a:pt x="799207" y="51078"/>
                  <a:pt x="797913" y="52598"/>
                  <a:pt x="796550" y="54415"/>
                </a:cubicBezTo>
                <a:lnTo>
                  <a:pt x="796550" y="74438"/>
                </a:lnTo>
                <a:cubicBezTo>
                  <a:pt x="798956" y="77478"/>
                  <a:pt x="801250" y="79841"/>
                  <a:pt x="803428" y="81519"/>
                </a:cubicBezTo>
                <a:cubicBezTo>
                  <a:pt x="805608" y="83153"/>
                  <a:pt x="807877" y="83970"/>
                  <a:pt x="810240" y="83970"/>
                </a:cubicBezTo>
                <a:cubicBezTo>
                  <a:pt x="812463" y="83970"/>
                  <a:pt x="814349" y="83405"/>
                  <a:pt x="815892" y="82270"/>
                </a:cubicBezTo>
                <a:cubicBezTo>
                  <a:pt x="817481" y="81133"/>
                  <a:pt x="818775" y="79659"/>
                  <a:pt x="819773" y="77841"/>
                </a:cubicBezTo>
                <a:cubicBezTo>
                  <a:pt x="820773" y="75981"/>
                  <a:pt x="821499" y="73892"/>
                  <a:pt x="821953" y="71578"/>
                </a:cubicBezTo>
                <a:cubicBezTo>
                  <a:pt x="822453" y="69260"/>
                  <a:pt x="822702" y="66946"/>
                  <a:pt x="822702" y="64631"/>
                </a:cubicBezTo>
                <a:close/>
                <a:moveTo>
                  <a:pt x="889650" y="88671"/>
                </a:moveTo>
                <a:cubicBezTo>
                  <a:pt x="889650" y="90668"/>
                  <a:pt x="889513" y="92212"/>
                  <a:pt x="889241" y="93303"/>
                </a:cubicBezTo>
                <a:cubicBezTo>
                  <a:pt x="889013" y="94346"/>
                  <a:pt x="888696" y="95095"/>
                  <a:pt x="888287" y="95549"/>
                </a:cubicBezTo>
                <a:cubicBezTo>
                  <a:pt x="887878" y="95958"/>
                  <a:pt x="887264" y="96343"/>
                  <a:pt x="886447" y="96706"/>
                </a:cubicBezTo>
                <a:cubicBezTo>
                  <a:pt x="885675" y="97026"/>
                  <a:pt x="884747" y="97298"/>
                  <a:pt x="883655" y="97524"/>
                </a:cubicBezTo>
                <a:cubicBezTo>
                  <a:pt x="882612" y="97798"/>
                  <a:pt x="881455" y="98001"/>
                  <a:pt x="880183" y="98138"/>
                </a:cubicBezTo>
                <a:cubicBezTo>
                  <a:pt x="878957" y="98275"/>
                  <a:pt x="877709" y="98341"/>
                  <a:pt x="876437" y="98341"/>
                </a:cubicBezTo>
                <a:cubicBezTo>
                  <a:pt x="873031" y="98341"/>
                  <a:pt x="870079" y="97909"/>
                  <a:pt x="867584" y="97049"/>
                </a:cubicBezTo>
                <a:cubicBezTo>
                  <a:pt x="865087" y="96186"/>
                  <a:pt x="863021" y="94869"/>
                  <a:pt x="861387" y="93097"/>
                </a:cubicBezTo>
                <a:cubicBezTo>
                  <a:pt x="859752" y="91283"/>
                  <a:pt x="858549" y="89011"/>
                  <a:pt x="857775" y="86288"/>
                </a:cubicBezTo>
                <a:cubicBezTo>
                  <a:pt x="857003" y="83562"/>
                  <a:pt x="856617" y="80339"/>
                  <a:pt x="856617" y="76615"/>
                </a:cubicBezTo>
                <a:lnTo>
                  <a:pt x="856617" y="45491"/>
                </a:lnTo>
                <a:lnTo>
                  <a:pt x="849331" y="45491"/>
                </a:lnTo>
                <a:cubicBezTo>
                  <a:pt x="848468" y="45491"/>
                  <a:pt x="847811" y="44971"/>
                  <a:pt x="847356" y="43925"/>
                </a:cubicBezTo>
                <a:cubicBezTo>
                  <a:pt x="846902" y="42837"/>
                  <a:pt x="846676" y="41042"/>
                  <a:pt x="846676" y="38545"/>
                </a:cubicBezTo>
                <a:cubicBezTo>
                  <a:pt x="846676" y="37230"/>
                  <a:pt x="846722" y="36116"/>
                  <a:pt x="846810" y="35210"/>
                </a:cubicBezTo>
                <a:cubicBezTo>
                  <a:pt x="846948" y="34301"/>
                  <a:pt x="847130" y="33598"/>
                  <a:pt x="847356" y="33098"/>
                </a:cubicBezTo>
                <a:cubicBezTo>
                  <a:pt x="847582" y="32553"/>
                  <a:pt x="847856" y="32167"/>
                  <a:pt x="848173" y="31941"/>
                </a:cubicBezTo>
                <a:cubicBezTo>
                  <a:pt x="848536" y="31713"/>
                  <a:pt x="848945" y="31598"/>
                  <a:pt x="849399" y="31598"/>
                </a:cubicBezTo>
                <a:lnTo>
                  <a:pt x="856617" y="31598"/>
                </a:lnTo>
                <a:lnTo>
                  <a:pt x="856617" y="18048"/>
                </a:lnTo>
                <a:cubicBezTo>
                  <a:pt x="856617" y="17594"/>
                  <a:pt x="856732" y="17185"/>
                  <a:pt x="856957" y="16822"/>
                </a:cubicBezTo>
                <a:cubicBezTo>
                  <a:pt x="857232" y="16456"/>
                  <a:pt x="857686" y="16162"/>
                  <a:pt x="858320" y="15936"/>
                </a:cubicBezTo>
                <a:cubicBezTo>
                  <a:pt x="859001" y="15662"/>
                  <a:pt x="859886" y="15482"/>
                  <a:pt x="860978" y="15390"/>
                </a:cubicBezTo>
                <a:cubicBezTo>
                  <a:pt x="862112" y="15253"/>
                  <a:pt x="863498" y="15188"/>
                  <a:pt x="865133" y="15188"/>
                </a:cubicBezTo>
                <a:cubicBezTo>
                  <a:pt x="866810" y="15188"/>
                  <a:pt x="868196" y="15253"/>
                  <a:pt x="869285" y="15390"/>
                </a:cubicBezTo>
                <a:cubicBezTo>
                  <a:pt x="870422" y="15482"/>
                  <a:pt x="871305" y="15662"/>
                  <a:pt x="871942" y="15936"/>
                </a:cubicBezTo>
                <a:cubicBezTo>
                  <a:pt x="872576" y="16162"/>
                  <a:pt x="873031" y="16456"/>
                  <a:pt x="873305" y="16822"/>
                </a:cubicBezTo>
                <a:cubicBezTo>
                  <a:pt x="873577" y="17185"/>
                  <a:pt x="873714" y="17594"/>
                  <a:pt x="873714" y="18048"/>
                </a:cubicBezTo>
                <a:lnTo>
                  <a:pt x="873714" y="31598"/>
                </a:lnTo>
                <a:lnTo>
                  <a:pt x="886924" y="31598"/>
                </a:lnTo>
                <a:cubicBezTo>
                  <a:pt x="887378" y="31598"/>
                  <a:pt x="887764" y="31713"/>
                  <a:pt x="888081" y="31941"/>
                </a:cubicBezTo>
                <a:cubicBezTo>
                  <a:pt x="888447" y="32167"/>
                  <a:pt x="888741" y="32553"/>
                  <a:pt x="888967" y="33098"/>
                </a:cubicBezTo>
                <a:cubicBezTo>
                  <a:pt x="889196" y="33598"/>
                  <a:pt x="889353" y="34301"/>
                  <a:pt x="889444" y="35210"/>
                </a:cubicBezTo>
                <a:cubicBezTo>
                  <a:pt x="889581" y="36116"/>
                  <a:pt x="889650" y="37230"/>
                  <a:pt x="889650" y="38545"/>
                </a:cubicBezTo>
                <a:cubicBezTo>
                  <a:pt x="889650" y="41042"/>
                  <a:pt x="889421" y="42837"/>
                  <a:pt x="888967" y="43925"/>
                </a:cubicBezTo>
                <a:cubicBezTo>
                  <a:pt x="888513" y="44971"/>
                  <a:pt x="887856" y="45491"/>
                  <a:pt x="886993" y="45491"/>
                </a:cubicBezTo>
                <a:lnTo>
                  <a:pt x="873714" y="45491"/>
                </a:lnTo>
                <a:lnTo>
                  <a:pt x="873714" y="74029"/>
                </a:lnTo>
                <a:cubicBezTo>
                  <a:pt x="873714" y="77344"/>
                  <a:pt x="874234" y="79841"/>
                  <a:pt x="875280" y="81519"/>
                </a:cubicBezTo>
                <a:cubicBezTo>
                  <a:pt x="876323" y="83153"/>
                  <a:pt x="878186" y="83970"/>
                  <a:pt x="880863" y="83970"/>
                </a:cubicBezTo>
                <a:cubicBezTo>
                  <a:pt x="881772" y="83970"/>
                  <a:pt x="882589" y="83905"/>
                  <a:pt x="883315" y="83768"/>
                </a:cubicBezTo>
                <a:cubicBezTo>
                  <a:pt x="884041" y="83585"/>
                  <a:pt x="884678" y="83405"/>
                  <a:pt x="885221" y="83222"/>
                </a:cubicBezTo>
                <a:cubicBezTo>
                  <a:pt x="885812" y="82996"/>
                  <a:pt x="886290" y="82813"/>
                  <a:pt x="886653" y="82679"/>
                </a:cubicBezTo>
                <a:cubicBezTo>
                  <a:pt x="887061" y="82496"/>
                  <a:pt x="887424" y="82405"/>
                  <a:pt x="887741" y="82405"/>
                </a:cubicBezTo>
                <a:cubicBezTo>
                  <a:pt x="888016" y="82405"/>
                  <a:pt x="888264" y="82496"/>
                  <a:pt x="888490" y="82679"/>
                </a:cubicBezTo>
                <a:cubicBezTo>
                  <a:pt x="888764" y="82813"/>
                  <a:pt x="888967" y="83133"/>
                  <a:pt x="889104" y="83630"/>
                </a:cubicBezTo>
                <a:cubicBezTo>
                  <a:pt x="889241" y="84085"/>
                  <a:pt x="889353" y="84722"/>
                  <a:pt x="889444" y="85539"/>
                </a:cubicBezTo>
                <a:cubicBezTo>
                  <a:pt x="889581" y="86357"/>
                  <a:pt x="889650" y="87399"/>
                  <a:pt x="889650" y="88671"/>
                </a:cubicBezTo>
                <a:close/>
                <a:moveTo>
                  <a:pt x="919205" y="94663"/>
                </a:moveTo>
                <a:cubicBezTo>
                  <a:pt x="919205" y="95118"/>
                  <a:pt x="919071" y="95526"/>
                  <a:pt x="918797" y="95889"/>
                </a:cubicBezTo>
                <a:cubicBezTo>
                  <a:pt x="918525" y="96209"/>
                  <a:pt x="918048" y="96481"/>
                  <a:pt x="917368" y="96706"/>
                </a:cubicBezTo>
                <a:cubicBezTo>
                  <a:pt x="916731" y="96935"/>
                  <a:pt x="915870" y="97092"/>
                  <a:pt x="914779" y="97184"/>
                </a:cubicBezTo>
                <a:cubicBezTo>
                  <a:pt x="913690" y="97321"/>
                  <a:pt x="912304" y="97389"/>
                  <a:pt x="910624" y="97389"/>
                </a:cubicBezTo>
                <a:cubicBezTo>
                  <a:pt x="908944" y="97389"/>
                  <a:pt x="907561" y="97321"/>
                  <a:pt x="906472" y="97184"/>
                </a:cubicBezTo>
                <a:cubicBezTo>
                  <a:pt x="905381" y="97092"/>
                  <a:pt x="904495" y="96935"/>
                  <a:pt x="903815" y="96706"/>
                </a:cubicBezTo>
                <a:cubicBezTo>
                  <a:pt x="903180" y="96481"/>
                  <a:pt x="902726" y="96209"/>
                  <a:pt x="902452" y="95889"/>
                </a:cubicBezTo>
                <a:cubicBezTo>
                  <a:pt x="902180" y="95526"/>
                  <a:pt x="902043" y="95118"/>
                  <a:pt x="902043" y="94663"/>
                </a:cubicBezTo>
                <a:lnTo>
                  <a:pt x="902043" y="34050"/>
                </a:lnTo>
                <a:cubicBezTo>
                  <a:pt x="902043" y="33598"/>
                  <a:pt x="902180" y="33213"/>
                  <a:pt x="902452" y="32893"/>
                </a:cubicBezTo>
                <a:cubicBezTo>
                  <a:pt x="902726" y="32530"/>
                  <a:pt x="903180" y="32235"/>
                  <a:pt x="903815" y="32007"/>
                </a:cubicBezTo>
                <a:cubicBezTo>
                  <a:pt x="904495" y="31735"/>
                  <a:pt x="905381" y="31533"/>
                  <a:pt x="906472" y="31395"/>
                </a:cubicBezTo>
                <a:cubicBezTo>
                  <a:pt x="907561" y="31258"/>
                  <a:pt x="908944" y="31190"/>
                  <a:pt x="910624" y="31190"/>
                </a:cubicBezTo>
                <a:cubicBezTo>
                  <a:pt x="912304" y="31190"/>
                  <a:pt x="913690" y="31258"/>
                  <a:pt x="914779" y="31395"/>
                </a:cubicBezTo>
                <a:cubicBezTo>
                  <a:pt x="915870" y="31533"/>
                  <a:pt x="916731" y="31735"/>
                  <a:pt x="917368" y="32007"/>
                </a:cubicBezTo>
                <a:cubicBezTo>
                  <a:pt x="918048" y="32235"/>
                  <a:pt x="918525" y="32530"/>
                  <a:pt x="918797" y="32893"/>
                </a:cubicBezTo>
                <a:cubicBezTo>
                  <a:pt x="919071" y="33213"/>
                  <a:pt x="919205" y="33598"/>
                  <a:pt x="919205" y="34050"/>
                </a:cubicBezTo>
                <a:lnTo>
                  <a:pt x="919205" y="94663"/>
                </a:lnTo>
                <a:close/>
                <a:moveTo>
                  <a:pt x="920500" y="13347"/>
                </a:moveTo>
                <a:cubicBezTo>
                  <a:pt x="920500" y="16799"/>
                  <a:pt x="919797" y="19182"/>
                  <a:pt x="918388" y="20500"/>
                </a:cubicBezTo>
                <a:cubicBezTo>
                  <a:pt x="916982" y="21814"/>
                  <a:pt x="914370" y="22474"/>
                  <a:pt x="910558" y="22474"/>
                </a:cubicBezTo>
                <a:cubicBezTo>
                  <a:pt x="906698" y="22474"/>
                  <a:pt x="904086" y="21837"/>
                  <a:pt x="902726" y="20565"/>
                </a:cubicBezTo>
                <a:cubicBezTo>
                  <a:pt x="901409" y="19297"/>
                  <a:pt x="900749" y="17002"/>
                  <a:pt x="900749" y="13687"/>
                </a:cubicBezTo>
                <a:cubicBezTo>
                  <a:pt x="900749" y="10238"/>
                  <a:pt x="901432" y="7852"/>
                  <a:pt x="902795" y="6538"/>
                </a:cubicBezTo>
                <a:cubicBezTo>
                  <a:pt x="904200" y="5175"/>
                  <a:pt x="906835" y="4495"/>
                  <a:pt x="910693" y="4495"/>
                </a:cubicBezTo>
                <a:cubicBezTo>
                  <a:pt x="914507" y="4495"/>
                  <a:pt x="917096" y="5152"/>
                  <a:pt x="918457" y="6469"/>
                </a:cubicBezTo>
                <a:cubicBezTo>
                  <a:pt x="919820" y="7741"/>
                  <a:pt x="920500" y="10033"/>
                  <a:pt x="920500" y="13347"/>
                </a:cubicBezTo>
                <a:close/>
                <a:moveTo>
                  <a:pt x="997732" y="63677"/>
                </a:moveTo>
                <a:cubicBezTo>
                  <a:pt x="997732" y="68851"/>
                  <a:pt x="997049" y="73575"/>
                  <a:pt x="995689" y="77841"/>
                </a:cubicBezTo>
                <a:cubicBezTo>
                  <a:pt x="994326" y="82110"/>
                  <a:pt x="992260" y="85788"/>
                  <a:pt x="989491" y="88874"/>
                </a:cubicBezTo>
                <a:cubicBezTo>
                  <a:pt x="986719" y="91963"/>
                  <a:pt x="983247" y="94346"/>
                  <a:pt x="979070" y="96026"/>
                </a:cubicBezTo>
                <a:cubicBezTo>
                  <a:pt x="974892" y="97706"/>
                  <a:pt x="970012" y="98547"/>
                  <a:pt x="964428" y="98547"/>
                </a:cubicBezTo>
                <a:cubicBezTo>
                  <a:pt x="959024" y="98547"/>
                  <a:pt x="954327" y="97798"/>
                  <a:pt x="950329" y="96298"/>
                </a:cubicBezTo>
                <a:cubicBezTo>
                  <a:pt x="946334" y="94800"/>
                  <a:pt x="943020" y="92620"/>
                  <a:pt x="940388" y="89760"/>
                </a:cubicBezTo>
                <a:cubicBezTo>
                  <a:pt x="937753" y="86899"/>
                  <a:pt x="935802" y="83382"/>
                  <a:pt x="934530" y="79204"/>
                </a:cubicBezTo>
                <a:cubicBezTo>
                  <a:pt x="933258" y="75027"/>
                  <a:pt x="932624" y="70260"/>
                  <a:pt x="932624" y="64902"/>
                </a:cubicBezTo>
                <a:cubicBezTo>
                  <a:pt x="932624" y="59727"/>
                  <a:pt x="933304" y="55004"/>
                  <a:pt x="934667" y="50738"/>
                </a:cubicBezTo>
                <a:cubicBezTo>
                  <a:pt x="936073" y="46423"/>
                  <a:pt x="938162" y="42745"/>
                  <a:pt x="940931" y="39705"/>
                </a:cubicBezTo>
                <a:cubicBezTo>
                  <a:pt x="943703" y="36616"/>
                  <a:pt x="947152" y="34233"/>
                  <a:pt x="951283" y="32553"/>
                </a:cubicBezTo>
                <a:cubicBezTo>
                  <a:pt x="955461" y="30872"/>
                  <a:pt x="960342" y="30032"/>
                  <a:pt x="965925" y="30032"/>
                </a:cubicBezTo>
                <a:cubicBezTo>
                  <a:pt x="971375" y="30032"/>
                  <a:pt x="976095" y="30781"/>
                  <a:pt x="980093" y="32281"/>
                </a:cubicBezTo>
                <a:cubicBezTo>
                  <a:pt x="984088" y="33733"/>
                  <a:pt x="987379" y="35890"/>
                  <a:pt x="989968" y="38751"/>
                </a:cubicBezTo>
                <a:cubicBezTo>
                  <a:pt x="992600" y="41611"/>
                  <a:pt x="994552" y="45128"/>
                  <a:pt x="995823" y="49306"/>
                </a:cubicBezTo>
                <a:cubicBezTo>
                  <a:pt x="997095" y="53484"/>
                  <a:pt x="997732" y="58273"/>
                  <a:pt x="997732" y="63677"/>
                </a:cubicBezTo>
                <a:close/>
                <a:moveTo>
                  <a:pt x="980093" y="64357"/>
                </a:moveTo>
                <a:cubicBezTo>
                  <a:pt x="980093" y="61362"/>
                  <a:pt x="979841" y="58613"/>
                  <a:pt x="979341" y="56118"/>
                </a:cubicBezTo>
                <a:cubicBezTo>
                  <a:pt x="978890" y="53575"/>
                  <a:pt x="978093" y="51372"/>
                  <a:pt x="976958" y="49512"/>
                </a:cubicBezTo>
                <a:cubicBezTo>
                  <a:pt x="975824" y="47649"/>
                  <a:pt x="974303" y="46197"/>
                  <a:pt x="972395" y="45151"/>
                </a:cubicBezTo>
                <a:cubicBezTo>
                  <a:pt x="970534" y="44108"/>
                  <a:pt x="968174" y="43585"/>
                  <a:pt x="965314" y="43585"/>
                </a:cubicBezTo>
                <a:cubicBezTo>
                  <a:pt x="962771" y="43585"/>
                  <a:pt x="960545" y="44063"/>
                  <a:pt x="958639" y="45017"/>
                </a:cubicBezTo>
                <a:cubicBezTo>
                  <a:pt x="956733" y="45923"/>
                  <a:pt x="955167" y="47286"/>
                  <a:pt x="953941" y="49103"/>
                </a:cubicBezTo>
                <a:cubicBezTo>
                  <a:pt x="952715" y="50872"/>
                  <a:pt x="951784" y="53029"/>
                  <a:pt x="951146" y="55573"/>
                </a:cubicBezTo>
                <a:cubicBezTo>
                  <a:pt x="950558" y="58070"/>
                  <a:pt x="950263" y="60930"/>
                  <a:pt x="950263" y="64154"/>
                </a:cubicBezTo>
                <a:cubicBezTo>
                  <a:pt x="950263" y="67151"/>
                  <a:pt x="950512" y="69920"/>
                  <a:pt x="951012" y="72463"/>
                </a:cubicBezTo>
                <a:cubicBezTo>
                  <a:pt x="951509" y="74958"/>
                  <a:pt x="952306" y="77138"/>
                  <a:pt x="953395" y="79001"/>
                </a:cubicBezTo>
                <a:cubicBezTo>
                  <a:pt x="954530" y="80862"/>
                  <a:pt x="956050" y="82316"/>
                  <a:pt x="957959" y="83359"/>
                </a:cubicBezTo>
                <a:cubicBezTo>
                  <a:pt x="959865" y="84359"/>
                  <a:pt x="962225" y="84856"/>
                  <a:pt x="965039" y="84856"/>
                </a:cubicBezTo>
                <a:cubicBezTo>
                  <a:pt x="967628" y="84856"/>
                  <a:pt x="969877" y="84402"/>
                  <a:pt x="971783" y="83496"/>
                </a:cubicBezTo>
                <a:cubicBezTo>
                  <a:pt x="973689" y="82542"/>
                  <a:pt x="975255" y="81179"/>
                  <a:pt x="976481" y="79410"/>
                </a:cubicBezTo>
                <a:cubicBezTo>
                  <a:pt x="977707" y="77638"/>
                  <a:pt x="978615" y="75504"/>
                  <a:pt x="979207" y="73006"/>
                </a:cubicBezTo>
                <a:cubicBezTo>
                  <a:pt x="979796" y="70463"/>
                  <a:pt x="980093" y="67583"/>
                  <a:pt x="980093" y="64357"/>
                </a:cubicBezTo>
                <a:close/>
                <a:moveTo>
                  <a:pt x="1069310" y="94663"/>
                </a:moveTo>
                <a:cubicBezTo>
                  <a:pt x="1069310" y="95118"/>
                  <a:pt x="1069172" y="95526"/>
                  <a:pt x="1068901" y="95889"/>
                </a:cubicBezTo>
                <a:cubicBezTo>
                  <a:pt x="1068627" y="96209"/>
                  <a:pt x="1068172" y="96481"/>
                  <a:pt x="1067538" y="96706"/>
                </a:cubicBezTo>
                <a:cubicBezTo>
                  <a:pt x="1066904" y="96935"/>
                  <a:pt x="1066018" y="97092"/>
                  <a:pt x="1064881" y="97184"/>
                </a:cubicBezTo>
                <a:cubicBezTo>
                  <a:pt x="1063792" y="97321"/>
                  <a:pt x="1062429" y="97389"/>
                  <a:pt x="1060794" y="97389"/>
                </a:cubicBezTo>
                <a:cubicBezTo>
                  <a:pt x="1059117" y="97389"/>
                  <a:pt x="1057708" y="97321"/>
                  <a:pt x="1056574" y="97184"/>
                </a:cubicBezTo>
                <a:cubicBezTo>
                  <a:pt x="1055482" y="97092"/>
                  <a:pt x="1054622" y="96935"/>
                  <a:pt x="1053985" y="96706"/>
                </a:cubicBezTo>
                <a:cubicBezTo>
                  <a:pt x="1053351" y="96481"/>
                  <a:pt x="1052896" y="96209"/>
                  <a:pt x="1052622" y="95889"/>
                </a:cubicBezTo>
                <a:cubicBezTo>
                  <a:pt x="1052350" y="95526"/>
                  <a:pt x="1052213" y="95118"/>
                  <a:pt x="1052213" y="94663"/>
                </a:cubicBezTo>
                <a:lnTo>
                  <a:pt x="1052213" y="59999"/>
                </a:lnTo>
                <a:cubicBezTo>
                  <a:pt x="1052213" y="57047"/>
                  <a:pt x="1051987" y="54733"/>
                  <a:pt x="1051533" y="53052"/>
                </a:cubicBezTo>
                <a:cubicBezTo>
                  <a:pt x="1051125" y="51372"/>
                  <a:pt x="1050513" y="49943"/>
                  <a:pt x="1049696" y="48763"/>
                </a:cubicBezTo>
                <a:cubicBezTo>
                  <a:pt x="1048879" y="47537"/>
                  <a:pt x="1047810" y="46606"/>
                  <a:pt x="1046493" y="45969"/>
                </a:cubicBezTo>
                <a:cubicBezTo>
                  <a:pt x="1045221" y="45289"/>
                  <a:pt x="1043724" y="44948"/>
                  <a:pt x="1041998" y="44948"/>
                </a:cubicBezTo>
                <a:cubicBezTo>
                  <a:pt x="1039820" y="44948"/>
                  <a:pt x="1037617" y="45743"/>
                  <a:pt x="1035394" y="47332"/>
                </a:cubicBezTo>
                <a:cubicBezTo>
                  <a:pt x="1033168" y="48920"/>
                  <a:pt x="1030853" y="51235"/>
                  <a:pt x="1028445" y="54278"/>
                </a:cubicBezTo>
                <a:lnTo>
                  <a:pt x="1028445" y="94663"/>
                </a:lnTo>
                <a:cubicBezTo>
                  <a:pt x="1028445" y="95118"/>
                  <a:pt x="1028310" y="95526"/>
                  <a:pt x="1028036" y="95889"/>
                </a:cubicBezTo>
                <a:cubicBezTo>
                  <a:pt x="1027764" y="96209"/>
                  <a:pt x="1027287" y="96481"/>
                  <a:pt x="1026607" y="96706"/>
                </a:cubicBezTo>
                <a:cubicBezTo>
                  <a:pt x="1025973" y="96935"/>
                  <a:pt x="1025110" y="97092"/>
                  <a:pt x="1024018" y="97184"/>
                </a:cubicBezTo>
                <a:cubicBezTo>
                  <a:pt x="1022930" y="97321"/>
                  <a:pt x="1021544" y="97389"/>
                  <a:pt x="1019863" y="97389"/>
                </a:cubicBezTo>
                <a:cubicBezTo>
                  <a:pt x="1018186" y="97389"/>
                  <a:pt x="1016800" y="97321"/>
                  <a:pt x="1015712" y="97184"/>
                </a:cubicBezTo>
                <a:cubicBezTo>
                  <a:pt x="1014620" y="97092"/>
                  <a:pt x="1013734" y="96935"/>
                  <a:pt x="1013054" y="96706"/>
                </a:cubicBezTo>
                <a:cubicBezTo>
                  <a:pt x="1012420" y="96481"/>
                  <a:pt x="1011965" y="96209"/>
                  <a:pt x="1011691" y="95889"/>
                </a:cubicBezTo>
                <a:cubicBezTo>
                  <a:pt x="1011420" y="95526"/>
                  <a:pt x="1011282" y="95118"/>
                  <a:pt x="1011282" y="94663"/>
                </a:cubicBezTo>
                <a:lnTo>
                  <a:pt x="1011282" y="33916"/>
                </a:lnTo>
                <a:cubicBezTo>
                  <a:pt x="1011282" y="33461"/>
                  <a:pt x="1011397" y="33076"/>
                  <a:pt x="1011625" y="32758"/>
                </a:cubicBezTo>
                <a:cubicBezTo>
                  <a:pt x="1011851" y="32393"/>
                  <a:pt x="1012260" y="32098"/>
                  <a:pt x="1012851" y="31873"/>
                </a:cubicBezTo>
                <a:cubicBezTo>
                  <a:pt x="1013440" y="31644"/>
                  <a:pt x="1014188" y="31487"/>
                  <a:pt x="1015097" y="31395"/>
                </a:cubicBezTo>
                <a:cubicBezTo>
                  <a:pt x="1016052" y="31258"/>
                  <a:pt x="1017232" y="31190"/>
                  <a:pt x="1018638" y="31190"/>
                </a:cubicBezTo>
                <a:cubicBezTo>
                  <a:pt x="1020092" y="31190"/>
                  <a:pt x="1021295" y="31258"/>
                  <a:pt x="1022249" y="31395"/>
                </a:cubicBezTo>
                <a:cubicBezTo>
                  <a:pt x="1023201" y="31487"/>
                  <a:pt x="1023930" y="31644"/>
                  <a:pt x="1024427" y="31873"/>
                </a:cubicBezTo>
                <a:cubicBezTo>
                  <a:pt x="1024973" y="32098"/>
                  <a:pt x="1025358" y="32395"/>
                  <a:pt x="1025584" y="32758"/>
                </a:cubicBezTo>
                <a:cubicBezTo>
                  <a:pt x="1025813" y="33076"/>
                  <a:pt x="1025927" y="33461"/>
                  <a:pt x="1025927" y="33916"/>
                </a:cubicBezTo>
                <a:lnTo>
                  <a:pt x="1025927" y="40931"/>
                </a:lnTo>
                <a:cubicBezTo>
                  <a:pt x="1029285" y="37299"/>
                  <a:pt x="1032691" y="34573"/>
                  <a:pt x="1036143" y="32758"/>
                </a:cubicBezTo>
                <a:cubicBezTo>
                  <a:pt x="1039637" y="30941"/>
                  <a:pt x="1043269" y="30032"/>
                  <a:pt x="1047038" y="30032"/>
                </a:cubicBezTo>
                <a:cubicBezTo>
                  <a:pt x="1051170" y="30032"/>
                  <a:pt x="1054642" y="30715"/>
                  <a:pt x="1057460" y="32075"/>
                </a:cubicBezTo>
                <a:cubicBezTo>
                  <a:pt x="1060320" y="33438"/>
                  <a:pt x="1062612" y="35299"/>
                  <a:pt x="1064338" y="37662"/>
                </a:cubicBezTo>
                <a:cubicBezTo>
                  <a:pt x="1066106" y="39976"/>
                  <a:pt x="1067378" y="42700"/>
                  <a:pt x="1068150" y="45834"/>
                </a:cubicBezTo>
                <a:cubicBezTo>
                  <a:pt x="1068924" y="48966"/>
                  <a:pt x="1069310" y="52735"/>
                  <a:pt x="1069310" y="57139"/>
                </a:cubicBezTo>
                <a:lnTo>
                  <a:pt x="1069310" y="94663"/>
                </a:lnTo>
                <a:close/>
                <a:moveTo>
                  <a:pt x="1189376" y="22543"/>
                </a:moveTo>
                <a:cubicBezTo>
                  <a:pt x="1189376" y="23857"/>
                  <a:pt x="1189308" y="24995"/>
                  <a:pt x="1189173" y="25946"/>
                </a:cubicBezTo>
                <a:cubicBezTo>
                  <a:pt x="1189082" y="26901"/>
                  <a:pt x="1188922" y="27672"/>
                  <a:pt x="1188696" y="28264"/>
                </a:cubicBezTo>
                <a:cubicBezTo>
                  <a:pt x="1188513" y="28806"/>
                  <a:pt x="1188265" y="29192"/>
                  <a:pt x="1187947" y="29421"/>
                </a:cubicBezTo>
                <a:cubicBezTo>
                  <a:pt x="1187673" y="29647"/>
                  <a:pt x="1187333" y="29761"/>
                  <a:pt x="1186924" y="29761"/>
                </a:cubicBezTo>
                <a:cubicBezTo>
                  <a:pt x="1186336" y="29761"/>
                  <a:pt x="1185381" y="29352"/>
                  <a:pt x="1184064" y="28535"/>
                </a:cubicBezTo>
                <a:cubicBezTo>
                  <a:pt x="1182747" y="27718"/>
                  <a:pt x="1181001" y="26832"/>
                  <a:pt x="1178820" y="25878"/>
                </a:cubicBezTo>
                <a:cubicBezTo>
                  <a:pt x="1176640" y="24926"/>
                  <a:pt x="1174031" y="24040"/>
                  <a:pt x="1170988" y="23223"/>
                </a:cubicBezTo>
                <a:cubicBezTo>
                  <a:pt x="1167993" y="22406"/>
                  <a:pt x="1164496" y="21997"/>
                  <a:pt x="1160501" y="21997"/>
                </a:cubicBezTo>
                <a:cubicBezTo>
                  <a:pt x="1156232" y="21997"/>
                  <a:pt x="1152374" y="22746"/>
                  <a:pt x="1148922" y="24243"/>
                </a:cubicBezTo>
                <a:cubicBezTo>
                  <a:pt x="1145473" y="25697"/>
                  <a:pt x="1142522" y="27786"/>
                  <a:pt x="1140070" y="30510"/>
                </a:cubicBezTo>
                <a:cubicBezTo>
                  <a:pt x="1137618" y="33190"/>
                  <a:pt x="1135732" y="36436"/>
                  <a:pt x="1134418" y="40248"/>
                </a:cubicBezTo>
                <a:cubicBezTo>
                  <a:pt x="1133100" y="44017"/>
                  <a:pt x="1132440" y="48195"/>
                  <a:pt x="1132440" y="52781"/>
                </a:cubicBezTo>
                <a:cubicBezTo>
                  <a:pt x="1132440" y="57819"/>
                  <a:pt x="1133100" y="62271"/>
                  <a:pt x="1134418" y="66128"/>
                </a:cubicBezTo>
                <a:cubicBezTo>
                  <a:pt x="1135778" y="69943"/>
                  <a:pt x="1137664" y="73143"/>
                  <a:pt x="1140070" y="75732"/>
                </a:cubicBezTo>
                <a:cubicBezTo>
                  <a:pt x="1142476" y="78318"/>
                  <a:pt x="1145359" y="80273"/>
                  <a:pt x="1148720" y="81587"/>
                </a:cubicBezTo>
                <a:cubicBezTo>
                  <a:pt x="1152123" y="82905"/>
                  <a:pt x="1155869" y="83562"/>
                  <a:pt x="1159955" y="83562"/>
                </a:cubicBezTo>
                <a:cubicBezTo>
                  <a:pt x="1161953" y="83562"/>
                  <a:pt x="1163927" y="83336"/>
                  <a:pt x="1165882" y="82882"/>
                </a:cubicBezTo>
                <a:cubicBezTo>
                  <a:pt x="1167833" y="82427"/>
                  <a:pt x="1169648" y="81747"/>
                  <a:pt x="1171328" y="80839"/>
                </a:cubicBezTo>
                <a:lnTo>
                  <a:pt x="1171328" y="60408"/>
                </a:lnTo>
                <a:lnTo>
                  <a:pt x="1154643" y="60408"/>
                </a:lnTo>
                <a:cubicBezTo>
                  <a:pt x="1153826" y="60408"/>
                  <a:pt x="1153192" y="59907"/>
                  <a:pt x="1152737" y="58910"/>
                </a:cubicBezTo>
                <a:cubicBezTo>
                  <a:pt x="1152283" y="57864"/>
                  <a:pt x="1152054" y="56118"/>
                  <a:pt x="1152054" y="53667"/>
                </a:cubicBezTo>
                <a:cubicBezTo>
                  <a:pt x="1152054" y="52395"/>
                  <a:pt x="1152100" y="51326"/>
                  <a:pt x="1152191" y="50463"/>
                </a:cubicBezTo>
                <a:cubicBezTo>
                  <a:pt x="1152329" y="49600"/>
                  <a:pt x="1152509" y="48920"/>
                  <a:pt x="1152737" y="48420"/>
                </a:cubicBezTo>
                <a:cubicBezTo>
                  <a:pt x="1152963" y="47877"/>
                  <a:pt x="1153237" y="47492"/>
                  <a:pt x="1153554" y="47263"/>
                </a:cubicBezTo>
                <a:cubicBezTo>
                  <a:pt x="1153872" y="46992"/>
                  <a:pt x="1154235" y="46854"/>
                  <a:pt x="1154643" y="46854"/>
                </a:cubicBezTo>
                <a:lnTo>
                  <a:pt x="1184404" y="46854"/>
                </a:lnTo>
                <a:cubicBezTo>
                  <a:pt x="1185133" y="46854"/>
                  <a:pt x="1185767" y="46992"/>
                  <a:pt x="1186313" y="47263"/>
                </a:cubicBezTo>
                <a:cubicBezTo>
                  <a:pt x="1186901" y="47492"/>
                  <a:pt x="1187402" y="47855"/>
                  <a:pt x="1187810" y="48355"/>
                </a:cubicBezTo>
                <a:cubicBezTo>
                  <a:pt x="1188265" y="48852"/>
                  <a:pt x="1188605" y="49466"/>
                  <a:pt x="1188833" y="50192"/>
                </a:cubicBezTo>
                <a:cubicBezTo>
                  <a:pt x="1189059" y="50872"/>
                  <a:pt x="1189173" y="51666"/>
                  <a:pt x="1189173" y="52575"/>
                </a:cubicBezTo>
                <a:lnTo>
                  <a:pt x="1189173" y="87648"/>
                </a:lnTo>
                <a:cubicBezTo>
                  <a:pt x="1189173" y="89011"/>
                  <a:pt x="1188922" y="90214"/>
                  <a:pt x="1188425" y="91260"/>
                </a:cubicBezTo>
                <a:cubicBezTo>
                  <a:pt x="1187970" y="92257"/>
                  <a:pt x="1186993" y="93052"/>
                  <a:pt x="1185496" y="93643"/>
                </a:cubicBezTo>
                <a:cubicBezTo>
                  <a:pt x="1184041" y="94232"/>
                  <a:pt x="1182227" y="94846"/>
                  <a:pt x="1180046" y="95481"/>
                </a:cubicBezTo>
                <a:cubicBezTo>
                  <a:pt x="1177866" y="96118"/>
                  <a:pt x="1175597" y="96661"/>
                  <a:pt x="1173237" y="97115"/>
                </a:cubicBezTo>
                <a:cubicBezTo>
                  <a:pt x="1170919" y="97569"/>
                  <a:pt x="1168559" y="97909"/>
                  <a:pt x="1166153" y="98138"/>
                </a:cubicBezTo>
                <a:cubicBezTo>
                  <a:pt x="1163793" y="98364"/>
                  <a:pt x="1161410" y="98478"/>
                  <a:pt x="1159001" y="98478"/>
                </a:cubicBezTo>
                <a:cubicBezTo>
                  <a:pt x="1151966" y="98478"/>
                  <a:pt x="1145653" y="97478"/>
                  <a:pt x="1140070" y="95481"/>
                </a:cubicBezTo>
                <a:cubicBezTo>
                  <a:pt x="1134529" y="93437"/>
                  <a:pt x="1129831" y="90511"/>
                  <a:pt x="1125971" y="86697"/>
                </a:cubicBezTo>
                <a:cubicBezTo>
                  <a:pt x="1122113" y="82836"/>
                  <a:pt x="1119162" y="78161"/>
                  <a:pt x="1117118" y="72666"/>
                </a:cubicBezTo>
                <a:cubicBezTo>
                  <a:pt x="1115075" y="67128"/>
                  <a:pt x="1114052" y="60862"/>
                  <a:pt x="1114052" y="53870"/>
                </a:cubicBezTo>
                <a:cubicBezTo>
                  <a:pt x="1114052" y="46652"/>
                  <a:pt x="1115144" y="40179"/>
                  <a:pt x="1117321" y="34459"/>
                </a:cubicBezTo>
                <a:cubicBezTo>
                  <a:pt x="1119502" y="28695"/>
                  <a:pt x="1122588" y="23812"/>
                  <a:pt x="1126585" y="19817"/>
                </a:cubicBezTo>
                <a:cubicBezTo>
                  <a:pt x="1130580" y="15776"/>
                  <a:pt x="1135392" y="12690"/>
                  <a:pt x="1141021" y="10556"/>
                </a:cubicBezTo>
                <a:cubicBezTo>
                  <a:pt x="1146699" y="8421"/>
                  <a:pt x="1153009" y="7355"/>
                  <a:pt x="1159955" y="7355"/>
                </a:cubicBezTo>
                <a:cubicBezTo>
                  <a:pt x="1163770" y="7355"/>
                  <a:pt x="1167242" y="7627"/>
                  <a:pt x="1170377" y="8172"/>
                </a:cubicBezTo>
                <a:cubicBezTo>
                  <a:pt x="1173508" y="8670"/>
                  <a:pt x="1176232" y="9307"/>
                  <a:pt x="1178549" y="10078"/>
                </a:cubicBezTo>
                <a:cubicBezTo>
                  <a:pt x="1180909" y="10804"/>
                  <a:pt x="1182861" y="11599"/>
                  <a:pt x="1184404" y="12462"/>
                </a:cubicBezTo>
                <a:cubicBezTo>
                  <a:pt x="1185950" y="13325"/>
                  <a:pt x="1187016" y="14073"/>
                  <a:pt x="1187607" y="14710"/>
                </a:cubicBezTo>
                <a:cubicBezTo>
                  <a:pt x="1188242" y="15345"/>
                  <a:pt x="1188696" y="16253"/>
                  <a:pt x="1188967" y="17434"/>
                </a:cubicBezTo>
                <a:cubicBezTo>
                  <a:pt x="1189242" y="18568"/>
                  <a:pt x="1189376" y="20271"/>
                  <a:pt x="1189376" y="22543"/>
                </a:cubicBezTo>
                <a:close/>
                <a:moveTo>
                  <a:pt x="1262657" y="62519"/>
                </a:moveTo>
                <a:cubicBezTo>
                  <a:pt x="1262657" y="64608"/>
                  <a:pt x="1262179" y="66151"/>
                  <a:pt x="1261228" y="67151"/>
                </a:cubicBezTo>
                <a:cubicBezTo>
                  <a:pt x="1260319" y="68149"/>
                  <a:pt x="1259048" y="68649"/>
                  <a:pt x="1257413" y="68649"/>
                </a:cubicBezTo>
                <a:lnTo>
                  <a:pt x="1220431" y="68649"/>
                </a:lnTo>
                <a:cubicBezTo>
                  <a:pt x="1220431" y="71237"/>
                  <a:pt x="1220729" y="73598"/>
                  <a:pt x="1221317" y="75732"/>
                </a:cubicBezTo>
                <a:cubicBezTo>
                  <a:pt x="1221954" y="77821"/>
                  <a:pt x="1222929" y="79613"/>
                  <a:pt x="1224246" y="81110"/>
                </a:cubicBezTo>
                <a:cubicBezTo>
                  <a:pt x="1225609" y="82565"/>
                  <a:pt x="1227335" y="83676"/>
                  <a:pt x="1229421" y="84448"/>
                </a:cubicBezTo>
                <a:cubicBezTo>
                  <a:pt x="1231556" y="85219"/>
                  <a:pt x="1234099" y="85605"/>
                  <a:pt x="1237051" y="85605"/>
                </a:cubicBezTo>
                <a:cubicBezTo>
                  <a:pt x="1240045" y="85605"/>
                  <a:pt x="1242680" y="85402"/>
                  <a:pt x="1244949" y="84993"/>
                </a:cubicBezTo>
                <a:cubicBezTo>
                  <a:pt x="1247220" y="84539"/>
                  <a:pt x="1249172" y="84062"/>
                  <a:pt x="1250807" y="83562"/>
                </a:cubicBezTo>
                <a:cubicBezTo>
                  <a:pt x="1252487" y="83019"/>
                  <a:pt x="1253873" y="82542"/>
                  <a:pt x="1254961" y="82133"/>
                </a:cubicBezTo>
                <a:cubicBezTo>
                  <a:pt x="1256050" y="81679"/>
                  <a:pt x="1256936" y="81453"/>
                  <a:pt x="1257619" y="81453"/>
                </a:cubicBezTo>
                <a:cubicBezTo>
                  <a:pt x="1258028" y="81453"/>
                  <a:pt x="1258368" y="81542"/>
                  <a:pt x="1258639" y="81725"/>
                </a:cubicBezTo>
                <a:cubicBezTo>
                  <a:pt x="1258910" y="81862"/>
                  <a:pt x="1259139" y="82133"/>
                  <a:pt x="1259319" y="82542"/>
                </a:cubicBezTo>
                <a:cubicBezTo>
                  <a:pt x="1259502" y="82950"/>
                  <a:pt x="1259616" y="83542"/>
                  <a:pt x="1259662" y="84313"/>
                </a:cubicBezTo>
                <a:cubicBezTo>
                  <a:pt x="1259751" y="85039"/>
                  <a:pt x="1259796" y="85971"/>
                  <a:pt x="1259796" y="87105"/>
                </a:cubicBezTo>
                <a:cubicBezTo>
                  <a:pt x="1259796" y="88102"/>
                  <a:pt x="1259773" y="88965"/>
                  <a:pt x="1259728" y="89691"/>
                </a:cubicBezTo>
                <a:cubicBezTo>
                  <a:pt x="1259682" y="90374"/>
                  <a:pt x="1259616" y="90963"/>
                  <a:pt x="1259525" y="91463"/>
                </a:cubicBezTo>
                <a:cubicBezTo>
                  <a:pt x="1259433" y="91963"/>
                  <a:pt x="1259296" y="92394"/>
                  <a:pt x="1259116" y="92757"/>
                </a:cubicBezTo>
                <a:cubicBezTo>
                  <a:pt x="1258933" y="93074"/>
                  <a:pt x="1258685" y="93392"/>
                  <a:pt x="1258368" y="93712"/>
                </a:cubicBezTo>
                <a:cubicBezTo>
                  <a:pt x="1258093" y="94029"/>
                  <a:pt x="1257299" y="94460"/>
                  <a:pt x="1255984" y="95006"/>
                </a:cubicBezTo>
                <a:cubicBezTo>
                  <a:pt x="1254667" y="95549"/>
                  <a:pt x="1252987" y="96095"/>
                  <a:pt x="1250944" y="96641"/>
                </a:cubicBezTo>
                <a:cubicBezTo>
                  <a:pt x="1248901" y="97138"/>
                  <a:pt x="1246563" y="97569"/>
                  <a:pt x="1243929" y="97932"/>
                </a:cubicBezTo>
                <a:cubicBezTo>
                  <a:pt x="1241294" y="98341"/>
                  <a:pt x="1238479" y="98547"/>
                  <a:pt x="1235485" y="98547"/>
                </a:cubicBezTo>
                <a:cubicBezTo>
                  <a:pt x="1230081" y="98547"/>
                  <a:pt x="1225335" y="97867"/>
                  <a:pt x="1221249" y="96503"/>
                </a:cubicBezTo>
                <a:cubicBezTo>
                  <a:pt x="1217208" y="95140"/>
                  <a:pt x="1213828" y="93074"/>
                  <a:pt x="1211102" y="90306"/>
                </a:cubicBezTo>
                <a:cubicBezTo>
                  <a:pt x="1208378" y="87537"/>
                  <a:pt x="1206335" y="84039"/>
                  <a:pt x="1204972" y="79819"/>
                </a:cubicBezTo>
                <a:cubicBezTo>
                  <a:pt x="1203655" y="75595"/>
                  <a:pt x="1202998" y="70646"/>
                  <a:pt x="1202998" y="64971"/>
                </a:cubicBezTo>
                <a:cubicBezTo>
                  <a:pt x="1202998" y="59567"/>
                  <a:pt x="1203701" y="54710"/>
                  <a:pt x="1205109" y="50398"/>
                </a:cubicBezTo>
                <a:cubicBezTo>
                  <a:pt x="1206515" y="46037"/>
                  <a:pt x="1208558" y="42360"/>
                  <a:pt x="1211239" y="39362"/>
                </a:cubicBezTo>
                <a:cubicBezTo>
                  <a:pt x="1213916" y="36322"/>
                  <a:pt x="1217162" y="34007"/>
                  <a:pt x="1220977" y="32415"/>
                </a:cubicBezTo>
                <a:cubicBezTo>
                  <a:pt x="1224838" y="30827"/>
                  <a:pt x="1229172" y="30032"/>
                  <a:pt x="1233985" y="30032"/>
                </a:cubicBezTo>
                <a:cubicBezTo>
                  <a:pt x="1239071" y="30032"/>
                  <a:pt x="1243406" y="30781"/>
                  <a:pt x="1246992" y="32281"/>
                </a:cubicBezTo>
                <a:cubicBezTo>
                  <a:pt x="1250627" y="33779"/>
                  <a:pt x="1253598" y="35867"/>
                  <a:pt x="1255916" y="38545"/>
                </a:cubicBezTo>
                <a:cubicBezTo>
                  <a:pt x="1258230" y="41179"/>
                  <a:pt x="1259933" y="44311"/>
                  <a:pt x="1261022" y="47946"/>
                </a:cubicBezTo>
                <a:cubicBezTo>
                  <a:pt x="1262114" y="51578"/>
                  <a:pt x="1262657" y="55527"/>
                  <a:pt x="1262657" y="59796"/>
                </a:cubicBezTo>
                <a:lnTo>
                  <a:pt x="1262657" y="62519"/>
                </a:lnTo>
                <a:close/>
                <a:moveTo>
                  <a:pt x="1246040" y="57616"/>
                </a:moveTo>
                <a:cubicBezTo>
                  <a:pt x="1246175" y="52804"/>
                  <a:pt x="1245200" y="49035"/>
                  <a:pt x="1243111" y="46309"/>
                </a:cubicBezTo>
                <a:cubicBezTo>
                  <a:pt x="1241068" y="43540"/>
                  <a:pt x="1237891" y="42157"/>
                  <a:pt x="1233576" y="42157"/>
                </a:cubicBezTo>
                <a:cubicBezTo>
                  <a:pt x="1231398" y="42157"/>
                  <a:pt x="1229490" y="42565"/>
                  <a:pt x="1227855" y="43383"/>
                </a:cubicBezTo>
                <a:cubicBezTo>
                  <a:pt x="1226266" y="44200"/>
                  <a:pt x="1224926" y="45311"/>
                  <a:pt x="1223838" y="46717"/>
                </a:cubicBezTo>
                <a:cubicBezTo>
                  <a:pt x="1222795" y="48080"/>
                  <a:pt x="1221977" y="49715"/>
                  <a:pt x="1221386" y="51624"/>
                </a:cubicBezTo>
                <a:cubicBezTo>
                  <a:pt x="1220840" y="53484"/>
                  <a:pt x="1220523" y="55481"/>
                  <a:pt x="1220431" y="57616"/>
                </a:cubicBezTo>
                <a:lnTo>
                  <a:pt x="1246040" y="57616"/>
                </a:lnTo>
                <a:close/>
                <a:moveTo>
                  <a:pt x="1334780" y="94663"/>
                </a:moveTo>
                <a:cubicBezTo>
                  <a:pt x="1334780" y="95118"/>
                  <a:pt x="1334643" y="95526"/>
                  <a:pt x="1334371" y="95889"/>
                </a:cubicBezTo>
                <a:cubicBezTo>
                  <a:pt x="1334100" y="96209"/>
                  <a:pt x="1333646" y="96481"/>
                  <a:pt x="1333008" y="96706"/>
                </a:cubicBezTo>
                <a:cubicBezTo>
                  <a:pt x="1332374" y="96935"/>
                  <a:pt x="1331488" y="97092"/>
                  <a:pt x="1330354" y="97184"/>
                </a:cubicBezTo>
                <a:cubicBezTo>
                  <a:pt x="1329262" y="97321"/>
                  <a:pt x="1327902" y="97389"/>
                  <a:pt x="1326267" y="97389"/>
                </a:cubicBezTo>
                <a:cubicBezTo>
                  <a:pt x="1324587" y="97389"/>
                  <a:pt x="1323179" y="97321"/>
                  <a:pt x="1322044" y="97184"/>
                </a:cubicBezTo>
                <a:cubicBezTo>
                  <a:pt x="1320955" y="97092"/>
                  <a:pt x="1320092" y="96935"/>
                  <a:pt x="1319455" y="96706"/>
                </a:cubicBezTo>
                <a:cubicBezTo>
                  <a:pt x="1318821" y="96481"/>
                  <a:pt x="1318366" y="96209"/>
                  <a:pt x="1318095" y="95889"/>
                </a:cubicBezTo>
                <a:cubicBezTo>
                  <a:pt x="1317821" y="95526"/>
                  <a:pt x="1317686" y="95118"/>
                  <a:pt x="1317686" y="94663"/>
                </a:cubicBezTo>
                <a:lnTo>
                  <a:pt x="1317686" y="59999"/>
                </a:lnTo>
                <a:cubicBezTo>
                  <a:pt x="1317686" y="57047"/>
                  <a:pt x="1317458" y="54733"/>
                  <a:pt x="1317003" y="53052"/>
                </a:cubicBezTo>
                <a:cubicBezTo>
                  <a:pt x="1316595" y="51372"/>
                  <a:pt x="1315983" y="49943"/>
                  <a:pt x="1315166" y="48763"/>
                </a:cubicBezTo>
                <a:cubicBezTo>
                  <a:pt x="1314349" y="47537"/>
                  <a:pt x="1313283" y="46606"/>
                  <a:pt x="1311966" y="45969"/>
                </a:cubicBezTo>
                <a:cubicBezTo>
                  <a:pt x="1310694" y="45289"/>
                  <a:pt x="1309197" y="44948"/>
                  <a:pt x="1307471" y="44948"/>
                </a:cubicBezTo>
                <a:cubicBezTo>
                  <a:pt x="1305291" y="44948"/>
                  <a:pt x="1303087" y="45743"/>
                  <a:pt x="1300864" y="47332"/>
                </a:cubicBezTo>
                <a:cubicBezTo>
                  <a:pt x="1298638" y="48920"/>
                  <a:pt x="1296324" y="51235"/>
                  <a:pt x="1293918" y="54278"/>
                </a:cubicBezTo>
                <a:lnTo>
                  <a:pt x="1293918" y="94663"/>
                </a:lnTo>
                <a:cubicBezTo>
                  <a:pt x="1293918" y="95118"/>
                  <a:pt x="1293781" y="95526"/>
                  <a:pt x="1293509" y="95889"/>
                </a:cubicBezTo>
                <a:cubicBezTo>
                  <a:pt x="1293235" y="96209"/>
                  <a:pt x="1292760" y="96481"/>
                  <a:pt x="1292077" y="96706"/>
                </a:cubicBezTo>
                <a:cubicBezTo>
                  <a:pt x="1291443" y="96935"/>
                  <a:pt x="1290580" y="97092"/>
                  <a:pt x="1289491" y="97184"/>
                </a:cubicBezTo>
                <a:cubicBezTo>
                  <a:pt x="1288400" y="97321"/>
                  <a:pt x="1287017" y="97389"/>
                  <a:pt x="1285337" y="97389"/>
                </a:cubicBezTo>
                <a:cubicBezTo>
                  <a:pt x="1283656" y="97389"/>
                  <a:pt x="1282271" y="97321"/>
                  <a:pt x="1281182" y="97184"/>
                </a:cubicBezTo>
                <a:cubicBezTo>
                  <a:pt x="1280093" y="97092"/>
                  <a:pt x="1279207" y="96935"/>
                  <a:pt x="1278524" y="96706"/>
                </a:cubicBezTo>
                <a:cubicBezTo>
                  <a:pt x="1277890" y="96481"/>
                  <a:pt x="1277436" y="96209"/>
                  <a:pt x="1277164" y="95889"/>
                </a:cubicBezTo>
                <a:cubicBezTo>
                  <a:pt x="1276890" y="95526"/>
                  <a:pt x="1276756" y="95118"/>
                  <a:pt x="1276756" y="94663"/>
                </a:cubicBezTo>
                <a:lnTo>
                  <a:pt x="1276756" y="33916"/>
                </a:lnTo>
                <a:cubicBezTo>
                  <a:pt x="1276756" y="33461"/>
                  <a:pt x="1276867" y="33076"/>
                  <a:pt x="1277096" y="32758"/>
                </a:cubicBezTo>
                <a:cubicBezTo>
                  <a:pt x="1277321" y="32393"/>
                  <a:pt x="1277730" y="32098"/>
                  <a:pt x="1278321" y="31873"/>
                </a:cubicBezTo>
                <a:cubicBezTo>
                  <a:pt x="1278910" y="31644"/>
                  <a:pt x="1279662" y="31487"/>
                  <a:pt x="1280567" y="31395"/>
                </a:cubicBezTo>
                <a:cubicBezTo>
                  <a:pt x="1281522" y="31258"/>
                  <a:pt x="1282702" y="31190"/>
                  <a:pt x="1284111" y="31190"/>
                </a:cubicBezTo>
                <a:cubicBezTo>
                  <a:pt x="1285562" y="31190"/>
                  <a:pt x="1286765" y="31258"/>
                  <a:pt x="1287720" y="31395"/>
                </a:cubicBezTo>
                <a:cubicBezTo>
                  <a:pt x="1288674" y="31487"/>
                  <a:pt x="1289400" y="31644"/>
                  <a:pt x="1289900" y="31873"/>
                </a:cubicBezTo>
                <a:cubicBezTo>
                  <a:pt x="1290443" y="32098"/>
                  <a:pt x="1290829" y="32395"/>
                  <a:pt x="1291057" y="32758"/>
                </a:cubicBezTo>
                <a:cubicBezTo>
                  <a:pt x="1291283" y="33076"/>
                  <a:pt x="1291397" y="33461"/>
                  <a:pt x="1291397" y="33916"/>
                </a:cubicBezTo>
                <a:lnTo>
                  <a:pt x="1291397" y="40931"/>
                </a:lnTo>
                <a:cubicBezTo>
                  <a:pt x="1294758" y="37299"/>
                  <a:pt x="1298161" y="34573"/>
                  <a:pt x="1301613" y="32758"/>
                </a:cubicBezTo>
                <a:cubicBezTo>
                  <a:pt x="1305108" y="30941"/>
                  <a:pt x="1308742" y="30032"/>
                  <a:pt x="1312509" y="30032"/>
                </a:cubicBezTo>
                <a:cubicBezTo>
                  <a:pt x="1316641" y="30032"/>
                  <a:pt x="1320115" y="30715"/>
                  <a:pt x="1322930" y="32075"/>
                </a:cubicBezTo>
                <a:cubicBezTo>
                  <a:pt x="1325790" y="33438"/>
                  <a:pt x="1328082" y="35299"/>
                  <a:pt x="1329808" y="37662"/>
                </a:cubicBezTo>
                <a:cubicBezTo>
                  <a:pt x="1331580" y="39976"/>
                  <a:pt x="1332851" y="42700"/>
                  <a:pt x="1333623" y="45834"/>
                </a:cubicBezTo>
                <a:cubicBezTo>
                  <a:pt x="1334394" y="48966"/>
                  <a:pt x="1334780" y="52735"/>
                  <a:pt x="1334780" y="57139"/>
                </a:cubicBezTo>
                <a:lnTo>
                  <a:pt x="1334780" y="94663"/>
                </a:lnTo>
                <a:close/>
                <a:moveTo>
                  <a:pt x="1407721" y="62519"/>
                </a:moveTo>
                <a:cubicBezTo>
                  <a:pt x="1407721" y="64608"/>
                  <a:pt x="1407243" y="66151"/>
                  <a:pt x="1406289" y="67151"/>
                </a:cubicBezTo>
                <a:cubicBezTo>
                  <a:pt x="1405380" y="68149"/>
                  <a:pt x="1404111" y="68649"/>
                  <a:pt x="1402477" y="68649"/>
                </a:cubicBezTo>
                <a:lnTo>
                  <a:pt x="1365495" y="68649"/>
                </a:lnTo>
                <a:cubicBezTo>
                  <a:pt x="1365495" y="71237"/>
                  <a:pt x="1365790" y="73598"/>
                  <a:pt x="1366381" y="75732"/>
                </a:cubicBezTo>
                <a:cubicBezTo>
                  <a:pt x="1367015" y="77821"/>
                  <a:pt x="1367993" y="79613"/>
                  <a:pt x="1369310" y="81110"/>
                </a:cubicBezTo>
                <a:cubicBezTo>
                  <a:pt x="1370670" y="82565"/>
                  <a:pt x="1372396" y="83676"/>
                  <a:pt x="1374485" y="84448"/>
                </a:cubicBezTo>
                <a:cubicBezTo>
                  <a:pt x="1376619" y="85219"/>
                  <a:pt x="1379163" y="85605"/>
                  <a:pt x="1382112" y="85605"/>
                </a:cubicBezTo>
                <a:cubicBezTo>
                  <a:pt x="1385109" y="85605"/>
                  <a:pt x="1387744" y="85402"/>
                  <a:pt x="1390013" y="84993"/>
                </a:cubicBezTo>
                <a:cubicBezTo>
                  <a:pt x="1392284" y="84539"/>
                  <a:pt x="1394236" y="84062"/>
                  <a:pt x="1395870" y="83562"/>
                </a:cubicBezTo>
                <a:cubicBezTo>
                  <a:pt x="1397551" y="83019"/>
                  <a:pt x="1398934" y="82542"/>
                  <a:pt x="1400025" y="82133"/>
                </a:cubicBezTo>
                <a:cubicBezTo>
                  <a:pt x="1401114" y="81679"/>
                  <a:pt x="1402000" y="81453"/>
                  <a:pt x="1402680" y="81453"/>
                </a:cubicBezTo>
                <a:cubicBezTo>
                  <a:pt x="1403089" y="81453"/>
                  <a:pt x="1403429" y="81542"/>
                  <a:pt x="1403703" y="81725"/>
                </a:cubicBezTo>
                <a:cubicBezTo>
                  <a:pt x="1403974" y="81862"/>
                  <a:pt x="1404200" y="82133"/>
                  <a:pt x="1404383" y="82542"/>
                </a:cubicBezTo>
                <a:cubicBezTo>
                  <a:pt x="1404563" y="82950"/>
                  <a:pt x="1404677" y="83542"/>
                  <a:pt x="1404723" y="84313"/>
                </a:cubicBezTo>
                <a:cubicBezTo>
                  <a:pt x="1404814" y="85039"/>
                  <a:pt x="1404860" y="85971"/>
                  <a:pt x="1404860" y="87105"/>
                </a:cubicBezTo>
                <a:cubicBezTo>
                  <a:pt x="1404860" y="88102"/>
                  <a:pt x="1404837" y="88965"/>
                  <a:pt x="1404792" y="89691"/>
                </a:cubicBezTo>
                <a:cubicBezTo>
                  <a:pt x="1404746" y="90374"/>
                  <a:pt x="1404677" y="90963"/>
                  <a:pt x="1404586" y="91463"/>
                </a:cubicBezTo>
                <a:cubicBezTo>
                  <a:pt x="1404497" y="91963"/>
                  <a:pt x="1404360" y="92394"/>
                  <a:pt x="1404177" y="92757"/>
                </a:cubicBezTo>
                <a:cubicBezTo>
                  <a:pt x="1403997" y="93074"/>
                  <a:pt x="1403749" y="93392"/>
                  <a:pt x="1403429" y="93712"/>
                </a:cubicBezTo>
                <a:cubicBezTo>
                  <a:pt x="1403157" y="94029"/>
                  <a:pt x="1402363" y="94460"/>
                  <a:pt x="1401045" y="95006"/>
                </a:cubicBezTo>
                <a:cubicBezTo>
                  <a:pt x="1399728" y="95549"/>
                  <a:pt x="1398048" y="96095"/>
                  <a:pt x="1396005" y="96641"/>
                </a:cubicBezTo>
                <a:cubicBezTo>
                  <a:pt x="1393962" y="97138"/>
                  <a:pt x="1391624" y="97569"/>
                  <a:pt x="1388992" y="97932"/>
                </a:cubicBezTo>
                <a:cubicBezTo>
                  <a:pt x="1386358" y="98341"/>
                  <a:pt x="1383543" y="98547"/>
                  <a:pt x="1380546" y="98547"/>
                </a:cubicBezTo>
                <a:cubicBezTo>
                  <a:pt x="1375142" y="98547"/>
                  <a:pt x="1370399" y="97867"/>
                  <a:pt x="1366312" y="96503"/>
                </a:cubicBezTo>
                <a:cubicBezTo>
                  <a:pt x="1362272" y="95140"/>
                  <a:pt x="1358889" y="93074"/>
                  <a:pt x="1356165" y="90306"/>
                </a:cubicBezTo>
                <a:cubicBezTo>
                  <a:pt x="1353439" y="87537"/>
                  <a:pt x="1351396" y="84039"/>
                  <a:pt x="1350036" y="79819"/>
                </a:cubicBezTo>
                <a:cubicBezTo>
                  <a:pt x="1348719" y="75595"/>
                  <a:pt x="1348062" y="70646"/>
                  <a:pt x="1348062" y="64971"/>
                </a:cubicBezTo>
                <a:cubicBezTo>
                  <a:pt x="1348062" y="59567"/>
                  <a:pt x="1348765" y="54710"/>
                  <a:pt x="1350170" y="50398"/>
                </a:cubicBezTo>
                <a:cubicBezTo>
                  <a:pt x="1351579" y="46037"/>
                  <a:pt x="1353622" y="42360"/>
                  <a:pt x="1356300" y="39362"/>
                </a:cubicBezTo>
                <a:cubicBezTo>
                  <a:pt x="1358980" y="36322"/>
                  <a:pt x="1362226" y="34007"/>
                  <a:pt x="1366041" y="32415"/>
                </a:cubicBezTo>
                <a:cubicBezTo>
                  <a:pt x="1369899" y="30827"/>
                  <a:pt x="1374236" y="30032"/>
                  <a:pt x="1379048" y="30032"/>
                </a:cubicBezTo>
                <a:cubicBezTo>
                  <a:pt x="1384132" y="30032"/>
                  <a:pt x="1388470" y="30781"/>
                  <a:pt x="1392056" y="32281"/>
                </a:cubicBezTo>
                <a:cubicBezTo>
                  <a:pt x="1395688" y="33779"/>
                  <a:pt x="1398662" y="35867"/>
                  <a:pt x="1400977" y="38545"/>
                </a:cubicBezTo>
                <a:cubicBezTo>
                  <a:pt x="1403294" y="41179"/>
                  <a:pt x="1404994" y="44311"/>
                  <a:pt x="1406086" y="47946"/>
                </a:cubicBezTo>
                <a:cubicBezTo>
                  <a:pt x="1407175" y="51578"/>
                  <a:pt x="1407721" y="55527"/>
                  <a:pt x="1407721" y="59796"/>
                </a:cubicBezTo>
                <a:lnTo>
                  <a:pt x="1407721" y="62519"/>
                </a:lnTo>
                <a:close/>
                <a:moveTo>
                  <a:pt x="1391101" y="57616"/>
                </a:moveTo>
                <a:cubicBezTo>
                  <a:pt x="1391238" y="52804"/>
                  <a:pt x="1390261" y="49035"/>
                  <a:pt x="1388175" y="46309"/>
                </a:cubicBezTo>
                <a:cubicBezTo>
                  <a:pt x="1386132" y="43540"/>
                  <a:pt x="1382952" y="42157"/>
                  <a:pt x="1378640" y="42157"/>
                </a:cubicBezTo>
                <a:cubicBezTo>
                  <a:pt x="1376459" y="42157"/>
                  <a:pt x="1374554" y="42565"/>
                  <a:pt x="1372919" y="43383"/>
                </a:cubicBezTo>
                <a:cubicBezTo>
                  <a:pt x="1371330" y="44200"/>
                  <a:pt x="1369990" y="45311"/>
                  <a:pt x="1368901" y="46717"/>
                </a:cubicBezTo>
                <a:cubicBezTo>
                  <a:pt x="1367856" y="48080"/>
                  <a:pt x="1367038" y="49715"/>
                  <a:pt x="1366450" y="51624"/>
                </a:cubicBezTo>
                <a:cubicBezTo>
                  <a:pt x="1365904" y="53484"/>
                  <a:pt x="1365587" y="55481"/>
                  <a:pt x="1365495" y="57616"/>
                </a:cubicBezTo>
                <a:lnTo>
                  <a:pt x="1391101" y="57616"/>
                </a:lnTo>
                <a:close/>
                <a:moveTo>
                  <a:pt x="1460841" y="39568"/>
                </a:moveTo>
                <a:cubicBezTo>
                  <a:pt x="1460841" y="41202"/>
                  <a:pt x="1460796" y="42542"/>
                  <a:pt x="1460704" y="43585"/>
                </a:cubicBezTo>
                <a:cubicBezTo>
                  <a:pt x="1460616" y="44631"/>
                  <a:pt x="1460479" y="45449"/>
                  <a:pt x="1460296" y="46037"/>
                </a:cubicBezTo>
                <a:cubicBezTo>
                  <a:pt x="1460116" y="46629"/>
                  <a:pt x="1459864" y="47037"/>
                  <a:pt x="1459547" y="47263"/>
                </a:cubicBezTo>
                <a:cubicBezTo>
                  <a:pt x="1459276" y="47492"/>
                  <a:pt x="1458913" y="47603"/>
                  <a:pt x="1458458" y="47603"/>
                </a:cubicBezTo>
                <a:cubicBezTo>
                  <a:pt x="1458095" y="47603"/>
                  <a:pt x="1457687" y="47537"/>
                  <a:pt x="1457232" y="47400"/>
                </a:cubicBezTo>
                <a:cubicBezTo>
                  <a:pt x="1456778" y="47217"/>
                  <a:pt x="1456255" y="47037"/>
                  <a:pt x="1455667" y="46854"/>
                </a:cubicBezTo>
                <a:cubicBezTo>
                  <a:pt x="1455121" y="46674"/>
                  <a:pt x="1454506" y="46514"/>
                  <a:pt x="1453826" y="46377"/>
                </a:cubicBezTo>
                <a:cubicBezTo>
                  <a:pt x="1453146" y="46197"/>
                  <a:pt x="1452398" y="46106"/>
                  <a:pt x="1451580" y="46106"/>
                </a:cubicBezTo>
                <a:cubicBezTo>
                  <a:pt x="1450626" y="46106"/>
                  <a:pt x="1449671" y="46309"/>
                  <a:pt x="1448720" y="46717"/>
                </a:cubicBezTo>
                <a:cubicBezTo>
                  <a:pt x="1447766" y="47083"/>
                  <a:pt x="1446765" y="47672"/>
                  <a:pt x="1445722" y="48489"/>
                </a:cubicBezTo>
                <a:cubicBezTo>
                  <a:pt x="1444722" y="49306"/>
                  <a:pt x="1443656" y="50398"/>
                  <a:pt x="1442522" y="51758"/>
                </a:cubicBezTo>
                <a:cubicBezTo>
                  <a:pt x="1441430" y="53121"/>
                  <a:pt x="1440250" y="54801"/>
                  <a:pt x="1438979" y="56799"/>
                </a:cubicBezTo>
                <a:lnTo>
                  <a:pt x="1438979" y="94663"/>
                </a:lnTo>
                <a:cubicBezTo>
                  <a:pt x="1438979" y="95118"/>
                  <a:pt x="1438844" y="95526"/>
                  <a:pt x="1438570" y="95889"/>
                </a:cubicBezTo>
                <a:cubicBezTo>
                  <a:pt x="1438299" y="96209"/>
                  <a:pt x="1437821" y="96481"/>
                  <a:pt x="1437141" y="96706"/>
                </a:cubicBezTo>
                <a:cubicBezTo>
                  <a:pt x="1436504" y="96935"/>
                  <a:pt x="1435644" y="97092"/>
                  <a:pt x="1434552" y="97184"/>
                </a:cubicBezTo>
                <a:cubicBezTo>
                  <a:pt x="1433464" y="97321"/>
                  <a:pt x="1432078" y="97389"/>
                  <a:pt x="1430398" y="97389"/>
                </a:cubicBezTo>
                <a:cubicBezTo>
                  <a:pt x="1428717" y="97389"/>
                  <a:pt x="1427334" y="97321"/>
                  <a:pt x="1426243" y="97184"/>
                </a:cubicBezTo>
                <a:cubicBezTo>
                  <a:pt x="1425154" y="97092"/>
                  <a:pt x="1424268" y="96935"/>
                  <a:pt x="1423588" y="96706"/>
                </a:cubicBezTo>
                <a:cubicBezTo>
                  <a:pt x="1422954" y="96481"/>
                  <a:pt x="1422500" y="96209"/>
                  <a:pt x="1422225" y="95889"/>
                </a:cubicBezTo>
                <a:cubicBezTo>
                  <a:pt x="1421954" y="95526"/>
                  <a:pt x="1421817" y="95118"/>
                  <a:pt x="1421817" y="94663"/>
                </a:cubicBezTo>
                <a:lnTo>
                  <a:pt x="1421817" y="33916"/>
                </a:lnTo>
                <a:cubicBezTo>
                  <a:pt x="1421817" y="33461"/>
                  <a:pt x="1421931" y="33076"/>
                  <a:pt x="1422157" y="32758"/>
                </a:cubicBezTo>
                <a:cubicBezTo>
                  <a:pt x="1422385" y="32393"/>
                  <a:pt x="1422794" y="32098"/>
                  <a:pt x="1423382" y="31873"/>
                </a:cubicBezTo>
                <a:cubicBezTo>
                  <a:pt x="1423974" y="31644"/>
                  <a:pt x="1424723" y="31487"/>
                  <a:pt x="1425631" y="31395"/>
                </a:cubicBezTo>
                <a:cubicBezTo>
                  <a:pt x="1426586" y="31258"/>
                  <a:pt x="1427766" y="31190"/>
                  <a:pt x="1429172" y="31190"/>
                </a:cubicBezTo>
                <a:cubicBezTo>
                  <a:pt x="1430626" y="31190"/>
                  <a:pt x="1431829" y="31258"/>
                  <a:pt x="1432784" y="31395"/>
                </a:cubicBezTo>
                <a:cubicBezTo>
                  <a:pt x="1433735" y="31487"/>
                  <a:pt x="1434461" y="31644"/>
                  <a:pt x="1434961" y="31873"/>
                </a:cubicBezTo>
                <a:cubicBezTo>
                  <a:pt x="1435507" y="32098"/>
                  <a:pt x="1435893" y="32395"/>
                  <a:pt x="1436118" y="32758"/>
                </a:cubicBezTo>
                <a:cubicBezTo>
                  <a:pt x="1436347" y="33076"/>
                  <a:pt x="1436461" y="33461"/>
                  <a:pt x="1436461" y="33916"/>
                </a:cubicBezTo>
                <a:lnTo>
                  <a:pt x="1436461" y="41474"/>
                </a:lnTo>
                <a:cubicBezTo>
                  <a:pt x="1438050" y="39205"/>
                  <a:pt x="1439547" y="37342"/>
                  <a:pt x="1440956" y="35890"/>
                </a:cubicBezTo>
                <a:cubicBezTo>
                  <a:pt x="1442362" y="34393"/>
                  <a:pt x="1443702" y="33213"/>
                  <a:pt x="1444974" y="32350"/>
                </a:cubicBezTo>
                <a:cubicBezTo>
                  <a:pt x="1446245" y="31487"/>
                  <a:pt x="1447514" y="30895"/>
                  <a:pt x="1448786" y="30578"/>
                </a:cubicBezTo>
                <a:cubicBezTo>
                  <a:pt x="1450057" y="30215"/>
                  <a:pt x="1451329" y="30032"/>
                  <a:pt x="1452600" y="30032"/>
                </a:cubicBezTo>
                <a:cubicBezTo>
                  <a:pt x="1453192" y="30032"/>
                  <a:pt x="1453826" y="30078"/>
                  <a:pt x="1454506" y="30169"/>
                </a:cubicBezTo>
                <a:cubicBezTo>
                  <a:pt x="1455189" y="30215"/>
                  <a:pt x="1455892" y="30330"/>
                  <a:pt x="1456618" y="30510"/>
                </a:cubicBezTo>
                <a:cubicBezTo>
                  <a:pt x="1457344" y="30647"/>
                  <a:pt x="1457981" y="30827"/>
                  <a:pt x="1458527" y="31055"/>
                </a:cubicBezTo>
                <a:cubicBezTo>
                  <a:pt x="1459070" y="31235"/>
                  <a:pt x="1459456" y="31441"/>
                  <a:pt x="1459684" y="31667"/>
                </a:cubicBezTo>
                <a:cubicBezTo>
                  <a:pt x="1459956" y="31895"/>
                  <a:pt x="1460138" y="32144"/>
                  <a:pt x="1460227" y="32415"/>
                </a:cubicBezTo>
                <a:cubicBezTo>
                  <a:pt x="1460364" y="32690"/>
                  <a:pt x="1460479" y="33076"/>
                  <a:pt x="1460570" y="33576"/>
                </a:cubicBezTo>
                <a:cubicBezTo>
                  <a:pt x="1460659" y="34030"/>
                  <a:pt x="1460727" y="34733"/>
                  <a:pt x="1460773" y="35684"/>
                </a:cubicBezTo>
                <a:cubicBezTo>
                  <a:pt x="1460819" y="36639"/>
                  <a:pt x="1460841" y="37933"/>
                  <a:pt x="1460841" y="39568"/>
                </a:cubicBezTo>
                <a:close/>
                <a:moveTo>
                  <a:pt x="1520092" y="94869"/>
                </a:moveTo>
                <a:cubicBezTo>
                  <a:pt x="1520092" y="95503"/>
                  <a:pt x="1519866" y="96003"/>
                  <a:pt x="1519412" y="96366"/>
                </a:cubicBezTo>
                <a:cubicBezTo>
                  <a:pt x="1518957" y="96729"/>
                  <a:pt x="1518231" y="96981"/>
                  <a:pt x="1517231" y="97115"/>
                </a:cubicBezTo>
                <a:cubicBezTo>
                  <a:pt x="1516280" y="97298"/>
                  <a:pt x="1514848" y="97389"/>
                  <a:pt x="1512942" y="97389"/>
                </a:cubicBezTo>
                <a:cubicBezTo>
                  <a:pt x="1510899" y="97389"/>
                  <a:pt x="1509399" y="97298"/>
                  <a:pt x="1508447" y="97115"/>
                </a:cubicBezTo>
                <a:cubicBezTo>
                  <a:pt x="1507539" y="96981"/>
                  <a:pt x="1506879" y="96729"/>
                  <a:pt x="1506470" y="96366"/>
                </a:cubicBezTo>
                <a:cubicBezTo>
                  <a:pt x="1506107" y="96003"/>
                  <a:pt x="1505927" y="95503"/>
                  <a:pt x="1505927" y="94869"/>
                </a:cubicBezTo>
                <a:lnTo>
                  <a:pt x="1505927" y="90034"/>
                </a:lnTo>
                <a:cubicBezTo>
                  <a:pt x="1503430" y="92712"/>
                  <a:pt x="1500569" y="94800"/>
                  <a:pt x="1497346" y="96298"/>
                </a:cubicBezTo>
                <a:cubicBezTo>
                  <a:pt x="1494168" y="97798"/>
                  <a:pt x="1490625" y="98547"/>
                  <a:pt x="1486722" y="98547"/>
                </a:cubicBezTo>
                <a:cubicBezTo>
                  <a:pt x="1483499" y="98547"/>
                  <a:pt x="1480524" y="98115"/>
                  <a:pt x="1477801" y="97252"/>
                </a:cubicBezTo>
                <a:cubicBezTo>
                  <a:pt x="1475120" y="96435"/>
                  <a:pt x="1472783" y="95209"/>
                  <a:pt x="1470786" y="93575"/>
                </a:cubicBezTo>
                <a:cubicBezTo>
                  <a:pt x="1468831" y="91894"/>
                  <a:pt x="1467311" y="89828"/>
                  <a:pt x="1466222" y="87377"/>
                </a:cubicBezTo>
                <a:cubicBezTo>
                  <a:pt x="1465131" y="84925"/>
                  <a:pt x="1464588" y="82065"/>
                  <a:pt x="1464588" y="78796"/>
                </a:cubicBezTo>
                <a:cubicBezTo>
                  <a:pt x="1464588" y="75255"/>
                  <a:pt x="1465268" y="72189"/>
                  <a:pt x="1466631" y="69603"/>
                </a:cubicBezTo>
                <a:cubicBezTo>
                  <a:pt x="1468037" y="66968"/>
                  <a:pt x="1470103" y="64811"/>
                  <a:pt x="1472829" y="63131"/>
                </a:cubicBezTo>
                <a:cubicBezTo>
                  <a:pt x="1475598" y="61408"/>
                  <a:pt x="1479027" y="60136"/>
                  <a:pt x="1483113" y="59319"/>
                </a:cubicBezTo>
                <a:cubicBezTo>
                  <a:pt x="1487199" y="58502"/>
                  <a:pt x="1491942" y="58093"/>
                  <a:pt x="1497346" y="58093"/>
                </a:cubicBezTo>
                <a:lnTo>
                  <a:pt x="1503270" y="58093"/>
                </a:lnTo>
                <a:lnTo>
                  <a:pt x="1503270" y="54415"/>
                </a:lnTo>
                <a:cubicBezTo>
                  <a:pt x="1503270" y="52507"/>
                  <a:pt x="1503067" y="50849"/>
                  <a:pt x="1502658" y="49443"/>
                </a:cubicBezTo>
                <a:cubicBezTo>
                  <a:pt x="1502295" y="47989"/>
                  <a:pt x="1501658" y="46786"/>
                  <a:pt x="1500749" y="45834"/>
                </a:cubicBezTo>
                <a:cubicBezTo>
                  <a:pt x="1499889" y="44880"/>
                  <a:pt x="1498706" y="44177"/>
                  <a:pt x="1497209" y="43723"/>
                </a:cubicBezTo>
                <a:cubicBezTo>
                  <a:pt x="1495757" y="43268"/>
                  <a:pt x="1493940" y="43040"/>
                  <a:pt x="1491760" y="43040"/>
                </a:cubicBezTo>
                <a:cubicBezTo>
                  <a:pt x="1488899" y="43040"/>
                  <a:pt x="1486336" y="43360"/>
                  <a:pt x="1484064" y="43994"/>
                </a:cubicBezTo>
                <a:cubicBezTo>
                  <a:pt x="1481841" y="44631"/>
                  <a:pt x="1479867" y="45334"/>
                  <a:pt x="1478141" y="46106"/>
                </a:cubicBezTo>
                <a:cubicBezTo>
                  <a:pt x="1476415" y="46877"/>
                  <a:pt x="1474960" y="47580"/>
                  <a:pt x="1473780" y="48217"/>
                </a:cubicBezTo>
                <a:cubicBezTo>
                  <a:pt x="1472646" y="48852"/>
                  <a:pt x="1471714" y="49172"/>
                  <a:pt x="1470988" y="49172"/>
                </a:cubicBezTo>
                <a:cubicBezTo>
                  <a:pt x="1470488" y="49172"/>
                  <a:pt x="1470037" y="49012"/>
                  <a:pt x="1469628" y="48695"/>
                </a:cubicBezTo>
                <a:cubicBezTo>
                  <a:pt x="1469262" y="48375"/>
                  <a:pt x="1468945" y="47923"/>
                  <a:pt x="1468674" y="47332"/>
                </a:cubicBezTo>
                <a:cubicBezTo>
                  <a:pt x="1468445" y="46740"/>
                  <a:pt x="1468265" y="46014"/>
                  <a:pt x="1468128" y="45151"/>
                </a:cubicBezTo>
                <a:cubicBezTo>
                  <a:pt x="1467991" y="44288"/>
                  <a:pt x="1467925" y="43337"/>
                  <a:pt x="1467925" y="42291"/>
                </a:cubicBezTo>
                <a:cubicBezTo>
                  <a:pt x="1467925" y="40885"/>
                  <a:pt x="1468037" y="39771"/>
                  <a:pt x="1468265" y="38953"/>
                </a:cubicBezTo>
                <a:cubicBezTo>
                  <a:pt x="1468491" y="38136"/>
                  <a:pt x="1468922" y="37410"/>
                  <a:pt x="1469560" y="36776"/>
                </a:cubicBezTo>
                <a:cubicBezTo>
                  <a:pt x="1470194" y="36093"/>
                  <a:pt x="1471306" y="35367"/>
                  <a:pt x="1472897" y="34596"/>
                </a:cubicBezTo>
                <a:cubicBezTo>
                  <a:pt x="1474486" y="33779"/>
                  <a:pt x="1476346" y="33030"/>
                  <a:pt x="1478481" y="32350"/>
                </a:cubicBezTo>
                <a:cubicBezTo>
                  <a:pt x="1480615" y="31667"/>
                  <a:pt x="1482930" y="31124"/>
                  <a:pt x="1485427" y="30715"/>
                </a:cubicBezTo>
                <a:cubicBezTo>
                  <a:pt x="1487971" y="30261"/>
                  <a:pt x="1490579" y="30032"/>
                  <a:pt x="1493260" y="30032"/>
                </a:cubicBezTo>
                <a:cubicBezTo>
                  <a:pt x="1498026" y="30032"/>
                  <a:pt x="1502089" y="30510"/>
                  <a:pt x="1505450" y="31464"/>
                </a:cubicBezTo>
                <a:cubicBezTo>
                  <a:pt x="1508856" y="32373"/>
                  <a:pt x="1511648" y="33801"/>
                  <a:pt x="1513828" y="35753"/>
                </a:cubicBezTo>
                <a:cubicBezTo>
                  <a:pt x="1516005" y="37662"/>
                  <a:pt x="1517594" y="40136"/>
                  <a:pt x="1518594" y="43177"/>
                </a:cubicBezTo>
                <a:cubicBezTo>
                  <a:pt x="1519592" y="46220"/>
                  <a:pt x="1520092" y="49829"/>
                  <a:pt x="1520092" y="54007"/>
                </a:cubicBezTo>
                <a:lnTo>
                  <a:pt x="1520092" y="94869"/>
                </a:lnTo>
                <a:close/>
                <a:moveTo>
                  <a:pt x="1503270" y="68851"/>
                </a:moveTo>
                <a:lnTo>
                  <a:pt x="1496732" y="68851"/>
                </a:lnTo>
                <a:cubicBezTo>
                  <a:pt x="1493963" y="68851"/>
                  <a:pt x="1491602" y="69057"/>
                  <a:pt x="1489651" y="69466"/>
                </a:cubicBezTo>
                <a:cubicBezTo>
                  <a:pt x="1487696" y="69874"/>
                  <a:pt x="1486107" y="70486"/>
                  <a:pt x="1484882" y="71303"/>
                </a:cubicBezTo>
                <a:cubicBezTo>
                  <a:pt x="1483656" y="72120"/>
                  <a:pt x="1482747" y="73121"/>
                  <a:pt x="1482158" y="74301"/>
                </a:cubicBezTo>
                <a:cubicBezTo>
                  <a:pt x="1481613" y="75435"/>
                  <a:pt x="1481341" y="76752"/>
                  <a:pt x="1481341" y="78250"/>
                </a:cubicBezTo>
                <a:cubicBezTo>
                  <a:pt x="1481341" y="80793"/>
                  <a:pt x="1482136" y="82790"/>
                  <a:pt x="1483724" y="84245"/>
                </a:cubicBezTo>
                <a:cubicBezTo>
                  <a:pt x="1485359" y="85696"/>
                  <a:pt x="1487608" y="86422"/>
                  <a:pt x="1490468" y="86422"/>
                </a:cubicBezTo>
                <a:cubicBezTo>
                  <a:pt x="1492874" y="86422"/>
                  <a:pt x="1495074" y="85811"/>
                  <a:pt x="1497072" y="84585"/>
                </a:cubicBezTo>
                <a:cubicBezTo>
                  <a:pt x="1499115" y="83359"/>
                  <a:pt x="1501181" y="81564"/>
                  <a:pt x="1503270" y="79204"/>
                </a:cubicBezTo>
                <a:lnTo>
                  <a:pt x="1503270" y="68851"/>
                </a:lnTo>
                <a:close/>
                <a:moveTo>
                  <a:pt x="1571852" y="88671"/>
                </a:moveTo>
                <a:cubicBezTo>
                  <a:pt x="1571852" y="90668"/>
                  <a:pt x="1571715" y="92212"/>
                  <a:pt x="1571444" y="93303"/>
                </a:cubicBezTo>
                <a:cubicBezTo>
                  <a:pt x="1571215" y="94346"/>
                  <a:pt x="1570898" y="95095"/>
                  <a:pt x="1570489" y="95549"/>
                </a:cubicBezTo>
                <a:cubicBezTo>
                  <a:pt x="1570081" y="95958"/>
                  <a:pt x="1569469" y="96343"/>
                  <a:pt x="1568652" y="96706"/>
                </a:cubicBezTo>
                <a:cubicBezTo>
                  <a:pt x="1567878" y="97026"/>
                  <a:pt x="1566949" y="97298"/>
                  <a:pt x="1565857" y="97524"/>
                </a:cubicBezTo>
                <a:cubicBezTo>
                  <a:pt x="1564814" y="97798"/>
                  <a:pt x="1563657" y="98001"/>
                  <a:pt x="1562386" y="98138"/>
                </a:cubicBezTo>
                <a:cubicBezTo>
                  <a:pt x="1561160" y="98275"/>
                  <a:pt x="1559911" y="98341"/>
                  <a:pt x="1558639" y="98341"/>
                </a:cubicBezTo>
                <a:cubicBezTo>
                  <a:pt x="1555233" y="98341"/>
                  <a:pt x="1552284" y="97909"/>
                  <a:pt x="1549787" y="97049"/>
                </a:cubicBezTo>
                <a:cubicBezTo>
                  <a:pt x="1547289" y="96186"/>
                  <a:pt x="1545223" y="94869"/>
                  <a:pt x="1543589" y="93097"/>
                </a:cubicBezTo>
                <a:cubicBezTo>
                  <a:pt x="1541954" y="91283"/>
                  <a:pt x="1540751" y="89011"/>
                  <a:pt x="1539980" y="86288"/>
                </a:cubicBezTo>
                <a:cubicBezTo>
                  <a:pt x="1539206" y="83562"/>
                  <a:pt x="1538820" y="80339"/>
                  <a:pt x="1538820" y="76615"/>
                </a:cubicBezTo>
                <a:lnTo>
                  <a:pt x="1538820" y="45491"/>
                </a:lnTo>
                <a:lnTo>
                  <a:pt x="1531533" y="45491"/>
                </a:lnTo>
                <a:cubicBezTo>
                  <a:pt x="1530670" y="45491"/>
                  <a:pt x="1530013" y="44971"/>
                  <a:pt x="1529559" y="43925"/>
                </a:cubicBezTo>
                <a:cubicBezTo>
                  <a:pt x="1529104" y="42837"/>
                  <a:pt x="1528879" y="41042"/>
                  <a:pt x="1528879" y="38545"/>
                </a:cubicBezTo>
                <a:cubicBezTo>
                  <a:pt x="1528879" y="37230"/>
                  <a:pt x="1528924" y="36116"/>
                  <a:pt x="1529013" y="35210"/>
                </a:cubicBezTo>
                <a:cubicBezTo>
                  <a:pt x="1529150" y="34301"/>
                  <a:pt x="1529333" y="33598"/>
                  <a:pt x="1529559" y="33098"/>
                </a:cubicBezTo>
                <a:cubicBezTo>
                  <a:pt x="1529787" y="32553"/>
                  <a:pt x="1530059" y="32167"/>
                  <a:pt x="1530376" y="31941"/>
                </a:cubicBezTo>
                <a:cubicBezTo>
                  <a:pt x="1530739" y="31713"/>
                  <a:pt x="1531147" y="31598"/>
                  <a:pt x="1531602" y="31598"/>
                </a:cubicBezTo>
                <a:lnTo>
                  <a:pt x="1538820" y="31598"/>
                </a:lnTo>
                <a:lnTo>
                  <a:pt x="1538820" y="18048"/>
                </a:lnTo>
                <a:cubicBezTo>
                  <a:pt x="1538820" y="17594"/>
                  <a:pt x="1538934" y="17185"/>
                  <a:pt x="1539163" y="16822"/>
                </a:cubicBezTo>
                <a:cubicBezTo>
                  <a:pt x="1539434" y="16456"/>
                  <a:pt x="1539888" y="16162"/>
                  <a:pt x="1540523" y="15936"/>
                </a:cubicBezTo>
                <a:cubicBezTo>
                  <a:pt x="1541206" y="15662"/>
                  <a:pt x="1542089" y="15482"/>
                  <a:pt x="1543180" y="15390"/>
                </a:cubicBezTo>
                <a:cubicBezTo>
                  <a:pt x="1544315" y="15253"/>
                  <a:pt x="1545701" y="15188"/>
                  <a:pt x="1547335" y="15188"/>
                </a:cubicBezTo>
                <a:cubicBezTo>
                  <a:pt x="1549015" y="15188"/>
                  <a:pt x="1550398" y="15253"/>
                  <a:pt x="1551487" y="15390"/>
                </a:cubicBezTo>
                <a:cubicBezTo>
                  <a:pt x="1552624" y="15482"/>
                  <a:pt x="1553510" y="15662"/>
                  <a:pt x="1554145" y="15936"/>
                </a:cubicBezTo>
                <a:cubicBezTo>
                  <a:pt x="1554779" y="16162"/>
                  <a:pt x="1555233" y="16456"/>
                  <a:pt x="1555508" y="16822"/>
                </a:cubicBezTo>
                <a:cubicBezTo>
                  <a:pt x="1555779" y="17185"/>
                  <a:pt x="1555916" y="17594"/>
                  <a:pt x="1555916" y="18048"/>
                </a:cubicBezTo>
                <a:lnTo>
                  <a:pt x="1555916" y="31598"/>
                </a:lnTo>
                <a:lnTo>
                  <a:pt x="1569126" y="31598"/>
                </a:lnTo>
                <a:cubicBezTo>
                  <a:pt x="1569581" y="31598"/>
                  <a:pt x="1569967" y="31713"/>
                  <a:pt x="1570287" y="31941"/>
                </a:cubicBezTo>
                <a:cubicBezTo>
                  <a:pt x="1570649" y="32167"/>
                  <a:pt x="1570944" y="32553"/>
                  <a:pt x="1571170" y="33098"/>
                </a:cubicBezTo>
                <a:cubicBezTo>
                  <a:pt x="1571398" y="33598"/>
                  <a:pt x="1571555" y="34301"/>
                  <a:pt x="1571647" y="35210"/>
                </a:cubicBezTo>
                <a:cubicBezTo>
                  <a:pt x="1571784" y="36116"/>
                  <a:pt x="1571852" y="37230"/>
                  <a:pt x="1571852" y="38545"/>
                </a:cubicBezTo>
                <a:cubicBezTo>
                  <a:pt x="1571852" y="41042"/>
                  <a:pt x="1571624" y="42837"/>
                  <a:pt x="1571170" y="43925"/>
                </a:cubicBezTo>
                <a:cubicBezTo>
                  <a:pt x="1570718" y="44971"/>
                  <a:pt x="1570058" y="45491"/>
                  <a:pt x="1569195" y="45491"/>
                </a:cubicBezTo>
                <a:lnTo>
                  <a:pt x="1555916" y="45491"/>
                </a:lnTo>
                <a:lnTo>
                  <a:pt x="1555916" y="74029"/>
                </a:lnTo>
                <a:cubicBezTo>
                  <a:pt x="1555916" y="77344"/>
                  <a:pt x="1556436" y="79841"/>
                  <a:pt x="1557482" y="81519"/>
                </a:cubicBezTo>
                <a:cubicBezTo>
                  <a:pt x="1558525" y="83153"/>
                  <a:pt x="1560388" y="83970"/>
                  <a:pt x="1563066" y="83970"/>
                </a:cubicBezTo>
                <a:cubicBezTo>
                  <a:pt x="1563974" y="83970"/>
                  <a:pt x="1564792" y="83905"/>
                  <a:pt x="1565517" y="83768"/>
                </a:cubicBezTo>
                <a:cubicBezTo>
                  <a:pt x="1566243" y="83585"/>
                  <a:pt x="1566880" y="83405"/>
                  <a:pt x="1567426" y="83222"/>
                </a:cubicBezTo>
                <a:cubicBezTo>
                  <a:pt x="1568015" y="82996"/>
                  <a:pt x="1568492" y="82813"/>
                  <a:pt x="1568855" y="82679"/>
                </a:cubicBezTo>
                <a:cubicBezTo>
                  <a:pt x="1569264" y="82496"/>
                  <a:pt x="1569626" y="82405"/>
                  <a:pt x="1569944" y="82405"/>
                </a:cubicBezTo>
                <a:cubicBezTo>
                  <a:pt x="1570218" y="82405"/>
                  <a:pt x="1570467" y="82496"/>
                  <a:pt x="1570695" y="82679"/>
                </a:cubicBezTo>
                <a:cubicBezTo>
                  <a:pt x="1570967" y="82813"/>
                  <a:pt x="1571170" y="83133"/>
                  <a:pt x="1571307" y="83630"/>
                </a:cubicBezTo>
                <a:cubicBezTo>
                  <a:pt x="1571444" y="84085"/>
                  <a:pt x="1571555" y="84722"/>
                  <a:pt x="1571647" y="85539"/>
                </a:cubicBezTo>
                <a:cubicBezTo>
                  <a:pt x="1571784" y="86357"/>
                  <a:pt x="1571852" y="87399"/>
                  <a:pt x="1571852" y="88671"/>
                </a:cubicBezTo>
                <a:close/>
                <a:moveTo>
                  <a:pt x="1601408" y="94663"/>
                </a:moveTo>
                <a:cubicBezTo>
                  <a:pt x="1601408" y="95118"/>
                  <a:pt x="1601273" y="95526"/>
                  <a:pt x="1601002" y="95889"/>
                </a:cubicBezTo>
                <a:cubicBezTo>
                  <a:pt x="1600727" y="96209"/>
                  <a:pt x="1600250" y="96481"/>
                  <a:pt x="1599570" y="96706"/>
                </a:cubicBezTo>
                <a:cubicBezTo>
                  <a:pt x="1598936" y="96935"/>
                  <a:pt x="1598073" y="97092"/>
                  <a:pt x="1596981" y="97184"/>
                </a:cubicBezTo>
                <a:cubicBezTo>
                  <a:pt x="1595893" y="97321"/>
                  <a:pt x="1594507" y="97389"/>
                  <a:pt x="1592827" y="97389"/>
                </a:cubicBezTo>
                <a:cubicBezTo>
                  <a:pt x="1591149" y="97389"/>
                  <a:pt x="1589763" y="97321"/>
                  <a:pt x="1588675" y="97184"/>
                </a:cubicBezTo>
                <a:cubicBezTo>
                  <a:pt x="1587583" y="97092"/>
                  <a:pt x="1586697" y="96935"/>
                  <a:pt x="1586017" y="96706"/>
                </a:cubicBezTo>
                <a:cubicBezTo>
                  <a:pt x="1585383" y="96481"/>
                  <a:pt x="1584928" y="96209"/>
                  <a:pt x="1584654" y="95889"/>
                </a:cubicBezTo>
                <a:cubicBezTo>
                  <a:pt x="1584383" y="95526"/>
                  <a:pt x="1584245" y="95118"/>
                  <a:pt x="1584245" y="94663"/>
                </a:cubicBezTo>
                <a:lnTo>
                  <a:pt x="1584245" y="34050"/>
                </a:lnTo>
                <a:cubicBezTo>
                  <a:pt x="1584245" y="33598"/>
                  <a:pt x="1584383" y="33213"/>
                  <a:pt x="1584654" y="32893"/>
                </a:cubicBezTo>
                <a:cubicBezTo>
                  <a:pt x="1584928" y="32530"/>
                  <a:pt x="1585383" y="32235"/>
                  <a:pt x="1586017" y="32007"/>
                </a:cubicBezTo>
                <a:cubicBezTo>
                  <a:pt x="1586697" y="31735"/>
                  <a:pt x="1587583" y="31533"/>
                  <a:pt x="1588675" y="31395"/>
                </a:cubicBezTo>
                <a:cubicBezTo>
                  <a:pt x="1589763" y="31258"/>
                  <a:pt x="1591149" y="31190"/>
                  <a:pt x="1592827" y="31190"/>
                </a:cubicBezTo>
                <a:cubicBezTo>
                  <a:pt x="1594507" y="31190"/>
                  <a:pt x="1595893" y="31258"/>
                  <a:pt x="1596981" y="31395"/>
                </a:cubicBezTo>
                <a:cubicBezTo>
                  <a:pt x="1598073" y="31533"/>
                  <a:pt x="1598936" y="31735"/>
                  <a:pt x="1599570" y="32007"/>
                </a:cubicBezTo>
                <a:cubicBezTo>
                  <a:pt x="1600250" y="32235"/>
                  <a:pt x="1600727" y="32530"/>
                  <a:pt x="1601002" y="32893"/>
                </a:cubicBezTo>
                <a:cubicBezTo>
                  <a:pt x="1601273" y="33213"/>
                  <a:pt x="1601408" y="33598"/>
                  <a:pt x="1601408" y="34050"/>
                </a:cubicBezTo>
                <a:lnTo>
                  <a:pt x="1601408" y="94663"/>
                </a:lnTo>
                <a:close/>
                <a:moveTo>
                  <a:pt x="1602702" y="13347"/>
                </a:moveTo>
                <a:cubicBezTo>
                  <a:pt x="1602702" y="16799"/>
                  <a:pt x="1601999" y="19182"/>
                  <a:pt x="1600590" y="20500"/>
                </a:cubicBezTo>
                <a:cubicBezTo>
                  <a:pt x="1599184" y="21814"/>
                  <a:pt x="1596573" y="22474"/>
                  <a:pt x="1592761" y="22474"/>
                </a:cubicBezTo>
                <a:cubicBezTo>
                  <a:pt x="1588900" y="22474"/>
                  <a:pt x="1586289" y="21837"/>
                  <a:pt x="1584928" y="20565"/>
                </a:cubicBezTo>
                <a:cubicBezTo>
                  <a:pt x="1583611" y="19297"/>
                  <a:pt x="1582954" y="17002"/>
                  <a:pt x="1582954" y="13687"/>
                </a:cubicBezTo>
                <a:cubicBezTo>
                  <a:pt x="1582954" y="10238"/>
                  <a:pt x="1583634" y="7852"/>
                  <a:pt x="1584997" y="6538"/>
                </a:cubicBezTo>
                <a:cubicBezTo>
                  <a:pt x="1586403" y="5175"/>
                  <a:pt x="1589037" y="4495"/>
                  <a:pt x="1592895" y="4495"/>
                </a:cubicBezTo>
                <a:cubicBezTo>
                  <a:pt x="1596710" y="4495"/>
                  <a:pt x="1599299" y="5152"/>
                  <a:pt x="1600659" y="6469"/>
                </a:cubicBezTo>
                <a:cubicBezTo>
                  <a:pt x="1602022" y="7741"/>
                  <a:pt x="1602702" y="10033"/>
                  <a:pt x="1602702" y="13347"/>
                </a:cubicBezTo>
                <a:close/>
                <a:moveTo>
                  <a:pt x="1679935" y="63677"/>
                </a:moveTo>
                <a:cubicBezTo>
                  <a:pt x="1679935" y="68851"/>
                  <a:pt x="1679252" y="73575"/>
                  <a:pt x="1677891" y="77841"/>
                </a:cubicBezTo>
                <a:cubicBezTo>
                  <a:pt x="1676528" y="82110"/>
                  <a:pt x="1674462" y="85788"/>
                  <a:pt x="1671694" y="88874"/>
                </a:cubicBezTo>
                <a:cubicBezTo>
                  <a:pt x="1668925" y="91963"/>
                  <a:pt x="1665450" y="94346"/>
                  <a:pt x="1661272" y="96026"/>
                </a:cubicBezTo>
                <a:cubicBezTo>
                  <a:pt x="1657095" y="97706"/>
                  <a:pt x="1652214" y="98547"/>
                  <a:pt x="1646630" y="98547"/>
                </a:cubicBezTo>
                <a:cubicBezTo>
                  <a:pt x="1641227" y="98547"/>
                  <a:pt x="1636529" y="97798"/>
                  <a:pt x="1632531" y="96298"/>
                </a:cubicBezTo>
                <a:cubicBezTo>
                  <a:pt x="1628537" y="94800"/>
                  <a:pt x="1625222" y="92620"/>
                  <a:pt x="1622590" y="89760"/>
                </a:cubicBezTo>
                <a:cubicBezTo>
                  <a:pt x="1619956" y="86899"/>
                  <a:pt x="1618004" y="83382"/>
                  <a:pt x="1616732" y="79204"/>
                </a:cubicBezTo>
                <a:cubicBezTo>
                  <a:pt x="1615461" y="75027"/>
                  <a:pt x="1614826" y="70260"/>
                  <a:pt x="1614826" y="64902"/>
                </a:cubicBezTo>
                <a:cubicBezTo>
                  <a:pt x="1614826" y="59727"/>
                  <a:pt x="1615506" y="55004"/>
                  <a:pt x="1616870" y="50738"/>
                </a:cubicBezTo>
                <a:cubicBezTo>
                  <a:pt x="1618275" y="46423"/>
                  <a:pt x="1620364" y="42745"/>
                  <a:pt x="1623133" y="39705"/>
                </a:cubicBezTo>
                <a:cubicBezTo>
                  <a:pt x="1625905" y="36616"/>
                  <a:pt x="1629354" y="34233"/>
                  <a:pt x="1633486" y="32553"/>
                </a:cubicBezTo>
                <a:cubicBezTo>
                  <a:pt x="1637664" y="30872"/>
                  <a:pt x="1642544" y="30032"/>
                  <a:pt x="1648128" y="30032"/>
                </a:cubicBezTo>
                <a:cubicBezTo>
                  <a:pt x="1653577" y="30032"/>
                  <a:pt x="1658300" y="30781"/>
                  <a:pt x="1662295" y="32281"/>
                </a:cubicBezTo>
                <a:cubicBezTo>
                  <a:pt x="1666290" y="33733"/>
                  <a:pt x="1669582" y="35890"/>
                  <a:pt x="1672171" y="38751"/>
                </a:cubicBezTo>
                <a:cubicBezTo>
                  <a:pt x="1674802" y="41611"/>
                  <a:pt x="1676754" y="45128"/>
                  <a:pt x="1678026" y="49306"/>
                </a:cubicBezTo>
                <a:cubicBezTo>
                  <a:pt x="1679297" y="53484"/>
                  <a:pt x="1679935" y="58273"/>
                  <a:pt x="1679935" y="63677"/>
                </a:cubicBezTo>
                <a:close/>
                <a:moveTo>
                  <a:pt x="1662295" y="64357"/>
                </a:moveTo>
                <a:cubicBezTo>
                  <a:pt x="1662295" y="61362"/>
                  <a:pt x="1662044" y="58613"/>
                  <a:pt x="1661547" y="56118"/>
                </a:cubicBezTo>
                <a:cubicBezTo>
                  <a:pt x="1661092" y="53575"/>
                  <a:pt x="1660298" y="51372"/>
                  <a:pt x="1659161" y="49512"/>
                </a:cubicBezTo>
                <a:cubicBezTo>
                  <a:pt x="1658026" y="47649"/>
                  <a:pt x="1656506" y="46197"/>
                  <a:pt x="1654600" y="45151"/>
                </a:cubicBezTo>
                <a:cubicBezTo>
                  <a:pt x="1652737" y="44108"/>
                  <a:pt x="1650377" y="43585"/>
                  <a:pt x="1647516" y="43585"/>
                </a:cubicBezTo>
                <a:cubicBezTo>
                  <a:pt x="1644973" y="43585"/>
                  <a:pt x="1642747" y="44063"/>
                  <a:pt x="1640841" y="45017"/>
                </a:cubicBezTo>
                <a:cubicBezTo>
                  <a:pt x="1638935" y="45923"/>
                  <a:pt x="1637369" y="47286"/>
                  <a:pt x="1636143" y="49103"/>
                </a:cubicBezTo>
                <a:cubicBezTo>
                  <a:pt x="1634917" y="50872"/>
                  <a:pt x="1633986" y="53029"/>
                  <a:pt x="1633349" y="55573"/>
                </a:cubicBezTo>
                <a:cubicBezTo>
                  <a:pt x="1632760" y="58070"/>
                  <a:pt x="1632466" y="60930"/>
                  <a:pt x="1632466" y="64154"/>
                </a:cubicBezTo>
                <a:cubicBezTo>
                  <a:pt x="1632466" y="67151"/>
                  <a:pt x="1632714" y="69920"/>
                  <a:pt x="1633214" y="72463"/>
                </a:cubicBezTo>
                <a:cubicBezTo>
                  <a:pt x="1633714" y="74958"/>
                  <a:pt x="1634509" y="77138"/>
                  <a:pt x="1635598" y="79001"/>
                </a:cubicBezTo>
                <a:cubicBezTo>
                  <a:pt x="1636732" y="80862"/>
                  <a:pt x="1638252" y="82316"/>
                  <a:pt x="1640161" y="83359"/>
                </a:cubicBezTo>
                <a:cubicBezTo>
                  <a:pt x="1642067" y="84359"/>
                  <a:pt x="1644427" y="84856"/>
                  <a:pt x="1647245" y="84856"/>
                </a:cubicBezTo>
                <a:cubicBezTo>
                  <a:pt x="1649831" y="84856"/>
                  <a:pt x="1652080" y="84402"/>
                  <a:pt x="1653986" y="83496"/>
                </a:cubicBezTo>
                <a:cubicBezTo>
                  <a:pt x="1655892" y="82542"/>
                  <a:pt x="1657460" y="81179"/>
                  <a:pt x="1658686" y="79410"/>
                </a:cubicBezTo>
                <a:cubicBezTo>
                  <a:pt x="1659912" y="77638"/>
                  <a:pt x="1660818" y="75504"/>
                  <a:pt x="1661409" y="73006"/>
                </a:cubicBezTo>
                <a:cubicBezTo>
                  <a:pt x="1661998" y="70463"/>
                  <a:pt x="1662295" y="67583"/>
                  <a:pt x="1662295" y="64357"/>
                </a:cubicBezTo>
                <a:close/>
                <a:moveTo>
                  <a:pt x="1751512" y="94663"/>
                </a:moveTo>
                <a:cubicBezTo>
                  <a:pt x="1751512" y="95118"/>
                  <a:pt x="1751375" y="95526"/>
                  <a:pt x="1751103" y="95889"/>
                </a:cubicBezTo>
                <a:cubicBezTo>
                  <a:pt x="1750829" y="96209"/>
                  <a:pt x="1750378" y="96481"/>
                  <a:pt x="1749740" y="96706"/>
                </a:cubicBezTo>
                <a:cubicBezTo>
                  <a:pt x="1749106" y="96935"/>
                  <a:pt x="1748220" y="97092"/>
                  <a:pt x="1747086" y="97184"/>
                </a:cubicBezTo>
                <a:cubicBezTo>
                  <a:pt x="1745994" y="97321"/>
                  <a:pt x="1744634" y="97389"/>
                  <a:pt x="1743000" y="97389"/>
                </a:cubicBezTo>
                <a:cubicBezTo>
                  <a:pt x="1741319" y="97389"/>
                  <a:pt x="1739911" y="97321"/>
                  <a:pt x="1738776" y="97184"/>
                </a:cubicBezTo>
                <a:cubicBezTo>
                  <a:pt x="1737687" y="97092"/>
                  <a:pt x="1736825" y="96935"/>
                  <a:pt x="1736187" y="96706"/>
                </a:cubicBezTo>
                <a:cubicBezTo>
                  <a:pt x="1735553" y="96481"/>
                  <a:pt x="1735099" y="96209"/>
                  <a:pt x="1734827" y="95889"/>
                </a:cubicBezTo>
                <a:cubicBezTo>
                  <a:pt x="1734553" y="95526"/>
                  <a:pt x="1734418" y="95118"/>
                  <a:pt x="1734418" y="94663"/>
                </a:cubicBezTo>
                <a:lnTo>
                  <a:pt x="1734418" y="59999"/>
                </a:lnTo>
                <a:cubicBezTo>
                  <a:pt x="1734418" y="57047"/>
                  <a:pt x="1734190" y="54733"/>
                  <a:pt x="1733736" y="53052"/>
                </a:cubicBezTo>
                <a:cubicBezTo>
                  <a:pt x="1733327" y="51372"/>
                  <a:pt x="1732715" y="49943"/>
                  <a:pt x="1731898" y="48763"/>
                </a:cubicBezTo>
                <a:cubicBezTo>
                  <a:pt x="1731081" y="47537"/>
                  <a:pt x="1730012" y="46606"/>
                  <a:pt x="1728695" y="45969"/>
                </a:cubicBezTo>
                <a:cubicBezTo>
                  <a:pt x="1727426" y="45289"/>
                  <a:pt x="1725926" y="44948"/>
                  <a:pt x="1724200" y="44948"/>
                </a:cubicBezTo>
                <a:cubicBezTo>
                  <a:pt x="1722023" y="44948"/>
                  <a:pt x="1719820" y="45743"/>
                  <a:pt x="1717596" y="47332"/>
                </a:cubicBezTo>
                <a:cubicBezTo>
                  <a:pt x="1715370" y="48920"/>
                  <a:pt x="1713056" y="51235"/>
                  <a:pt x="1710650" y="54278"/>
                </a:cubicBezTo>
                <a:lnTo>
                  <a:pt x="1710650" y="94663"/>
                </a:lnTo>
                <a:cubicBezTo>
                  <a:pt x="1710650" y="95118"/>
                  <a:pt x="1710513" y="95526"/>
                  <a:pt x="1710241" y="95889"/>
                </a:cubicBezTo>
                <a:cubicBezTo>
                  <a:pt x="1709967" y="96209"/>
                  <a:pt x="1709490" y="96481"/>
                  <a:pt x="1708810" y="96706"/>
                </a:cubicBezTo>
                <a:cubicBezTo>
                  <a:pt x="1708175" y="96935"/>
                  <a:pt x="1707312" y="97092"/>
                  <a:pt x="1706221" y="97184"/>
                </a:cubicBezTo>
                <a:cubicBezTo>
                  <a:pt x="1705132" y="97321"/>
                  <a:pt x="1703746" y="97389"/>
                  <a:pt x="1702069" y="97389"/>
                </a:cubicBezTo>
                <a:cubicBezTo>
                  <a:pt x="1700389" y="97389"/>
                  <a:pt x="1699003" y="97321"/>
                  <a:pt x="1697914" y="97184"/>
                </a:cubicBezTo>
                <a:cubicBezTo>
                  <a:pt x="1696822" y="97092"/>
                  <a:pt x="1695939" y="96935"/>
                  <a:pt x="1695256" y="96706"/>
                </a:cubicBezTo>
                <a:cubicBezTo>
                  <a:pt x="1694622" y="96481"/>
                  <a:pt x="1694168" y="96209"/>
                  <a:pt x="1693896" y="95889"/>
                </a:cubicBezTo>
                <a:cubicBezTo>
                  <a:pt x="1693622" y="95526"/>
                  <a:pt x="1693488" y="95118"/>
                  <a:pt x="1693488" y="94663"/>
                </a:cubicBezTo>
                <a:lnTo>
                  <a:pt x="1693488" y="33916"/>
                </a:lnTo>
                <a:cubicBezTo>
                  <a:pt x="1693488" y="33461"/>
                  <a:pt x="1693599" y="33076"/>
                  <a:pt x="1693828" y="32758"/>
                </a:cubicBezTo>
                <a:cubicBezTo>
                  <a:pt x="1694053" y="32393"/>
                  <a:pt x="1694462" y="32098"/>
                  <a:pt x="1695054" y="31873"/>
                </a:cubicBezTo>
                <a:cubicBezTo>
                  <a:pt x="1695642" y="31644"/>
                  <a:pt x="1696391" y="31487"/>
                  <a:pt x="1697300" y="31395"/>
                </a:cubicBezTo>
                <a:cubicBezTo>
                  <a:pt x="1698254" y="31258"/>
                  <a:pt x="1699434" y="31190"/>
                  <a:pt x="1700843" y="31190"/>
                </a:cubicBezTo>
                <a:cubicBezTo>
                  <a:pt x="1702294" y="31190"/>
                  <a:pt x="1703497" y="31258"/>
                  <a:pt x="1704452" y="31395"/>
                </a:cubicBezTo>
                <a:cubicBezTo>
                  <a:pt x="1705403" y="31487"/>
                  <a:pt x="1706132" y="31644"/>
                  <a:pt x="1706629" y="31873"/>
                </a:cubicBezTo>
                <a:cubicBezTo>
                  <a:pt x="1707175" y="32098"/>
                  <a:pt x="1707561" y="32395"/>
                  <a:pt x="1707789" y="32758"/>
                </a:cubicBezTo>
                <a:cubicBezTo>
                  <a:pt x="1708015" y="33076"/>
                  <a:pt x="1708129" y="33461"/>
                  <a:pt x="1708129" y="33916"/>
                </a:cubicBezTo>
                <a:lnTo>
                  <a:pt x="1708129" y="40931"/>
                </a:lnTo>
                <a:cubicBezTo>
                  <a:pt x="1711490" y="37299"/>
                  <a:pt x="1714893" y="34573"/>
                  <a:pt x="1718345" y="32758"/>
                </a:cubicBezTo>
                <a:cubicBezTo>
                  <a:pt x="1721840" y="30941"/>
                  <a:pt x="1725472" y="30032"/>
                  <a:pt x="1729241" y="30032"/>
                </a:cubicBezTo>
                <a:cubicBezTo>
                  <a:pt x="1733373" y="30032"/>
                  <a:pt x="1736847" y="30715"/>
                  <a:pt x="1739662" y="32075"/>
                </a:cubicBezTo>
                <a:cubicBezTo>
                  <a:pt x="1742522" y="33438"/>
                  <a:pt x="1744814" y="35299"/>
                  <a:pt x="1746540" y="37662"/>
                </a:cubicBezTo>
                <a:cubicBezTo>
                  <a:pt x="1748312" y="39976"/>
                  <a:pt x="1749580" y="42700"/>
                  <a:pt x="1750355" y="45834"/>
                </a:cubicBezTo>
                <a:cubicBezTo>
                  <a:pt x="1751126" y="48966"/>
                  <a:pt x="1751512" y="52735"/>
                  <a:pt x="1751512" y="57139"/>
                </a:cubicBezTo>
                <a:lnTo>
                  <a:pt x="1751512" y="94663"/>
                </a:lnTo>
                <a:close/>
                <a:moveTo>
                  <a:pt x="1857482" y="94663"/>
                </a:moveTo>
                <a:cubicBezTo>
                  <a:pt x="1857482" y="95118"/>
                  <a:pt x="1857368" y="95526"/>
                  <a:pt x="1857142" y="95889"/>
                </a:cubicBezTo>
                <a:cubicBezTo>
                  <a:pt x="1856914" y="96209"/>
                  <a:pt x="1856505" y="96481"/>
                  <a:pt x="1855917" y="96706"/>
                </a:cubicBezTo>
                <a:cubicBezTo>
                  <a:pt x="1855371" y="96935"/>
                  <a:pt x="1854622" y="97092"/>
                  <a:pt x="1853668" y="97184"/>
                </a:cubicBezTo>
                <a:cubicBezTo>
                  <a:pt x="1852759" y="97321"/>
                  <a:pt x="1851602" y="97389"/>
                  <a:pt x="1850196" y="97389"/>
                </a:cubicBezTo>
                <a:cubicBezTo>
                  <a:pt x="1848696" y="97389"/>
                  <a:pt x="1847470" y="97321"/>
                  <a:pt x="1846518" y="97184"/>
                </a:cubicBezTo>
                <a:cubicBezTo>
                  <a:pt x="1845610" y="97092"/>
                  <a:pt x="1844884" y="96935"/>
                  <a:pt x="1844338" y="96706"/>
                </a:cubicBezTo>
                <a:cubicBezTo>
                  <a:pt x="1843792" y="96481"/>
                  <a:pt x="1843406" y="96209"/>
                  <a:pt x="1843181" y="95889"/>
                </a:cubicBezTo>
                <a:cubicBezTo>
                  <a:pt x="1842952" y="95526"/>
                  <a:pt x="1842841" y="95118"/>
                  <a:pt x="1842841" y="94663"/>
                </a:cubicBezTo>
                <a:lnTo>
                  <a:pt x="1842841" y="87648"/>
                </a:lnTo>
                <a:cubicBezTo>
                  <a:pt x="1839480" y="91283"/>
                  <a:pt x="1836051" y="94006"/>
                  <a:pt x="1832556" y="95823"/>
                </a:cubicBezTo>
                <a:cubicBezTo>
                  <a:pt x="1829105" y="97638"/>
                  <a:pt x="1825518" y="98547"/>
                  <a:pt x="1821795" y="98547"/>
                </a:cubicBezTo>
                <a:cubicBezTo>
                  <a:pt x="1817617" y="98547"/>
                  <a:pt x="1814100" y="97867"/>
                  <a:pt x="1811240" y="96503"/>
                </a:cubicBezTo>
                <a:cubicBezTo>
                  <a:pt x="1808425" y="95140"/>
                  <a:pt x="1806130" y="93280"/>
                  <a:pt x="1804362" y="90920"/>
                </a:cubicBezTo>
                <a:cubicBezTo>
                  <a:pt x="1802636" y="88557"/>
                  <a:pt x="1801387" y="85834"/>
                  <a:pt x="1800615" y="82745"/>
                </a:cubicBezTo>
                <a:cubicBezTo>
                  <a:pt x="1799890" y="79613"/>
                  <a:pt x="1799524" y="75732"/>
                  <a:pt x="1799524" y="71100"/>
                </a:cubicBezTo>
                <a:lnTo>
                  <a:pt x="1799524" y="33916"/>
                </a:lnTo>
                <a:cubicBezTo>
                  <a:pt x="1799524" y="33461"/>
                  <a:pt x="1799638" y="33076"/>
                  <a:pt x="1799867" y="32758"/>
                </a:cubicBezTo>
                <a:cubicBezTo>
                  <a:pt x="1800138" y="32393"/>
                  <a:pt x="1800592" y="32098"/>
                  <a:pt x="1801227" y="31873"/>
                </a:cubicBezTo>
                <a:cubicBezTo>
                  <a:pt x="1801910" y="31644"/>
                  <a:pt x="1802793" y="31487"/>
                  <a:pt x="1803884" y="31395"/>
                </a:cubicBezTo>
                <a:cubicBezTo>
                  <a:pt x="1805019" y="31258"/>
                  <a:pt x="1806405" y="31190"/>
                  <a:pt x="1808039" y="31190"/>
                </a:cubicBezTo>
                <a:cubicBezTo>
                  <a:pt x="1809719" y="31190"/>
                  <a:pt x="1811102" y="31258"/>
                  <a:pt x="1812191" y="31395"/>
                </a:cubicBezTo>
                <a:cubicBezTo>
                  <a:pt x="1813283" y="31487"/>
                  <a:pt x="1814146" y="31644"/>
                  <a:pt x="1814780" y="31873"/>
                </a:cubicBezTo>
                <a:cubicBezTo>
                  <a:pt x="1815460" y="32098"/>
                  <a:pt x="1815937" y="32395"/>
                  <a:pt x="1816212" y="32758"/>
                </a:cubicBezTo>
                <a:cubicBezTo>
                  <a:pt x="1816483" y="33076"/>
                  <a:pt x="1816620" y="33461"/>
                  <a:pt x="1816620" y="33916"/>
                </a:cubicBezTo>
                <a:lnTo>
                  <a:pt x="1816620" y="68240"/>
                </a:lnTo>
                <a:cubicBezTo>
                  <a:pt x="1816620" y="71417"/>
                  <a:pt x="1816823" y="73846"/>
                  <a:pt x="1817232" y="75527"/>
                </a:cubicBezTo>
                <a:cubicBezTo>
                  <a:pt x="1817640" y="77207"/>
                  <a:pt x="1818255" y="78658"/>
                  <a:pt x="1819072" y="79884"/>
                </a:cubicBezTo>
                <a:cubicBezTo>
                  <a:pt x="1819935" y="81067"/>
                  <a:pt x="1821001" y="81996"/>
                  <a:pt x="1822272" y="82679"/>
                </a:cubicBezTo>
                <a:cubicBezTo>
                  <a:pt x="1823590" y="83313"/>
                  <a:pt x="1825110" y="83630"/>
                  <a:pt x="1826836" y="83630"/>
                </a:cubicBezTo>
                <a:cubicBezTo>
                  <a:pt x="1829013" y="83630"/>
                  <a:pt x="1831193" y="82836"/>
                  <a:pt x="1833374" y="81247"/>
                </a:cubicBezTo>
                <a:cubicBezTo>
                  <a:pt x="1835597" y="79659"/>
                  <a:pt x="1837957" y="77344"/>
                  <a:pt x="1840455" y="74301"/>
                </a:cubicBezTo>
                <a:lnTo>
                  <a:pt x="1840455" y="33916"/>
                </a:lnTo>
                <a:cubicBezTo>
                  <a:pt x="1840455" y="33461"/>
                  <a:pt x="1840569" y="33076"/>
                  <a:pt x="1840797" y="32758"/>
                </a:cubicBezTo>
                <a:cubicBezTo>
                  <a:pt x="1841069" y="32393"/>
                  <a:pt x="1841523" y="32098"/>
                  <a:pt x="1842158" y="31873"/>
                </a:cubicBezTo>
                <a:cubicBezTo>
                  <a:pt x="1842841" y="31644"/>
                  <a:pt x="1843724" y="31487"/>
                  <a:pt x="1844815" y="31395"/>
                </a:cubicBezTo>
                <a:cubicBezTo>
                  <a:pt x="1845904" y="31258"/>
                  <a:pt x="1847290" y="31190"/>
                  <a:pt x="1848970" y="31190"/>
                </a:cubicBezTo>
                <a:cubicBezTo>
                  <a:pt x="1850647" y="31190"/>
                  <a:pt x="1852033" y="31258"/>
                  <a:pt x="1853122" y="31395"/>
                </a:cubicBezTo>
                <a:cubicBezTo>
                  <a:pt x="1854213" y="31487"/>
                  <a:pt x="1855076" y="31644"/>
                  <a:pt x="1855711" y="31873"/>
                </a:cubicBezTo>
                <a:cubicBezTo>
                  <a:pt x="1856348" y="32098"/>
                  <a:pt x="1856799" y="32395"/>
                  <a:pt x="1857074" y="32758"/>
                </a:cubicBezTo>
                <a:cubicBezTo>
                  <a:pt x="1857345" y="33076"/>
                  <a:pt x="1857482" y="33461"/>
                  <a:pt x="1857482" y="33916"/>
                </a:cubicBezTo>
                <a:lnTo>
                  <a:pt x="1857482" y="94663"/>
                </a:lnTo>
                <a:close/>
                <a:moveTo>
                  <a:pt x="1917481" y="77501"/>
                </a:moveTo>
                <a:cubicBezTo>
                  <a:pt x="1917481" y="80953"/>
                  <a:pt x="1916824" y="83993"/>
                  <a:pt x="1915507" y="86628"/>
                </a:cubicBezTo>
                <a:cubicBezTo>
                  <a:pt x="1914235" y="89263"/>
                  <a:pt x="1912421" y="91463"/>
                  <a:pt x="1910058" y="93235"/>
                </a:cubicBezTo>
                <a:cubicBezTo>
                  <a:pt x="1907697" y="95006"/>
                  <a:pt x="1904906" y="96321"/>
                  <a:pt x="1901682" y="97184"/>
                </a:cubicBezTo>
                <a:cubicBezTo>
                  <a:pt x="1898459" y="98092"/>
                  <a:pt x="1894961" y="98547"/>
                  <a:pt x="1891192" y="98547"/>
                </a:cubicBezTo>
                <a:cubicBezTo>
                  <a:pt x="1888924" y="98547"/>
                  <a:pt x="1886743" y="98364"/>
                  <a:pt x="1884654" y="98001"/>
                </a:cubicBezTo>
                <a:cubicBezTo>
                  <a:pt x="1882611" y="97684"/>
                  <a:pt x="1880774" y="97275"/>
                  <a:pt x="1879139" y="96775"/>
                </a:cubicBezTo>
                <a:cubicBezTo>
                  <a:pt x="1877505" y="96232"/>
                  <a:pt x="1876142" y="95686"/>
                  <a:pt x="1875053" y="95140"/>
                </a:cubicBezTo>
                <a:cubicBezTo>
                  <a:pt x="1873965" y="94598"/>
                  <a:pt x="1873170" y="94097"/>
                  <a:pt x="1872670" y="93643"/>
                </a:cubicBezTo>
                <a:cubicBezTo>
                  <a:pt x="1872170" y="93143"/>
                  <a:pt x="1871784" y="92394"/>
                  <a:pt x="1871513" y="91394"/>
                </a:cubicBezTo>
                <a:cubicBezTo>
                  <a:pt x="1871238" y="90351"/>
                  <a:pt x="1871104" y="88831"/>
                  <a:pt x="1871104" y="86831"/>
                </a:cubicBezTo>
                <a:cubicBezTo>
                  <a:pt x="1871104" y="85516"/>
                  <a:pt x="1871147" y="84471"/>
                  <a:pt x="1871238" y="83699"/>
                </a:cubicBezTo>
                <a:cubicBezTo>
                  <a:pt x="1871330" y="82882"/>
                  <a:pt x="1871467" y="82247"/>
                  <a:pt x="1871647" y="81793"/>
                </a:cubicBezTo>
                <a:cubicBezTo>
                  <a:pt x="1871830" y="81293"/>
                  <a:pt x="1872056" y="80976"/>
                  <a:pt x="1872330" y="80839"/>
                </a:cubicBezTo>
                <a:cubicBezTo>
                  <a:pt x="1872601" y="80659"/>
                  <a:pt x="1872942" y="80567"/>
                  <a:pt x="1873350" y="80567"/>
                </a:cubicBezTo>
                <a:cubicBezTo>
                  <a:pt x="1873850" y="80567"/>
                  <a:pt x="1874576" y="80862"/>
                  <a:pt x="1875530" y="81453"/>
                </a:cubicBezTo>
                <a:cubicBezTo>
                  <a:pt x="1876528" y="81996"/>
                  <a:pt x="1877754" y="82610"/>
                  <a:pt x="1879208" y="83290"/>
                </a:cubicBezTo>
                <a:cubicBezTo>
                  <a:pt x="1880660" y="83970"/>
                  <a:pt x="1882340" y="84608"/>
                  <a:pt x="1884246" y="85196"/>
                </a:cubicBezTo>
                <a:cubicBezTo>
                  <a:pt x="1886200" y="85788"/>
                  <a:pt x="1888401" y="86082"/>
                  <a:pt x="1890852" y="86082"/>
                </a:cubicBezTo>
                <a:cubicBezTo>
                  <a:pt x="1892395" y="86082"/>
                  <a:pt x="1893758" y="85925"/>
                  <a:pt x="1894939" y="85605"/>
                </a:cubicBezTo>
                <a:cubicBezTo>
                  <a:pt x="1896164" y="85288"/>
                  <a:pt x="1897210" y="84833"/>
                  <a:pt x="1898073" y="84245"/>
                </a:cubicBezTo>
                <a:cubicBezTo>
                  <a:pt x="1898979" y="83653"/>
                  <a:pt x="1899662" y="82905"/>
                  <a:pt x="1900116" y="81996"/>
                </a:cubicBezTo>
                <a:cubicBezTo>
                  <a:pt x="1900571" y="81090"/>
                  <a:pt x="1900796" y="80044"/>
                  <a:pt x="1900796" y="78864"/>
                </a:cubicBezTo>
                <a:cubicBezTo>
                  <a:pt x="1900796" y="77501"/>
                  <a:pt x="1900365" y="76344"/>
                  <a:pt x="1899502" y="75389"/>
                </a:cubicBezTo>
                <a:cubicBezTo>
                  <a:pt x="1898685" y="74392"/>
                  <a:pt x="1897573" y="73529"/>
                  <a:pt x="1896164" y="72803"/>
                </a:cubicBezTo>
                <a:cubicBezTo>
                  <a:pt x="1894804" y="72078"/>
                  <a:pt x="1893235" y="71395"/>
                  <a:pt x="1891467" y="70760"/>
                </a:cubicBezTo>
                <a:cubicBezTo>
                  <a:pt x="1889741" y="70123"/>
                  <a:pt x="1887946" y="69420"/>
                  <a:pt x="1886086" y="68649"/>
                </a:cubicBezTo>
                <a:cubicBezTo>
                  <a:pt x="1884269" y="67877"/>
                  <a:pt x="1882477" y="66991"/>
                  <a:pt x="1880705" y="65991"/>
                </a:cubicBezTo>
                <a:cubicBezTo>
                  <a:pt x="1878979" y="64994"/>
                  <a:pt x="1877414" y="63768"/>
                  <a:pt x="1876008" y="62314"/>
                </a:cubicBezTo>
                <a:cubicBezTo>
                  <a:pt x="1874645" y="60862"/>
                  <a:pt x="1873533" y="59113"/>
                  <a:pt x="1872670" y="57070"/>
                </a:cubicBezTo>
                <a:cubicBezTo>
                  <a:pt x="1871853" y="55027"/>
                  <a:pt x="1871444" y="52575"/>
                  <a:pt x="1871444" y="49715"/>
                </a:cubicBezTo>
                <a:cubicBezTo>
                  <a:pt x="1871444" y="46809"/>
                  <a:pt x="1872010" y="44154"/>
                  <a:pt x="1873147" y="41748"/>
                </a:cubicBezTo>
                <a:cubicBezTo>
                  <a:pt x="1874282" y="39296"/>
                  <a:pt x="1875916" y="37208"/>
                  <a:pt x="1878051" y="35482"/>
                </a:cubicBezTo>
                <a:cubicBezTo>
                  <a:pt x="1880182" y="33756"/>
                  <a:pt x="1882771" y="32415"/>
                  <a:pt x="1885815" y="31464"/>
                </a:cubicBezTo>
                <a:cubicBezTo>
                  <a:pt x="1888901" y="30510"/>
                  <a:pt x="1892353" y="30032"/>
                  <a:pt x="1896164" y="30032"/>
                </a:cubicBezTo>
                <a:cubicBezTo>
                  <a:pt x="1898073" y="30032"/>
                  <a:pt x="1899911" y="30169"/>
                  <a:pt x="1901682" y="30441"/>
                </a:cubicBezTo>
                <a:cubicBezTo>
                  <a:pt x="1903497" y="30715"/>
                  <a:pt x="1905131" y="31055"/>
                  <a:pt x="1906586" y="31464"/>
                </a:cubicBezTo>
                <a:cubicBezTo>
                  <a:pt x="1908037" y="31873"/>
                  <a:pt x="1909263" y="32327"/>
                  <a:pt x="1910263" y="32824"/>
                </a:cubicBezTo>
                <a:cubicBezTo>
                  <a:pt x="1911261" y="33278"/>
                  <a:pt x="1911966" y="33687"/>
                  <a:pt x="1912375" y="34050"/>
                </a:cubicBezTo>
                <a:cubicBezTo>
                  <a:pt x="1912829" y="34370"/>
                  <a:pt x="1913147" y="34710"/>
                  <a:pt x="1913327" y="35073"/>
                </a:cubicBezTo>
                <a:cubicBezTo>
                  <a:pt x="1913509" y="35390"/>
                  <a:pt x="1913647" y="35799"/>
                  <a:pt x="1913735" y="36299"/>
                </a:cubicBezTo>
                <a:cubicBezTo>
                  <a:pt x="1913827" y="36753"/>
                  <a:pt x="1913895" y="37342"/>
                  <a:pt x="1913941" y="38070"/>
                </a:cubicBezTo>
                <a:cubicBezTo>
                  <a:pt x="1914032" y="38751"/>
                  <a:pt x="1914078" y="39614"/>
                  <a:pt x="1914078" y="40657"/>
                </a:cubicBezTo>
                <a:cubicBezTo>
                  <a:pt x="1914078" y="41882"/>
                  <a:pt x="1914032" y="42883"/>
                  <a:pt x="1913941" y="43654"/>
                </a:cubicBezTo>
                <a:cubicBezTo>
                  <a:pt x="1913895" y="44426"/>
                  <a:pt x="1913781" y="45040"/>
                  <a:pt x="1913601" y="45491"/>
                </a:cubicBezTo>
                <a:cubicBezTo>
                  <a:pt x="1913464" y="45946"/>
                  <a:pt x="1913261" y="46266"/>
                  <a:pt x="1912987" y="46446"/>
                </a:cubicBezTo>
                <a:cubicBezTo>
                  <a:pt x="1912715" y="46583"/>
                  <a:pt x="1912398" y="46652"/>
                  <a:pt x="1912035" y="46652"/>
                </a:cubicBezTo>
                <a:cubicBezTo>
                  <a:pt x="1911626" y="46652"/>
                  <a:pt x="1910989" y="46423"/>
                  <a:pt x="1910126" y="45969"/>
                </a:cubicBezTo>
                <a:cubicBezTo>
                  <a:pt x="1909263" y="45471"/>
                  <a:pt x="1908174" y="44948"/>
                  <a:pt x="1906857" y="44403"/>
                </a:cubicBezTo>
                <a:cubicBezTo>
                  <a:pt x="1905586" y="43857"/>
                  <a:pt x="1904088" y="43360"/>
                  <a:pt x="1902362" y="42905"/>
                </a:cubicBezTo>
                <a:cubicBezTo>
                  <a:pt x="1900682" y="42405"/>
                  <a:pt x="1898753" y="42157"/>
                  <a:pt x="1896573" y="42157"/>
                </a:cubicBezTo>
                <a:cubicBezTo>
                  <a:pt x="1895030" y="42157"/>
                  <a:pt x="1893690" y="42314"/>
                  <a:pt x="1892555" y="42631"/>
                </a:cubicBezTo>
                <a:cubicBezTo>
                  <a:pt x="1891421" y="42951"/>
                  <a:pt x="1890489" y="43405"/>
                  <a:pt x="1889764" y="43994"/>
                </a:cubicBezTo>
                <a:cubicBezTo>
                  <a:pt x="1889038" y="44586"/>
                  <a:pt x="1888492" y="45289"/>
                  <a:pt x="1888129" y="46106"/>
                </a:cubicBezTo>
                <a:cubicBezTo>
                  <a:pt x="1887766" y="46877"/>
                  <a:pt x="1887583" y="47717"/>
                  <a:pt x="1887583" y="48626"/>
                </a:cubicBezTo>
                <a:cubicBezTo>
                  <a:pt x="1887583" y="50032"/>
                  <a:pt x="1888015" y="51215"/>
                  <a:pt x="1888878" y="52167"/>
                </a:cubicBezTo>
                <a:cubicBezTo>
                  <a:pt x="1889741" y="53121"/>
                  <a:pt x="1890875" y="53961"/>
                  <a:pt x="1892284" y="54687"/>
                </a:cubicBezTo>
                <a:cubicBezTo>
                  <a:pt x="1893690" y="55413"/>
                  <a:pt x="1895279" y="56096"/>
                  <a:pt x="1897050" y="56730"/>
                </a:cubicBezTo>
                <a:cubicBezTo>
                  <a:pt x="1898868" y="57364"/>
                  <a:pt x="1900682" y="58070"/>
                  <a:pt x="1902499" y="58842"/>
                </a:cubicBezTo>
                <a:cubicBezTo>
                  <a:pt x="1904360" y="59567"/>
                  <a:pt x="1906177" y="60430"/>
                  <a:pt x="1907949" y="61431"/>
                </a:cubicBezTo>
                <a:cubicBezTo>
                  <a:pt x="1909763" y="62428"/>
                  <a:pt x="1911375" y="63654"/>
                  <a:pt x="1912784" y="65108"/>
                </a:cubicBezTo>
                <a:cubicBezTo>
                  <a:pt x="1914190" y="66560"/>
                  <a:pt x="1915324" y="68309"/>
                  <a:pt x="1916187" y="70352"/>
                </a:cubicBezTo>
                <a:cubicBezTo>
                  <a:pt x="1917050" y="72349"/>
                  <a:pt x="1917481" y="74732"/>
                  <a:pt x="1917481" y="77501"/>
                </a:cubicBezTo>
                <a:close/>
                <a:moveTo>
                  <a:pt x="1947517" y="94663"/>
                </a:moveTo>
                <a:cubicBezTo>
                  <a:pt x="1947517" y="95118"/>
                  <a:pt x="1947379" y="95526"/>
                  <a:pt x="1947108" y="95889"/>
                </a:cubicBezTo>
                <a:cubicBezTo>
                  <a:pt x="1946834" y="96209"/>
                  <a:pt x="1946359" y="96481"/>
                  <a:pt x="1945676" y="96706"/>
                </a:cubicBezTo>
                <a:cubicBezTo>
                  <a:pt x="1945042" y="96935"/>
                  <a:pt x="1944179" y="97092"/>
                  <a:pt x="1943090" y="97184"/>
                </a:cubicBezTo>
                <a:cubicBezTo>
                  <a:pt x="1941999" y="97321"/>
                  <a:pt x="1940616" y="97389"/>
                  <a:pt x="1938935" y="97389"/>
                </a:cubicBezTo>
                <a:cubicBezTo>
                  <a:pt x="1937255" y="97389"/>
                  <a:pt x="1935869" y="97321"/>
                  <a:pt x="1934781" y="97184"/>
                </a:cubicBezTo>
                <a:cubicBezTo>
                  <a:pt x="1933692" y="97092"/>
                  <a:pt x="1932806" y="96935"/>
                  <a:pt x="1932123" y="96706"/>
                </a:cubicBezTo>
                <a:cubicBezTo>
                  <a:pt x="1931489" y="96481"/>
                  <a:pt x="1931034" y="96209"/>
                  <a:pt x="1930763" y="95889"/>
                </a:cubicBezTo>
                <a:cubicBezTo>
                  <a:pt x="1930489" y="95526"/>
                  <a:pt x="1930354" y="95118"/>
                  <a:pt x="1930354" y="94663"/>
                </a:cubicBezTo>
                <a:lnTo>
                  <a:pt x="1930354" y="34050"/>
                </a:lnTo>
                <a:cubicBezTo>
                  <a:pt x="1930354" y="33598"/>
                  <a:pt x="1930489" y="33213"/>
                  <a:pt x="1930763" y="32893"/>
                </a:cubicBezTo>
                <a:cubicBezTo>
                  <a:pt x="1931034" y="32530"/>
                  <a:pt x="1931489" y="32235"/>
                  <a:pt x="1932123" y="32007"/>
                </a:cubicBezTo>
                <a:cubicBezTo>
                  <a:pt x="1932806" y="31735"/>
                  <a:pt x="1933692" y="31533"/>
                  <a:pt x="1934781" y="31395"/>
                </a:cubicBezTo>
                <a:cubicBezTo>
                  <a:pt x="1935869" y="31258"/>
                  <a:pt x="1937255" y="31190"/>
                  <a:pt x="1938935" y="31190"/>
                </a:cubicBezTo>
                <a:cubicBezTo>
                  <a:pt x="1940616" y="31190"/>
                  <a:pt x="1941999" y="31258"/>
                  <a:pt x="1943090" y="31395"/>
                </a:cubicBezTo>
                <a:cubicBezTo>
                  <a:pt x="1944179" y="31533"/>
                  <a:pt x="1945042" y="31735"/>
                  <a:pt x="1945676" y="32007"/>
                </a:cubicBezTo>
                <a:cubicBezTo>
                  <a:pt x="1946359" y="32235"/>
                  <a:pt x="1946834" y="32530"/>
                  <a:pt x="1947108" y="32893"/>
                </a:cubicBezTo>
                <a:cubicBezTo>
                  <a:pt x="1947379" y="33213"/>
                  <a:pt x="1947517" y="33598"/>
                  <a:pt x="1947517" y="34050"/>
                </a:cubicBezTo>
                <a:lnTo>
                  <a:pt x="1947517" y="94663"/>
                </a:lnTo>
                <a:close/>
                <a:moveTo>
                  <a:pt x="1948811" y="13347"/>
                </a:moveTo>
                <a:cubicBezTo>
                  <a:pt x="1948811" y="16799"/>
                  <a:pt x="1948105" y="19182"/>
                  <a:pt x="1946699" y="20500"/>
                </a:cubicBezTo>
                <a:cubicBezTo>
                  <a:pt x="1945291" y="21814"/>
                  <a:pt x="1942682" y="22474"/>
                  <a:pt x="1938867" y="22474"/>
                </a:cubicBezTo>
                <a:cubicBezTo>
                  <a:pt x="1935006" y="22474"/>
                  <a:pt x="1932398" y="21837"/>
                  <a:pt x="1931034" y="20565"/>
                </a:cubicBezTo>
                <a:cubicBezTo>
                  <a:pt x="1929717" y="19297"/>
                  <a:pt x="1929060" y="17002"/>
                  <a:pt x="1929060" y="13687"/>
                </a:cubicBezTo>
                <a:cubicBezTo>
                  <a:pt x="1929060" y="10238"/>
                  <a:pt x="1929740" y="7852"/>
                  <a:pt x="1931103" y="6538"/>
                </a:cubicBezTo>
                <a:cubicBezTo>
                  <a:pt x="1932509" y="5175"/>
                  <a:pt x="1935144" y="4495"/>
                  <a:pt x="1939004" y="4495"/>
                </a:cubicBezTo>
                <a:cubicBezTo>
                  <a:pt x="1942816" y="4495"/>
                  <a:pt x="1945405" y="5152"/>
                  <a:pt x="1946768" y="6469"/>
                </a:cubicBezTo>
                <a:cubicBezTo>
                  <a:pt x="1948128" y="7741"/>
                  <a:pt x="1948811" y="10033"/>
                  <a:pt x="1948811" y="13347"/>
                </a:cubicBezTo>
                <a:close/>
                <a:moveTo>
                  <a:pt x="2022635" y="94663"/>
                </a:moveTo>
                <a:cubicBezTo>
                  <a:pt x="2022635" y="95118"/>
                  <a:pt x="2022500" y="95526"/>
                  <a:pt x="2022226" y="95889"/>
                </a:cubicBezTo>
                <a:cubicBezTo>
                  <a:pt x="2021954" y="96209"/>
                  <a:pt x="2021500" y="96481"/>
                  <a:pt x="2020866" y="96706"/>
                </a:cubicBezTo>
                <a:cubicBezTo>
                  <a:pt x="2020228" y="96935"/>
                  <a:pt x="2019343" y="97092"/>
                  <a:pt x="2018208" y="97184"/>
                </a:cubicBezTo>
                <a:cubicBezTo>
                  <a:pt x="2017120" y="97321"/>
                  <a:pt x="2015757" y="97389"/>
                  <a:pt x="2014122" y="97389"/>
                </a:cubicBezTo>
                <a:cubicBezTo>
                  <a:pt x="2012442" y="97389"/>
                  <a:pt x="2011036" y="97321"/>
                  <a:pt x="2009899" y="97184"/>
                </a:cubicBezTo>
                <a:cubicBezTo>
                  <a:pt x="2008810" y="97092"/>
                  <a:pt x="2007947" y="96935"/>
                  <a:pt x="2007313" y="96706"/>
                </a:cubicBezTo>
                <a:cubicBezTo>
                  <a:pt x="2006675" y="96481"/>
                  <a:pt x="2006221" y="96209"/>
                  <a:pt x="2005950" y="95889"/>
                </a:cubicBezTo>
                <a:cubicBezTo>
                  <a:pt x="2005678" y="95526"/>
                  <a:pt x="2005541" y="95118"/>
                  <a:pt x="2005541" y="94663"/>
                </a:cubicBezTo>
                <a:lnTo>
                  <a:pt x="2005541" y="59999"/>
                </a:lnTo>
                <a:cubicBezTo>
                  <a:pt x="2005541" y="57047"/>
                  <a:pt x="2005315" y="54733"/>
                  <a:pt x="2004861" y="53052"/>
                </a:cubicBezTo>
                <a:cubicBezTo>
                  <a:pt x="2004452" y="51372"/>
                  <a:pt x="2003838" y="49943"/>
                  <a:pt x="2003021" y="48763"/>
                </a:cubicBezTo>
                <a:cubicBezTo>
                  <a:pt x="2002203" y="47537"/>
                  <a:pt x="2001138" y="46606"/>
                  <a:pt x="1999820" y="45969"/>
                </a:cubicBezTo>
                <a:cubicBezTo>
                  <a:pt x="1998549" y="45289"/>
                  <a:pt x="1997051" y="44948"/>
                  <a:pt x="1995325" y="44948"/>
                </a:cubicBezTo>
                <a:cubicBezTo>
                  <a:pt x="1993145" y="44948"/>
                  <a:pt x="1990945" y="45743"/>
                  <a:pt x="1988719" y="47332"/>
                </a:cubicBezTo>
                <a:cubicBezTo>
                  <a:pt x="1986496" y="48920"/>
                  <a:pt x="1984178" y="51235"/>
                  <a:pt x="1981772" y="54278"/>
                </a:cubicBezTo>
                <a:lnTo>
                  <a:pt x="1981772" y="94663"/>
                </a:lnTo>
                <a:cubicBezTo>
                  <a:pt x="1981772" y="95118"/>
                  <a:pt x="1981635" y="95526"/>
                  <a:pt x="1981364" y="95889"/>
                </a:cubicBezTo>
                <a:cubicBezTo>
                  <a:pt x="1981092" y="96209"/>
                  <a:pt x="1980615" y="96481"/>
                  <a:pt x="1979935" y="96706"/>
                </a:cubicBezTo>
                <a:cubicBezTo>
                  <a:pt x="1979298" y="96935"/>
                  <a:pt x="1978435" y="97092"/>
                  <a:pt x="1977346" y="97184"/>
                </a:cubicBezTo>
                <a:cubicBezTo>
                  <a:pt x="1976257" y="97321"/>
                  <a:pt x="1974871" y="97389"/>
                  <a:pt x="1973191" y="97389"/>
                </a:cubicBezTo>
                <a:cubicBezTo>
                  <a:pt x="1971511" y="97389"/>
                  <a:pt x="1970128" y="97321"/>
                  <a:pt x="1969036" y="97184"/>
                </a:cubicBezTo>
                <a:cubicBezTo>
                  <a:pt x="1967948" y="97092"/>
                  <a:pt x="1967062" y="96935"/>
                  <a:pt x="1966382" y="96706"/>
                </a:cubicBezTo>
                <a:cubicBezTo>
                  <a:pt x="1965745" y="96481"/>
                  <a:pt x="1965290" y="96209"/>
                  <a:pt x="1965019" y="95889"/>
                </a:cubicBezTo>
                <a:cubicBezTo>
                  <a:pt x="1964747" y="95526"/>
                  <a:pt x="1964610" y="95118"/>
                  <a:pt x="1964610" y="94663"/>
                </a:cubicBezTo>
                <a:lnTo>
                  <a:pt x="1964610" y="33916"/>
                </a:lnTo>
                <a:cubicBezTo>
                  <a:pt x="1964610" y="33461"/>
                  <a:pt x="1964724" y="33076"/>
                  <a:pt x="1964950" y="32758"/>
                </a:cubicBezTo>
                <a:cubicBezTo>
                  <a:pt x="1965179" y="32393"/>
                  <a:pt x="1965587" y="32098"/>
                  <a:pt x="1966176" y="31873"/>
                </a:cubicBezTo>
                <a:cubicBezTo>
                  <a:pt x="1966768" y="31644"/>
                  <a:pt x="1967516" y="31487"/>
                  <a:pt x="1968425" y="31395"/>
                </a:cubicBezTo>
                <a:cubicBezTo>
                  <a:pt x="1969376" y="31258"/>
                  <a:pt x="1970559" y="31190"/>
                  <a:pt x="1971965" y="31190"/>
                </a:cubicBezTo>
                <a:cubicBezTo>
                  <a:pt x="1973420" y="31190"/>
                  <a:pt x="1974623" y="31258"/>
                  <a:pt x="1975574" y="31395"/>
                </a:cubicBezTo>
                <a:cubicBezTo>
                  <a:pt x="1976529" y="31487"/>
                  <a:pt x="1977255" y="31644"/>
                  <a:pt x="1977755" y="31873"/>
                </a:cubicBezTo>
                <a:cubicBezTo>
                  <a:pt x="1978300" y="32098"/>
                  <a:pt x="1978686" y="32395"/>
                  <a:pt x="1978912" y="32758"/>
                </a:cubicBezTo>
                <a:cubicBezTo>
                  <a:pt x="1979141" y="33076"/>
                  <a:pt x="1979252" y="33461"/>
                  <a:pt x="1979252" y="33916"/>
                </a:cubicBezTo>
                <a:lnTo>
                  <a:pt x="1979252" y="40931"/>
                </a:lnTo>
                <a:cubicBezTo>
                  <a:pt x="1982612" y="37299"/>
                  <a:pt x="1986019" y="34573"/>
                  <a:pt x="1989468" y="32758"/>
                </a:cubicBezTo>
                <a:cubicBezTo>
                  <a:pt x="1992965" y="30941"/>
                  <a:pt x="1996597" y="30032"/>
                  <a:pt x="2000366" y="30032"/>
                </a:cubicBezTo>
                <a:cubicBezTo>
                  <a:pt x="2004498" y="30032"/>
                  <a:pt x="2007970" y="30715"/>
                  <a:pt x="2010784" y="32075"/>
                </a:cubicBezTo>
                <a:cubicBezTo>
                  <a:pt x="2013645" y="33438"/>
                  <a:pt x="2015939" y="35299"/>
                  <a:pt x="2017662" y="37662"/>
                </a:cubicBezTo>
                <a:cubicBezTo>
                  <a:pt x="2019434" y="39976"/>
                  <a:pt x="2020706" y="42700"/>
                  <a:pt x="2021477" y="45834"/>
                </a:cubicBezTo>
                <a:cubicBezTo>
                  <a:pt x="2022249" y="48966"/>
                  <a:pt x="2022635" y="52735"/>
                  <a:pt x="2022635" y="57139"/>
                </a:cubicBezTo>
                <a:lnTo>
                  <a:pt x="2022635" y="94663"/>
                </a:lnTo>
                <a:close/>
                <a:moveTo>
                  <a:pt x="2094212" y="38136"/>
                </a:moveTo>
                <a:cubicBezTo>
                  <a:pt x="2094212" y="40316"/>
                  <a:pt x="2093963" y="41928"/>
                  <a:pt x="2093463" y="42974"/>
                </a:cubicBezTo>
                <a:cubicBezTo>
                  <a:pt x="2092963" y="44017"/>
                  <a:pt x="2092352" y="44540"/>
                  <a:pt x="2091626" y="44540"/>
                </a:cubicBezTo>
                <a:lnTo>
                  <a:pt x="2084474" y="44540"/>
                </a:lnTo>
                <a:cubicBezTo>
                  <a:pt x="2085474" y="45629"/>
                  <a:pt x="2086177" y="46877"/>
                  <a:pt x="2086585" y="48286"/>
                </a:cubicBezTo>
                <a:cubicBezTo>
                  <a:pt x="2087040" y="49646"/>
                  <a:pt x="2087265" y="51078"/>
                  <a:pt x="2087265" y="52575"/>
                </a:cubicBezTo>
                <a:cubicBezTo>
                  <a:pt x="2087265" y="56118"/>
                  <a:pt x="2086677" y="59273"/>
                  <a:pt x="2085497" y="62042"/>
                </a:cubicBezTo>
                <a:cubicBezTo>
                  <a:pt x="2084317" y="64765"/>
                  <a:pt x="2082613" y="67083"/>
                  <a:pt x="2080387" y="68989"/>
                </a:cubicBezTo>
                <a:cubicBezTo>
                  <a:pt x="2078210" y="70852"/>
                  <a:pt x="2075553" y="72280"/>
                  <a:pt x="2072421" y="73281"/>
                </a:cubicBezTo>
                <a:cubicBezTo>
                  <a:pt x="2069332" y="74232"/>
                  <a:pt x="2065883" y="74709"/>
                  <a:pt x="2062068" y="74709"/>
                </a:cubicBezTo>
                <a:cubicBezTo>
                  <a:pt x="2060116" y="74709"/>
                  <a:pt x="2058253" y="74484"/>
                  <a:pt x="2056484" y="74029"/>
                </a:cubicBezTo>
                <a:cubicBezTo>
                  <a:pt x="2054713" y="73529"/>
                  <a:pt x="2053350" y="72961"/>
                  <a:pt x="2052398" y="72326"/>
                </a:cubicBezTo>
                <a:cubicBezTo>
                  <a:pt x="2051852" y="72915"/>
                  <a:pt x="2051352" y="73621"/>
                  <a:pt x="2050898" y="74438"/>
                </a:cubicBezTo>
                <a:cubicBezTo>
                  <a:pt x="2050489" y="75255"/>
                  <a:pt x="2050287" y="76164"/>
                  <a:pt x="2050287" y="77161"/>
                </a:cubicBezTo>
                <a:cubicBezTo>
                  <a:pt x="2050287" y="78478"/>
                  <a:pt x="2050852" y="79567"/>
                  <a:pt x="2051990" y="80430"/>
                </a:cubicBezTo>
                <a:cubicBezTo>
                  <a:pt x="2053170" y="81247"/>
                  <a:pt x="2054804" y="81702"/>
                  <a:pt x="2056893" y="81793"/>
                </a:cubicBezTo>
                <a:lnTo>
                  <a:pt x="2071669" y="82336"/>
                </a:lnTo>
                <a:cubicBezTo>
                  <a:pt x="2075121" y="82473"/>
                  <a:pt x="2078187" y="82973"/>
                  <a:pt x="2080865" y="83836"/>
                </a:cubicBezTo>
                <a:cubicBezTo>
                  <a:pt x="2083588" y="84653"/>
                  <a:pt x="2085860" y="85834"/>
                  <a:pt x="2087674" y="87377"/>
                </a:cubicBezTo>
                <a:cubicBezTo>
                  <a:pt x="2089537" y="88874"/>
                  <a:pt x="2090943" y="90691"/>
                  <a:pt x="2091897" y="92826"/>
                </a:cubicBezTo>
                <a:cubicBezTo>
                  <a:pt x="2092898" y="94960"/>
                  <a:pt x="2093395" y="97389"/>
                  <a:pt x="2093395" y="100113"/>
                </a:cubicBezTo>
                <a:cubicBezTo>
                  <a:pt x="2093395" y="103110"/>
                  <a:pt x="2092738" y="105925"/>
                  <a:pt x="2091420" y="108556"/>
                </a:cubicBezTo>
                <a:cubicBezTo>
                  <a:pt x="2090103" y="111237"/>
                  <a:pt x="2088128" y="113551"/>
                  <a:pt x="2085497" y="115503"/>
                </a:cubicBezTo>
                <a:cubicBezTo>
                  <a:pt x="2082862" y="117458"/>
                  <a:pt x="2079547" y="119001"/>
                  <a:pt x="2075553" y="120135"/>
                </a:cubicBezTo>
                <a:cubicBezTo>
                  <a:pt x="2071603" y="121269"/>
                  <a:pt x="2066971" y="121838"/>
                  <a:pt x="2061659" y="121838"/>
                </a:cubicBezTo>
                <a:cubicBezTo>
                  <a:pt x="2056484" y="121838"/>
                  <a:pt x="2052055" y="121429"/>
                  <a:pt x="2048378" y="120612"/>
                </a:cubicBezTo>
                <a:cubicBezTo>
                  <a:pt x="2044746" y="119795"/>
                  <a:pt x="2041751" y="118661"/>
                  <a:pt x="2039388" y="117206"/>
                </a:cubicBezTo>
                <a:cubicBezTo>
                  <a:pt x="2037073" y="115754"/>
                  <a:pt x="2035370" y="114006"/>
                  <a:pt x="2034282" y="111963"/>
                </a:cubicBezTo>
                <a:cubicBezTo>
                  <a:pt x="2033236" y="109965"/>
                  <a:pt x="2032716" y="107762"/>
                  <a:pt x="2032716" y="105356"/>
                </a:cubicBezTo>
                <a:cubicBezTo>
                  <a:pt x="2032716" y="103859"/>
                  <a:pt x="2032896" y="102427"/>
                  <a:pt x="2033259" y="101067"/>
                </a:cubicBezTo>
                <a:cubicBezTo>
                  <a:pt x="2033667" y="99704"/>
                  <a:pt x="2034236" y="98387"/>
                  <a:pt x="2034962" y="97115"/>
                </a:cubicBezTo>
                <a:cubicBezTo>
                  <a:pt x="2035733" y="95889"/>
                  <a:pt x="2036665" y="94709"/>
                  <a:pt x="2037754" y="93575"/>
                </a:cubicBezTo>
                <a:cubicBezTo>
                  <a:pt x="2038845" y="92440"/>
                  <a:pt x="2040094" y="91349"/>
                  <a:pt x="2041500" y="90306"/>
                </a:cubicBezTo>
                <a:cubicBezTo>
                  <a:pt x="2039548" y="89263"/>
                  <a:pt x="2038028" y="87854"/>
                  <a:pt x="2036936" y="86082"/>
                </a:cubicBezTo>
                <a:cubicBezTo>
                  <a:pt x="2035893" y="84268"/>
                  <a:pt x="2035370" y="82293"/>
                  <a:pt x="2035370" y="80159"/>
                </a:cubicBezTo>
                <a:cubicBezTo>
                  <a:pt x="2035370" y="77478"/>
                  <a:pt x="2035985" y="75049"/>
                  <a:pt x="2037211" y="72872"/>
                </a:cubicBezTo>
                <a:cubicBezTo>
                  <a:pt x="2038436" y="70646"/>
                  <a:pt x="2040025" y="68649"/>
                  <a:pt x="2041977" y="66877"/>
                </a:cubicBezTo>
                <a:cubicBezTo>
                  <a:pt x="2040388" y="65288"/>
                  <a:pt x="2039117" y="63382"/>
                  <a:pt x="2038162" y="61156"/>
                </a:cubicBezTo>
                <a:cubicBezTo>
                  <a:pt x="2037211" y="58933"/>
                  <a:pt x="2036733" y="56161"/>
                  <a:pt x="2036733" y="52849"/>
                </a:cubicBezTo>
                <a:cubicBezTo>
                  <a:pt x="2036733" y="49306"/>
                  <a:pt x="2037345" y="46151"/>
                  <a:pt x="2038571" y="43383"/>
                </a:cubicBezTo>
                <a:cubicBezTo>
                  <a:pt x="2039842" y="40568"/>
                  <a:pt x="2041591" y="38205"/>
                  <a:pt x="2043817" y="36299"/>
                </a:cubicBezTo>
                <a:cubicBezTo>
                  <a:pt x="2046040" y="34347"/>
                  <a:pt x="2048698" y="32870"/>
                  <a:pt x="2051784" y="31873"/>
                </a:cubicBezTo>
                <a:cubicBezTo>
                  <a:pt x="2054873" y="30827"/>
                  <a:pt x="2058276" y="30307"/>
                  <a:pt x="2061999" y="30307"/>
                </a:cubicBezTo>
                <a:cubicBezTo>
                  <a:pt x="2063905" y="30307"/>
                  <a:pt x="2065723" y="30418"/>
                  <a:pt x="2067449" y="30647"/>
                </a:cubicBezTo>
                <a:cubicBezTo>
                  <a:pt x="2069217" y="30872"/>
                  <a:pt x="2070852" y="31190"/>
                  <a:pt x="2072352" y="31598"/>
                </a:cubicBezTo>
                <a:lnTo>
                  <a:pt x="2091626" y="31598"/>
                </a:lnTo>
                <a:cubicBezTo>
                  <a:pt x="2092398" y="31598"/>
                  <a:pt x="2093009" y="32098"/>
                  <a:pt x="2093463" y="33098"/>
                </a:cubicBezTo>
                <a:cubicBezTo>
                  <a:pt x="2093963" y="34096"/>
                  <a:pt x="2094212" y="35776"/>
                  <a:pt x="2094212" y="38136"/>
                </a:cubicBezTo>
                <a:close/>
                <a:moveTo>
                  <a:pt x="2072215" y="52507"/>
                </a:moveTo>
                <a:cubicBezTo>
                  <a:pt x="2072215" y="49238"/>
                  <a:pt x="2071306" y="46697"/>
                  <a:pt x="2069492" y="44880"/>
                </a:cubicBezTo>
                <a:cubicBezTo>
                  <a:pt x="2067674" y="43063"/>
                  <a:pt x="2065111" y="42157"/>
                  <a:pt x="2061797" y="42157"/>
                </a:cubicBezTo>
                <a:cubicBezTo>
                  <a:pt x="2060116" y="42157"/>
                  <a:pt x="2058639" y="42451"/>
                  <a:pt x="2057367" y="43040"/>
                </a:cubicBezTo>
                <a:cubicBezTo>
                  <a:pt x="2056099" y="43585"/>
                  <a:pt x="2055030" y="44357"/>
                  <a:pt x="2054167" y="45357"/>
                </a:cubicBezTo>
                <a:cubicBezTo>
                  <a:pt x="2053350" y="46309"/>
                  <a:pt x="2052738" y="47446"/>
                  <a:pt x="2052330" y="48763"/>
                </a:cubicBezTo>
                <a:cubicBezTo>
                  <a:pt x="2051921" y="50032"/>
                  <a:pt x="2051715" y="51372"/>
                  <a:pt x="2051715" y="52781"/>
                </a:cubicBezTo>
                <a:cubicBezTo>
                  <a:pt x="2051715" y="55867"/>
                  <a:pt x="2052624" y="58319"/>
                  <a:pt x="2054441" y="60136"/>
                </a:cubicBezTo>
                <a:cubicBezTo>
                  <a:pt x="2056256" y="61905"/>
                  <a:pt x="2058776" y="62791"/>
                  <a:pt x="2061999" y="62791"/>
                </a:cubicBezTo>
                <a:cubicBezTo>
                  <a:pt x="2063725" y="62791"/>
                  <a:pt x="2065223" y="62519"/>
                  <a:pt x="2066494" y="61973"/>
                </a:cubicBezTo>
                <a:cubicBezTo>
                  <a:pt x="2067766" y="61431"/>
                  <a:pt x="2068809" y="60679"/>
                  <a:pt x="2069626" y="59727"/>
                </a:cubicBezTo>
                <a:cubicBezTo>
                  <a:pt x="2070489" y="58773"/>
                  <a:pt x="2071126" y="57684"/>
                  <a:pt x="2071535" y="56458"/>
                </a:cubicBezTo>
                <a:cubicBezTo>
                  <a:pt x="2071989" y="55187"/>
                  <a:pt x="2072215" y="53870"/>
                  <a:pt x="2072215" y="52507"/>
                </a:cubicBezTo>
                <a:close/>
                <a:moveTo>
                  <a:pt x="2076233" y="100998"/>
                </a:moveTo>
                <a:cubicBezTo>
                  <a:pt x="2076233" y="98955"/>
                  <a:pt x="2075415" y="97389"/>
                  <a:pt x="2073781" y="96298"/>
                </a:cubicBezTo>
                <a:cubicBezTo>
                  <a:pt x="2072146" y="95209"/>
                  <a:pt x="2069900" y="94618"/>
                  <a:pt x="2067040" y="94529"/>
                </a:cubicBezTo>
                <a:lnTo>
                  <a:pt x="2054850" y="94189"/>
                </a:lnTo>
                <a:cubicBezTo>
                  <a:pt x="2053667" y="95049"/>
                  <a:pt x="2052715" y="95889"/>
                  <a:pt x="2051990" y="96706"/>
                </a:cubicBezTo>
                <a:cubicBezTo>
                  <a:pt x="2051307" y="97478"/>
                  <a:pt x="2050741" y="98229"/>
                  <a:pt x="2050287" y="98955"/>
                </a:cubicBezTo>
                <a:cubicBezTo>
                  <a:pt x="2049878" y="99681"/>
                  <a:pt x="2049604" y="100384"/>
                  <a:pt x="2049469" y="101067"/>
                </a:cubicBezTo>
                <a:cubicBezTo>
                  <a:pt x="2049332" y="101747"/>
                  <a:pt x="2049264" y="102450"/>
                  <a:pt x="2049264" y="103179"/>
                </a:cubicBezTo>
                <a:cubicBezTo>
                  <a:pt x="2049264" y="105447"/>
                  <a:pt x="2050398" y="107173"/>
                  <a:pt x="2052670" y="108354"/>
                </a:cubicBezTo>
                <a:cubicBezTo>
                  <a:pt x="2054984" y="109534"/>
                  <a:pt x="2058230" y="110125"/>
                  <a:pt x="2062408" y="110125"/>
                </a:cubicBezTo>
                <a:cubicBezTo>
                  <a:pt x="2064997" y="110125"/>
                  <a:pt x="2067174" y="109851"/>
                  <a:pt x="2068946" y="109308"/>
                </a:cubicBezTo>
                <a:cubicBezTo>
                  <a:pt x="2070718" y="108808"/>
                  <a:pt x="2072146" y="108125"/>
                  <a:pt x="2073238" y="107265"/>
                </a:cubicBezTo>
                <a:cubicBezTo>
                  <a:pt x="2074327" y="106402"/>
                  <a:pt x="2075098" y="105425"/>
                  <a:pt x="2075553" y="104336"/>
                </a:cubicBezTo>
                <a:cubicBezTo>
                  <a:pt x="2076007" y="103290"/>
                  <a:pt x="2076233" y="102178"/>
                  <a:pt x="2076233" y="100998"/>
                </a:cubicBezTo>
                <a:close/>
                <a:moveTo>
                  <a:pt x="2173079" y="88671"/>
                </a:moveTo>
                <a:cubicBezTo>
                  <a:pt x="2173079" y="90668"/>
                  <a:pt x="2172942" y="92212"/>
                  <a:pt x="2172670" y="93303"/>
                </a:cubicBezTo>
                <a:cubicBezTo>
                  <a:pt x="2172442" y="94346"/>
                  <a:pt x="2172125" y="95095"/>
                  <a:pt x="2171716" y="95549"/>
                </a:cubicBezTo>
                <a:cubicBezTo>
                  <a:pt x="2171307" y="95958"/>
                  <a:pt x="2170696" y="96343"/>
                  <a:pt x="2169879" y="96706"/>
                </a:cubicBezTo>
                <a:cubicBezTo>
                  <a:pt x="2169104" y="97026"/>
                  <a:pt x="2168176" y="97298"/>
                  <a:pt x="2167084" y="97524"/>
                </a:cubicBezTo>
                <a:cubicBezTo>
                  <a:pt x="2166041" y="97798"/>
                  <a:pt x="2164884" y="98001"/>
                  <a:pt x="2163612" y="98138"/>
                </a:cubicBezTo>
                <a:cubicBezTo>
                  <a:pt x="2162386" y="98275"/>
                  <a:pt x="2161138" y="98341"/>
                  <a:pt x="2159866" y="98341"/>
                </a:cubicBezTo>
                <a:cubicBezTo>
                  <a:pt x="2156460" y="98341"/>
                  <a:pt x="2153508" y="97909"/>
                  <a:pt x="2151013" y="97049"/>
                </a:cubicBezTo>
                <a:cubicBezTo>
                  <a:pt x="2148516" y="96186"/>
                  <a:pt x="2146450" y="94869"/>
                  <a:pt x="2144815" y="93097"/>
                </a:cubicBezTo>
                <a:cubicBezTo>
                  <a:pt x="2143181" y="91283"/>
                  <a:pt x="2141978" y="89011"/>
                  <a:pt x="2141206" y="86288"/>
                </a:cubicBezTo>
                <a:cubicBezTo>
                  <a:pt x="2140432" y="83562"/>
                  <a:pt x="2140046" y="80339"/>
                  <a:pt x="2140046" y="76615"/>
                </a:cubicBezTo>
                <a:lnTo>
                  <a:pt x="2140046" y="45491"/>
                </a:lnTo>
                <a:lnTo>
                  <a:pt x="2132760" y="45491"/>
                </a:lnTo>
                <a:cubicBezTo>
                  <a:pt x="2131897" y="45491"/>
                  <a:pt x="2131240" y="44971"/>
                  <a:pt x="2130785" y="43925"/>
                </a:cubicBezTo>
                <a:cubicBezTo>
                  <a:pt x="2130331" y="42837"/>
                  <a:pt x="2130105" y="41042"/>
                  <a:pt x="2130105" y="38545"/>
                </a:cubicBezTo>
                <a:cubicBezTo>
                  <a:pt x="2130105" y="37230"/>
                  <a:pt x="2130151" y="36116"/>
                  <a:pt x="2130239" y="35210"/>
                </a:cubicBezTo>
                <a:cubicBezTo>
                  <a:pt x="2130377" y="34301"/>
                  <a:pt x="2130559" y="33598"/>
                  <a:pt x="2130785" y="33098"/>
                </a:cubicBezTo>
                <a:cubicBezTo>
                  <a:pt x="2131011" y="32553"/>
                  <a:pt x="2131285" y="32167"/>
                  <a:pt x="2131602" y="31941"/>
                </a:cubicBezTo>
                <a:cubicBezTo>
                  <a:pt x="2131965" y="31713"/>
                  <a:pt x="2132374" y="31598"/>
                  <a:pt x="2132828" y="31598"/>
                </a:cubicBezTo>
                <a:lnTo>
                  <a:pt x="2140046" y="31598"/>
                </a:lnTo>
                <a:lnTo>
                  <a:pt x="2140046" y="18048"/>
                </a:lnTo>
                <a:cubicBezTo>
                  <a:pt x="2140046" y="17594"/>
                  <a:pt x="2140161" y="17185"/>
                  <a:pt x="2140389" y="16822"/>
                </a:cubicBezTo>
                <a:cubicBezTo>
                  <a:pt x="2140661" y="16456"/>
                  <a:pt x="2141115" y="16162"/>
                  <a:pt x="2141749" y="15936"/>
                </a:cubicBezTo>
                <a:cubicBezTo>
                  <a:pt x="2142432" y="15662"/>
                  <a:pt x="2143315" y="15482"/>
                  <a:pt x="2144407" y="15390"/>
                </a:cubicBezTo>
                <a:cubicBezTo>
                  <a:pt x="2145541" y="15253"/>
                  <a:pt x="2146927" y="15188"/>
                  <a:pt x="2148562" y="15188"/>
                </a:cubicBezTo>
                <a:cubicBezTo>
                  <a:pt x="2150239" y="15188"/>
                  <a:pt x="2151625" y="15253"/>
                  <a:pt x="2152714" y="15390"/>
                </a:cubicBezTo>
                <a:cubicBezTo>
                  <a:pt x="2153851" y="15482"/>
                  <a:pt x="2154737" y="15662"/>
                  <a:pt x="2155371" y="15936"/>
                </a:cubicBezTo>
                <a:cubicBezTo>
                  <a:pt x="2156005" y="16162"/>
                  <a:pt x="2156460" y="16456"/>
                  <a:pt x="2156734" y="16822"/>
                </a:cubicBezTo>
                <a:cubicBezTo>
                  <a:pt x="2157006" y="17185"/>
                  <a:pt x="2157143" y="17594"/>
                  <a:pt x="2157143" y="18048"/>
                </a:cubicBezTo>
                <a:lnTo>
                  <a:pt x="2157143" y="31598"/>
                </a:lnTo>
                <a:lnTo>
                  <a:pt x="2170353" y="31598"/>
                </a:lnTo>
                <a:cubicBezTo>
                  <a:pt x="2170807" y="31598"/>
                  <a:pt x="2171193" y="31713"/>
                  <a:pt x="2171513" y="31941"/>
                </a:cubicBezTo>
                <a:cubicBezTo>
                  <a:pt x="2171876" y="32167"/>
                  <a:pt x="2172170" y="32553"/>
                  <a:pt x="2172396" y="33098"/>
                </a:cubicBezTo>
                <a:cubicBezTo>
                  <a:pt x="2172625" y="33598"/>
                  <a:pt x="2172782" y="34301"/>
                  <a:pt x="2172873" y="35210"/>
                </a:cubicBezTo>
                <a:cubicBezTo>
                  <a:pt x="2173010" y="36116"/>
                  <a:pt x="2173079" y="37230"/>
                  <a:pt x="2173079" y="38545"/>
                </a:cubicBezTo>
                <a:cubicBezTo>
                  <a:pt x="2173079" y="41042"/>
                  <a:pt x="2172850" y="42837"/>
                  <a:pt x="2172396" y="43925"/>
                </a:cubicBezTo>
                <a:cubicBezTo>
                  <a:pt x="2171942" y="44971"/>
                  <a:pt x="2171285" y="45491"/>
                  <a:pt x="2170422" y="45491"/>
                </a:cubicBezTo>
                <a:lnTo>
                  <a:pt x="2157143" y="45491"/>
                </a:lnTo>
                <a:lnTo>
                  <a:pt x="2157143" y="74029"/>
                </a:lnTo>
                <a:cubicBezTo>
                  <a:pt x="2157143" y="77344"/>
                  <a:pt x="2157663" y="79841"/>
                  <a:pt x="2158709" y="81519"/>
                </a:cubicBezTo>
                <a:cubicBezTo>
                  <a:pt x="2159752" y="83153"/>
                  <a:pt x="2161615" y="83970"/>
                  <a:pt x="2164292" y="83970"/>
                </a:cubicBezTo>
                <a:cubicBezTo>
                  <a:pt x="2165201" y="83970"/>
                  <a:pt x="2166018" y="83905"/>
                  <a:pt x="2166744" y="83768"/>
                </a:cubicBezTo>
                <a:cubicBezTo>
                  <a:pt x="2167470" y="83585"/>
                  <a:pt x="2168107" y="83405"/>
                  <a:pt x="2168653" y="83222"/>
                </a:cubicBezTo>
                <a:cubicBezTo>
                  <a:pt x="2169241" y="82996"/>
                  <a:pt x="2169719" y="82813"/>
                  <a:pt x="2170082" y="82679"/>
                </a:cubicBezTo>
                <a:cubicBezTo>
                  <a:pt x="2170490" y="82496"/>
                  <a:pt x="2170853" y="82405"/>
                  <a:pt x="2171170" y="82405"/>
                </a:cubicBezTo>
                <a:cubicBezTo>
                  <a:pt x="2171445" y="82405"/>
                  <a:pt x="2171693" y="82496"/>
                  <a:pt x="2171922" y="82679"/>
                </a:cubicBezTo>
                <a:cubicBezTo>
                  <a:pt x="2172193" y="82813"/>
                  <a:pt x="2172396" y="83133"/>
                  <a:pt x="2172533" y="83630"/>
                </a:cubicBezTo>
                <a:cubicBezTo>
                  <a:pt x="2172670" y="84085"/>
                  <a:pt x="2172782" y="84722"/>
                  <a:pt x="2172873" y="85539"/>
                </a:cubicBezTo>
                <a:cubicBezTo>
                  <a:pt x="2173010" y="86357"/>
                  <a:pt x="2173079" y="87399"/>
                  <a:pt x="2173079" y="88671"/>
                </a:cubicBezTo>
                <a:close/>
                <a:moveTo>
                  <a:pt x="2243499" y="94663"/>
                </a:moveTo>
                <a:cubicBezTo>
                  <a:pt x="2243499" y="95118"/>
                  <a:pt x="2243362" y="95526"/>
                  <a:pt x="2243091" y="95889"/>
                </a:cubicBezTo>
                <a:cubicBezTo>
                  <a:pt x="2242816" y="96209"/>
                  <a:pt x="2242362" y="96481"/>
                  <a:pt x="2241728" y="96706"/>
                </a:cubicBezTo>
                <a:cubicBezTo>
                  <a:pt x="2241093" y="96935"/>
                  <a:pt x="2240207" y="97092"/>
                  <a:pt x="2239070" y="97184"/>
                </a:cubicBezTo>
                <a:cubicBezTo>
                  <a:pt x="2237981" y="97321"/>
                  <a:pt x="2236618" y="97389"/>
                  <a:pt x="2234984" y="97389"/>
                </a:cubicBezTo>
                <a:cubicBezTo>
                  <a:pt x="2233307" y="97389"/>
                  <a:pt x="2231898" y="97321"/>
                  <a:pt x="2230763" y="97184"/>
                </a:cubicBezTo>
                <a:cubicBezTo>
                  <a:pt x="2229672" y="97092"/>
                  <a:pt x="2228809" y="96935"/>
                  <a:pt x="2228174" y="96706"/>
                </a:cubicBezTo>
                <a:cubicBezTo>
                  <a:pt x="2227540" y="96481"/>
                  <a:pt x="2227086" y="96209"/>
                  <a:pt x="2226811" y="95889"/>
                </a:cubicBezTo>
                <a:cubicBezTo>
                  <a:pt x="2226540" y="95526"/>
                  <a:pt x="2226403" y="95118"/>
                  <a:pt x="2226403" y="94663"/>
                </a:cubicBezTo>
                <a:lnTo>
                  <a:pt x="2226403" y="59999"/>
                </a:lnTo>
                <a:cubicBezTo>
                  <a:pt x="2226403" y="57047"/>
                  <a:pt x="2226177" y="54733"/>
                  <a:pt x="2225723" y="53052"/>
                </a:cubicBezTo>
                <a:cubicBezTo>
                  <a:pt x="2225314" y="51372"/>
                  <a:pt x="2224703" y="49943"/>
                  <a:pt x="2223885" y="48763"/>
                </a:cubicBezTo>
                <a:cubicBezTo>
                  <a:pt x="2223068" y="47537"/>
                  <a:pt x="2221999" y="46606"/>
                  <a:pt x="2220682" y="45969"/>
                </a:cubicBezTo>
                <a:cubicBezTo>
                  <a:pt x="2219411" y="45289"/>
                  <a:pt x="2217913" y="44948"/>
                  <a:pt x="2216187" y="44948"/>
                </a:cubicBezTo>
                <a:cubicBezTo>
                  <a:pt x="2214010" y="44948"/>
                  <a:pt x="2211807" y="45743"/>
                  <a:pt x="2209584" y="47332"/>
                </a:cubicBezTo>
                <a:cubicBezTo>
                  <a:pt x="2207358" y="48920"/>
                  <a:pt x="2205043" y="51235"/>
                  <a:pt x="2202634" y="54278"/>
                </a:cubicBezTo>
                <a:lnTo>
                  <a:pt x="2202634" y="94663"/>
                </a:lnTo>
                <a:cubicBezTo>
                  <a:pt x="2202634" y="95118"/>
                  <a:pt x="2202500" y="95526"/>
                  <a:pt x="2202228" y="95889"/>
                </a:cubicBezTo>
                <a:cubicBezTo>
                  <a:pt x="2201954" y="96209"/>
                  <a:pt x="2201477" y="96481"/>
                  <a:pt x="2200797" y="96706"/>
                </a:cubicBezTo>
                <a:cubicBezTo>
                  <a:pt x="2200162" y="96935"/>
                  <a:pt x="2199299" y="97092"/>
                  <a:pt x="2198208" y="97184"/>
                </a:cubicBezTo>
                <a:cubicBezTo>
                  <a:pt x="2197119" y="97321"/>
                  <a:pt x="2195733" y="97389"/>
                  <a:pt x="2194053" y="97389"/>
                </a:cubicBezTo>
                <a:cubicBezTo>
                  <a:pt x="2192376" y="97389"/>
                  <a:pt x="2190990" y="97321"/>
                  <a:pt x="2189901" y="97184"/>
                </a:cubicBezTo>
                <a:cubicBezTo>
                  <a:pt x="2188810" y="97092"/>
                  <a:pt x="2187924" y="96935"/>
                  <a:pt x="2187244" y="96706"/>
                </a:cubicBezTo>
                <a:cubicBezTo>
                  <a:pt x="2186609" y="96481"/>
                  <a:pt x="2186155" y="96209"/>
                  <a:pt x="2185881" y="95889"/>
                </a:cubicBezTo>
                <a:cubicBezTo>
                  <a:pt x="2185609" y="95526"/>
                  <a:pt x="2185472" y="95118"/>
                  <a:pt x="2185472" y="94663"/>
                </a:cubicBezTo>
                <a:lnTo>
                  <a:pt x="2185472" y="5106"/>
                </a:lnTo>
                <a:cubicBezTo>
                  <a:pt x="2185472" y="4652"/>
                  <a:pt x="2185609" y="4243"/>
                  <a:pt x="2185881" y="3880"/>
                </a:cubicBezTo>
                <a:cubicBezTo>
                  <a:pt x="2186155" y="3518"/>
                  <a:pt x="2186609" y="3223"/>
                  <a:pt x="2187244" y="2995"/>
                </a:cubicBezTo>
                <a:cubicBezTo>
                  <a:pt x="2187924" y="2723"/>
                  <a:pt x="2188810" y="2517"/>
                  <a:pt x="2189901" y="2383"/>
                </a:cubicBezTo>
                <a:cubicBezTo>
                  <a:pt x="2190990" y="2246"/>
                  <a:pt x="2192376" y="2177"/>
                  <a:pt x="2194053" y="2177"/>
                </a:cubicBezTo>
                <a:cubicBezTo>
                  <a:pt x="2195733" y="2177"/>
                  <a:pt x="2197119" y="2246"/>
                  <a:pt x="2198208" y="2383"/>
                </a:cubicBezTo>
                <a:cubicBezTo>
                  <a:pt x="2199299" y="2517"/>
                  <a:pt x="2200162" y="2723"/>
                  <a:pt x="2200797" y="2995"/>
                </a:cubicBezTo>
                <a:cubicBezTo>
                  <a:pt x="2201477" y="3223"/>
                  <a:pt x="2201954" y="3518"/>
                  <a:pt x="2202228" y="3880"/>
                </a:cubicBezTo>
                <a:cubicBezTo>
                  <a:pt x="2202500" y="4243"/>
                  <a:pt x="2202634" y="4652"/>
                  <a:pt x="2202634" y="5106"/>
                </a:cubicBezTo>
                <a:lnTo>
                  <a:pt x="2202634" y="38682"/>
                </a:lnTo>
                <a:cubicBezTo>
                  <a:pt x="2205586" y="35776"/>
                  <a:pt x="2208583" y="33621"/>
                  <a:pt x="2211624" y="32213"/>
                </a:cubicBezTo>
                <a:cubicBezTo>
                  <a:pt x="2214713" y="30758"/>
                  <a:pt x="2217913" y="30032"/>
                  <a:pt x="2221228" y="30032"/>
                </a:cubicBezTo>
                <a:cubicBezTo>
                  <a:pt x="2225360" y="30032"/>
                  <a:pt x="2228832" y="30715"/>
                  <a:pt x="2231649" y="32075"/>
                </a:cubicBezTo>
                <a:cubicBezTo>
                  <a:pt x="2234510" y="33438"/>
                  <a:pt x="2236801" y="35299"/>
                  <a:pt x="2238527" y="37662"/>
                </a:cubicBezTo>
                <a:cubicBezTo>
                  <a:pt x="2240296" y="40022"/>
                  <a:pt x="2241568" y="42791"/>
                  <a:pt x="2242339" y="45969"/>
                </a:cubicBezTo>
                <a:cubicBezTo>
                  <a:pt x="2243113" y="49103"/>
                  <a:pt x="2243499" y="52915"/>
                  <a:pt x="2243499" y="57410"/>
                </a:cubicBezTo>
                <a:lnTo>
                  <a:pt x="2243499" y="94663"/>
                </a:lnTo>
                <a:close/>
                <a:moveTo>
                  <a:pt x="2316437" y="62519"/>
                </a:moveTo>
                <a:cubicBezTo>
                  <a:pt x="2316437" y="64608"/>
                  <a:pt x="2315963" y="66151"/>
                  <a:pt x="2315008" y="67151"/>
                </a:cubicBezTo>
                <a:cubicBezTo>
                  <a:pt x="2314100" y="68149"/>
                  <a:pt x="2312828" y="68649"/>
                  <a:pt x="2311193" y="68649"/>
                </a:cubicBezTo>
                <a:lnTo>
                  <a:pt x="2274215" y="68649"/>
                </a:lnTo>
                <a:cubicBezTo>
                  <a:pt x="2274215" y="71237"/>
                  <a:pt x="2274509" y="73598"/>
                  <a:pt x="2275097" y="75732"/>
                </a:cubicBezTo>
                <a:cubicBezTo>
                  <a:pt x="2275735" y="77821"/>
                  <a:pt x="2276709" y="79613"/>
                  <a:pt x="2278026" y="81110"/>
                </a:cubicBezTo>
                <a:cubicBezTo>
                  <a:pt x="2279389" y="82565"/>
                  <a:pt x="2281115" y="83676"/>
                  <a:pt x="2283204" y="84448"/>
                </a:cubicBezTo>
                <a:cubicBezTo>
                  <a:pt x="2285336" y="85219"/>
                  <a:pt x="2287879" y="85605"/>
                  <a:pt x="2290831" y="85605"/>
                </a:cubicBezTo>
                <a:cubicBezTo>
                  <a:pt x="2293828" y="85605"/>
                  <a:pt x="2296460" y="85402"/>
                  <a:pt x="2298732" y="84993"/>
                </a:cubicBezTo>
                <a:cubicBezTo>
                  <a:pt x="2301001" y="84539"/>
                  <a:pt x="2302952" y="84062"/>
                  <a:pt x="2304587" y="83562"/>
                </a:cubicBezTo>
                <a:cubicBezTo>
                  <a:pt x="2306267" y="83019"/>
                  <a:pt x="2307653" y="82542"/>
                  <a:pt x="2308742" y="82133"/>
                </a:cubicBezTo>
                <a:cubicBezTo>
                  <a:pt x="2309833" y="81679"/>
                  <a:pt x="2310716" y="81453"/>
                  <a:pt x="2311399" y="81453"/>
                </a:cubicBezTo>
                <a:cubicBezTo>
                  <a:pt x="2311808" y="81453"/>
                  <a:pt x="2312148" y="81542"/>
                  <a:pt x="2312419" y="81725"/>
                </a:cubicBezTo>
                <a:cubicBezTo>
                  <a:pt x="2312694" y="81862"/>
                  <a:pt x="2312919" y="82133"/>
                  <a:pt x="2313102" y="82542"/>
                </a:cubicBezTo>
                <a:cubicBezTo>
                  <a:pt x="2313282" y="82950"/>
                  <a:pt x="2313397" y="83542"/>
                  <a:pt x="2313442" y="84313"/>
                </a:cubicBezTo>
                <a:cubicBezTo>
                  <a:pt x="2313531" y="85039"/>
                  <a:pt x="2313577" y="85971"/>
                  <a:pt x="2313577" y="87105"/>
                </a:cubicBezTo>
                <a:cubicBezTo>
                  <a:pt x="2313577" y="88102"/>
                  <a:pt x="2313554" y="88965"/>
                  <a:pt x="2313511" y="89691"/>
                </a:cubicBezTo>
                <a:cubicBezTo>
                  <a:pt x="2313465" y="90374"/>
                  <a:pt x="2313397" y="90963"/>
                  <a:pt x="2313305" y="91463"/>
                </a:cubicBezTo>
                <a:cubicBezTo>
                  <a:pt x="2313214" y="91963"/>
                  <a:pt x="2313079" y="92394"/>
                  <a:pt x="2312897" y="92757"/>
                </a:cubicBezTo>
                <a:cubicBezTo>
                  <a:pt x="2312714" y="93074"/>
                  <a:pt x="2312465" y="93392"/>
                  <a:pt x="2312148" y="93712"/>
                </a:cubicBezTo>
                <a:cubicBezTo>
                  <a:pt x="2311876" y="94029"/>
                  <a:pt x="2311079" y="94460"/>
                  <a:pt x="2309765" y="95006"/>
                </a:cubicBezTo>
                <a:cubicBezTo>
                  <a:pt x="2308447" y="95549"/>
                  <a:pt x="2306767" y="96095"/>
                  <a:pt x="2304724" y="96641"/>
                </a:cubicBezTo>
                <a:cubicBezTo>
                  <a:pt x="2302681" y="97138"/>
                  <a:pt x="2300344" y="97569"/>
                  <a:pt x="2297709" y="97932"/>
                </a:cubicBezTo>
                <a:cubicBezTo>
                  <a:pt x="2295077" y="98341"/>
                  <a:pt x="2292260" y="98547"/>
                  <a:pt x="2289265" y="98547"/>
                </a:cubicBezTo>
                <a:cubicBezTo>
                  <a:pt x="2283861" y="98547"/>
                  <a:pt x="2279118" y="97867"/>
                  <a:pt x="2275032" y="96503"/>
                </a:cubicBezTo>
                <a:cubicBezTo>
                  <a:pt x="2270988" y="95140"/>
                  <a:pt x="2267608" y="93074"/>
                  <a:pt x="2264882" y="90306"/>
                </a:cubicBezTo>
                <a:cubicBezTo>
                  <a:pt x="2262159" y="87537"/>
                  <a:pt x="2260116" y="84039"/>
                  <a:pt x="2258753" y="79819"/>
                </a:cubicBezTo>
                <a:cubicBezTo>
                  <a:pt x="2257438" y="75595"/>
                  <a:pt x="2256778" y="70646"/>
                  <a:pt x="2256778" y="64971"/>
                </a:cubicBezTo>
                <a:cubicBezTo>
                  <a:pt x="2256778" y="59567"/>
                  <a:pt x="2257481" y="54710"/>
                  <a:pt x="2258890" y="50398"/>
                </a:cubicBezTo>
                <a:cubicBezTo>
                  <a:pt x="2260299" y="46037"/>
                  <a:pt x="2262342" y="42360"/>
                  <a:pt x="2265019" y="39362"/>
                </a:cubicBezTo>
                <a:cubicBezTo>
                  <a:pt x="2267697" y="36322"/>
                  <a:pt x="2270946" y="34007"/>
                  <a:pt x="2274757" y="32415"/>
                </a:cubicBezTo>
                <a:cubicBezTo>
                  <a:pt x="2278618" y="30827"/>
                  <a:pt x="2282953" y="30032"/>
                  <a:pt x="2287768" y="30032"/>
                </a:cubicBezTo>
                <a:cubicBezTo>
                  <a:pt x="2292851" y="30032"/>
                  <a:pt x="2297189" y="30781"/>
                  <a:pt x="2300775" y="32281"/>
                </a:cubicBezTo>
                <a:cubicBezTo>
                  <a:pt x="2304407" y="33779"/>
                  <a:pt x="2307382" y="35867"/>
                  <a:pt x="2309696" y="38545"/>
                </a:cubicBezTo>
                <a:cubicBezTo>
                  <a:pt x="2312011" y="41179"/>
                  <a:pt x="2313714" y="44311"/>
                  <a:pt x="2314802" y="47946"/>
                </a:cubicBezTo>
                <a:cubicBezTo>
                  <a:pt x="2315894" y="51578"/>
                  <a:pt x="2316437" y="55527"/>
                  <a:pt x="2316437" y="59796"/>
                </a:cubicBezTo>
                <a:lnTo>
                  <a:pt x="2316437" y="62519"/>
                </a:lnTo>
                <a:close/>
                <a:moveTo>
                  <a:pt x="2299821" y="57616"/>
                </a:moveTo>
                <a:cubicBezTo>
                  <a:pt x="2299958" y="52804"/>
                  <a:pt x="2298980" y="49035"/>
                  <a:pt x="2296892" y="46309"/>
                </a:cubicBezTo>
                <a:cubicBezTo>
                  <a:pt x="2294849" y="43540"/>
                  <a:pt x="2291671" y="42157"/>
                  <a:pt x="2287356" y="42157"/>
                </a:cubicBezTo>
                <a:cubicBezTo>
                  <a:pt x="2285179" y="42157"/>
                  <a:pt x="2283270" y="42565"/>
                  <a:pt x="2281635" y="43383"/>
                </a:cubicBezTo>
                <a:cubicBezTo>
                  <a:pt x="2280047" y="44200"/>
                  <a:pt x="2278709" y="45311"/>
                  <a:pt x="2277618" y="46717"/>
                </a:cubicBezTo>
                <a:cubicBezTo>
                  <a:pt x="2276575" y="48080"/>
                  <a:pt x="2275758" y="49715"/>
                  <a:pt x="2275166" y="51624"/>
                </a:cubicBezTo>
                <a:cubicBezTo>
                  <a:pt x="2274623" y="53484"/>
                  <a:pt x="2274303" y="55481"/>
                  <a:pt x="2274215" y="57616"/>
                </a:cubicBezTo>
                <a:lnTo>
                  <a:pt x="2299821" y="57616"/>
                </a:lnTo>
                <a:close/>
                <a:moveTo>
                  <a:pt x="2458709" y="94663"/>
                </a:moveTo>
                <a:cubicBezTo>
                  <a:pt x="2458709" y="95118"/>
                  <a:pt x="2458572" y="95526"/>
                  <a:pt x="2458300" y="95889"/>
                </a:cubicBezTo>
                <a:cubicBezTo>
                  <a:pt x="2458026" y="96209"/>
                  <a:pt x="2457575" y="96481"/>
                  <a:pt x="2456937" y="96706"/>
                </a:cubicBezTo>
                <a:cubicBezTo>
                  <a:pt x="2456303" y="96935"/>
                  <a:pt x="2455440" y="97092"/>
                  <a:pt x="2454348" y="97184"/>
                </a:cubicBezTo>
                <a:cubicBezTo>
                  <a:pt x="2453260" y="97321"/>
                  <a:pt x="2451877" y="97389"/>
                  <a:pt x="2450197" y="97389"/>
                </a:cubicBezTo>
                <a:cubicBezTo>
                  <a:pt x="2448471" y="97389"/>
                  <a:pt x="2447062" y="97321"/>
                  <a:pt x="2445973" y="97184"/>
                </a:cubicBezTo>
                <a:cubicBezTo>
                  <a:pt x="2444884" y="97092"/>
                  <a:pt x="2443999" y="96935"/>
                  <a:pt x="2443316" y="96706"/>
                </a:cubicBezTo>
                <a:cubicBezTo>
                  <a:pt x="2442681" y="96481"/>
                  <a:pt x="2442227" y="96209"/>
                  <a:pt x="2441955" y="95889"/>
                </a:cubicBezTo>
                <a:cubicBezTo>
                  <a:pt x="2441727" y="95526"/>
                  <a:pt x="2441615" y="95118"/>
                  <a:pt x="2441615" y="94663"/>
                </a:cubicBezTo>
                <a:lnTo>
                  <a:pt x="2441615" y="58636"/>
                </a:lnTo>
                <a:cubicBezTo>
                  <a:pt x="2441615" y="56593"/>
                  <a:pt x="2441410" y="54733"/>
                  <a:pt x="2441001" y="53052"/>
                </a:cubicBezTo>
                <a:cubicBezTo>
                  <a:pt x="2440638" y="51372"/>
                  <a:pt x="2440047" y="49943"/>
                  <a:pt x="2439229" y="48763"/>
                </a:cubicBezTo>
                <a:cubicBezTo>
                  <a:pt x="2438458" y="47537"/>
                  <a:pt x="2437461" y="46606"/>
                  <a:pt x="2436235" y="45969"/>
                </a:cubicBezTo>
                <a:cubicBezTo>
                  <a:pt x="2435055" y="45289"/>
                  <a:pt x="2433623" y="44948"/>
                  <a:pt x="2431943" y="44948"/>
                </a:cubicBezTo>
                <a:cubicBezTo>
                  <a:pt x="2429900" y="44948"/>
                  <a:pt x="2427834" y="45743"/>
                  <a:pt x="2425745" y="47332"/>
                </a:cubicBezTo>
                <a:cubicBezTo>
                  <a:pt x="2423656" y="48920"/>
                  <a:pt x="2421387" y="51235"/>
                  <a:pt x="2418935" y="54278"/>
                </a:cubicBezTo>
                <a:lnTo>
                  <a:pt x="2418935" y="94663"/>
                </a:lnTo>
                <a:cubicBezTo>
                  <a:pt x="2418935" y="95118"/>
                  <a:pt x="2418798" y="95526"/>
                  <a:pt x="2418527" y="95889"/>
                </a:cubicBezTo>
                <a:cubicBezTo>
                  <a:pt x="2418255" y="96209"/>
                  <a:pt x="2417778" y="96481"/>
                  <a:pt x="2417095" y="96706"/>
                </a:cubicBezTo>
                <a:cubicBezTo>
                  <a:pt x="2416461" y="96935"/>
                  <a:pt x="2415598" y="97092"/>
                  <a:pt x="2414509" y="97184"/>
                </a:cubicBezTo>
                <a:cubicBezTo>
                  <a:pt x="2413418" y="97321"/>
                  <a:pt x="2412057" y="97389"/>
                  <a:pt x="2410423" y="97389"/>
                </a:cubicBezTo>
                <a:cubicBezTo>
                  <a:pt x="2408743" y="97389"/>
                  <a:pt x="2407357" y="97321"/>
                  <a:pt x="2406268" y="97184"/>
                </a:cubicBezTo>
                <a:cubicBezTo>
                  <a:pt x="2405179" y="97092"/>
                  <a:pt x="2404294" y="96935"/>
                  <a:pt x="2403611" y="96706"/>
                </a:cubicBezTo>
                <a:cubicBezTo>
                  <a:pt x="2402976" y="96481"/>
                  <a:pt x="2402522" y="96209"/>
                  <a:pt x="2402251" y="95889"/>
                </a:cubicBezTo>
                <a:cubicBezTo>
                  <a:pt x="2401976" y="95526"/>
                  <a:pt x="2401842" y="95118"/>
                  <a:pt x="2401842" y="94663"/>
                </a:cubicBezTo>
                <a:lnTo>
                  <a:pt x="2401842" y="58636"/>
                </a:lnTo>
                <a:cubicBezTo>
                  <a:pt x="2401842" y="56593"/>
                  <a:pt x="2401636" y="54733"/>
                  <a:pt x="2401228" y="53052"/>
                </a:cubicBezTo>
                <a:cubicBezTo>
                  <a:pt x="2400865" y="51372"/>
                  <a:pt x="2400299" y="49943"/>
                  <a:pt x="2399524" y="48763"/>
                </a:cubicBezTo>
                <a:cubicBezTo>
                  <a:pt x="2398753" y="47537"/>
                  <a:pt x="2397756" y="46606"/>
                  <a:pt x="2396530" y="45969"/>
                </a:cubicBezTo>
                <a:cubicBezTo>
                  <a:pt x="2395304" y="45289"/>
                  <a:pt x="2393872" y="44948"/>
                  <a:pt x="2392238" y="44948"/>
                </a:cubicBezTo>
                <a:cubicBezTo>
                  <a:pt x="2390149" y="44948"/>
                  <a:pt x="2388060" y="45743"/>
                  <a:pt x="2385971" y="47332"/>
                </a:cubicBezTo>
                <a:cubicBezTo>
                  <a:pt x="2383885" y="48920"/>
                  <a:pt x="2381637" y="51235"/>
                  <a:pt x="2379231" y="54278"/>
                </a:cubicBezTo>
                <a:lnTo>
                  <a:pt x="2379231" y="94663"/>
                </a:lnTo>
                <a:cubicBezTo>
                  <a:pt x="2379231" y="95118"/>
                  <a:pt x="2379093" y="95526"/>
                  <a:pt x="2378822" y="95889"/>
                </a:cubicBezTo>
                <a:cubicBezTo>
                  <a:pt x="2378550" y="96209"/>
                  <a:pt x="2378073" y="96481"/>
                  <a:pt x="2377393" y="96706"/>
                </a:cubicBezTo>
                <a:cubicBezTo>
                  <a:pt x="2376756" y="96935"/>
                  <a:pt x="2375893" y="97092"/>
                  <a:pt x="2374804" y="97184"/>
                </a:cubicBezTo>
                <a:cubicBezTo>
                  <a:pt x="2373713" y="97321"/>
                  <a:pt x="2372330" y="97389"/>
                  <a:pt x="2370649" y="97389"/>
                </a:cubicBezTo>
                <a:cubicBezTo>
                  <a:pt x="2368969" y="97389"/>
                  <a:pt x="2367583" y="97321"/>
                  <a:pt x="2366495" y="97184"/>
                </a:cubicBezTo>
                <a:cubicBezTo>
                  <a:pt x="2365406" y="97092"/>
                  <a:pt x="2364520" y="96935"/>
                  <a:pt x="2363840" y="96706"/>
                </a:cubicBezTo>
                <a:cubicBezTo>
                  <a:pt x="2363203" y="96481"/>
                  <a:pt x="2362748" y="96209"/>
                  <a:pt x="2362477" y="95889"/>
                </a:cubicBezTo>
                <a:cubicBezTo>
                  <a:pt x="2362206" y="95526"/>
                  <a:pt x="2362068" y="95118"/>
                  <a:pt x="2362068" y="94663"/>
                </a:cubicBezTo>
                <a:lnTo>
                  <a:pt x="2362068" y="33916"/>
                </a:lnTo>
                <a:cubicBezTo>
                  <a:pt x="2362068" y="33461"/>
                  <a:pt x="2362183" y="33076"/>
                  <a:pt x="2362408" y="32758"/>
                </a:cubicBezTo>
                <a:cubicBezTo>
                  <a:pt x="2362637" y="32393"/>
                  <a:pt x="2363046" y="32098"/>
                  <a:pt x="2363634" y="31873"/>
                </a:cubicBezTo>
                <a:cubicBezTo>
                  <a:pt x="2364226" y="31644"/>
                  <a:pt x="2364974" y="31487"/>
                  <a:pt x="2365883" y="31395"/>
                </a:cubicBezTo>
                <a:cubicBezTo>
                  <a:pt x="2366835" y="31258"/>
                  <a:pt x="2368015" y="31190"/>
                  <a:pt x="2369424" y="31190"/>
                </a:cubicBezTo>
                <a:cubicBezTo>
                  <a:pt x="2370875" y="31190"/>
                  <a:pt x="2372078" y="31258"/>
                  <a:pt x="2373033" y="31395"/>
                </a:cubicBezTo>
                <a:cubicBezTo>
                  <a:pt x="2373987" y="31487"/>
                  <a:pt x="2374713" y="31644"/>
                  <a:pt x="2375213" y="31873"/>
                </a:cubicBezTo>
                <a:cubicBezTo>
                  <a:pt x="2375759" y="32098"/>
                  <a:pt x="2376144" y="32395"/>
                  <a:pt x="2376370" y="32758"/>
                </a:cubicBezTo>
                <a:cubicBezTo>
                  <a:pt x="2376596" y="33076"/>
                  <a:pt x="2376710" y="33461"/>
                  <a:pt x="2376710" y="33916"/>
                </a:cubicBezTo>
                <a:lnTo>
                  <a:pt x="2376710" y="40931"/>
                </a:lnTo>
                <a:cubicBezTo>
                  <a:pt x="2380071" y="37299"/>
                  <a:pt x="2383408" y="34573"/>
                  <a:pt x="2386723" y="32758"/>
                </a:cubicBezTo>
                <a:cubicBezTo>
                  <a:pt x="2390080" y="30941"/>
                  <a:pt x="2393578" y="30032"/>
                  <a:pt x="2397210" y="30032"/>
                </a:cubicBezTo>
                <a:cubicBezTo>
                  <a:pt x="2399707" y="30032"/>
                  <a:pt x="2401953" y="30307"/>
                  <a:pt x="2403954" y="30850"/>
                </a:cubicBezTo>
                <a:cubicBezTo>
                  <a:pt x="2405951" y="31350"/>
                  <a:pt x="2407720" y="32098"/>
                  <a:pt x="2409266" y="33098"/>
                </a:cubicBezTo>
                <a:cubicBezTo>
                  <a:pt x="2410854" y="34050"/>
                  <a:pt x="2412215" y="35210"/>
                  <a:pt x="2413352" y="36570"/>
                </a:cubicBezTo>
                <a:cubicBezTo>
                  <a:pt x="2414486" y="37933"/>
                  <a:pt x="2415441" y="39454"/>
                  <a:pt x="2416212" y="41134"/>
                </a:cubicBezTo>
                <a:cubicBezTo>
                  <a:pt x="2418027" y="39182"/>
                  <a:pt x="2419798" y="37502"/>
                  <a:pt x="2421524" y="36093"/>
                </a:cubicBezTo>
                <a:cubicBezTo>
                  <a:pt x="2423293" y="34687"/>
                  <a:pt x="2425019" y="33553"/>
                  <a:pt x="2426699" y="32690"/>
                </a:cubicBezTo>
                <a:cubicBezTo>
                  <a:pt x="2428425" y="31781"/>
                  <a:pt x="2430128" y="31124"/>
                  <a:pt x="2431809" y="30715"/>
                </a:cubicBezTo>
                <a:cubicBezTo>
                  <a:pt x="2433532" y="30261"/>
                  <a:pt x="2435280" y="30032"/>
                  <a:pt x="2437052" y="30032"/>
                </a:cubicBezTo>
                <a:cubicBezTo>
                  <a:pt x="2441093" y="30032"/>
                  <a:pt x="2444499" y="30715"/>
                  <a:pt x="2447268" y="32075"/>
                </a:cubicBezTo>
                <a:cubicBezTo>
                  <a:pt x="2450037" y="33438"/>
                  <a:pt x="2452262" y="35299"/>
                  <a:pt x="2453940" y="37662"/>
                </a:cubicBezTo>
                <a:cubicBezTo>
                  <a:pt x="2455666" y="39976"/>
                  <a:pt x="2456892" y="42700"/>
                  <a:pt x="2457617" y="45834"/>
                </a:cubicBezTo>
                <a:cubicBezTo>
                  <a:pt x="2458346" y="48966"/>
                  <a:pt x="2458709" y="52281"/>
                  <a:pt x="2458709" y="55776"/>
                </a:cubicBezTo>
                <a:lnTo>
                  <a:pt x="2458709" y="94663"/>
                </a:lnTo>
                <a:close/>
                <a:moveTo>
                  <a:pt x="2533147" y="94663"/>
                </a:moveTo>
                <a:cubicBezTo>
                  <a:pt x="2533147" y="95118"/>
                  <a:pt x="2533033" y="95526"/>
                  <a:pt x="2532807" y="95889"/>
                </a:cubicBezTo>
                <a:cubicBezTo>
                  <a:pt x="2532578" y="96209"/>
                  <a:pt x="2532170" y="96481"/>
                  <a:pt x="2531581" y="96706"/>
                </a:cubicBezTo>
                <a:cubicBezTo>
                  <a:pt x="2531035" y="96935"/>
                  <a:pt x="2530287" y="97092"/>
                  <a:pt x="2529332" y="97184"/>
                </a:cubicBezTo>
                <a:cubicBezTo>
                  <a:pt x="2528423" y="97321"/>
                  <a:pt x="2527266" y="97389"/>
                  <a:pt x="2525860" y="97389"/>
                </a:cubicBezTo>
                <a:cubicBezTo>
                  <a:pt x="2524360" y="97389"/>
                  <a:pt x="2523134" y="97321"/>
                  <a:pt x="2522183" y="97184"/>
                </a:cubicBezTo>
                <a:cubicBezTo>
                  <a:pt x="2521274" y="97092"/>
                  <a:pt x="2520548" y="96935"/>
                  <a:pt x="2520002" y="96706"/>
                </a:cubicBezTo>
                <a:cubicBezTo>
                  <a:pt x="2519457" y="96481"/>
                  <a:pt x="2519071" y="96209"/>
                  <a:pt x="2518845" y="95889"/>
                </a:cubicBezTo>
                <a:cubicBezTo>
                  <a:pt x="2518617" y="95526"/>
                  <a:pt x="2518505" y="95118"/>
                  <a:pt x="2518505" y="94663"/>
                </a:cubicBezTo>
                <a:lnTo>
                  <a:pt x="2518505" y="87648"/>
                </a:lnTo>
                <a:cubicBezTo>
                  <a:pt x="2515145" y="91283"/>
                  <a:pt x="2511716" y="94006"/>
                  <a:pt x="2508221" y="95823"/>
                </a:cubicBezTo>
                <a:cubicBezTo>
                  <a:pt x="2504769" y="97638"/>
                  <a:pt x="2501183" y="98547"/>
                  <a:pt x="2497460" y="98547"/>
                </a:cubicBezTo>
                <a:cubicBezTo>
                  <a:pt x="2493282" y="98547"/>
                  <a:pt x="2489764" y="97867"/>
                  <a:pt x="2486904" y="96503"/>
                </a:cubicBezTo>
                <a:cubicBezTo>
                  <a:pt x="2484089" y="95140"/>
                  <a:pt x="2481795" y="93280"/>
                  <a:pt x="2480026" y="90920"/>
                </a:cubicBezTo>
                <a:cubicBezTo>
                  <a:pt x="2478300" y="88557"/>
                  <a:pt x="2477051" y="85834"/>
                  <a:pt x="2476280" y="82745"/>
                </a:cubicBezTo>
                <a:cubicBezTo>
                  <a:pt x="2475554" y="79613"/>
                  <a:pt x="2475191" y="75732"/>
                  <a:pt x="2475191" y="71100"/>
                </a:cubicBezTo>
                <a:lnTo>
                  <a:pt x="2475191" y="33916"/>
                </a:lnTo>
                <a:cubicBezTo>
                  <a:pt x="2475191" y="33461"/>
                  <a:pt x="2475303" y="33076"/>
                  <a:pt x="2475531" y="32758"/>
                </a:cubicBezTo>
                <a:cubicBezTo>
                  <a:pt x="2475803" y="32393"/>
                  <a:pt x="2476257" y="32098"/>
                  <a:pt x="2476891" y="31873"/>
                </a:cubicBezTo>
                <a:cubicBezTo>
                  <a:pt x="2477574" y="31644"/>
                  <a:pt x="2478460" y="31487"/>
                  <a:pt x="2479549" y="31395"/>
                </a:cubicBezTo>
                <a:cubicBezTo>
                  <a:pt x="2480683" y="31258"/>
                  <a:pt x="2482069" y="31190"/>
                  <a:pt x="2483704" y="31190"/>
                </a:cubicBezTo>
                <a:cubicBezTo>
                  <a:pt x="2485384" y="31190"/>
                  <a:pt x="2486767" y="31258"/>
                  <a:pt x="2487858" y="31395"/>
                </a:cubicBezTo>
                <a:cubicBezTo>
                  <a:pt x="2488947" y="31487"/>
                  <a:pt x="2489810" y="31644"/>
                  <a:pt x="2490444" y="31873"/>
                </a:cubicBezTo>
                <a:cubicBezTo>
                  <a:pt x="2491127" y="32098"/>
                  <a:pt x="2491602" y="32395"/>
                  <a:pt x="2491876" y="32758"/>
                </a:cubicBezTo>
                <a:cubicBezTo>
                  <a:pt x="2492147" y="33076"/>
                  <a:pt x="2492285" y="33461"/>
                  <a:pt x="2492285" y="33916"/>
                </a:cubicBezTo>
                <a:lnTo>
                  <a:pt x="2492285" y="68240"/>
                </a:lnTo>
                <a:cubicBezTo>
                  <a:pt x="2492285" y="71417"/>
                  <a:pt x="2492488" y="73846"/>
                  <a:pt x="2492896" y="75527"/>
                </a:cubicBezTo>
                <a:cubicBezTo>
                  <a:pt x="2493305" y="77207"/>
                  <a:pt x="2493919" y="78658"/>
                  <a:pt x="2494736" y="79884"/>
                </a:cubicBezTo>
                <a:cubicBezTo>
                  <a:pt x="2495599" y="81067"/>
                  <a:pt x="2496665" y="81996"/>
                  <a:pt x="2497937" y="82679"/>
                </a:cubicBezTo>
                <a:cubicBezTo>
                  <a:pt x="2499254" y="83313"/>
                  <a:pt x="2500774" y="83630"/>
                  <a:pt x="2502500" y="83630"/>
                </a:cubicBezTo>
                <a:cubicBezTo>
                  <a:pt x="2504678" y="83630"/>
                  <a:pt x="2506858" y="82836"/>
                  <a:pt x="2509038" y="81247"/>
                </a:cubicBezTo>
                <a:cubicBezTo>
                  <a:pt x="2511261" y="79659"/>
                  <a:pt x="2513624" y="77344"/>
                  <a:pt x="2516122" y="74301"/>
                </a:cubicBezTo>
                <a:lnTo>
                  <a:pt x="2516122" y="33916"/>
                </a:lnTo>
                <a:cubicBezTo>
                  <a:pt x="2516122" y="33461"/>
                  <a:pt x="2516233" y="33076"/>
                  <a:pt x="2516462" y="32758"/>
                </a:cubicBezTo>
                <a:cubicBezTo>
                  <a:pt x="2516733" y="32393"/>
                  <a:pt x="2517188" y="32098"/>
                  <a:pt x="2517822" y="31873"/>
                </a:cubicBezTo>
                <a:cubicBezTo>
                  <a:pt x="2518505" y="31644"/>
                  <a:pt x="2519391" y="31487"/>
                  <a:pt x="2520480" y="31395"/>
                </a:cubicBezTo>
                <a:cubicBezTo>
                  <a:pt x="2521568" y="31258"/>
                  <a:pt x="2522954" y="31190"/>
                  <a:pt x="2524634" y="31190"/>
                </a:cubicBezTo>
                <a:cubicBezTo>
                  <a:pt x="2526315" y="31190"/>
                  <a:pt x="2527698" y="31258"/>
                  <a:pt x="2528789" y="31395"/>
                </a:cubicBezTo>
                <a:cubicBezTo>
                  <a:pt x="2529878" y="31487"/>
                  <a:pt x="2530741" y="31644"/>
                  <a:pt x="2531375" y="31873"/>
                </a:cubicBezTo>
                <a:cubicBezTo>
                  <a:pt x="2532012" y="32098"/>
                  <a:pt x="2532467" y="32395"/>
                  <a:pt x="2532738" y="32758"/>
                </a:cubicBezTo>
                <a:cubicBezTo>
                  <a:pt x="2533010" y="33076"/>
                  <a:pt x="2533147" y="33461"/>
                  <a:pt x="2533147" y="33916"/>
                </a:cubicBezTo>
                <a:lnTo>
                  <a:pt x="2533147" y="94663"/>
                </a:lnTo>
                <a:close/>
                <a:moveTo>
                  <a:pt x="2567540" y="94663"/>
                </a:moveTo>
                <a:cubicBezTo>
                  <a:pt x="2567540" y="95118"/>
                  <a:pt x="2567403" y="95526"/>
                  <a:pt x="2567131" y="95889"/>
                </a:cubicBezTo>
                <a:cubicBezTo>
                  <a:pt x="2566860" y="96209"/>
                  <a:pt x="2566382" y="96481"/>
                  <a:pt x="2565700" y="96706"/>
                </a:cubicBezTo>
                <a:cubicBezTo>
                  <a:pt x="2565065" y="96935"/>
                  <a:pt x="2564202" y="97092"/>
                  <a:pt x="2563113" y="97184"/>
                </a:cubicBezTo>
                <a:cubicBezTo>
                  <a:pt x="2562022" y="97321"/>
                  <a:pt x="2560639" y="97389"/>
                  <a:pt x="2558959" y="97389"/>
                </a:cubicBezTo>
                <a:cubicBezTo>
                  <a:pt x="2557278" y="97389"/>
                  <a:pt x="2555893" y="97321"/>
                  <a:pt x="2554804" y="97184"/>
                </a:cubicBezTo>
                <a:cubicBezTo>
                  <a:pt x="2553715" y="97092"/>
                  <a:pt x="2552829" y="96935"/>
                  <a:pt x="2552146" y="96706"/>
                </a:cubicBezTo>
                <a:cubicBezTo>
                  <a:pt x="2551512" y="96481"/>
                  <a:pt x="2551058" y="96209"/>
                  <a:pt x="2550786" y="95889"/>
                </a:cubicBezTo>
                <a:cubicBezTo>
                  <a:pt x="2550512" y="95526"/>
                  <a:pt x="2550378" y="95118"/>
                  <a:pt x="2550378" y="94663"/>
                </a:cubicBezTo>
                <a:lnTo>
                  <a:pt x="2550378" y="5106"/>
                </a:lnTo>
                <a:cubicBezTo>
                  <a:pt x="2550378" y="4652"/>
                  <a:pt x="2550512" y="4243"/>
                  <a:pt x="2550786" y="3880"/>
                </a:cubicBezTo>
                <a:cubicBezTo>
                  <a:pt x="2551058" y="3518"/>
                  <a:pt x="2551512" y="3223"/>
                  <a:pt x="2552146" y="2995"/>
                </a:cubicBezTo>
                <a:cubicBezTo>
                  <a:pt x="2552829" y="2723"/>
                  <a:pt x="2553715" y="2517"/>
                  <a:pt x="2554804" y="2383"/>
                </a:cubicBezTo>
                <a:cubicBezTo>
                  <a:pt x="2555893" y="2246"/>
                  <a:pt x="2557278" y="2177"/>
                  <a:pt x="2558959" y="2177"/>
                </a:cubicBezTo>
                <a:cubicBezTo>
                  <a:pt x="2560639" y="2177"/>
                  <a:pt x="2562022" y="2246"/>
                  <a:pt x="2563113" y="2383"/>
                </a:cubicBezTo>
                <a:cubicBezTo>
                  <a:pt x="2564202" y="2517"/>
                  <a:pt x="2565065" y="2723"/>
                  <a:pt x="2565700" y="2995"/>
                </a:cubicBezTo>
                <a:cubicBezTo>
                  <a:pt x="2566382" y="3223"/>
                  <a:pt x="2566860" y="3518"/>
                  <a:pt x="2567131" y="3880"/>
                </a:cubicBezTo>
                <a:cubicBezTo>
                  <a:pt x="2567403" y="4243"/>
                  <a:pt x="2567540" y="4652"/>
                  <a:pt x="2567540" y="5106"/>
                </a:cubicBezTo>
                <a:lnTo>
                  <a:pt x="2567540" y="94663"/>
                </a:lnTo>
                <a:close/>
                <a:moveTo>
                  <a:pt x="2620592" y="88671"/>
                </a:moveTo>
                <a:cubicBezTo>
                  <a:pt x="2620592" y="90668"/>
                  <a:pt x="2620458" y="92212"/>
                  <a:pt x="2620183" y="93303"/>
                </a:cubicBezTo>
                <a:cubicBezTo>
                  <a:pt x="2619958" y="94346"/>
                  <a:pt x="2619641" y="95095"/>
                  <a:pt x="2619232" y="95549"/>
                </a:cubicBezTo>
                <a:cubicBezTo>
                  <a:pt x="2618823" y="95958"/>
                  <a:pt x="2618209" y="96343"/>
                  <a:pt x="2617392" y="96706"/>
                </a:cubicBezTo>
                <a:cubicBezTo>
                  <a:pt x="2616620" y="97026"/>
                  <a:pt x="2615689" y="97298"/>
                  <a:pt x="2614600" y="97524"/>
                </a:cubicBezTo>
                <a:cubicBezTo>
                  <a:pt x="2613554" y="97798"/>
                  <a:pt x="2612397" y="98001"/>
                  <a:pt x="2611125" y="98138"/>
                </a:cubicBezTo>
                <a:cubicBezTo>
                  <a:pt x="2609899" y="98275"/>
                  <a:pt x="2608651" y="98341"/>
                  <a:pt x="2607382" y="98341"/>
                </a:cubicBezTo>
                <a:cubicBezTo>
                  <a:pt x="2603976" y="98341"/>
                  <a:pt x="2601024" y="97909"/>
                  <a:pt x="2598526" y="97049"/>
                </a:cubicBezTo>
                <a:cubicBezTo>
                  <a:pt x="2596029" y="96186"/>
                  <a:pt x="2593963" y="94869"/>
                  <a:pt x="2592329" y="93097"/>
                </a:cubicBezTo>
                <a:cubicBezTo>
                  <a:pt x="2590694" y="91283"/>
                  <a:pt x="2589491" y="89011"/>
                  <a:pt x="2588720" y="86288"/>
                </a:cubicBezTo>
                <a:cubicBezTo>
                  <a:pt x="2587948" y="83562"/>
                  <a:pt x="2587562" y="80339"/>
                  <a:pt x="2587562" y="76615"/>
                </a:cubicBezTo>
                <a:lnTo>
                  <a:pt x="2587562" y="45491"/>
                </a:lnTo>
                <a:lnTo>
                  <a:pt x="2580276" y="45491"/>
                </a:lnTo>
                <a:cubicBezTo>
                  <a:pt x="2579413" y="45491"/>
                  <a:pt x="2578753" y="44971"/>
                  <a:pt x="2578301" y="43925"/>
                </a:cubicBezTo>
                <a:cubicBezTo>
                  <a:pt x="2577847" y="42837"/>
                  <a:pt x="2577618" y="41042"/>
                  <a:pt x="2577618" y="38545"/>
                </a:cubicBezTo>
                <a:cubicBezTo>
                  <a:pt x="2577618" y="37230"/>
                  <a:pt x="2577664" y="36116"/>
                  <a:pt x="2577755" y="35210"/>
                </a:cubicBezTo>
                <a:cubicBezTo>
                  <a:pt x="2577892" y="34301"/>
                  <a:pt x="2578073" y="33598"/>
                  <a:pt x="2578301" y="33098"/>
                </a:cubicBezTo>
                <a:cubicBezTo>
                  <a:pt x="2578527" y="32553"/>
                  <a:pt x="2578798" y="32167"/>
                  <a:pt x="2579118" y="31941"/>
                </a:cubicBezTo>
                <a:cubicBezTo>
                  <a:pt x="2579481" y="31713"/>
                  <a:pt x="2579890" y="31598"/>
                  <a:pt x="2580344" y="31598"/>
                </a:cubicBezTo>
                <a:lnTo>
                  <a:pt x="2587562" y="31598"/>
                </a:lnTo>
                <a:lnTo>
                  <a:pt x="2587562" y="18048"/>
                </a:lnTo>
                <a:cubicBezTo>
                  <a:pt x="2587562" y="17594"/>
                  <a:pt x="2587677" y="17185"/>
                  <a:pt x="2587902" y="16822"/>
                </a:cubicBezTo>
                <a:cubicBezTo>
                  <a:pt x="2588174" y="16456"/>
                  <a:pt x="2588628" y="16162"/>
                  <a:pt x="2589265" y="15936"/>
                </a:cubicBezTo>
                <a:cubicBezTo>
                  <a:pt x="2589945" y="15662"/>
                  <a:pt x="2590831" y="15482"/>
                  <a:pt x="2591920" y="15390"/>
                </a:cubicBezTo>
                <a:cubicBezTo>
                  <a:pt x="2593057" y="15253"/>
                  <a:pt x="2594440" y="15188"/>
                  <a:pt x="2596075" y="15188"/>
                </a:cubicBezTo>
                <a:cubicBezTo>
                  <a:pt x="2597755" y="15188"/>
                  <a:pt x="2599141" y="15253"/>
                  <a:pt x="2600230" y="15390"/>
                </a:cubicBezTo>
                <a:cubicBezTo>
                  <a:pt x="2601364" y="15482"/>
                  <a:pt x="2602250" y="15662"/>
                  <a:pt x="2602887" y="15936"/>
                </a:cubicBezTo>
                <a:cubicBezTo>
                  <a:pt x="2603521" y="16162"/>
                  <a:pt x="2603976" y="16456"/>
                  <a:pt x="2604247" y="16822"/>
                </a:cubicBezTo>
                <a:cubicBezTo>
                  <a:pt x="2604522" y="17185"/>
                  <a:pt x="2604656" y="17594"/>
                  <a:pt x="2604656" y="18048"/>
                </a:cubicBezTo>
                <a:lnTo>
                  <a:pt x="2604656" y="31598"/>
                </a:lnTo>
                <a:lnTo>
                  <a:pt x="2617869" y="31598"/>
                </a:lnTo>
                <a:cubicBezTo>
                  <a:pt x="2618323" y="31598"/>
                  <a:pt x="2618709" y="31713"/>
                  <a:pt x="2619026" y="31941"/>
                </a:cubicBezTo>
                <a:cubicBezTo>
                  <a:pt x="2619389" y="32167"/>
                  <a:pt x="2619683" y="32553"/>
                  <a:pt x="2619912" y="33098"/>
                </a:cubicBezTo>
                <a:cubicBezTo>
                  <a:pt x="2620138" y="33598"/>
                  <a:pt x="2620298" y="34301"/>
                  <a:pt x="2620389" y="35210"/>
                </a:cubicBezTo>
                <a:cubicBezTo>
                  <a:pt x="2620524" y="36116"/>
                  <a:pt x="2620592" y="37230"/>
                  <a:pt x="2620592" y="38545"/>
                </a:cubicBezTo>
                <a:cubicBezTo>
                  <a:pt x="2620592" y="41042"/>
                  <a:pt x="2620366" y="42837"/>
                  <a:pt x="2619912" y="43925"/>
                </a:cubicBezTo>
                <a:cubicBezTo>
                  <a:pt x="2619458" y="44971"/>
                  <a:pt x="2618800" y="45491"/>
                  <a:pt x="2617937" y="45491"/>
                </a:cubicBezTo>
                <a:lnTo>
                  <a:pt x="2604656" y="45491"/>
                </a:lnTo>
                <a:lnTo>
                  <a:pt x="2604656" y="74029"/>
                </a:lnTo>
                <a:cubicBezTo>
                  <a:pt x="2604656" y="77344"/>
                  <a:pt x="2605179" y="79841"/>
                  <a:pt x="2606222" y="81519"/>
                </a:cubicBezTo>
                <a:cubicBezTo>
                  <a:pt x="2607268" y="83153"/>
                  <a:pt x="2609128" y="83970"/>
                  <a:pt x="2611808" y="83970"/>
                </a:cubicBezTo>
                <a:cubicBezTo>
                  <a:pt x="2612714" y="83970"/>
                  <a:pt x="2613531" y="83905"/>
                  <a:pt x="2614260" y="83768"/>
                </a:cubicBezTo>
                <a:cubicBezTo>
                  <a:pt x="2614986" y="83585"/>
                  <a:pt x="2615620" y="83405"/>
                  <a:pt x="2616166" y="83222"/>
                </a:cubicBezTo>
                <a:cubicBezTo>
                  <a:pt x="2616757" y="82996"/>
                  <a:pt x="2617232" y="82813"/>
                  <a:pt x="2617597" y="82679"/>
                </a:cubicBezTo>
                <a:cubicBezTo>
                  <a:pt x="2618006" y="82496"/>
                  <a:pt x="2618369" y="82405"/>
                  <a:pt x="2618686" y="82405"/>
                </a:cubicBezTo>
                <a:cubicBezTo>
                  <a:pt x="2618958" y="82405"/>
                  <a:pt x="2619209" y="82496"/>
                  <a:pt x="2619435" y="82679"/>
                </a:cubicBezTo>
                <a:cubicBezTo>
                  <a:pt x="2619706" y="82813"/>
                  <a:pt x="2619912" y="83133"/>
                  <a:pt x="2620049" y="83630"/>
                </a:cubicBezTo>
                <a:cubicBezTo>
                  <a:pt x="2620183" y="84085"/>
                  <a:pt x="2620298" y="84722"/>
                  <a:pt x="2620389" y="85539"/>
                </a:cubicBezTo>
                <a:cubicBezTo>
                  <a:pt x="2620524" y="86357"/>
                  <a:pt x="2620592" y="87399"/>
                  <a:pt x="2620592" y="88671"/>
                </a:cubicBezTo>
                <a:close/>
                <a:moveTo>
                  <a:pt x="2650150" y="94663"/>
                </a:moveTo>
                <a:cubicBezTo>
                  <a:pt x="2650150" y="95118"/>
                  <a:pt x="2650013" y="95526"/>
                  <a:pt x="2649741" y="95889"/>
                </a:cubicBezTo>
                <a:cubicBezTo>
                  <a:pt x="2649470" y="96209"/>
                  <a:pt x="2648993" y="96481"/>
                  <a:pt x="2648310" y="96706"/>
                </a:cubicBezTo>
                <a:cubicBezTo>
                  <a:pt x="2647675" y="96935"/>
                  <a:pt x="2646813" y="97092"/>
                  <a:pt x="2645724" y="97184"/>
                </a:cubicBezTo>
                <a:cubicBezTo>
                  <a:pt x="2644635" y="97321"/>
                  <a:pt x="2643249" y="97389"/>
                  <a:pt x="2641569" y="97389"/>
                </a:cubicBezTo>
                <a:cubicBezTo>
                  <a:pt x="2639889" y="97389"/>
                  <a:pt x="2638503" y="97321"/>
                  <a:pt x="2637414" y="97184"/>
                </a:cubicBezTo>
                <a:cubicBezTo>
                  <a:pt x="2636325" y="97092"/>
                  <a:pt x="2635440" y="96935"/>
                  <a:pt x="2634760" y="96706"/>
                </a:cubicBezTo>
                <a:cubicBezTo>
                  <a:pt x="2634122" y="96481"/>
                  <a:pt x="2633668" y="96209"/>
                  <a:pt x="2633397" y="95889"/>
                </a:cubicBezTo>
                <a:cubicBezTo>
                  <a:pt x="2633125" y="95526"/>
                  <a:pt x="2632988" y="95118"/>
                  <a:pt x="2632988" y="94663"/>
                </a:cubicBezTo>
                <a:lnTo>
                  <a:pt x="2632988" y="34050"/>
                </a:lnTo>
                <a:cubicBezTo>
                  <a:pt x="2632988" y="33598"/>
                  <a:pt x="2633125" y="33213"/>
                  <a:pt x="2633397" y="32893"/>
                </a:cubicBezTo>
                <a:cubicBezTo>
                  <a:pt x="2633668" y="32530"/>
                  <a:pt x="2634122" y="32235"/>
                  <a:pt x="2634760" y="32007"/>
                </a:cubicBezTo>
                <a:cubicBezTo>
                  <a:pt x="2635440" y="31735"/>
                  <a:pt x="2636325" y="31533"/>
                  <a:pt x="2637414" y="31395"/>
                </a:cubicBezTo>
                <a:cubicBezTo>
                  <a:pt x="2638503" y="31258"/>
                  <a:pt x="2639889" y="31190"/>
                  <a:pt x="2641569" y="31190"/>
                </a:cubicBezTo>
                <a:cubicBezTo>
                  <a:pt x="2643249" y="31190"/>
                  <a:pt x="2644635" y="31258"/>
                  <a:pt x="2645724" y="31395"/>
                </a:cubicBezTo>
                <a:cubicBezTo>
                  <a:pt x="2646813" y="31533"/>
                  <a:pt x="2647675" y="31735"/>
                  <a:pt x="2648310" y="32007"/>
                </a:cubicBezTo>
                <a:cubicBezTo>
                  <a:pt x="2648993" y="32235"/>
                  <a:pt x="2649470" y="32530"/>
                  <a:pt x="2649741" y="32893"/>
                </a:cubicBezTo>
                <a:cubicBezTo>
                  <a:pt x="2650013" y="33213"/>
                  <a:pt x="2650150" y="33598"/>
                  <a:pt x="2650150" y="34050"/>
                </a:cubicBezTo>
                <a:lnTo>
                  <a:pt x="2650150" y="94663"/>
                </a:lnTo>
                <a:close/>
                <a:moveTo>
                  <a:pt x="2651445" y="13347"/>
                </a:moveTo>
                <a:cubicBezTo>
                  <a:pt x="2651445" y="16799"/>
                  <a:pt x="2650742" y="19182"/>
                  <a:pt x="2649333" y="20500"/>
                </a:cubicBezTo>
                <a:cubicBezTo>
                  <a:pt x="2647924" y="21814"/>
                  <a:pt x="2645315" y="22474"/>
                  <a:pt x="2641500" y="22474"/>
                </a:cubicBezTo>
                <a:cubicBezTo>
                  <a:pt x="2637643" y="22474"/>
                  <a:pt x="2635031" y="21837"/>
                  <a:pt x="2633668" y="20565"/>
                </a:cubicBezTo>
                <a:cubicBezTo>
                  <a:pt x="2632354" y="19297"/>
                  <a:pt x="2631693" y="17002"/>
                  <a:pt x="2631693" y="13687"/>
                </a:cubicBezTo>
                <a:cubicBezTo>
                  <a:pt x="2631693" y="10238"/>
                  <a:pt x="2632374" y="7852"/>
                  <a:pt x="2633737" y="6538"/>
                </a:cubicBezTo>
                <a:cubicBezTo>
                  <a:pt x="2635145" y="5175"/>
                  <a:pt x="2637777" y="4495"/>
                  <a:pt x="2641638" y="4495"/>
                </a:cubicBezTo>
                <a:cubicBezTo>
                  <a:pt x="2645452" y="4495"/>
                  <a:pt x="2648038" y="5152"/>
                  <a:pt x="2649401" y="6469"/>
                </a:cubicBezTo>
                <a:cubicBezTo>
                  <a:pt x="2650762" y="7741"/>
                  <a:pt x="2651445" y="10033"/>
                  <a:pt x="2651445" y="13347"/>
                </a:cubicBezTo>
                <a:close/>
                <a:moveTo>
                  <a:pt x="2697347" y="62722"/>
                </a:moveTo>
                <a:cubicBezTo>
                  <a:pt x="2697347" y="65357"/>
                  <a:pt x="2697096" y="67194"/>
                  <a:pt x="2696599" y="68240"/>
                </a:cubicBezTo>
                <a:cubicBezTo>
                  <a:pt x="2696099" y="69283"/>
                  <a:pt x="2695304" y="69806"/>
                  <a:pt x="2694213" y="69806"/>
                </a:cubicBezTo>
                <a:lnTo>
                  <a:pt x="2665883" y="69806"/>
                </a:lnTo>
                <a:cubicBezTo>
                  <a:pt x="2664746" y="69806"/>
                  <a:pt x="2663929" y="69283"/>
                  <a:pt x="2663432" y="68240"/>
                </a:cubicBezTo>
                <a:cubicBezTo>
                  <a:pt x="2662932" y="67151"/>
                  <a:pt x="2662680" y="65311"/>
                  <a:pt x="2662680" y="62722"/>
                </a:cubicBezTo>
                <a:cubicBezTo>
                  <a:pt x="2662680" y="60182"/>
                  <a:pt x="2662932" y="58387"/>
                  <a:pt x="2663432" y="57344"/>
                </a:cubicBezTo>
                <a:cubicBezTo>
                  <a:pt x="2663929" y="56298"/>
                  <a:pt x="2664746" y="55776"/>
                  <a:pt x="2665883" y="55776"/>
                </a:cubicBezTo>
                <a:lnTo>
                  <a:pt x="2694213" y="55776"/>
                </a:lnTo>
                <a:cubicBezTo>
                  <a:pt x="2694759" y="55776"/>
                  <a:pt x="2695213" y="55890"/>
                  <a:pt x="2695576" y="56118"/>
                </a:cubicBezTo>
                <a:cubicBezTo>
                  <a:pt x="2695984" y="56344"/>
                  <a:pt x="2696324" y="56730"/>
                  <a:pt x="2696599" y="57276"/>
                </a:cubicBezTo>
                <a:cubicBezTo>
                  <a:pt x="2696870" y="57819"/>
                  <a:pt x="2697050" y="58547"/>
                  <a:pt x="2697142" y="59453"/>
                </a:cubicBezTo>
                <a:cubicBezTo>
                  <a:pt x="2697279" y="60362"/>
                  <a:pt x="2697347" y="61453"/>
                  <a:pt x="2697347" y="62722"/>
                </a:cubicBezTo>
                <a:close/>
                <a:moveTo>
                  <a:pt x="2764839" y="33847"/>
                </a:moveTo>
                <a:cubicBezTo>
                  <a:pt x="2764839" y="34073"/>
                  <a:pt x="2764816" y="34347"/>
                  <a:pt x="2764770" y="34664"/>
                </a:cubicBezTo>
                <a:cubicBezTo>
                  <a:pt x="2764770" y="34982"/>
                  <a:pt x="2764724" y="35344"/>
                  <a:pt x="2764633" y="35753"/>
                </a:cubicBezTo>
                <a:cubicBezTo>
                  <a:pt x="2764587" y="36116"/>
                  <a:pt x="2764499" y="36547"/>
                  <a:pt x="2764362" y="37047"/>
                </a:cubicBezTo>
                <a:cubicBezTo>
                  <a:pt x="2764270" y="37548"/>
                  <a:pt x="2764136" y="38116"/>
                  <a:pt x="2763953" y="38751"/>
                </a:cubicBezTo>
                <a:lnTo>
                  <a:pt x="2745702" y="93712"/>
                </a:lnTo>
                <a:cubicBezTo>
                  <a:pt x="2745473" y="94483"/>
                  <a:pt x="2745156" y="95118"/>
                  <a:pt x="2744748" y="95618"/>
                </a:cubicBezTo>
                <a:cubicBezTo>
                  <a:pt x="2744385" y="96072"/>
                  <a:pt x="2743747" y="96435"/>
                  <a:pt x="2742842" y="96706"/>
                </a:cubicBezTo>
                <a:cubicBezTo>
                  <a:pt x="2741979" y="96981"/>
                  <a:pt x="2740773" y="97161"/>
                  <a:pt x="2739230" y="97252"/>
                </a:cubicBezTo>
                <a:cubicBezTo>
                  <a:pt x="2737732" y="97344"/>
                  <a:pt x="2735758" y="97389"/>
                  <a:pt x="2733306" y="97389"/>
                </a:cubicBezTo>
                <a:cubicBezTo>
                  <a:pt x="2730900" y="97389"/>
                  <a:pt x="2728926" y="97321"/>
                  <a:pt x="2727380" y="97184"/>
                </a:cubicBezTo>
                <a:cubicBezTo>
                  <a:pt x="2725882" y="97092"/>
                  <a:pt x="2724702" y="96912"/>
                  <a:pt x="2723839" y="96641"/>
                </a:cubicBezTo>
                <a:cubicBezTo>
                  <a:pt x="2722976" y="96366"/>
                  <a:pt x="2722342" y="96003"/>
                  <a:pt x="2721933" y="95549"/>
                </a:cubicBezTo>
                <a:cubicBezTo>
                  <a:pt x="2721570" y="95049"/>
                  <a:pt x="2721273" y="94438"/>
                  <a:pt x="2721048" y="93712"/>
                </a:cubicBezTo>
                <a:lnTo>
                  <a:pt x="2702794" y="38751"/>
                </a:lnTo>
                <a:cubicBezTo>
                  <a:pt x="2702522" y="37842"/>
                  <a:pt x="2702297" y="37025"/>
                  <a:pt x="2702114" y="36299"/>
                </a:cubicBezTo>
                <a:cubicBezTo>
                  <a:pt x="2701977" y="35573"/>
                  <a:pt x="2701888" y="35050"/>
                  <a:pt x="2701842" y="34733"/>
                </a:cubicBezTo>
                <a:cubicBezTo>
                  <a:pt x="2701842" y="34416"/>
                  <a:pt x="2701842" y="34119"/>
                  <a:pt x="2701842" y="33847"/>
                </a:cubicBezTo>
                <a:cubicBezTo>
                  <a:pt x="2701842" y="33393"/>
                  <a:pt x="2701954" y="33007"/>
                  <a:pt x="2702182" y="32690"/>
                </a:cubicBezTo>
                <a:cubicBezTo>
                  <a:pt x="2702454" y="32327"/>
                  <a:pt x="2702908" y="32030"/>
                  <a:pt x="2703545" y="31804"/>
                </a:cubicBezTo>
                <a:cubicBezTo>
                  <a:pt x="2704180" y="31575"/>
                  <a:pt x="2705043" y="31418"/>
                  <a:pt x="2706131" y="31327"/>
                </a:cubicBezTo>
                <a:cubicBezTo>
                  <a:pt x="2707269" y="31235"/>
                  <a:pt x="2708675" y="31190"/>
                  <a:pt x="2710355" y="31190"/>
                </a:cubicBezTo>
                <a:cubicBezTo>
                  <a:pt x="2712215" y="31190"/>
                  <a:pt x="2713715" y="31258"/>
                  <a:pt x="2714850" y="31395"/>
                </a:cubicBezTo>
                <a:cubicBezTo>
                  <a:pt x="2715984" y="31487"/>
                  <a:pt x="2716870" y="31644"/>
                  <a:pt x="2717504" y="31873"/>
                </a:cubicBezTo>
                <a:cubicBezTo>
                  <a:pt x="2718187" y="32053"/>
                  <a:pt x="2718664" y="32350"/>
                  <a:pt x="2718936" y="32758"/>
                </a:cubicBezTo>
                <a:cubicBezTo>
                  <a:pt x="2719207" y="33121"/>
                  <a:pt x="2719436" y="33576"/>
                  <a:pt x="2719616" y="34119"/>
                </a:cubicBezTo>
                <a:lnTo>
                  <a:pt x="2733443" y="78727"/>
                </a:lnTo>
                <a:lnTo>
                  <a:pt x="2733849" y="80430"/>
                </a:lnTo>
                <a:lnTo>
                  <a:pt x="2734261" y="78727"/>
                </a:lnTo>
                <a:lnTo>
                  <a:pt x="2747879" y="34119"/>
                </a:lnTo>
                <a:cubicBezTo>
                  <a:pt x="2748017" y="33576"/>
                  <a:pt x="2748219" y="33121"/>
                  <a:pt x="2748494" y="32758"/>
                </a:cubicBezTo>
                <a:cubicBezTo>
                  <a:pt x="2748811" y="32350"/>
                  <a:pt x="2749288" y="32053"/>
                  <a:pt x="2749923" y="31873"/>
                </a:cubicBezTo>
                <a:cubicBezTo>
                  <a:pt x="2750560" y="31644"/>
                  <a:pt x="2751400" y="31487"/>
                  <a:pt x="2752443" y="31395"/>
                </a:cubicBezTo>
                <a:cubicBezTo>
                  <a:pt x="2753532" y="31258"/>
                  <a:pt x="2754940" y="31190"/>
                  <a:pt x="2756666" y="31190"/>
                </a:cubicBezTo>
                <a:cubicBezTo>
                  <a:pt x="2758346" y="31190"/>
                  <a:pt x="2759707" y="31235"/>
                  <a:pt x="2760752" y="31327"/>
                </a:cubicBezTo>
                <a:cubicBezTo>
                  <a:pt x="2761841" y="31418"/>
                  <a:pt x="2762681" y="31575"/>
                  <a:pt x="2763273" y="31804"/>
                </a:cubicBezTo>
                <a:cubicBezTo>
                  <a:pt x="2763861" y="32030"/>
                  <a:pt x="2764270" y="32327"/>
                  <a:pt x="2764499" y="32690"/>
                </a:cubicBezTo>
                <a:cubicBezTo>
                  <a:pt x="2764724" y="33007"/>
                  <a:pt x="2764839" y="33393"/>
                  <a:pt x="2764839" y="33847"/>
                </a:cubicBezTo>
                <a:close/>
                <a:moveTo>
                  <a:pt x="2792079" y="94663"/>
                </a:moveTo>
                <a:cubicBezTo>
                  <a:pt x="2792079" y="95118"/>
                  <a:pt x="2791945" y="95526"/>
                  <a:pt x="2791671" y="95889"/>
                </a:cubicBezTo>
                <a:cubicBezTo>
                  <a:pt x="2791399" y="96209"/>
                  <a:pt x="2790922" y="96481"/>
                  <a:pt x="2790242" y="96706"/>
                </a:cubicBezTo>
                <a:cubicBezTo>
                  <a:pt x="2789605" y="96935"/>
                  <a:pt x="2788742" y="97092"/>
                  <a:pt x="2787653" y="97184"/>
                </a:cubicBezTo>
                <a:cubicBezTo>
                  <a:pt x="2786564" y="97321"/>
                  <a:pt x="2785178" y="97389"/>
                  <a:pt x="2783498" y="97389"/>
                </a:cubicBezTo>
                <a:cubicBezTo>
                  <a:pt x="2781818" y="97389"/>
                  <a:pt x="2780435" y="97321"/>
                  <a:pt x="2779343" y="97184"/>
                </a:cubicBezTo>
                <a:cubicBezTo>
                  <a:pt x="2778255" y="97092"/>
                  <a:pt x="2777369" y="96935"/>
                  <a:pt x="2776689" y="96706"/>
                </a:cubicBezTo>
                <a:cubicBezTo>
                  <a:pt x="2776052" y="96481"/>
                  <a:pt x="2775600" y="96209"/>
                  <a:pt x="2775326" y="95889"/>
                </a:cubicBezTo>
                <a:cubicBezTo>
                  <a:pt x="2775054" y="95526"/>
                  <a:pt x="2774917" y="95118"/>
                  <a:pt x="2774917" y="94663"/>
                </a:cubicBezTo>
                <a:lnTo>
                  <a:pt x="2774917" y="34050"/>
                </a:lnTo>
                <a:cubicBezTo>
                  <a:pt x="2774917" y="33598"/>
                  <a:pt x="2775054" y="33213"/>
                  <a:pt x="2775326" y="32893"/>
                </a:cubicBezTo>
                <a:cubicBezTo>
                  <a:pt x="2775600" y="32530"/>
                  <a:pt x="2776052" y="32235"/>
                  <a:pt x="2776689" y="32007"/>
                </a:cubicBezTo>
                <a:cubicBezTo>
                  <a:pt x="2777369" y="31735"/>
                  <a:pt x="2778255" y="31533"/>
                  <a:pt x="2779343" y="31395"/>
                </a:cubicBezTo>
                <a:cubicBezTo>
                  <a:pt x="2780435" y="31258"/>
                  <a:pt x="2781818" y="31190"/>
                  <a:pt x="2783498" y="31190"/>
                </a:cubicBezTo>
                <a:cubicBezTo>
                  <a:pt x="2785178" y="31190"/>
                  <a:pt x="2786564" y="31258"/>
                  <a:pt x="2787653" y="31395"/>
                </a:cubicBezTo>
                <a:cubicBezTo>
                  <a:pt x="2788742" y="31533"/>
                  <a:pt x="2789605" y="31735"/>
                  <a:pt x="2790242" y="32007"/>
                </a:cubicBezTo>
                <a:cubicBezTo>
                  <a:pt x="2790922" y="32235"/>
                  <a:pt x="2791399" y="32530"/>
                  <a:pt x="2791671" y="32893"/>
                </a:cubicBezTo>
                <a:cubicBezTo>
                  <a:pt x="2791945" y="33213"/>
                  <a:pt x="2792079" y="33598"/>
                  <a:pt x="2792079" y="34050"/>
                </a:cubicBezTo>
                <a:lnTo>
                  <a:pt x="2792079" y="94663"/>
                </a:lnTo>
                <a:close/>
                <a:moveTo>
                  <a:pt x="2793374" y="13347"/>
                </a:moveTo>
                <a:cubicBezTo>
                  <a:pt x="2793374" y="16799"/>
                  <a:pt x="2792671" y="19182"/>
                  <a:pt x="2791262" y="20500"/>
                </a:cubicBezTo>
                <a:cubicBezTo>
                  <a:pt x="2789856" y="21814"/>
                  <a:pt x="2787244" y="22474"/>
                  <a:pt x="2783430" y="22474"/>
                </a:cubicBezTo>
                <a:cubicBezTo>
                  <a:pt x="2779572" y="22474"/>
                  <a:pt x="2776960" y="21837"/>
                  <a:pt x="2775600" y="20565"/>
                </a:cubicBezTo>
                <a:cubicBezTo>
                  <a:pt x="2774283" y="19297"/>
                  <a:pt x="2773623" y="17002"/>
                  <a:pt x="2773623" y="13687"/>
                </a:cubicBezTo>
                <a:cubicBezTo>
                  <a:pt x="2773623" y="10238"/>
                  <a:pt x="2774306" y="7852"/>
                  <a:pt x="2775666" y="6538"/>
                </a:cubicBezTo>
                <a:cubicBezTo>
                  <a:pt x="2777075" y="5175"/>
                  <a:pt x="2779709" y="4495"/>
                  <a:pt x="2783567" y="4495"/>
                </a:cubicBezTo>
                <a:cubicBezTo>
                  <a:pt x="2787382" y="4495"/>
                  <a:pt x="2789968" y="5152"/>
                  <a:pt x="2791331" y="6469"/>
                </a:cubicBezTo>
                <a:cubicBezTo>
                  <a:pt x="2792694" y="7741"/>
                  <a:pt x="2793374" y="10033"/>
                  <a:pt x="2793374" y="13347"/>
                </a:cubicBezTo>
                <a:close/>
                <a:moveTo>
                  <a:pt x="2865291" y="62519"/>
                </a:moveTo>
                <a:cubicBezTo>
                  <a:pt x="2865291" y="64608"/>
                  <a:pt x="2864817" y="66151"/>
                  <a:pt x="2863863" y="67151"/>
                </a:cubicBezTo>
                <a:cubicBezTo>
                  <a:pt x="2862954" y="68149"/>
                  <a:pt x="2861682" y="68649"/>
                  <a:pt x="2860048" y="68649"/>
                </a:cubicBezTo>
                <a:lnTo>
                  <a:pt x="2823069" y="68649"/>
                </a:lnTo>
                <a:cubicBezTo>
                  <a:pt x="2823069" y="71237"/>
                  <a:pt x="2823363" y="73598"/>
                  <a:pt x="2823952" y="75732"/>
                </a:cubicBezTo>
                <a:cubicBezTo>
                  <a:pt x="2824589" y="77821"/>
                  <a:pt x="2825563" y="79613"/>
                  <a:pt x="2826881" y="81110"/>
                </a:cubicBezTo>
                <a:cubicBezTo>
                  <a:pt x="2828244" y="82565"/>
                  <a:pt x="2829970" y="83676"/>
                  <a:pt x="2832059" y="84448"/>
                </a:cubicBezTo>
                <a:cubicBezTo>
                  <a:pt x="2834190" y="85219"/>
                  <a:pt x="2836733" y="85605"/>
                  <a:pt x="2839685" y="85605"/>
                </a:cubicBezTo>
                <a:cubicBezTo>
                  <a:pt x="2842683" y="85605"/>
                  <a:pt x="2845314" y="85402"/>
                  <a:pt x="2847586" y="84993"/>
                </a:cubicBezTo>
                <a:cubicBezTo>
                  <a:pt x="2849855" y="84539"/>
                  <a:pt x="2851807" y="84062"/>
                  <a:pt x="2853441" y="83562"/>
                </a:cubicBezTo>
                <a:cubicBezTo>
                  <a:pt x="2855121" y="83019"/>
                  <a:pt x="2856507" y="82542"/>
                  <a:pt x="2857596" y="82133"/>
                </a:cubicBezTo>
                <a:cubicBezTo>
                  <a:pt x="2858685" y="81679"/>
                  <a:pt x="2859571" y="81453"/>
                  <a:pt x="2860253" y="81453"/>
                </a:cubicBezTo>
                <a:cubicBezTo>
                  <a:pt x="2860662" y="81453"/>
                  <a:pt x="2861002" y="81542"/>
                  <a:pt x="2861274" y="81725"/>
                </a:cubicBezTo>
                <a:cubicBezTo>
                  <a:pt x="2861548" y="81862"/>
                  <a:pt x="2861774" y="82133"/>
                  <a:pt x="2861957" y="82542"/>
                </a:cubicBezTo>
                <a:cubicBezTo>
                  <a:pt x="2862137" y="82950"/>
                  <a:pt x="2862251" y="83542"/>
                  <a:pt x="2862297" y="84313"/>
                </a:cubicBezTo>
                <a:cubicBezTo>
                  <a:pt x="2862385" y="85039"/>
                  <a:pt x="2862431" y="85971"/>
                  <a:pt x="2862431" y="87105"/>
                </a:cubicBezTo>
                <a:cubicBezTo>
                  <a:pt x="2862431" y="88102"/>
                  <a:pt x="2862408" y="88965"/>
                  <a:pt x="2862365" y="89691"/>
                </a:cubicBezTo>
                <a:cubicBezTo>
                  <a:pt x="2862319" y="90374"/>
                  <a:pt x="2862251" y="90963"/>
                  <a:pt x="2862159" y="91463"/>
                </a:cubicBezTo>
                <a:cubicBezTo>
                  <a:pt x="2862068" y="91963"/>
                  <a:pt x="2861934" y="92394"/>
                  <a:pt x="2861751" y="92757"/>
                </a:cubicBezTo>
                <a:cubicBezTo>
                  <a:pt x="2861568" y="93074"/>
                  <a:pt x="2861319" y="93392"/>
                  <a:pt x="2861002" y="93712"/>
                </a:cubicBezTo>
                <a:cubicBezTo>
                  <a:pt x="2860731" y="94029"/>
                  <a:pt x="2859933" y="94460"/>
                  <a:pt x="2858619" y="95006"/>
                </a:cubicBezTo>
                <a:cubicBezTo>
                  <a:pt x="2857302" y="95549"/>
                  <a:pt x="2855621" y="96095"/>
                  <a:pt x="2853578" y="96641"/>
                </a:cubicBezTo>
                <a:cubicBezTo>
                  <a:pt x="2851535" y="97138"/>
                  <a:pt x="2849198" y="97569"/>
                  <a:pt x="2846563" y="97932"/>
                </a:cubicBezTo>
                <a:cubicBezTo>
                  <a:pt x="2843929" y="98341"/>
                  <a:pt x="2841114" y="98547"/>
                  <a:pt x="2838119" y="98547"/>
                </a:cubicBezTo>
                <a:cubicBezTo>
                  <a:pt x="2832716" y="98547"/>
                  <a:pt x="2827972" y="97867"/>
                  <a:pt x="2823886" y="96503"/>
                </a:cubicBezTo>
                <a:cubicBezTo>
                  <a:pt x="2819843" y="95140"/>
                  <a:pt x="2816462" y="93074"/>
                  <a:pt x="2813736" y="90306"/>
                </a:cubicBezTo>
                <a:cubicBezTo>
                  <a:pt x="2811013" y="87537"/>
                  <a:pt x="2808970" y="84039"/>
                  <a:pt x="2807607" y="79819"/>
                </a:cubicBezTo>
                <a:cubicBezTo>
                  <a:pt x="2806292" y="75595"/>
                  <a:pt x="2805632" y="70646"/>
                  <a:pt x="2805632" y="64971"/>
                </a:cubicBezTo>
                <a:cubicBezTo>
                  <a:pt x="2805632" y="59567"/>
                  <a:pt x="2806335" y="54710"/>
                  <a:pt x="2807744" y="50398"/>
                </a:cubicBezTo>
                <a:cubicBezTo>
                  <a:pt x="2809153" y="46037"/>
                  <a:pt x="2811196" y="42360"/>
                  <a:pt x="2813873" y="39362"/>
                </a:cubicBezTo>
                <a:cubicBezTo>
                  <a:pt x="2816551" y="36322"/>
                  <a:pt x="2819800" y="34007"/>
                  <a:pt x="2823612" y="32415"/>
                </a:cubicBezTo>
                <a:cubicBezTo>
                  <a:pt x="2827472" y="30827"/>
                  <a:pt x="2831807" y="30032"/>
                  <a:pt x="2836619" y="30032"/>
                </a:cubicBezTo>
                <a:cubicBezTo>
                  <a:pt x="2841705" y="30032"/>
                  <a:pt x="2846040" y="30781"/>
                  <a:pt x="2849629" y="32281"/>
                </a:cubicBezTo>
                <a:cubicBezTo>
                  <a:pt x="2853261" y="33779"/>
                  <a:pt x="2856233" y="35867"/>
                  <a:pt x="2858550" y="38545"/>
                </a:cubicBezTo>
                <a:cubicBezTo>
                  <a:pt x="2860865" y="41179"/>
                  <a:pt x="2862568" y="44311"/>
                  <a:pt x="2863657" y="47946"/>
                </a:cubicBezTo>
                <a:cubicBezTo>
                  <a:pt x="2864748" y="51578"/>
                  <a:pt x="2865291" y="55527"/>
                  <a:pt x="2865291" y="59796"/>
                </a:cubicBezTo>
                <a:lnTo>
                  <a:pt x="2865291" y="62519"/>
                </a:lnTo>
                <a:close/>
                <a:moveTo>
                  <a:pt x="2848675" y="57616"/>
                </a:moveTo>
                <a:cubicBezTo>
                  <a:pt x="2848812" y="52804"/>
                  <a:pt x="2847835" y="49035"/>
                  <a:pt x="2845746" y="46309"/>
                </a:cubicBezTo>
                <a:cubicBezTo>
                  <a:pt x="2843703" y="43540"/>
                  <a:pt x="2840525" y="42157"/>
                  <a:pt x="2836210" y="42157"/>
                </a:cubicBezTo>
                <a:cubicBezTo>
                  <a:pt x="2834033" y="42157"/>
                  <a:pt x="2832124" y="42565"/>
                  <a:pt x="2830490" y="43383"/>
                </a:cubicBezTo>
                <a:cubicBezTo>
                  <a:pt x="2828901" y="44200"/>
                  <a:pt x="2827564" y="45311"/>
                  <a:pt x="2826472" y="46717"/>
                </a:cubicBezTo>
                <a:cubicBezTo>
                  <a:pt x="2825429" y="48080"/>
                  <a:pt x="2824612" y="49715"/>
                  <a:pt x="2824020" y="51624"/>
                </a:cubicBezTo>
                <a:cubicBezTo>
                  <a:pt x="2823475" y="53484"/>
                  <a:pt x="2823157" y="55481"/>
                  <a:pt x="2823069" y="57616"/>
                </a:cubicBezTo>
                <a:lnTo>
                  <a:pt x="2848675" y="57616"/>
                </a:lnTo>
                <a:close/>
                <a:moveTo>
                  <a:pt x="2971670" y="33779"/>
                </a:moveTo>
                <a:cubicBezTo>
                  <a:pt x="2971670" y="34279"/>
                  <a:pt x="2971605" y="34890"/>
                  <a:pt x="2971467" y="35619"/>
                </a:cubicBezTo>
                <a:cubicBezTo>
                  <a:pt x="2971330" y="36345"/>
                  <a:pt x="2971082" y="37388"/>
                  <a:pt x="2970719" y="38751"/>
                </a:cubicBezTo>
                <a:lnTo>
                  <a:pt x="2954508" y="93712"/>
                </a:lnTo>
                <a:cubicBezTo>
                  <a:pt x="2954282" y="94483"/>
                  <a:pt x="2953988" y="95118"/>
                  <a:pt x="2953625" y="95618"/>
                </a:cubicBezTo>
                <a:cubicBezTo>
                  <a:pt x="2953259" y="96072"/>
                  <a:pt x="2952694" y="96435"/>
                  <a:pt x="2951922" y="96706"/>
                </a:cubicBezTo>
                <a:cubicBezTo>
                  <a:pt x="2951193" y="96981"/>
                  <a:pt x="2950128" y="97161"/>
                  <a:pt x="2948722" y="97252"/>
                </a:cubicBezTo>
                <a:cubicBezTo>
                  <a:pt x="2947359" y="97344"/>
                  <a:pt x="2945564" y="97389"/>
                  <a:pt x="2943341" y="97389"/>
                </a:cubicBezTo>
                <a:cubicBezTo>
                  <a:pt x="2941115" y="97389"/>
                  <a:pt x="2939298" y="97321"/>
                  <a:pt x="2937892" y="97184"/>
                </a:cubicBezTo>
                <a:cubicBezTo>
                  <a:pt x="2936483" y="97092"/>
                  <a:pt x="2935371" y="96912"/>
                  <a:pt x="2934554" y="96641"/>
                </a:cubicBezTo>
                <a:cubicBezTo>
                  <a:pt x="2933783" y="96366"/>
                  <a:pt x="2933214" y="96003"/>
                  <a:pt x="2932851" y="95549"/>
                </a:cubicBezTo>
                <a:cubicBezTo>
                  <a:pt x="2932488" y="95049"/>
                  <a:pt x="2932217" y="94438"/>
                  <a:pt x="2932034" y="93712"/>
                </a:cubicBezTo>
                <a:lnTo>
                  <a:pt x="2921818" y="56799"/>
                </a:lnTo>
                <a:lnTo>
                  <a:pt x="2921684" y="56184"/>
                </a:lnTo>
                <a:lnTo>
                  <a:pt x="2921547" y="56799"/>
                </a:lnTo>
                <a:lnTo>
                  <a:pt x="2912149" y="93712"/>
                </a:lnTo>
                <a:cubicBezTo>
                  <a:pt x="2911966" y="94483"/>
                  <a:pt x="2911694" y="95118"/>
                  <a:pt x="2911331" y="95618"/>
                </a:cubicBezTo>
                <a:cubicBezTo>
                  <a:pt x="2911014" y="96072"/>
                  <a:pt x="2910445" y="96435"/>
                  <a:pt x="2909628" y="96706"/>
                </a:cubicBezTo>
                <a:cubicBezTo>
                  <a:pt x="2908811" y="96981"/>
                  <a:pt x="2907699" y="97161"/>
                  <a:pt x="2906291" y="97252"/>
                </a:cubicBezTo>
                <a:cubicBezTo>
                  <a:pt x="2904885" y="97344"/>
                  <a:pt x="2903067" y="97389"/>
                  <a:pt x="2900841" y="97389"/>
                </a:cubicBezTo>
                <a:cubicBezTo>
                  <a:pt x="2898573" y="97389"/>
                  <a:pt x="2896735" y="97321"/>
                  <a:pt x="2895326" y="97184"/>
                </a:cubicBezTo>
                <a:cubicBezTo>
                  <a:pt x="2893963" y="97092"/>
                  <a:pt x="2892875" y="96912"/>
                  <a:pt x="2892057" y="96641"/>
                </a:cubicBezTo>
                <a:cubicBezTo>
                  <a:pt x="2891286" y="96366"/>
                  <a:pt x="2890717" y="96003"/>
                  <a:pt x="2890354" y="95549"/>
                </a:cubicBezTo>
                <a:cubicBezTo>
                  <a:pt x="2889991" y="95049"/>
                  <a:pt x="2889720" y="94438"/>
                  <a:pt x="2889537" y="93712"/>
                </a:cubicBezTo>
                <a:lnTo>
                  <a:pt x="2873464" y="38751"/>
                </a:lnTo>
                <a:cubicBezTo>
                  <a:pt x="2873055" y="37433"/>
                  <a:pt x="2872784" y="36413"/>
                  <a:pt x="2872646" y="35684"/>
                </a:cubicBezTo>
                <a:cubicBezTo>
                  <a:pt x="2872558" y="34913"/>
                  <a:pt x="2872512" y="34279"/>
                  <a:pt x="2872512" y="33779"/>
                </a:cubicBezTo>
                <a:cubicBezTo>
                  <a:pt x="2872512" y="33324"/>
                  <a:pt x="2872624" y="32938"/>
                  <a:pt x="2872852" y="32621"/>
                </a:cubicBezTo>
                <a:cubicBezTo>
                  <a:pt x="2873124" y="32258"/>
                  <a:pt x="2873578" y="31984"/>
                  <a:pt x="2874215" y="31804"/>
                </a:cubicBezTo>
                <a:cubicBezTo>
                  <a:pt x="2874895" y="31575"/>
                  <a:pt x="2875781" y="31418"/>
                  <a:pt x="2876870" y="31327"/>
                </a:cubicBezTo>
                <a:cubicBezTo>
                  <a:pt x="2878004" y="31235"/>
                  <a:pt x="2879413" y="31190"/>
                  <a:pt x="2881093" y="31190"/>
                </a:cubicBezTo>
                <a:cubicBezTo>
                  <a:pt x="2882908" y="31190"/>
                  <a:pt x="2884385" y="31235"/>
                  <a:pt x="2885520" y="31327"/>
                </a:cubicBezTo>
                <a:cubicBezTo>
                  <a:pt x="2886654" y="31418"/>
                  <a:pt x="2887540" y="31575"/>
                  <a:pt x="2888174" y="31804"/>
                </a:cubicBezTo>
                <a:cubicBezTo>
                  <a:pt x="2888811" y="32030"/>
                  <a:pt x="2889243" y="32350"/>
                  <a:pt x="2889469" y="32758"/>
                </a:cubicBezTo>
                <a:cubicBezTo>
                  <a:pt x="2889743" y="33121"/>
                  <a:pt x="2889946" y="33576"/>
                  <a:pt x="2890083" y="34119"/>
                </a:cubicBezTo>
                <a:lnTo>
                  <a:pt x="2902136" y="78727"/>
                </a:lnTo>
                <a:lnTo>
                  <a:pt x="2902273" y="79544"/>
                </a:lnTo>
                <a:lnTo>
                  <a:pt x="2902410" y="78727"/>
                </a:lnTo>
                <a:lnTo>
                  <a:pt x="2913714" y="34119"/>
                </a:lnTo>
                <a:cubicBezTo>
                  <a:pt x="2913852" y="33576"/>
                  <a:pt x="2914054" y="33121"/>
                  <a:pt x="2914329" y="32758"/>
                </a:cubicBezTo>
                <a:cubicBezTo>
                  <a:pt x="2914646" y="32350"/>
                  <a:pt x="2915100" y="32030"/>
                  <a:pt x="2915689" y="31804"/>
                </a:cubicBezTo>
                <a:cubicBezTo>
                  <a:pt x="2916280" y="31575"/>
                  <a:pt x="2917098" y="31418"/>
                  <a:pt x="2918141" y="31327"/>
                </a:cubicBezTo>
                <a:cubicBezTo>
                  <a:pt x="2919232" y="31235"/>
                  <a:pt x="2920615" y="31190"/>
                  <a:pt x="2922296" y="31190"/>
                </a:cubicBezTo>
                <a:cubicBezTo>
                  <a:pt x="2923976" y="31190"/>
                  <a:pt x="2925339" y="31258"/>
                  <a:pt x="2926382" y="31395"/>
                </a:cubicBezTo>
                <a:cubicBezTo>
                  <a:pt x="2927428" y="31487"/>
                  <a:pt x="2928245" y="31644"/>
                  <a:pt x="2928833" y="31873"/>
                </a:cubicBezTo>
                <a:cubicBezTo>
                  <a:pt x="2929468" y="32053"/>
                  <a:pt x="2929899" y="32327"/>
                  <a:pt x="2930128" y="32690"/>
                </a:cubicBezTo>
                <a:cubicBezTo>
                  <a:pt x="2930399" y="33007"/>
                  <a:pt x="2930605" y="33393"/>
                  <a:pt x="2930739" y="33847"/>
                </a:cubicBezTo>
                <a:lnTo>
                  <a:pt x="2942864" y="78796"/>
                </a:lnTo>
                <a:lnTo>
                  <a:pt x="2943067" y="79544"/>
                </a:lnTo>
                <a:lnTo>
                  <a:pt x="2943204" y="78727"/>
                </a:lnTo>
                <a:lnTo>
                  <a:pt x="2954782" y="34119"/>
                </a:lnTo>
                <a:cubicBezTo>
                  <a:pt x="2954871" y="33576"/>
                  <a:pt x="2955054" y="33121"/>
                  <a:pt x="2955325" y="32758"/>
                </a:cubicBezTo>
                <a:cubicBezTo>
                  <a:pt x="2955600" y="32350"/>
                  <a:pt x="2956054" y="32030"/>
                  <a:pt x="2956688" y="31804"/>
                </a:cubicBezTo>
                <a:cubicBezTo>
                  <a:pt x="2957323" y="31575"/>
                  <a:pt x="2958186" y="31418"/>
                  <a:pt x="2959277" y="31327"/>
                </a:cubicBezTo>
                <a:cubicBezTo>
                  <a:pt x="2960366" y="31235"/>
                  <a:pt x="2961752" y="31190"/>
                  <a:pt x="2963432" y="31190"/>
                </a:cubicBezTo>
                <a:cubicBezTo>
                  <a:pt x="2965109" y="31190"/>
                  <a:pt x="2966472" y="31235"/>
                  <a:pt x="2967518" y="31327"/>
                </a:cubicBezTo>
                <a:cubicBezTo>
                  <a:pt x="2968607" y="31418"/>
                  <a:pt x="2969447" y="31575"/>
                  <a:pt x="2970036" y="31804"/>
                </a:cubicBezTo>
                <a:cubicBezTo>
                  <a:pt x="2970673" y="31984"/>
                  <a:pt x="2971104" y="32258"/>
                  <a:pt x="2971330" y="32621"/>
                </a:cubicBezTo>
                <a:cubicBezTo>
                  <a:pt x="2971559" y="32938"/>
                  <a:pt x="2971670" y="33324"/>
                  <a:pt x="2971670" y="33779"/>
                </a:cubicBezTo>
                <a:close/>
                <a:moveTo>
                  <a:pt x="3075326" y="63474"/>
                </a:moveTo>
                <a:cubicBezTo>
                  <a:pt x="3075326" y="68874"/>
                  <a:pt x="3074737" y="73732"/>
                  <a:pt x="3073554" y="78047"/>
                </a:cubicBezTo>
                <a:cubicBezTo>
                  <a:pt x="3072374" y="82359"/>
                  <a:pt x="3070674" y="86036"/>
                  <a:pt x="3068448" y="89080"/>
                </a:cubicBezTo>
                <a:cubicBezTo>
                  <a:pt x="3066222" y="92123"/>
                  <a:pt x="3063476" y="94460"/>
                  <a:pt x="3060207" y="96095"/>
                </a:cubicBezTo>
                <a:cubicBezTo>
                  <a:pt x="3056984" y="97729"/>
                  <a:pt x="3053306" y="98547"/>
                  <a:pt x="3049174" y="98547"/>
                </a:cubicBezTo>
                <a:cubicBezTo>
                  <a:pt x="3047131" y="98547"/>
                  <a:pt x="3045225" y="98341"/>
                  <a:pt x="3043454" y="97932"/>
                </a:cubicBezTo>
                <a:cubicBezTo>
                  <a:pt x="3041682" y="97569"/>
                  <a:pt x="3039982" y="96958"/>
                  <a:pt x="3038347" y="96095"/>
                </a:cubicBezTo>
                <a:cubicBezTo>
                  <a:pt x="3036756" y="95232"/>
                  <a:pt x="3035167" y="94143"/>
                  <a:pt x="3033578" y="92826"/>
                </a:cubicBezTo>
                <a:cubicBezTo>
                  <a:pt x="3032035" y="91509"/>
                  <a:pt x="3030446" y="89920"/>
                  <a:pt x="3028812" y="88057"/>
                </a:cubicBezTo>
                <a:lnTo>
                  <a:pt x="3028812" y="94663"/>
                </a:lnTo>
                <a:cubicBezTo>
                  <a:pt x="3028812" y="95163"/>
                  <a:pt x="3028675" y="95595"/>
                  <a:pt x="3028403" y="95958"/>
                </a:cubicBezTo>
                <a:cubicBezTo>
                  <a:pt x="3028174" y="96275"/>
                  <a:pt x="3027766" y="96549"/>
                  <a:pt x="3027177" y="96775"/>
                </a:cubicBezTo>
                <a:cubicBezTo>
                  <a:pt x="3026631" y="97004"/>
                  <a:pt x="3025883" y="97161"/>
                  <a:pt x="3024928" y="97252"/>
                </a:cubicBezTo>
                <a:cubicBezTo>
                  <a:pt x="3023977" y="97344"/>
                  <a:pt x="3022817" y="97389"/>
                  <a:pt x="3021456" y="97389"/>
                </a:cubicBezTo>
                <a:cubicBezTo>
                  <a:pt x="3020048" y="97389"/>
                  <a:pt x="3018868" y="97344"/>
                  <a:pt x="3017913" y="97252"/>
                </a:cubicBezTo>
                <a:cubicBezTo>
                  <a:pt x="3017007" y="97161"/>
                  <a:pt x="3016259" y="97004"/>
                  <a:pt x="3015667" y="96775"/>
                </a:cubicBezTo>
                <a:cubicBezTo>
                  <a:pt x="3015121" y="96549"/>
                  <a:pt x="3014736" y="96275"/>
                  <a:pt x="3014510" y="95958"/>
                </a:cubicBezTo>
                <a:cubicBezTo>
                  <a:pt x="3014281" y="95595"/>
                  <a:pt x="3014170" y="95163"/>
                  <a:pt x="3014170" y="94663"/>
                </a:cubicBezTo>
                <a:lnTo>
                  <a:pt x="3014170" y="5106"/>
                </a:lnTo>
                <a:cubicBezTo>
                  <a:pt x="3014170" y="4652"/>
                  <a:pt x="3014304" y="4243"/>
                  <a:pt x="3014578" y="3880"/>
                </a:cubicBezTo>
                <a:cubicBezTo>
                  <a:pt x="3014850" y="3518"/>
                  <a:pt x="3015304" y="3223"/>
                  <a:pt x="3015939" y="2995"/>
                </a:cubicBezTo>
                <a:cubicBezTo>
                  <a:pt x="3016622" y="2723"/>
                  <a:pt x="3017505" y="2517"/>
                  <a:pt x="3018596" y="2383"/>
                </a:cubicBezTo>
                <a:cubicBezTo>
                  <a:pt x="3019685" y="2246"/>
                  <a:pt x="3021071" y="2177"/>
                  <a:pt x="3022751" y="2177"/>
                </a:cubicBezTo>
                <a:cubicBezTo>
                  <a:pt x="3024431" y="2177"/>
                  <a:pt x="3025814" y="2246"/>
                  <a:pt x="3026903" y="2383"/>
                </a:cubicBezTo>
                <a:cubicBezTo>
                  <a:pt x="3027994" y="2517"/>
                  <a:pt x="3028857" y="2723"/>
                  <a:pt x="3029492" y="2995"/>
                </a:cubicBezTo>
                <a:cubicBezTo>
                  <a:pt x="3030172" y="3223"/>
                  <a:pt x="3030649" y="3518"/>
                  <a:pt x="3030923" y="3880"/>
                </a:cubicBezTo>
                <a:cubicBezTo>
                  <a:pt x="3031195" y="4243"/>
                  <a:pt x="3031332" y="4652"/>
                  <a:pt x="3031332" y="5106"/>
                </a:cubicBezTo>
                <a:lnTo>
                  <a:pt x="3031332" y="38682"/>
                </a:lnTo>
                <a:cubicBezTo>
                  <a:pt x="3032875" y="37139"/>
                  <a:pt x="3034418" y="35822"/>
                  <a:pt x="3035961" y="34733"/>
                </a:cubicBezTo>
                <a:cubicBezTo>
                  <a:pt x="3037507" y="33641"/>
                  <a:pt x="3039050" y="32758"/>
                  <a:pt x="3040593" y="32075"/>
                </a:cubicBezTo>
                <a:cubicBezTo>
                  <a:pt x="3042136" y="31350"/>
                  <a:pt x="3043725" y="30827"/>
                  <a:pt x="3045359" y="30510"/>
                </a:cubicBezTo>
                <a:cubicBezTo>
                  <a:pt x="3046994" y="30192"/>
                  <a:pt x="3048720" y="30032"/>
                  <a:pt x="3050537" y="30032"/>
                </a:cubicBezTo>
                <a:cubicBezTo>
                  <a:pt x="3055032" y="30032"/>
                  <a:pt x="3058844" y="30941"/>
                  <a:pt x="3061979" y="32758"/>
                </a:cubicBezTo>
                <a:cubicBezTo>
                  <a:pt x="3065111" y="34527"/>
                  <a:pt x="3067654" y="36933"/>
                  <a:pt x="3069605" y="39976"/>
                </a:cubicBezTo>
                <a:cubicBezTo>
                  <a:pt x="3071603" y="43020"/>
                  <a:pt x="3073057" y="46583"/>
                  <a:pt x="3073966" y="50669"/>
                </a:cubicBezTo>
                <a:cubicBezTo>
                  <a:pt x="3074872" y="54710"/>
                  <a:pt x="3075326" y="58979"/>
                  <a:pt x="3075326" y="63474"/>
                </a:cubicBezTo>
                <a:close/>
                <a:moveTo>
                  <a:pt x="3057552" y="64700"/>
                </a:moveTo>
                <a:cubicBezTo>
                  <a:pt x="3057552" y="62111"/>
                  <a:pt x="3057347" y="59613"/>
                  <a:pt x="3056938" y="57207"/>
                </a:cubicBezTo>
                <a:cubicBezTo>
                  <a:pt x="3056575" y="54801"/>
                  <a:pt x="3055918" y="52667"/>
                  <a:pt x="3054964" y="50806"/>
                </a:cubicBezTo>
                <a:cubicBezTo>
                  <a:pt x="3054009" y="48943"/>
                  <a:pt x="3052760" y="47469"/>
                  <a:pt x="3051217" y="46377"/>
                </a:cubicBezTo>
                <a:cubicBezTo>
                  <a:pt x="3049720" y="45243"/>
                  <a:pt x="3047811" y="44674"/>
                  <a:pt x="3045497" y="44674"/>
                </a:cubicBezTo>
                <a:cubicBezTo>
                  <a:pt x="3044362" y="44674"/>
                  <a:pt x="3043251" y="44834"/>
                  <a:pt x="3042159" y="45151"/>
                </a:cubicBezTo>
                <a:cubicBezTo>
                  <a:pt x="3041070" y="45471"/>
                  <a:pt x="3039936" y="46014"/>
                  <a:pt x="3038756" y="46786"/>
                </a:cubicBezTo>
                <a:cubicBezTo>
                  <a:pt x="3037619" y="47557"/>
                  <a:pt x="3036438" y="48557"/>
                  <a:pt x="3035212" y="49783"/>
                </a:cubicBezTo>
                <a:cubicBezTo>
                  <a:pt x="3033987" y="51009"/>
                  <a:pt x="3032692" y="52529"/>
                  <a:pt x="3031332" y="54347"/>
                </a:cubicBezTo>
                <a:lnTo>
                  <a:pt x="3031332" y="74506"/>
                </a:lnTo>
                <a:cubicBezTo>
                  <a:pt x="3033738" y="77593"/>
                  <a:pt x="3036030" y="79953"/>
                  <a:pt x="3038210" y="81587"/>
                </a:cubicBezTo>
                <a:cubicBezTo>
                  <a:pt x="3040433" y="83176"/>
                  <a:pt x="3042751" y="83970"/>
                  <a:pt x="3045157" y="83970"/>
                </a:cubicBezTo>
                <a:cubicBezTo>
                  <a:pt x="3047380" y="83970"/>
                  <a:pt x="3049266" y="83405"/>
                  <a:pt x="3050809" y="82270"/>
                </a:cubicBezTo>
                <a:cubicBezTo>
                  <a:pt x="3052352" y="81133"/>
                  <a:pt x="3053623" y="79659"/>
                  <a:pt x="3054623" y="77841"/>
                </a:cubicBezTo>
                <a:cubicBezTo>
                  <a:pt x="3055666" y="76027"/>
                  <a:pt x="3056415" y="73961"/>
                  <a:pt x="3056869" y="71646"/>
                </a:cubicBezTo>
                <a:cubicBezTo>
                  <a:pt x="3057324" y="69329"/>
                  <a:pt x="3057552" y="67014"/>
                  <a:pt x="3057552" y="64700"/>
                </a:cubicBezTo>
                <a:close/>
                <a:moveTo>
                  <a:pt x="3128038" y="39568"/>
                </a:moveTo>
                <a:cubicBezTo>
                  <a:pt x="3128038" y="41202"/>
                  <a:pt x="3127993" y="42542"/>
                  <a:pt x="3127904" y="43585"/>
                </a:cubicBezTo>
                <a:cubicBezTo>
                  <a:pt x="3127813" y="44631"/>
                  <a:pt x="3127675" y="45449"/>
                  <a:pt x="3127495" y="46037"/>
                </a:cubicBezTo>
                <a:cubicBezTo>
                  <a:pt x="3127313" y="46629"/>
                  <a:pt x="3127064" y="47037"/>
                  <a:pt x="3126747" y="47263"/>
                </a:cubicBezTo>
                <a:cubicBezTo>
                  <a:pt x="3126472" y="47492"/>
                  <a:pt x="3126110" y="47603"/>
                  <a:pt x="3125655" y="47603"/>
                </a:cubicBezTo>
                <a:cubicBezTo>
                  <a:pt x="3125292" y="47603"/>
                  <a:pt x="3124884" y="47537"/>
                  <a:pt x="3124429" y="47400"/>
                </a:cubicBezTo>
                <a:cubicBezTo>
                  <a:pt x="3123975" y="47217"/>
                  <a:pt x="3123455" y="47037"/>
                  <a:pt x="3122863" y="46854"/>
                </a:cubicBezTo>
                <a:cubicBezTo>
                  <a:pt x="3122318" y="46674"/>
                  <a:pt x="3121706" y="46514"/>
                  <a:pt x="3121026" y="46377"/>
                </a:cubicBezTo>
                <a:cubicBezTo>
                  <a:pt x="3120343" y="46197"/>
                  <a:pt x="3119594" y="46106"/>
                  <a:pt x="3118777" y="46106"/>
                </a:cubicBezTo>
                <a:cubicBezTo>
                  <a:pt x="3117823" y="46106"/>
                  <a:pt x="3116871" y="46309"/>
                  <a:pt x="3115917" y="46717"/>
                </a:cubicBezTo>
                <a:cubicBezTo>
                  <a:pt x="3114962" y="47083"/>
                  <a:pt x="3113965" y="47672"/>
                  <a:pt x="3112919" y="48489"/>
                </a:cubicBezTo>
                <a:cubicBezTo>
                  <a:pt x="3111922" y="49306"/>
                  <a:pt x="3110853" y="50398"/>
                  <a:pt x="3109719" y="51758"/>
                </a:cubicBezTo>
                <a:cubicBezTo>
                  <a:pt x="3108630" y="53121"/>
                  <a:pt x="3107450" y="54801"/>
                  <a:pt x="3106179" y="56799"/>
                </a:cubicBezTo>
                <a:lnTo>
                  <a:pt x="3106179" y="94663"/>
                </a:lnTo>
                <a:cubicBezTo>
                  <a:pt x="3106179" y="95118"/>
                  <a:pt x="3106041" y="95526"/>
                  <a:pt x="3105770" y="95889"/>
                </a:cubicBezTo>
                <a:cubicBezTo>
                  <a:pt x="3105496" y="96209"/>
                  <a:pt x="3105021" y="96481"/>
                  <a:pt x="3104338" y="96706"/>
                </a:cubicBezTo>
                <a:cubicBezTo>
                  <a:pt x="3103704" y="96935"/>
                  <a:pt x="3102841" y="97092"/>
                  <a:pt x="3101752" y="97184"/>
                </a:cubicBezTo>
                <a:cubicBezTo>
                  <a:pt x="3100661" y="97321"/>
                  <a:pt x="3099278" y="97389"/>
                  <a:pt x="3097597" y="97389"/>
                </a:cubicBezTo>
                <a:cubicBezTo>
                  <a:pt x="3095917" y="97389"/>
                  <a:pt x="3094531" y="97321"/>
                  <a:pt x="3093443" y="97184"/>
                </a:cubicBezTo>
                <a:cubicBezTo>
                  <a:pt x="3092354" y="97092"/>
                  <a:pt x="3091468" y="96935"/>
                  <a:pt x="3090785" y="96706"/>
                </a:cubicBezTo>
                <a:cubicBezTo>
                  <a:pt x="3090151" y="96481"/>
                  <a:pt x="3089696" y="96209"/>
                  <a:pt x="3089425" y="95889"/>
                </a:cubicBezTo>
                <a:cubicBezTo>
                  <a:pt x="3089151" y="95526"/>
                  <a:pt x="3089016" y="95118"/>
                  <a:pt x="3089016" y="94663"/>
                </a:cubicBezTo>
                <a:lnTo>
                  <a:pt x="3089016" y="33916"/>
                </a:lnTo>
                <a:cubicBezTo>
                  <a:pt x="3089016" y="33461"/>
                  <a:pt x="3089128" y="33076"/>
                  <a:pt x="3089356" y="32758"/>
                </a:cubicBezTo>
                <a:cubicBezTo>
                  <a:pt x="3089582" y="32393"/>
                  <a:pt x="3089991" y="32098"/>
                  <a:pt x="3090582" y="31873"/>
                </a:cubicBezTo>
                <a:cubicBezTo>
                  <a:pt x="3091171" y="31644"/>
                  <a:pt x="3091922" y="31487"/>
                  <a:pt x="3092828" y="31395"/>
                </a:cubicBezTo>
                <a:cubicBezTo>
                  <a:pt x="3093783" y="31258"/>
                  <a:pt x="3094963" y="31190"/>
                  <a:pt x="3096372" y="31190"/>
                </a:cubicBezTo>
                <a:cubicBezTo>
                  <a:pt x="3097823" y="31190"/>
                  <a:pt x="3099026" y="31258"/>
                  <a:pt x="3099981" y="31395"/>
                </a:cubicBezTo>
                <a:cubicBezTo>
                  <a:pt x="3100935" y="31487"/>
                  <a:pt x="3101661" y="31644"/>
                  <a:pt x="3102161" y="31873"/>
                </a:cubicBezTo>
                <a:cubicBezTo>
                  <a:pt x="3102704" y="32098"/>
                  <a:pt x="3103090" y="32395"/>
                  <a:pt x="3103318" y="32758"/>
                </a:cubicBezTo>
                <a:cubicBezTo>
                  <a:pt x="3103544" y="33076"/>
                  <a:pt x="3103658" y="33461"/>
                  <a:pt x="3103658" y="33916"/>
                </a:cubicBezTo>
                <a:lnTo>
                  <a:pt x="3103658" y="41474"/>
                </a:lnTo>
                <a:cubicBezTo>
                  <a:pt x="3105247" y="39205"/>
                  <a:pt x="3106744" y="37342"/>
                  <a:pt x="3108153" y="35890"/>
                </a:cubicBezTo>
                <a:cubicBezTo>
                  <a:pt x="3109562" y="34393"/>
                  <a:pt x="3110899" y="33213"/>
                  <a:pt x="3112171" y="32350"/>
                </a:cubicBezTo>
                <a:cubicBezTo>
                  <a:pt x="3113442" y="31487"/>
                  <a:pt x="3114714" y="30895"/>
                  <a:pt x="3115985" y="30578"/>
                </a:cubicBezTo>
                <a:cubicBezTo>
                  <a:pt x="3117257" y="30215"/>
                  <a:pt x="3118529" y="30032"/>
                  <a:pt x="3119797" y="30032"/>
                </a:cubicBezTo>
                <a:cubicBezTo>
                  <a:pt x="3120389" y="30032"/>
                  <a:pt x="3121026" y="30078"/>
                  <a:pt x="3121706" y="30169"/>
                </a:cubicBezTo>
                <a:cubicBezTo>
                  <a:pt x="3122386" y="30215"/>
                  <a:pt x="3123089" y="30330"/>
                  <a:pt x="3123818" y="30510"/>
                </a:cubicBezTo>
                <a:cubicBezTo>
                  <a:pt x="3124544" y="30647"/>
                  <a:pt x="3125178" y="30827"/>
                  <a:pt x="3125724" y="31055"/>
                </a:cubicBezTo>
                <a:cubicBezTo>
                  <a:pt x="3126270" y="31235"/>
                  <a:pt x="3126655" y="31441"/>
                  <a:pt x="3126881" y="31667"/>
                </a:cubicBezTo>
                <a:cubicBezTo>
                  <a:pt x="3127155" y="31895"/>
                  <a:pt x="3127335" y="32144"/>
                  <a:pt x="3127427" y="32415"/>
                </a:cubicBezTo>
                <a:cubicBezTo>
                  <a:pt x="3127564" y="32690"/>
                  <a:pt x="3127675" y="33076"/>
                  <a:pt x="3127767" y="33576"/>
                </a:cubicBezTo>
                <a:cubicBezTo>
                  <a:pt x="3127858" y="34030"/>
                  <a:pt x="3127927" y="34733"/>
                  <a:pt x="3127973" y="35684"/>
                </a:cubicBezTo>
                <a:cubicBezTo>
                  <a:pt x="3128016" y="36639"/>
                  <a:pt x="3128038" y="37933"/>
                  <a:pt x="3128038" y="39568"/>
                </a:cubicBezTo>
                <a:close/>
                <a:moveTo>
                  <a:pt x="3155759" y="94663"/>
                </a:moveTo>
                <a:cubicBezTo>
                  <a:pt x="3155759" y="95118"/>
                  <a:pt x="3155622" y="95526"/>
                  <a:pt x="3155350" y="95889"/>
                </a:cubicBezTo>
                <a:cubicBezTo>
                  <a:pt x="3155076" y="96209"/>
                  <a:pt x="3154602" y="96481"/>
                  <a:pt x="3153919" y="96706"/>
                </a:cubicBezTo>
                <a:cubicBezTo>
                  <a:pt x="3153284" y="96935"/>
                  <a:pt x="3152421" y="97092"/>
                  <a:pt x="3151330" y="97184"/>
                </a:cubicBezTo>
                <a:cubicBezTo>
                  <a:pt x="3150241" y="97321"/>
                  <a:pt x="3148858" y="97389"/>
                  <a:pt x="3147178" y="97389"/>
                </a:cubicBezTo>
                <a:cubicBezTo>
                  <a:pt x="3145498" y="97389"/>
                  <a:pt x="3144112" y="97321"/>
                  <a:pt x="3143023" y="97184"/>
                </a:cubicBezTo>
                <a:cubicBezTo>
                  <a:pt x="3141932" y="97092"/>
                  <a:pt x="3141049" y="96935"/>
                  <a:pt x="3140366" y="96706"/>
                </a:cubicBezTo>
                <a:cubicBezTo>
                  <a:pt x="3139731" y="96481"/>
                  <a:pt x="3139277" y="96209"/>
                  <a:pt x="3139005" y="95889"/>
                </a:cubicBezTo>
                <a:cubicBezTo>
                  <a:pt x="3138731" y="95526"/>
                  <a:pt x="3138597" y="95118"/>
                  <a:pt x="3138597" y="94663"/>
                </a:cubicBezTo>
                <a:lnTo>
                  <a:pt x="3138597" y="34050"/>
                </a:lnTo>
                <a:cubicBezTo>
                  <a:pt x="3138597" y="33598"/>
                  <a:pt x="3138731" y="33213"/>
                  <a:pt x="3139005" y="32893"/>
                </a:cubicBezTo>
                <a:cubicBezTo>
                  <a:pt x="3139277" y="32530"/>
                  <a:pt x="3139731" y="32235"/>
                  <a:pt x="3140366" y="32007"/>
                </a:cubicBezTo>
                <a:cubicBezTo>
                  <a:pt x="3141049" y="31735"/>
                  <a:pt x="3141932" y="31533"/>
                  <a:pt x="3143023" y="31395"/>
                </a:cubicBezTo>
                <a:cubicBezTo>
                  <a:pt x="3144112" y="31258"/>
                  <a:pt x="3145498" y="31190"/>
                  <a:pt x="3147178" y="31190"/>
                </a:cubicBezTo>
                <a:cubicBezTo>
                  <a:pt x="3148858" y="31190"/>
                  <a:pt x="3150241" y="31258"/>
                  <a:pt x="3151330" y="31395"/>
                </a:cubicBezTo>
                <a:cubicBezTo>
                  <a:pt x="3152421" y="31533"/>
                  <a:pt x="3153284" y="31735"/>
                  <a:pt x="3153919" y="32007"/>
                </a:cubicBezTo>
                <a:cubicBezTo>
                  <a:pt x="3154602" y="32235"/>
                  <a:pt x="3155076" y="32530"/>
                  <a:pt x="3155350" y="32893"/>
                </a:cubicBezTo>
                <a:cubicBezTo>
                  <a:pt x="3155622" y="33213"/>
                  <a:pt x="3155759" y="33598"/>
                  <a:pt x="3155759" y="34050"/>
                </a:cubicBezTo>
                <a:lnTo>
                  <a:pt x="3155759" y="94663"/>
                </a:lnTo>
                <a:close/>
                <a:moveTo>
                  <a:pt x="3157053" y="13347"/>
                </a:moveTo>
                <a:cubicBezTo>
                  <a:pt x="3157053" y="16799"/>
                  <a:pt x="3156348" y="19182"/>
                  <a:pt x="3154942" y="20500"/>
                </a:cubicBezTo>
                <a:cubicBezTo>
                  <a:pt x="3153533" y="21814"/>
                  <a:pt x="3150921" y="22474"/>
                  <a:pt x="3147109" y="22474"/>
                </a:cubicBezTo>
                <a:cubicBezTo>
                  <a:pt x="3143249" y="22474"/>
                  <a:pt x="3140640" y="21837"/>
                  <a:pt x="3139277" y="20565"/>
                </a:cubicBezTo>
                <a:cubicBezTo>
                  <a:pt x="3137960" y="19297"/>
                  <a:pt x="3137302" y="17002"/>
                  <a:pt x="3137302" y="13687"/>
                </a:cubicBezTo>
                <a:cubicBezTo>
                  <a:pt x="3137302" y="10238"/>
                  <a:pt x="3137982" y="7852"/>
                  <a:pt x="3139346" y="6538"/>
                </a:cubicBezTo>
                <a:cubicBezTo>
                  <a:pt x="3140751" y="5175"/>
                  <a:pt x="3143386" y="4495"/>
                  <a:pt x="3147244" y="4495"/>
                </a:cubicBezTo>
                <a:cubicBezTo>
                  <a:pt x="3151058" y="4495"/>
                  <a:pt x="3153647" y="5152"/>
                  <a:pt x="3155007" y="6469"/>
                </a:cubicBezTo>
                <a:cubicBezTo>
                  <a:pt x="3156370" y="7741"/>
                  <a:pt x="3157053" y="10033"/>
                  <a:pt x="3157053" y="13347"/>
                </a:cubicBezTo>
                <a:close/>
                <a:moveTo>
                  <a:pt x="3218824" y="84993"/>
                </a:moveTo>
                <a:cubicBezTo>
                  <a:pt x="3218824" y="86174"/>
                  <a:pt x="3218778" y="87174"/>
                  <a:pt x="3218687" y="87991"/>
                </a:cubicBezTo>
                <a:cubicBezTo>
                  <a:pt x="3218641" y="88763"/>
                  <a:pt x="3218550" y="89420"/>
                  <a:pt x="3218415" y="89966"/>
                </a:cubicBezTo>
                <a:cubicBezTo>
                  <a:pt x="3218324" y="90511"/>
                  <a:pt x="3218187" y="90963"/>
                  <a:pt x="3218007" y="91329"/>
                </a:cubicBezTo>
                <a:cubicBezTo>
                  <a:pt x="3217870" y="91646"/>
                  <a:pt x="3217530" y="92077"/>
                  <a:pt x="3216984" y="92620"/>
                </a:cubicBezTo>
                <a:cubicBezTo>
                  <a:pt x="3216438" y="93120"/>
                  <a:pt x="3215509" y="93757"/>
                  <a:pt x="3214192" y="94529"/>
                </a:cubicBezTo>
                <a:cubicBezTo>
                  <a:pt x="3212875" y="95255"/>
                  <a:pt x="3211377" y="95912"/>
                  <a:pt x="3209697" y="96503"/>
                </a:cubicBezTo>
                <a:cubicBezTo>
                  <a:pt x="3208017" y="97092"/>
                  <a:pt x="3206177" y="97569"/>
                  <a:pt x="3204179" y="97932"/>
                </a:cubicBezTo>
                <a:cubicBezTo>
                  <a:pt x="3202228" y="98295"/>
                  <a:pt x="3200207" y="98478"/>
                  <a:pt x="3198119" y="98478"/>
                </a:cubicBezTo>
                <a:cubicBezTo>
                  <a:pt x="3193444" y="98478"/>
                  <a:pt x="3189289" y="97752"/>
                  <a:pt x="3185657" y="96298"/>
                </a:cubicBezTo>
                <a:cubicBezTo>
                  <a:pt x="3182068" y="94846"/>
                  <a:pt x="3179050" y="92712"/>
                  <a:pt x="3176599" y="89897"/>
                </a:cubicBezTo>
                <a:cubicBezTo>
                  <a:pt x="3174147" y="87037"/>
                  <a:pt x="3172284" y="83562"/>
                  <a:pt x="3171012" y="79476"/>
                </a:cubicBezTo>
                <a:cubicBezTo>
                  <a:pt x="3169786" y="75389"/>
                  <a:pt x="3169175" y="70715"/>
                  <a:pt x="3169175" y="65448"/>
                </a:cubicBezTo>
                <a:cubicBezTo>
                  <a:pt x="3169175" y="59365"/>
                  <a:pt x="3169924" y="54118"/>
                  <a:pt x="3171421" y="49715"/>
                </a:cubicBezTo>
                <a:cubicBezTo>
                  <a:pt x="3172967" y="45266"/>
                  <a:pt x="3175099" y="41588"/>
                  <a:pt x="3177825" y="38682"/>
                </a:cubicBezTo>
                <a:cubicBezTo>
                  <a:pt x="3180548" y="35776"/>
                  <a:pt x="3183771" y="33621"/>
                  <a:pt x="3187494" y="32213"/>
                </a:cubicBezTo>
                <a:cubicBezTo>
                  <a:pt x="3191218" y="30804"/>
                  <a:pt x="3195304" y="30101"/>
                  <a:pt x="3199753" y="30101"/>
                </a:cubicBezTo>
                <a:cubicBezTo>
                  <a:pt x="3201570" y="30101"/>
                  <a:pt x="3203339" y="30261"/>
                  <a:pt x="3205065" y="30578"/>
                </a:cubicBezTo>
                <a:cubicBezTo>
                  <a:pt x="3206837" y="30895"/>
                  <a:pt x="3208471" y="31327"/>
                  <a:pt x="3209969" y="31873"/>
                </a:cubicBezTo>
                <a:cubicBezTo>
                  <a:pt x="3211512" y="32415"/>
                  <a:pt x="3212875" y="33030"/>
                  <a:pt x="3214055" y="33710"/>
                </a:cubicBezTo>
                <a:cubicBezTo>
                  <a:pt x="3215281" y="34393"/>
                  <a:pt x="3216144" y="34982"/>
                  <a:pt x="3216644" y="35482"/>
                </a:cubicBezTo>
                <a:cubicBezTo>
                  <a:pt x="3217144" y="35982"/>
                  <a:pt x="3217484" y="36413"/>
                  <a:pt x="3217664" y="36776"/>
                </a:cubicBezTo>
                <a:cubicBezTo>
                  <a:pt x="3217892" y="37093"/>
                  <a:pt x="3218050" y="37525"/>
                  <a:pt x="3218141" y="38070"/>
                </a:cubicBezTo>
                <a:cubicBezTo>
                  <a:pt x="3218278" y="38613"/>
                  <a:pt x="3218370" y="39296"/>
                  <a:pt x="3218415" y="40114"/>
                </a:cubicBezTo>
                <a:cubicBezTo>
                  <a:pt x="3218504" y="40885"/>
                  <a:pt x="3218550" y="41837"/>
                  <a:pt x="3218550" y="42974"/>
                </a:cubicBezTo>
                <a:cubicBezTo>
                  <a:pt x="3218550" y="45606"/>
                  <a:pt x="3218324" y="47469"/>
                  <a:pt x="3217870" y="48557"/>
                </a:cubicBezTo>
                <a:cubicBezTo>
                  <a:pt x="3217415" y="49600"/>
                  <a:pt x="3216824" y="50123"/>
                  <a:pt x="3216098" y="50123"/>
                </a:cubicBezTo>
                <a:cubicBezTo>
                  <a:pt x="3215326" y="50123"/>
                  <a:pt x="3214509" y="49806"/>
                  <a:pt x="3213646" y="49172"/>
                </a:cubicBezTo>
                <a:cubicBezTo>
                  <a:pt x="3212783" y="48535"/>
                  <a:pt x="3211763" y="47832"/>
                  <a:pt x="3210583" y="47060"/>
                </a:cubicBezTo>
                <a:cubicBezTo>
                  <a:pt x="3209403" y="46289"/>
                  <a:pt x="3207994" y="45583"/>
                  <a:pt x="3206360" y="44948"/>
                </a:cubicBezTo>
                <a:cubicBezTo>
                  <a:pt x="3204725" y="44311"/>
                  <a:pt x="3202773" y="43994"/>
                  <a:pt x="3200502" y="43994"/>
                </a:cubicBezTo>
                <a:cubicBezTo>
                  <a:pt x="3196053" y="43994"/>
                  <a:pt x="3192649" y="45720"/>
                  <a:pt x="3190286" y="49172"/>
                </a:cubicBezTo>
                <a:cubicBezTo>
                  <a:pt x="3187926" y="52575"/>
                  <a:pt x="3186746" y="57593"/>
                  <a:pt x="3186746" y="64222"/>
                </a:cubicBezTo>
                <a:cubicBezTo>
                  <a:pt x="3186746" y="67491"/>
                  <a:pt x="3187040" y="70375"/>
                  <a:pt x="3187632" y="72872"/>
                </a:cubicBezTo>
                <a:cubicBezTo>
                  <a:pt x="3188220" y="75367"/>
                  <a:pt x="3189083" y="77455"/>
                  <a:pt x="3190218" y="79136"/>
                </a:cubicBezTo>
                <a:cubicBezTo>
                  <a:pt x="3191401" y="80816"/>
                  <a:pt x="3192852" y="82087"/>
                  <a:pt x="3194578" y="82950"/>
                </a:cubicBezTo>
                <a:cubicBezTo>
                  <a:pt x="3196347" y="83768"/>
                  <a:pt x="3198390" y="84176"/>
                  <a:pt x="3200707" y="84176"/>
                </a:cubicBezTo>
                <a:cubicBezTo>
                  <a:pt x="3203068" y="84176"/>
                  <a:pt x="3205088" y="83836"/>
                  <a:pt x="3206768" y="83153"/>
                </a:cubicBezTo>
                <a:cubicBezTo>
                  <a:pt x="3208494" y="82427"/>
                  <a:pt x="3209991" y="81633"/>
                  <a:pt x="3211263" y="80770"/>
                </a:cubicBezTo>
                <a:cubicBezTo>
                  <a:pt x="3212535" y="79907"/>
                  <a:pt x="3213601" y="79136"/>
                  <a:pt x="3214463" y="78456"/>
                </a:cubicBezTo>
                <a:cubicBezTo>
                  <a:pt x="3215326" y="77730"/>
                  <a:pt x="3216052" y="77367"/>
                  <a:pt x="3216644" y="77367"/>
                </a:cubicBezTo>
                <a:cubicBezTo>
                  <a:pt x="3217052" y="77367"/>
                  <a:pt x="3217392" y="77478"/>
                  <a:pt x="3217664" y="77707"/>
                </a:cubicBezTo>
                <a:cubicBezTo>
                  <a:pt x="3217938" y="77933"/>
                  <a:pt x="3218141" y="78364"/>
                  <a:pt x="3218278" y="79001"/>
                </a:cubicBezTo>
                <a:cubicBezTo>
                  <a:pt x="3218458" y="79590"/>
                  <a:pt x="3218595" y="80361"/>
                  <a:pt x="3218687" y="81316"/>
                </a:cubicBezTo>
                <a:cubicBezTo>
                  <a:pt x="3218778" y="82270"/>
                  <a:pt x="3218824" y="83496"/>
                  <a:pt x="3218824" y="84993"/>
                </a:cubicBezTo>
                <a:close/>
                <a:moveTo>
                  <a:pt x="3287675" y="94732"/>
                </a:moveTo>
                <a:cubicBezTo>
                  <a:pt x="3287675" y="95186"/>
                  <a:pt x="3287541" y="95595"/>
                  <a:pt x="3287267" y="95958"/>
                </a:cubicBezTo>
                <a:cubicBezTo>
                  <a:pt x="3287041" y="96275"/>
                  <a:pt x="3286587" y="96549"/>
                  <a:pt x="3285907" y="96775"/>
                </a:cubicBezTo>
                <a:cubicBezTo>
                  <a:pt x="3285269" y="96958"/>
                  <a:pt x="3284384" y="97092"/>
                  <a:pt x="3283249" y="97184"/>
                </a:cubicBezTo>
                <a:cubicBezTo>
                  <a:pt x="3282115" y="97321"/>
                  <a:pt x="3280637" y="97389"/>
                  <a:pt x="3278823" y="97389"/>
                </a:cubicBezTo>
                <a:cubicBezTo>
                  <a:pt x="3276963" y="97389"/>
                  <a:pt x="3275440" y="97344"/>
                  <a:pt x="3274260" y="97252"/>
                </a:cubicBezTo>
                <a:cubicBezTo>
                  <a:pt x="3273125" y="97161"/>
                  <a:pt x="3272171" y="97026"/>
                  <a:pt x="3271399" y="96844"/>
                </a:cubicBezTo>
                <a:cubicBezTo>
                  <a:pt x="3270673" y="96618"/>
                  <a:pt x="3270105" y="96321"/>
                  <a:pt x="3269696" y="95958"/>
                </a:cubicBezTo>
                <a:cubicBezTo>
                  <a:pt x="3269287" y="95595"/>
                  <a:pt x="3268925" y="95118"/>
                  <a:pt x="3268607" y="94529"/>
                </a:cubicBezTo>
                <a:lnTo>
                  <a:pt x="3248379" y="62519"/>
                </a:lnTo>
                <a:lnTo>
                  <a:pt x="3248379" y="94663"/>
                </a:lnTo>
                <a:cubicBezTo>
                  <a:pt x="3248379" y="95118"/>
                  <a:pt x="3248245" y="95526"/>
                  <a:pt x="3247971" y="95889"/>
                </a:cubicBezTo>
                <a:cubicBezTo>
                  <a:pt x="3247699" y="96209"/>
                  <a:pt x="3247222" y="96481"/>
                  <a:pt x="3246542" y="96706"/>
                </a:cubicBezTo>
                <a:cubicBezTo>
                  <a:pt x="3245905" y="96935"/>
                  <a:pt x="3245044" y="97092"/>
                  <a:pt x="3243953" y="97184"/>
                </a:cubicBezTo>
                <a:cubicBezTo>
                  <a:pt x="3242864" y="97321"/>
                  <a:pt x="3241478" y="97389"/>
                  <a:pt x="3239798" y="97389"/>
                </a:cubicBezTo>
                <a:cubicBezTo>
                  <a:pt x="3238118" y="97389"/>
                  <a:pt x="3236735" y="97321"/>
                  <a:pt x="3235643" y="97184"/>
                </a:cubicBezTo>
                <a:cubicBezTo>
                  <a:pt x="3234555" y="97092"/>
                  <a:pt x="3233669" y="96935"/>
                  <a:pt x="3232989" y="96706"/>
                </a:cubicBezTo>
                <a:cubicBezTo>
                  <a:pt x="3232354" y="96481"/>
                  <a:pt x="3231900" y="96209"/>
                  <a:pt x="3231626" y="95889"/>
                </a:cubicBezTo>
                <a:cubicBezTo>
                  <a:pt x="3231354" y="95526"/>
                  <a:pt x="3231217" y="95118"/>
                  <a:pt x="3231217" y="94663"/>
                </a:cubicBezTo>
                <a:lnTo>
                  <a:pt x="3231217" y="5106"/>
                </a:lnTo>
                <a:cubicBezTo>
                  <a:pt x="3231217" y="4652"/>
                  <a:pt x="3231354" y="4243"/>
                  <a:pt x="3231626" y="3880"/>
                </a:cubicBezTo>
                <a:cubicBezTo>
                  <a:pt x="3231900" y="3518"/>
                  <a:pt x="3232354" y="3223"/>
                  <a:pt x="3232989" y="2995"/>
                </a:cubicBezTo>
                <a:cubicBezTo>
                  <a:pt x="3233669" y="2723"/>
                  <a:pt x="3234555" y="2517"/>
                  <a:pt x="3235643" y="2383"/>
                </a:cubicBezTo>
                <a:cubicBezTo>
                  <a:pt x="3236735" y="2246"/>
                  <a:pt x="3238118" y="2177"/>
                  <a:pt x="3239798" y="2177"/>
                </a:cubicBezTo>
                <a:cubicBezTo>
                  <a:pt x="3241478" y="2177"/>
                  <a:pt x="3242864" y="2246"/>
                  <a:pt x="3243953" y="2383"/>
                </a:cubicBezTo>
                <a:cubicBezTo>
                  <a:pt x="3245044" y="2517"/>
                  <a:pt x="3245905" y="2723"/>
                  <a:pt x="3246542" y="2995"/>
                </a:cubicBezTo>
                <a:cubicBezTo>
                  <a:pt x="3247222" y="3223"/>
                  <a:pt x="3247699" y="3518"/>
                  <a:pt x="3247971" y="3880"/>
                </a:cubicBezTo>
                <a:cubicBezTo>
                  <a:pt x="3248245" y="4243"/>
                  <a:pt x="3248379" y="4652"/>
                  <a:pt x="3248379" y="5106"/>
                </a:cubicBezTo>
                <a:lnTo>
                  <a:pt x="3248379" y="58433"/>
                </a:lnTo>
                <a:lnTo>
                  <a:pt x="3266359" y="34256"/>
                </a:lnTo>
                <a:cubicBezTo>
                  <a:pt x="3266721" y="33710"/>
                  <a:pt x="3267130" y="33233"/>
                  <a:pt x="3267584" y="32824"/>
                </a:cubicBezTo>
                <a:cubicBezTo>
                  <a:pt x="3268039" y="32415"/>
                  <a:pt x="3268630" y="32098"/>
                  <a:pt x="3269356" y="31873"/>
                </a:cubicBezTo>
                <a:cubicBezTo>
                  <a:pt x="3270128" y="31644"/>
                  <a:pt x="3271059" y="31487"/>
                  <a:pt x="3272148" y="31395"/>
                </a:cubicBezTo>
                <a:cubicBezTo>
                  <a:pt x="3273285" y="31258"/>
                  <a:pt x="3274714" y="31190"/>
                  <a:pt x="3276440" y="31190"/>
                </a:cubicBezTo>
                <a:cubicBezTo>
                  <a:pt x="3278120" y="31190"/>
                  <a:pt x="3279526" y="31258"/>
                  <a:pt x="3280660" y="31395"/>
                </a:cubicBezTo>
                <a:cubicBezTo>
                  <a:pt x="3281843" y="31487"/>
                  <a:pt x="3282772" y="31644"/>
                  <a:pt x="3283455" y="31873"/>
                </a:cubicBezTo>
                <a:cubicBezTo>
                  <a:pt x="3284181" y="32098"/>
                  <a:pt x="3284681" y="32395"/>
                  <a:pt x="3284952" y="32758"/>
                </a:cubicBezTo>
                <a:cubicBezTo>
                  <a:pt x="3285224" y="33076"/>
                  <a:pt x="3285361" y="33484"/>
                  <a:pt x="3285361" y="33984"/>
                </a:cubicBezTo>
                <a:cubicBezTo>
                  <a:pt x="3285361" y="34664"/>
                  <a:pt x="3285178" y="35390"/>
                  <a:pt x="3284815" y="36162"/>
                </a:cubicBezTo>
                <a:cubicBezTo>
                  <a:pt x="3284498" y="36933"/>
                  <a:pt x="3283998" y="37750"/>
                  <a:pt x="3283318" y="38613"/>
                </a:cubicBezTo>
                <a:lnTo>
                  <a:pt x="3265541" y="58773"/>
                </a:lnTo>
                <a:lnTo>
                  <a:pt x="3286110" y="90577"/>
                </a:lnTo>
                <a:cubicBezTo>
                  <a:pt x="3286655" y="91486"/>
                  <a:pt x="3287041" y="92280"/>
                  <a:pt x="3287267" y="92963"/>
                </a:cubicBezTo>
                <a:cubicBezTo>
                  <a:pt x="3287541" y="93597"/>
                  <a:pt x="3287675" y="94189"/>
                  <a:pt x="3287675" y="94732"/>
                </a:cubicBezTo>
                <a:close/>
                <a:moveTo>
                  <a:pt x="3372466" y="77501"/>
                </a:moveTo>
                <a:cubicBezTo>
                  <a:pt x="3372466" y="80953"/>
                  <a:pt x="3371809" y="83993"/>
                  <a:pt x="3370492" y="86628"/>
                </a:cubicBezTo>
                <a:cubicBezTo>
                  <a:pt x="3369220" y="89263"/>
                  <a:pt x="3367403" y="91463"/>
                  <a:pt x="3365042" y="93235"/>
                </a:cubicBezTo>
                <a:cubicBezTo>
                  <a:pt x="3362682" y="95006"/>
                  <a:pt x="3359890" y="96321"/>
                  <a:pt x="3356667" y="97184"/>
                </a:cubicBezTo>
                <a:cubicBezTo>
                  <a:pt x="3353444" y="98092"/>
                  <a:pt x="3349946" y="98547"/>
                  <a:pt x="3346177" y="98547"/>
                </a:cubicBezTo>
                <a:cubicBezTo>
                  <a:pt x="3343908" y="98547"/>
                  <a:pt x="3341728" y="98364"/>
                  <a:pt x="3339639" y="98001"/>
                </a:cubicBezTo>
                <a:cubicBezTo>
                  <a:pt x="3337596" y="97684"/>
                  <a:pt x="3335759" y="97275"/>
                  <a:pt x="3334124" y="96775"/>
                </a:cubicBezTo>
                <a:cubicBezTo>
                  <a:pt x="3332490" y="96232"/>
                  <a:pt x="3331127" y="95686"/>
                  <a:pt x="3330038" y="95140"/>
                </a:cubicBezTo>
                <a:cubicBezTo>
                  <a:pt x="3328949" y="94598"/>
                  <a:pt x="3328152" y="94097"/>
                  <a:pt x="3327655" y="93643"/>
                </a:cubicBezTo>
                <a:cubicBezTo>
                  <a:pt x="3327155" y="93143"/>
                  <a:pt x="3326769" y="92394"/>
                  <a:pt x="3326495" y="91394"/>
                </a:cubicBezTo>
                <a:cubicBezTo>
                  <a:pt x="3326223" y="90351"/>
                  <a:pt x="3326086" y="88831"/>
                  <a:pt x="3326086" y="86831"/>
                </a:cubicBezTo>
                <a:cubicBezTo>
                  <a:pt x="3326086" y="85516"/>
                  <a:pt x="3326132" y="84471"/>
                  <a:pt x="3326223" y="83699"/>
                </a:cubicBezTo>
                <a:cubicBezTo>
                  <a:pt x="3326315" y="82882"/>
                  <a:pt x="3326452" y="82247"/>
                  <a:pt x="3326632" y="81793"/>
                </a:cubicBezTo>
                <a:cubicBezTo>
                  <a:pt x="3326815" y="81293"/>
                  <a:pt x="3327040" y="80976"/>
                  <a:pt x="3327312" y="80839"/>
                </a:cubicBezTo>
                <a:cubicBezTo>
                  <a:pt x="3327586" y="80659"/>
                  <a:pt x="3327926" y="80567"/>
                  <a:pt x="3328335" y="80567"/>
                </a:cubicBezTo>
                <a:cubicBezTo>
                  <a:pt x="3328835" y="80567"/>
                  <a:pt x="3329561" y="80862"/>
                  <a:pt x="3330515" y="81453"/>
                </a:cubicBezTo>
                <a:cubicBezTo>
                  <a:pt x="3331512" y="81996"/>
                  <a:pt x="3332738" y="82610"/>
                  <a:pt x="3334193" y="83290"/>
                </a:cubicBezTo>
                <a:cubicBezTo>
                  <a:pt x="3335644" y="83970"/>
                  <a:pt x="3337325" y="84608"/>
                  <a:pt x="3339230" y="85196"/>
                </a:cubicBezTo>
                <a:cubicBezTo>
                  <a:pt x="3341185" y="85788"/>
                  <a:pt x="3343385" y="86082"/>
                  <a:pt x="3345837" y="86082"/>
                </a:cubicBezTo>
                <a:cubicBezTo>
                  <a:pt x="3347380" y="86082"/>
                  <a:pt x="3348743" y="85925"/>
                  <a:pt x="3349923" y="85605"/>
                </a:cubicBezTo>
                <a:cubicBezTo>
                  <a:pt x="3351149" y="85288"/>
                  <a:pt x="3352195" y="84833"/>
                  <a:pt x="3353058" y="84245"/>
                </a:cubicBezTo>
                <a:cubicBezTo>
                  <a:pt x="3353964" y="83653"/>
                  <a:pt x="3354647" y="82905"/>
                  <a:pt x="3355101" y="81996"/>
                </a:cubicBezTo>
                <a:cubicBezTo>
                  <a:pt x="3355553" y="81090"/>
                  <a:pt x="3355781" y="80044"/>
                  <a:pt x="3355781" y="78864"/>
                </a:cubicBezTo>
                <a:cubicBezTo>
                  <a:pt x="3355781" y="77501"/>
                  <a:pt x="3355350" y="76344"/>
                  <a:pt x="3354487" y="75389"/>
                </a:cubicBezTo>
                <a:cubicBezTo>
                  <a:pt x="3353669" y="74392"/>
                  <a:pt x="3352558" y="73529"/>
                  <a:pt x="3351149" y="72803"/>
                </a:cubicBezTo>
                <a:cubicBezTo>
                  <a:pt x="3349789" y="72078"/>
                  <a:pt x="3348220" y="71395"/>
                  <a:pt x="3346451" y="70760"/>
                </a:cubicBezTo>
                <a:cubicBezTo>
                  <a:pt x="3344725" y="70123"/>
                  <a:pt x="3342931" y="69420"/>
                  <a:pt x="3341071" y="68649"/>
                </a:cubicBezTo>
                <a:cubicBezTo>
                  <a:pt x="3339253" y="67877"/>
                  <a:pt x="3337462" y="66991"/>
                  <a:pt x="3335690" y="65991"/>
                </a:cubicBezTo>
                <a:cubicBezTo>
                  <a:pt x="3333964" y="64994"/>
                  <a:pt x="3332398" y="63768"/>
                  <a:pt x="3330989" y="62314"/>
                </a:cubicBezTo>
                <a:cubicBezTo>
                  <a:pt x="3329629" y="60862"/>
                  <a:pt x="3328518" y="59113"/>
                  <a:pt x="3327655" y="57070"/>
                </a:cubicBezTo>
                <a:cubicBezTo>
                  <a:pt x="3326838" y="55027"/>
                  <a:pt x="3326429" y="52575"/>
                  <a:pt x="3326429" y="49715"/>
                </a:cubicBezTo>
                <a:cubicBezTo>
                  <a:pt x="3326429" y="46809"/>
                  <a:pt x="3326995" y="44154"/>
                  <a:pt x="3328132" y="41748"/>
                </a:cubicBezTo>
                <a:cubicBezTo>
                  <a:pt x="3329266" y="39296"/>
                  <a:pt x="3330901" y="37208"/>
                  <a:pt x="3333035" y="35482"/>
                </a:cubicBezTo>
                <a:cubicBezTo>
                  <a:pt x="3335167" y="33756"/>
                  <a:pt x="3337756" y="32415"/>
                  <a:pt x="3340796" y="31464"/>
                </a:cubicBezTo>
                <a:cubicBezTo>
                  <a:pt x="3343885" y="30510"/>
                  <a:pt x="3347334" y="30032"/>
                  <a:pt x="3351149" y="30032"/>
                </a:cubicBezTo>
                <a:cubicBezTo>
                  <a:pt x="3353058" y="30032"/>
                  <a:pt x="3354895" y="30169"/>
                  <a:pt x="3356667" y="30441"/>
                </a:cubicBezTo>
                <a:cubicBezTo>
                  <a:pt x="3358481" y="30715"/>
                  <a:pt x="3360116" y="31055"/>
                  <a:pt x="3361570" y="31464"/>
                </a:cubicBezTo>
                <a:cubicBezTo>
                  <a:pt x="3363022" y="31873"/>
                  <a:pt x="3364248" y="32327"/>
                  <a:pt x="3365248" y="32824"/>
                </a:cubicBezTo>
                <a:cubicBezTo>
                  <a:pt x="3366245" y="33278"/>
                  <a:pt x="3366951" y="33687"/>
                  <a:pt x="3367360" y="34050"/>
                </a:cubicBezTo>
                <a:cubicBezTo>
                  <a:pt x="3367814" y="34370"/>
                  <a:pt x="3368131" y="34710"/>
                  <a:pt x="3368311" y="35073"/>
                </a:cubicBezTo>
                <a:cubicBezTo>
                  <a:pt x="3368494" y="35390"/>
                  <a:pt x="3368631" y="35799"/>
                  <a:pt x="3368720" y="36299"/>
                </a:cubicBezTo>
                <a:cubicBezTo>
                  <a:pt x="3368811" y="36753"/>
                  <a:pt x="3368880" y="37342"/>
                  <a:pt x="3368926" y="38070"/>
                </a:cubicBezTo>
                <a:cubicBezTo>
                  <a:pt x="3369017" y="38751"/>
                  <a:pt x="3369060" y="39614"/>
                  <a:pt x="3369060" y="40657"/>
                </a:cubicBezTo>
                <a:cubicBezTo>
                  <a:pt x="3369060" y="41882"/>
                  <a:pt x="3369017" y="42883"/>
                  <a:pt x="3368926" y="43654"/>
                </a:cubicBezTo>
                <a:cubicBezTo>
                  <a:pt x="3368880" y="44426"/>
                  <a:pt x="3368766" y="45040"/>
                  <a:pt x="3368586" y="45491"/>
                </a:cubicBezTo>
                <a:cubicBezTo>
                  <a:pt x="3368448" y="45946"/>
                  <a:pt x="3368243" y="46266"/>
                  <a:pt x="3367971" y="46446"/>
                </a:cubicBezTo>
                <a:cubicBezTo>
                  <a:pt x="3367700" y="46583"/>
                  <a:pt x="3367383" y="46652"/>
                  <a:pt x="3367017" y="46652"/>
                </a:cubicBezTo>
                <a:cubicBezTo>
                  <a:pt x="3366608" y="46652"/>
                  <a:pt x="3365974" y="46423"/>
                  <a:pt x="3365111" y="45969"/>
                </a:cubicBezTo>
                <a:cubicBezTo>
                  <a:pt x="3364248" y="45471"/>
                  <a:pt x="3363159" y="44948"/>
                  <a:pt x="3361842" y="44403"/>
                </a:cubicBezTo>
                <a:cubicBezTo>
                  <a:pt x="3360570" y="43857"/>
                  <a:pt x="3359073" y="43360"/>
                  <a:pt x="3357347" y="42905"/>
                </a:cubicBezTo>
                <a:cubicBezTo>
                  <a:pt x="3355667" y="42405"/>
                  <a:pt x="3353738" y="42157"/>
                  <a:pt x="3351558" y="42157"/>
                </a:cubicBezTo>
                <a:cubicBezTo>
                  <a:pt x="3350015" y="42157"/>
                  <a:pt x="3348675" y="42314"/>
                  <a:pt x="3347540" y="42631"/>
                </a:cubicBezTo>
                <a:cubicBezTo>
                  <a:pt x="3346406" y="42951"/>
                  <a:pt x="3345474" y="43405"/>
                  <a:pt x="3344748" y="43994"/>
                </a:cubicBezTo>
                <a:cubicBezTo>
                  <a:pt x="3344023" y="44586"/>
                  <a:pt x="3343477" y="45289"/>
                  <a:pt x="3343114" y="46106"/>
                </a:cubicBezTo>
                <a:cubicBezTo>
                  <a:pt x="3342751" y="46877"/>
                  <a:pt x="3342568" y="47717"/>
                  <a:pt x="3342568" y="48626"/>
                </a:cubicBezTo>
                <a:cubicBezTo>
                  <a:pt x="3342568" y="50032"/>
                  <a:pt x="3343000" y="51215"/>
                  <a:pt x="3343863" y="52167"/>
                </a:cubicBezTo>
                <a:cubicBezTo>
                  <a:pt x="3344725" y="53121"/>
                  <a:pt x="3345860" y="53961"/>
                  <a:pt x="3347269" y="54687"/>
                </a:cubicBezTo>
                <a:cubicBezTo>
                  <a:pt x="3348675" y="55413"/>
                  <a:pt x="3350263" y="56096"/>
                  <a:pt x="3352035" y="56730"/>
                </a:cubicBezTo>
                <a:cubicBezTo>
                  <a:pt x="3353852" y="57364"/>
                  <a:pt x="3355667" y="58070"/>
                  <a:pt x="3357484" y="58842"/>
                </a:cubicBezTo>
                <a:cubicBezTo>
                  <a:pt x="3359344" y="59567"/>
                  <a:pt x="3361162" y="60430"/>
                  <a:pt x="3362931" y="61431"/>
                </a:cubicBezTo>
                <a:cubicBezTo>
                  <a:pt x="3364748" y="62428"/>
                  <a:pt x="3366360" y="63654"/>
                  <a:pt x="3367768" y="65108"/>
                </a:cubicBezTo>
                <a:cubicBezTo>
                  <a:pt x="3369174" y="66560"/>
                  <a:pt x="3370309" y="68309"/>
                  <a:pt x="3371172" y="70352"/>
                </a:cubicBezTo>
                <a:cubicBezTo>
                  <a:pt x="3372035" y="72349"/>
                  <a:pt x="3372466" y="74732"/>
                  <a:pt x="3372466" y="77501"/>
                </a:cubicBezTo>
                <a:close/>
                <a:moveTo>
                  <a:pt x="3419732" y="88671"/>
                </a:moveTo>
                <a:cubicBezTo>
                  <a:pt x="3419732" y="90668"/>
                  <a:pt x="3419595" y="92212"/>
                  <a:pt x="3419323" y="93303"/>
                </a:cubicBezTo>
                <a:cubicBezTo>
                  <a:pt x="3419095" y="94346"/>
                  <a:pt x="3418778" y="95095"/>
                  <a:pt x="3418369" y="95549"/>
                </a:cubicBezTo>
                <a:cubicBezTo>
                  <a:pt x="3417960" y="95958"/>
                  <a:pt x="3417346" y="96343"/>
                  <a:pt x="3416529" y="96706"/>
                </a:cubicBezTo>
                <a:cubicBezTo>
                  <a:pt x="3415757" y="97026"/>
                  <a:pt x="3414829" y="97298"/>
                  <a:pt x="3413737" y="97524"/>
                </a:cubicBezTo>
                <a:cubicBezTo>
                  <a:pt x="3412694" y="97798"/>
                  <a:pt x="3411537" y="98001"/>
                  <a:pt x="3410265" y="98138"/>
                </a:cubicBezTo>
                <a:cubicBezTo>
                  <a:pt x="3409039" y="98275"/>
                  <a:pt x="3407790" y="98341"/>
                  <a:pt x="3406519" y="98341"/>
                </a:cubicBezTo>
                <a:cubicBezTo>
                  <a:pt x="3403113" y="98341"/>
                  <a:pt x="3400161" y="97909"/>
                  <a:pt x="3397666" y="97049"/>
                </a:cubicBezTo>
                <a:cubicBezTo>
                  <a:pt x="3395169" y="96186"/>
                  <a:pt x="3393103" y="94869"/>
                  <a:pt x="3391468" y="93097"/>
                </a:cubicBezTo>
                <a:cubicBezTo>
                  <a:pt x="3389834" y="91283"/>
                  <a:pt x="3388631" y="89011"/>
                  <a:pt x="3387859" y="86288"/>
                </a:cubicBezTo>
                <a:cubicBezTo>
                  <a:pt x="3387085" y="83562"/>
                  <a:pt x="3386699" y="80339"/>
                  <a:pt x="3386699" y="76615"/>
                </a:cubicBezTo>
                <a:lnTo>
                  <a:pt x="3386699" y="45491"/>
                </a:lnTo>
                <a:lnTo>
                  <a:pt x="3379413" y="45491"/>
                </a:lnTo>
                <a:cubicBezTo>
                  <a:pt x="3378550" y="45491"/>
                  <a:pt x="3377892" y="44971"/>
                  <a:pt x="3377438" y="43925"/>
                </a:cubicBezTo>
                <a:cubicBezTo>
                  <a:pt x="3376984" y="42837"/>
                  <a:pt x="3376758" y="41042"/>
                  <a:pt x="3376758" y="38545"/>
                </a:cubicBezTo>
                <a:cubicBezTo>
                  <a:pt x="3376758" y="37230"/>
                  <a:pt x="3376804" y="36116"/>
                  <a:pt x="3376892" y="35210"/>
                </a:cubicBezTo>
                <a:cubicBezTo>
                  <a:pt x="3377030" y="34301"/>
                  <a:pt x="3377212" y="33598"/>
                  <a:pt x="3377438" y="33098"/>
                </a:cubicBezTo>
                <a:cubicBezTo>
                  <a:pt x="3377664" y="32553"/>
                  <a:pt x="3377938" y="32167"/>
                  <a:pt x="3378255" y="31941"/>
                </a:cubicBezTo>
                <a:cubicBezTo>
                  <a:pt x="3378618" y="31713"/>
                  <a:pt x="3379027" y="31598"/>
                  <a:pt x="3379481" y="31598"/>
                </a:cubicBezTo>
                <a:lnTo>
                  <a:pt x="3386699" y="31598"/>
                </a:lnTo>
                <a:lnTo>
                  <a:pt x="3386699" y="18048"/>
                </a:lnTo>
                <a:cubicBezTo>
                  <a:pt x="3386699" y="17594"/>
                  <a:pt x="3386814" y="17185"/>
                  <a:pt x="3387042" y="16822"/>
                </a:cubicBezTo>
                <a:cubicBezTo>
                  <a:pt x="3387314" y="16456"/>
                  <a:pt x="3387768" y="16162"/>
                  <a:pt x="3388402" y="15936"/>
                </a:cubicBezTo>
                <a:cubicBezTo>
                  <a:pt x="3389085" y="15662"/>
                  <a:pt x="3389968" y="15482"/>
                  <a:pt x="3391060" y="15390"/>
                </a:cubicBezTo>
                <a:cubicBezTo>
                  <a:pt x="3392194" y="15253"/>
                  <a:pt x="3393580" y="15188"/>
                  <a:pt x="3395215" y="15188"/>
                </a:cubicBezTo>
                <a:cubicBezTo>
                  <a:pt x="3396892" y="15188"/>
                  <a:pt x="3398278" y="15253"/>
                  <a:pt x="3399367" y="15390"/>
                </a:cubicBezTo>
                <a:cubicBezTo>
                  <a:pt x="3400504" y="15482"/>
                  <a:pt x="3401390" y="15662"/>
                  <a:pt x="3402024" y="15936"/>
                </a:cubicBezTo>
                <a:cubicBezTo>
                  <a:pt x="3402658" y="16162"/>
                  <a:pt x="3403113" y="16456"/>
                  <a:pt x="3403387" y="16822"/>
                </a:cubicBezTo>
                <a:cubicBezTo>
                  <a:pt x="3403659" y="17185"/>
                  <a:pt x="3403796" y="17594"/>
                  <a:pt x="3403796" y="18048"/>
                </a:cubicBezTo>
                <a:lnTo>
                  <a:pt x="3403796" y="31598"/>
                </a:lnTo>
                <a:lnTo>
                  <a:pt x="3417006" y="31598"/>
                </a:lnTo>
                <a:cubicBezTo>
                  <a:pt x="3417460" y="31598"/>
                  <a:pt x="3417846" y="31713"/>
                  <a:pt x="3418163" y="31941"/>
                </a:cubicBezTo>
                <a:cubicBezTo>
                  <a:pt x="3418529" y="32167"/>
                  <a:pt x="3418823" y="32553"/>
                  <a:pt x="3419049" y="33098"/>
                </a:cubicBezTo>
                <a:cubicBezTo>
                  <a:pt x="3419278" y="33598"/>
                  <a:pt x="3419435" y="34301"/>
                  <a:pt x="3419526" y="35210"/>
                </a:cubicBezTo>
                <a:cubicBezTo>
                  <a:pt x="3419663" y="36116"/>
                  <a:pt x="3419732" y="37230"/>
                  <a:pt x="3419732" y="38545"/>
                </a:cubicBezTo>
                <a:cubicBezTo>
                  <a:pt x="3419732" y="41042"/>
                  <a:pt x="3419503" y="42837"/>
                  <a:pt x="3419049" y="43925"/>
                </a:cubicBezTo>
                <a:cubicBezTo>
                  <a:pt x="3418595" y="44971"/>
                  <a:pt x="3417937" y="45491"/>
                  <a:pt x="3417075" y="45491"/>
                </a:cubicBezTo>
                <a:lnTo>
                  <a:pt x="3403796" y="45491"/>
                </a:lnTo>
                <a:lnTo>
                  <a:pt x="3403796" y="74029"/>
                </a:lnTo>
                <a:cubicBezTo>
                  <a:pt x="3403796" y="77344"/>
                  <a:pt x="3404316" y="79841"/>
                  <a:pt x="3405362" y="81519"/>
                </a:cubicBezTo>
                <a:cubicBezTo>
                  <a:pt x="3406405" y="83153"/>
                  <a:pt x="3408268" y="83970"/>
                  <a:pt x="3410945" y="83970"/>
                </a:cubicBezTo>
                <a:cubicBezTo>
                  <a:pt x="3411854" y="83970"/>
                  <a:pt x="3412671" y="83905"/>
                  <a:pt x="3413397" y="83768"/>
                </a:cubicBezTo>
                <a:cubicBezTo>
                  <a:pt x="3414123" y="83585"/>
                  <a:pt x="3414760" y="83405"/>
                  <a:pt x="3415306" y="83222"/>
                </a:cubicBezTo>
                <a:cubicBezTo>
                  <a:pt x="3415894" y="82996"/>
                  <a:pt x="3416372" y="82813"/>
                  <a:pt x="3416734" y="82679"/>
                </a:cubicBezTo>
                <a:cubicBezTo>
                  <a:pt x="3417143" y="82496"/>
                  <a:pt x="3417506" y="82405"/>
                  <a:pt x="3417823" y="82405"/>
                </a:cubicBezTo>
                <a:cubicBezTo>
                  <a:pt x="3418097" y="82405"/>
                  <a:pt x="3418346" y="82496"/>
                  <a:pt x="3418575" y="82679"/>
                </a:cubicBezTo>
                <a:cubicBezTo>
                  <a:pt x="3418846" y="82813"/>
                  <a:pt x="3419049" y="83133"/>
                  <a:pt x="3419186" y="83630"/>
                </a:cubicBezTo>
                <a:cubicBezTo>
                  <a:pt x="3419323" y="84085"/>
                  <a:pt x="3419435" y="84722"/>
                  <a:pt x="3419526" y="85539"/>
                </a:cubicBezTo>
                <a:cubicBezTo>
                  <a:pt x="3419663" y="86357"/>
                  <a:pt x="3419732" y="87399"/>
                  <a:pt x="3419732" y="88671"/>
                </a:cubicBezTo>
                <a:close/>
                <a:moveTo>
                  <a:pt x="3471150" y="39568"/>
                </a:moveTo>
                <a:cubicBezTo>
                  <a:pt x="3471150" y="41202"/>
                  <a:pt x="3471104" y="42542"/>
                  <a:pt x="3471013" y="43585"/>
                </a:cubicBezTo>
                <a:cubicBezTo>
                  <a:pt x="3470924" y="44631"/>
                  <a:pt x="3470787" y="45449"/>
                  <a:pt x="3470604" y="46037"/>
                </a:cubicBezTo>
                <a:cubicBezTo>
                  <a:pt x="3470424" y="46629"/>
                  <a:pt x="3470173" y="47037"/>
                  <a:pt x="3469855" y="47263"/>
                </a:cubicBezTo>
                <a:cubicBezTo>
                  <a:pt x="3469584" y="47492"/>
                  <a:pt x="3469221" y="47603"/>
                  <a:pt x="3468767" y="47603"/>
                </a:cubicBezTo>
                <a:cubicBezTo>
                  <a:pt x="3468404" y="47603"/>
                  <a:pt x="3467995" y="47537"/>
                  <a:pt x="3467541" y="47400"/>
                </a:cubicBezTo>
                <a:cubicBezTo>
                  <a:pt x="3467086" y="47217"/>
                  <a:pt x="3466564" y="47037"/>
                  <a:pt x="3465975" y="46854"/>
                </a:cubicBezTo>
                <a:cubicBezTo>
                  <a:pt x="3465429" y="46674"/>
                  <a:pt x="3464815" y="46514"/>
                  <a:pt x="3464135" y="46377"/>
                </a:cubicBezTo>
                <a:cubicBezTo>
                  <a:pt x="3463455" y="46197"/>
                  <a:pt x="3462706" y="46106"/>
                  <a:pt x="3461889" y="46106"/>
                </a:cubicBezTo>
                <a:cubicBezTo>
                  <a:pt x="3460934" y="46106"/>
                  <a:pt x="3459980" y="46309"/>
                  <a:pt x="3459028" y="46717"/>
                </a:cubicBezTo>
                <a:cubicBezTo>
                  <a:pt x="3458074" y="47083"/>
                  <a:pt x="3457074" y="47672"/>
                  <a:pt x="3456031" y="48489"/>
                </a:cubicBezTo>
                <a:cubicBezTo>
                  <a:pt x="3455031" y="49306"/>
                  <a:pt x="3453965" y="50398"/>
                  <a:pt x="3452830" y="51758"/>
                </a:cubicBezTo>
                <a:cubicBezTo>
                  <a:pt x="3451739" y="53121"/>
                  <a:pt x="3450559" y="54801"/>
                  <a:pt x="3449287" y="56799"/>
                </a:cubicBezTo>
                <a:lnTo>
                  <a:pt x="3449287" y="94663"/>
                </a:lnTo>
                <a:cubicBezTo>
                  <a:pt x="3449287" y="95118"/>
                  <a:pt x="3449153" y="95526"/>
                  <a:pt x="3448878" y="95889"/>
                </a:cubicBezTo>
                <a:cubicBezTo>
                  <a:pt x="3448607" y="96209"/>
                  <a:pt x="3448130" y="96481"/>
                  <a:pt x="3447450" y="96706"/>
                </a:cubicBezTo>
                <a:cubicBezTo>
                  <a:pt x="3446815" y="96935"/>
                  <a:pt x="3445952" y="97092"/>
                  <a:pt x="3444861" y="97184"/>
                </a:cubicBezTo>
                <a:cubicBezTo>
                  <a:pt x="3443772" y="97321"/>
                  <a:pt x="3442386" y="97389"/>
                  <a:pt x="3440706" y="97389"/>
                </a:cubicBezTo>
                <a:cubicBezTo>
                  <a:pt x="3439026" y="97389"/>
                  <a:pt x="3437643" y="97321"/>
                  <a:pt x="3436554" y="97184"/>
                </a:cubicBezTo>
                <a:cubicBezTo>
                  <a:pt x="3435463" y="97092"/>
                  <a:pt x="3434577" y="96935"/>
                  <a:pt x="3433897" y="96706"/>
                </a:cubicBezTo>
                <a:cubicBezTo>
                  <a:pt x="3433262" y="96481"/>
                  <a:pt x="3432808" y="96209"/>
                  <a:pt x="3432534" y="95889"/>
                </a:cubicBezTo>
                <a:cubicBezTo>
                  <a:pt x="3432262" y="95526"/>
                  <a:pt x="3432125" y="95118"/>
                  <a:pt x="3432125" y="94663"/>
                </a:cubicBezTo>
                <a:lnTo>
                  <a:pt x="3432125" y="33916"/>
                </a:lnTo>
                <a:cubicBezTo>
                  <a:pt x="3432125" y="33461"/>
                  <a:pt x="3432239" y="33076"/>
                  <a:pt x="3432468" y="32758"/>
                </a:cubicBezTo>
                <a:cubicBezTo>
                  <a:pt x="3432694" y="32393"/>
                  <a:pt x="3433102" y="32098"/>
                  <a:pt x="3433691" y="31873"/>
                </a:cubicBezTo>
                <a:cubicBezTo>
                  <a:pt x="3434282" y="31644"/>
                  <a:pt x="3435031" y="31487"/>
                  <a:pt x="3435940" y="31395"/>
                </a:cubicBezTo>
                <a:cubicBezTo>
                  <a:pt x="3436894" y="31258"/>
                  <a:pt x="3438074" y="31190"/>
                  <a:pt x="3439480" y="31190"/>
                </a:cubicBezTo>
                <a:cubicBezTo>
                  <a:pt x="3440935" y="31190"/>
                  <a:pt x="3442138" y="31258"/>
                  <a:pt x="3443092" y="31395"/>
                </a:cubicBezTo>
                <a:cubicBezTo>
                  <a:pt x="3444044" y="31487"/>
                  <a:pt x="3444769" y="31644"/>
                  <a:pt x="3445269" y="31873"/>
                </a:cubicBezTo>
                <a:cubicBezTo>
                  <a:pt x="3445815" y="32098"/>
                  <a:pt x="3446201" y="32395"/>
                  <a:pt x="3446427" y="32758"/>
                </a:cubicBezTo>
                <a:cubicBezTo>
                  <a:pt x="3446655" y="33076"/>
                  <a:pt x="3446770" y="33461"/>
                  <a:pt x="3446770" y="33916"/>
                </a:cubicBezTo>
                <a:lnTo>
                  <a:pt x="3446770" y="41474"/>
                </a:lnTo>
                <a:cubicBezTo>
                  <a:pt x="3448358" y="39205"/>
                  <a:pt x="3449856" y="37342"/>
                  <a:pt x="3451264" y="35890"/>
                </a:cubicBezTo>
                <a:cubicBezTo>
                  <a:pt x="3452670" y="34393"/>
                  <a:pt x="3454011" y="33213"/>
                  <a:pt x="3455282" y="32350"/>
                </a:cubicBezTo>
                <a:cubicBezTo>
                  <a:pt x="3456554" y="31487"/>
                  <a:pt x="3457825" y="30895"/>
                  <a:pt x="3459094" y="30578"/>
                </a:cubicBezTo>
                <a:cubicBezTo>
                  <a:pt x="3460366" y="30215"/>
                  <a:pt x="3461637" y="30032"/>
                  <a:pt x="3462909" y="30032"/>
                </a:cubicBezTo>
                <a:cubicBezTo>
                  <a:pt x="3463500" y="30032"/>
                  <a:pt x="3464135" y="30078"/>
                  <a:pt x="3464815" y="30169"/>
                </a:cubicBezTo>
                <a:cubicBezTo>
                  <a:pt x="3465498" y="30215"/>
                  <a:pt x="3466201" y="30330"/>
                  <a:pt x="3466926" y="30510"/>
                </a:cubicBezTo>
                <a:cubicBezTo>
                  <a:pt x="3467655" y="30647"/>
                  <a:pt x="3468289" y="30827"/>
                  <a:pt x="3468835" y="31055"/>
                </a:cubicBezTo>
                <a:cubicBezTo>
                  <a:pt x="3469378" y="31235"/>
                  <a:pt x="3469764" y="31441"/>
                  <a:pt x="3469993" y="31667"/>
                </a:cubicBezTo>
                <a:cubicBezTo>
                  <a:pt x="3470264" y="31895"/>
                  <a:pt x="3470447" y="32144"/>
                  <a:pt x="3470538" y="32415"/>
                </a:cubicBezTo>
                <a:cubicBezTo>
                  <a:pt x="3470673" y="32690"/>
                  <a:pt x="3470787" y="33076"/>
                  <a:pt x="3470878" y="33576"/>
                </a:cubicBezTo>
                <a:cubicBezTo>
                  <a:pt x="3470967" y="34030"/>
                  <a:pt x="3471036" y="34733"/>
                  <a:pt x="3471081" y="35684"/>
                </a:cubicBezTo>
                <a:cubicBezTo>
                  <a:pt x="3471127" y="36639"/>
                  <a:pt x="3471150" y="37933"/>
                  <a:pt x="3471150" y="39568"/>
                </a:cubicBezTo>
                <a:close/>
                <a:moveTo>
                  <a:pt x="3539321" y="94663"/>
                </a:moveTo>
                <a:cubicBezTo>
                  <a:pt x="3539321" y="95118"/>
                  <a:pt x="3539210" y="95526"/>
                  <a:pt x="3538981" y="95889"/>
                </a:cubicBezTo>
                <a:cubicBezTo>
                  <a:pt x="3538755" y="96209"/>
                  <a:pt x="3538347" y="96481"/>
                  <a:pt x="3537755" y="96706"/>
                </a:cubicBezTo>
                <a:cubicBezTo>
                  <a:pt x="3537212" y="96935"/>
                  <a:pt x="3536461" y="97092"/>
                  <a:pt x="3535509" y="97184"/>
                </a:cubicBezTo>
                <a:cubicBezTo>
                  <a:pt x="3534601" y="97321"/>
                  <a:pt x="3533443" y="97389"/>
                  <a:pt x="3532035" y="97389"/>
                </a:cubicBezTo>
                <a:cubicBezTo>
                  <a:pt x="3530537" y="97389"/>
                  <a:pt x="3529311" y="97321"/>
                  <a:pt x="3528357" y="97184"/>
                </a:cubicBezTo>
                <a:cubicBezTo>
                  <a:pt x="3527448" y="97092"/>
                  <a:pt x="3526722" y="96935"/>
                  <a:pt x="3526180" y="96706"/>
                </a:cubicBezTo>
                <a:cubicBezTo>
                  <a:pt x="3525634" y="96481"/>
                  <a:pt x="3525248" y="96209"/>
                  <a:pt x="3525019" y="95889"/>
                </a:cubicBezTo>
                <a:cubicBezTo>
                  <a:pt x="3524794" y="95526"/>
                  <a:pt x="3524679" y="95118"/>
                  <a:pt x="3524679" y="94663"/>
                </a:cubicBezTo>
                <a:lnTo>
                  <a:pt x="3524679" y="87648"/>
                </a:lnTo>
                <a:cubicBezTo>
                  <a:pt x="3521319" y="91283"/>
                  <a:pt x="3517893" y="94006"/>
                  <a:pt x="3514395" y="95823"/>
                </a:cubicBezTo>
                <a:cubicBezTo>
                  <a:pt x="3510946" y="97638"/>
                  <a:pt x="3507357" y="98547"/>
                  <a:pt x="3503637" y="98547"/>
                </a:cubicBezTo>
                <a:cubicBezTo>
                  <a:pt x="3499459" y="98547"/>
                  <a:pt x="3495939" y="97867"/>
                  <a:pt x="3493078" y="96503"/>
                </a:cubicBezTo>
                <a:cubicBezTo>
                  <a:pt x="3490264" y="95140"/>
                  <a:pt x="3487972" y="93280"/>
                  <a:pt x="3486200" y="90920"/>
                </a:cubicBezTo>
                <a:cubicBezTo>
                  <a:pt x="3484477" y="88557"/>
                  <a:pt x="3483228" y="85834"/>
                  <a:pt x="3482454" y="82745"/>
                </a:cubicBezTo>
                <a:cubicBezTo>
                  <a:pt x="3481728" y="79613"/>
                  <a:pt x="3481365" y="75732"/>
                  <a:pt x="3481365" y="71100"/>
                </a:cubicBezTo>
                <a:lnTo>
                  <a:pt x="3481365" y="33916"/>
                </a:lnTo>
                <a:cubicBezTo>
                  <a:pt x="3481365" y="33461"/>
                  <a:pt x="3481480" y="33076"/>
                  <a:pt x="3481705" y="32758"/>
                </a:cubicBezTo>
                <a:cubicBezTo>
                  <a:pt x="3481980" y="32393"/>
                  <a:pt x="3482431" y="32098"/>
                  <a:pt x="3483068" y="31873"/>
                </a:cubicBezTo>
                <a:cubicBezTo>
                  <a:pt x="3483749" y="31644"/>
                  <a:pt x="3484634" y="31487"/>
                  <a:pt x="3485723" y="31395"/>
                </a:cubicBezTo>
                <a:cubicBezTo>
                  <a:pt x="3486860" y="31258"/>
                  <a:pt x="3488243" y="31190"/>
                  <a:pt x="3489878" y="31190"/>
                </a:cubicBezTo>
                <a:cubicBezTo>
                  <a:pt x="3491558" y="31190"/>
                  <a:pt x="3492944" y="31258"/>
                  <a:pt x="3494033" y="31395"/>
                </a:cubicBezTo>
                <a:cubicBezTo>
                  <a:pt x="3495121" y="31487"/>
                  <a:pt x="3495984" y="31644"/>
                  <a:pt x="3496622" y="31873"/>
                </a:cubicBezTo>
                <a:cubicBezTo>
                  <a:pt x="3497302" y="32098"/>
                  <a:pt x="3497779" y="32395"/>
                  <a:pt x="3498050" y="32758"/>
                </a:cubicBezTo>
                <a:cubicBezTo>
                  <a:pt x="3498325" y="33076"/>
                  <a:pt x="3498459" y="33461"/>
                  <a:pt x="3498459" y="33916"/>
                </a:cubicBezTo>
                <a:lnTo>
                  <a:pt x="3498459" y="68240"/>
                </a:lnTo>
                <a:cubicBezTo>
                  <a:pt x="3498459" y="71417"/>
                  <a:pt x="3498665" y="73846"/>
                  <a:pt x="3499073" y="75527"/>
                </a:cubicBezTo>
                <a:cubicBezTo>
                  <a:pt x="3499482" y="77207"/>
                  <a:pt x="3500093" y="78658"/>
                  <a:pt x="3500911" y="79884"/>
                </a:cubicBezTo>
                <a:cubicBezTo>
                  <a:pt x="3501774" y="81067"/>
                  <a:pt x="3502842" y="81996"/>
                  <a:pt x="3504114" y="82679"/>
                </a:cubicBezTo>
                <a:cubicBezTo>
                  <a:pt x="3505428" y="83313"/>
                  <a:pt x="3506951" y="83630"/>
                  <a:pt x="3508675" y="83630"/>
                </a:cubicBezTo>
                <a:cubicBezTo>
                  <a:pt x="3510855" y="83630"/>
                  <a:pt x="3513035" y="82836"/>
                  <a:pt x="3515212" y="81247"/>
                </a:cubicBezTo>
                <a:cubicBezTo>
                  <a:pt x="3517438" y="79659"/>
                  <a:pt x="3519799" y="77344"/>
                  <a:pt x="3522296" y="74301"/>
                </a:cubicBezTo>
                <a:lnTo>
                  <a:pt x="3522296" y="33916"/>
                </a:lnTo>
                <a:cubicBezTo>
                  <a:pt x="3522296" y="33461"/>
                  <a:pt x="3522411" y="33076"/>
                  <a:pt x="3522636" y="32758"/>
                </a:cubicBezTo>
                <a:cubicBezTo>
                  <a:pt x="3522911" y="32393"/>
                  <a:pt x="3523362" y="32098"/>
                  <a:pt x="3523999" y="31873"/>
                </a:cubicBezTo>
                <a:cubicBezTo>
                  <a:pt x="3524679" y="31644"/>
                  <a:pt x="3525565" y="31487"/>
                  <a:pt x="3526654" y="31395"/>
                </a:cubicBezTo>
                <a:cubicBezTo>
                  <a:pt x="3527745" y="31258"/>
                  <a:pt x="3529129" y="31190"/>
                  <a:pt x="3530809" y="31190"/>
                </a:cubicBezTo>
                <a:cubicBezTo>
                  <a:pt x="3532489" y="31190"/>
                  <a:pt x="3533875" y="31258"/>
                  <a:pt x="3534964" y="31395"/>
                </a:cubicBezTo>
                <a:cubicBezTo>
                  <a:pt x="3536052" y="31487"/>
                  <a:pt x="3536915" y="31644"/>
                  <a:pt x="3537552" y="31873"/>
                </a:cubicBezTo>
                <a:cubicBezTo>
                  <a:pt x="3538187" y="32098"/>
                  <a:pt x="3538641" y="32395"/>
                  <a:pt x="3538913" y="32758"/>
                </a:cubicBezTo>
                <a:cubicBezTo>
                  <a:pt x="3539187" y="33076"/>
                  <a:pt x="3539321" y="33461"/>
                  <a:pt x="3539321" y="33916"/>
                </a:cubicBezTo>
                <a:lnTo>
                  <a:pt x="3539321" y="94663"/>
                </a:lnTo>
                <a:close/>
                <a:moveTo>
                  <a:pt x="3602523" y="84993"/>
                </a:moveTo>
                <a:cubicBezTo>
                  <a:pt x="3602523" y="86174"/>
                  <a:pt x="3602478" y="87174"/>
                  <a:pt x="3602386" y="87991"/>
                </a:cubicBezTo>
                <a:cubicBezTo>
                  <a:pt x="3602341" y="88763"/>
                  <a:pt x="3602252" y="89420"/>
                  <a:pt x="3602115" y="89966"/>
                </a:cubicBezTo>
                <a:cubicBezTo>
                  <a:pt x="3602023" y="90511"/>
                  <a:pt x="3601889" y="90963"/>
                  <a:pt x="3601706" y="91329"/>
                </a:cubicBezTo>
                <a:cubicBezTo>
                  <a:pt x="3601569" y="91646"/>
                  <a:pt x="3601229" y="92077"/>
                  <a:pt x="3600683" y="92620"/>
                </a:cubicBezTo>
                <a:cubicBezTo>
                  <a:pt x="3600140" y="93120"/>
                  <a:pt x="3599209" y="93757"/>
                  <a:pt x="3597891" y="94529"/>
                </a:cubicBezTo>
                <a:cubicBezTo>
                  <a:pt x="3596577" y="95255"/>
                  <a:pt x="3595077" y="95912"/>
                  <a:pt x="3593397" y="96503"/>
                </a:cubicBezTo>
                <a:cubicBezTo>
                  <a:pt x="3591716" y="97092"/>
                  <a:pt x="3589879" y="97569"/>
                  <a:pt x="3587882" y="97932"/>
                </a:cubicBezTo>
                <a:cubicBezTo>
                  <a:pt x="3585930" y="98295"/>
                  <a:pt x="3583907" y="98478"/>
                  <a:pt x="3581821" y="98478"/>
                </a:cubicBezTo>
                <a:cubicBezTo>
                  <a:pt x="3577143" y="98478"/>
                  <a:pt x="3572988" y="97752"/>
                  <a:pt x="3569356" y="96298"/>
                </a:cubicBezTo>
                <a:cubicBezTo>
                  <a:pt x="3565770" y="94846"/>
                  <a:pt x="3562750" y="92712"/>
                  <a:pt x="3560298" y="89897"/>
                </a:cubicBezTo>
                <a:cubicBezTo>
                  <a:pt x="3557846" y="87037"/>
                  <a:pt x="3555986" y="83562"/>
                  <a:pt x="3554715" y="79476"/>
                </a:cubicBezTo>
                <a:cubicBezTo>
                  <a:pt x="3553489" y="75389"/>
                  <a:pt x="3552874" y="70715"/>
                  <a:pt x="3552874" y="65448"/>
                </a:cubicBezTo>
                <a:cubicBezTo>
                  <a:pt x="3552874" y="59365"/>
                  <a:pt x="3553623" y="54118"/>
                  <a:pt x="3555123" y="49715"/>
                </a:cubicBezTo>
                <a:cubicBezTo>
                  <a:pt x="3556666" y="45266"/>
                  <a:pt x="3558801" y="41588"/>
                  <a:pt x="3561524" y="38682"/>
                </a:cubicBezTo>
                <a:cubicBezTo>
                  <a:pt x="3564250" y="35776"/>
                  <a:pt x="3567473" y="33621"/>
                  <a:pt x="3571197" y="32213"/>
                </a:cubicBezTo>
                <a:cubicBezTo>
                  <a:pt x="3574920" y="30804"/>
                  <a:pt x="3579006" y="30101"/>
                  <a:pt x="3583455" y="30101"/>
                </a:cubicBezTo>
                <a:cubicBezTo>
                  <a:pt x="3585270" y="30101"/>
                  <a:pt x="3587041" y="30261"/>
                  <a:pt x="3588767" y="30578"/>
                </a:cubicBezTo>
                <a:cubicBezTo>
                  <a:pt x="3590536" y="30895"/>
                  <a:pt x="3592171" y="31327"/>
                  <a:pt x="3593671" y="31873"/>
                </a:cubicBezTo>
                <a:cubicBezTo>
                  <a:pt x="3595214" y="32415"/>
                  <a:pt x="3596577" y="33030"/>
                  <a:pt x="3597757" y="33710"/>
                </a:cubicBezTo>
                <a:cubicBezTo>
                  <a:pt x="3598983" y="34393"/>
                  <a:pt x="3599846" y="34982"/>
                  <a:pt x="3600343" y="35482"/>
                </a:cubicBezTo>
                <a:cubicBezTo>
                  <a:pt x="3600843" y="35982"/>
                  <a:pt x="3601183" y="36413"/>
                  <a:pt x="3601366" y="36776"/>
                </a:cubicBezTo>
                <a:cubicBezTo>
                  <a:pt x="3601592" y="37093"/>
                  <a:pt x="3601752" y="37525"/>
                  <a:pt x="3601843" y="38070"/>
                </a:cubicBezTo>
                <a:cubicBezTo>
                  <a:pt x="3601978" y="38613"/>
                  <a:pt x="3602069" y="39296"/>
                  <a:pt x="3602115" y="40114"/>
                </a:cubicBezTo>
                <a:cubicBezTo>
                  <a:pt x="3602206" y="40885"/>
                  <a:pt x="3602252" y="41837"/>
                  <a:pt x="3602252" y="42974"/>
                </a:cubicBezTo>
                <a:cubicBezTo>
                  <a:pt x="3602252" y="45606"/>
                  <a:pt x="3602023" y="47469"/>
                  <a:pt x="3601569" y="48557"/>
                </a:cubicBezTo>
                <a:cubicBezTo>
                  <a:pt x="3601115" y="49600"/>
                  <a:pt x="3600526" y="50123"/>
                  <a:pt x="3599800" y="50123"/>
                </a:cubicBezTo>
                <a:cubicBezTo>
                  <a:pt x="3599029" y="50123"/>
                  <a:pt x="3598211" y="49806"/>
                  <a:pt x="3597348" y="49172"/>
                </a:cubicBezTo>
                <a:cubicBezTo>
                  <a:pt x="3596486" y="48535"/>
                  <a:pt x="3595463" y="47832"/>
                  <a:pt x="3594282" y="47060"/>
                </a:cubicBezTo>
                <a:cubicBezTo>
                  <a:pt x="3593102" y="46289"/>
                  <a:pt x="3591693" y="45583"/>
                  <a:pt x="3590059" y="44948"/>
                </a:cubicBezTo>
                <a:cubicBezTo>
                  <a:pt x="3588424" y="44311"/>
                  <a:pt x="3586473" y="43994"/>
                  <a:pt x="3584204" y="43994"/>
                </a:cubicBezTo>
                <a:cubicBezTo>
                  <a:pt x="3579755" y="43994"/>
                  <a:pt x="3576349" y="45720"/>
                  <a:pt x="3573988" y="49172"/>
                </a:cubicBezTo>
                <a:cubicBezTo>
                  <a:pt x="3571625" y="52575"/>
                  <a:pt x="3570445" y="57593"/>
                  <a:pt x="3570445" y="64222"/>
                </a:cubicBezTo>
                <a:cubicBezTo>
                  <a:pt x="3570445" y="67491"/>
                  <a:pt x="3570742" y="70375"/>
                  <a:pt x="3571331" y="72872"/>
                </a:cubicBezTo>
                <a:cubicBezTo>
                  <a:pt x="3571922" y="75367"/>
                  <a:pt x="3572785" y="77455"/>
                  <a:pt x="3573920" y="79136"/>
                </a:cubicBezTo>
                <a:cubicBezTo>
                  <a:pt x="3575100" y="80816"/>
                  <a:pt x="3576552" y="82087"/>
                  <a:pt x="3578278" y="82950"/>
                </a:cubicBezTo>
                <a:cubicBezTo>
                  <a:pt x="3580049" y="83768"/>
                  <a:pt x="3582092" y="84176"/>
                  <a:pt x="3584407" y="84176"/>
                </a:cubicBezTo>
                <a:cubicBezTo>
                  <a:pt x="3586770" y="84176"/>
                  <a:pt x="3588790" y="83836"/>
                  <a:pt x="3590470" y="83153"/>
                </a:cubicBezTo>
                <a:cubicBezTo>
                  <a:pt x="3592194" y="82427"/>
                  <a:pt x="3593694" y="81633"/>
                  <a:pt x="3594962" y="80770"/>
                </a:cubicBezTo>
                <a:cubicBezTo>
                  <a:pt x="3596234" y="79907"/>
                  <a:pt x="3597303" y="79136"/>
                  <a:pt x="3598166" y="78456"/>
                </a:cubicBezTo>
                <a:cubicBezTo>
                  <a:pt x="3599029" y="77730"/>
                  <a:pt x="3599754" y="77367"/>
                  <a:pt x="3600343" y="77367"/>
                </a:cubicBezTo>
                <a:cubicBezTo>
                  <a:pt x="3600752" y="77367"/>
                  <a:pt x="3601095" y="77478"/>
                  <a:pt x="3601366" y="77707"/>
                </a:cubicBezTo>
                <a:cubicBezTo>
                  <a:pt x="3601638" y="77933"/>
                  <a:pt x="3601843" y="78364"/>
                  <a:pt x="3601978" y="79001"/>
                </a:cubicBezTo>
                <a:cubicBezTo>
                  <a:pt x="3602160" y="79590"/>
                  <a:pt x="3602298" y="80361"/>
                  <a:pt x="3602386" y="81316"/>
                </a:cubicBezTo>
                <a:cubicBezTo>
                  <a:pt x="3602478" y="82270"/>
                  <a:pt x="3602523" y="83496"/>
                  <a:pt x="3602523" y="84993"/>
                </a:cubicBezTo>
                <a:close/>
                <a:moveTo>
                  <a:pt x="3650878" y="88671"/>
                </a:moveTo>
                <a:cubicBezTo>
                  <a:pt x="3650878" y="90668"/>
                  <a:pt x="3650741" y="92212"/>
                  <a:pt x="3650469" y="93303"/>
                </a:cubicBezTo>
                <a:cubicBezTo>
                  <a:pt x="3650241" y="94346"/>
                  <a:pt x="3649924" y="95095"/>
                  <a:pt x="3649515" y="95549"/>
                </a:cubicBezTo>
                <a:cubicBezTo>
                  <a:pt x="3649106" y="95958"/>
                  <a:pt x="3648495" y="96343"/>
                  <a:pt x="3647678" y="96706"/>
                </a:cubicBezTo>
                <a:cubicBezTo>
                  <a:pt x="3646906" y="97026"/>
                  <a:pt x="3645975" y="97298"/>
                  <a:pt x="3644886" y="97524"/>
                </a:cubicBezTo>
                <a:cubicBezTo>
                  <a:pt x="3643840" y="97798"/>
                  <a:pt x="3642683" y="98001"/>
                  <a:pt x="3641411" y="98138"/>
                </a:cubicBezTo>
                <a:cubicBezTo>
                  <a:pt x="3640185" y="98275"/>
                  <a:pt x="3638937" y="98341"/>
                  <a:pt x="3637665" y="98341"/>
                </a:cubicBezTo>
                <a:cubicBezTo>
                  <a:pt x="3634259" y="98341"/>
                  <a:pt x="3631310" y="97909"/>
                  <a:pt x="3628812" y="97049"/>
                </a:cubicBezTo>
                <a:cubicBezTo>
                  <a:pt x="3626315" y="96186"/>
                  <a:pt x="3624249" y="94869"/>
                  <a:pt x="3622614" y="93097"/>
                </a:cubicBezTo>
                <a:cubicBezTo>
                  <a:pt x="3620980" y="91283"/>
                  <a:pt x="3619777" y="89011"/>
                  <a:pt x="3619005" y="86288"/>
                </a:cubicBezTo>
                <a:cubicBezTo>
                  <a:pt x="3618234" y="83562"/>
                  <a:pt x="3617848" y="80339"/>
                  <a:pt x="3617848" y="76615"/>
                </a:cubicBezTo>
                <a:lnTo>
                  <a:pt x="3617848" y="45491"/>
                </a:lnTo>
                <a:lnTo>
                  <a:pt x="3610559" y="45491"/>
                </a:lnTo>
                <a:cubicBezTo>
                  <a:pt x="3609696" y="45491"/>
                  <a:pt x="3609039" y="44971"/>
                  <a:pt x="3608584" y="43925"/>
                </a:cubicBezTo>
                <a:cubicBezTo>
                  <a:pt x="3608130" y="42837"/>
                  <a:pt x="3607904" y="41042"/>
                  <a:pt x="3607904" y="38545"/>
                </a:cubicBezTo>
                <a:cubicBezTo>
                  <a:pt x="3607904" y="37230"/>
                  <a:pt x="3607950" y="36116"/>
                  <a:pt x="3608038" y="35210"/>
                </a:cubicBezTo>
                <a:cubicBezTo>
                  <a:pt x="3608176" y="34301"/>
                  <a:pt x="3608358" y="33598"/>
                  <a:pt x="3608584" y="33098"/>
                </a:cubicBezTo>
                <a:cubicBezTo>
                  <a:pt x="3608813" y="32553"/>
                  <a:pt x="3609084" y="32167"/>
                  <a:pt x="3609401" y="31941"/>
                </a:cubicBezTo>
                <a:cubicBezTo>
                  <a:pt x="3609764" y="31713"/>
                  <a:pt x="3610173" y="31598"/>
                  <a:pt x="3610627" y="31598"/>
                </a:cubicBezTo>
                <a:lnTo>
                  <a:pt x="3617848" y="31598"/>
                </a:lnTo>
                <a:lnTo>
                  <a:pt x="3617848" y="18048"/>
                </a:lnTo>
                <a:cubicBezTo>
                  <a:pt x="3617848" y="17594"/>
                  <a:pt x="3617960" y="17185"/>
                  <a:pt x="3618188" y="16822"/>
                </a:cubicBezTo>
                <a:cubicBezTo>
                  <a:pt x="3618460" y="16456"/>
                  <a:pt x="3618914" y="16162"/>
                  <a:pt x="3619548" y="15936"/>
                </a:cubicBezTo>
                <a:cubicBezTo>
                  <a:pt x="3620231" y="15662"/>
                  <a:pt x="3621117" y="15482"/>
                  <a:pt x="3622206" y="15390"/>
                </a:cubicBezTo>
                <a:cubicBezTo>
                  <a:pt x="3623340" y="15253"/>
                  <a:pt x="3624726" y="15188"/>
                  <a:pt x="3626361" y="15188"/>
                </a:cubicBezTo>
                <a:cubicBezTo>
                  <a:pt x="3628041" y="15188"/>
                  <a:pt x="3629424" y="15253"/>
                  <a:pt x="3630515" y="15390"/>
                </a:cubicBezTo>
                <a:cubicBezTo>
                  <a:pt x="3631650" y="15482"/>
                  <a:pt x="3632536" y="15662"/>
                  <a:pt x="3633170" y="15936"/>
                </a:cubicBezTo>
                <a:cubicBezTo>
                  <a:pt x="3633807" y="16162"/>
                  <a:pt x="3634259" y="16456"/>
                  <a:pt x="3634533" y="16822"/>
                </a:cubicBezTo>
                <a:cubicBezTo>
                  <a:pt x="3634805" y="17185"/>
                  <a:pt x="3634942" y="17594"/>
                  <a:pt x="3634942" y="18048"/>
                </a:cubicBezTo>
                <a:lnTo>
                  <a:pt x="3634942" y="31598"/>
                </a:lnTo>
                <a:lnTo>
                  <a:pt x="3648155" y="31598"/>
                </a:lnTo>
                <a:cubicBezTo>
                  <a:pt x="3648606" y="31598"/>
                  <a:pt x="3648995" y="31713"/>
                  <a:pt x="3649312" y="31941"/>
                </a:cubicBezTo>
                <a:cubicBezTo>
                  <a:pt x="3649675" y="32167"/>
                  <a:pt x="3649969" y="32553"/>
                  <a:pt x="3650198" y="33098"/>
                </a:cubicBezTo>
                <a:cubicBezTo>
                  <a:pt x="3650424" y="33598"/>
                  <a:pt x="3650584" y="34301"/>
                  <a:pt x="3650672" y="35210"/>
                </a:cubicBezTo>
                <a:cubicBezTo>
                  <a:pt x="3650809" y="36116"/>
                  <a:pt x="3650878" y="37230"/>
                  <a:pt x="3650878" y="38545"/>
                </a:cubicBezTo>
                <a:cubicBezTo>
                  <a:pt x="3650878" y="41042"/>
                  <a:pt x="3650649" y="42837"/>
                  <a:pt x="3650198" y="43925"/>
                </a:cubicBezTo>
                <a:cubicBezTo>
                  <a:pt x="3649744" y="44971"/>
                  <a:pt x="3649084" y="45491"/>
                  <a:pt x="3648221" y="45491"/>
                </a:cubicBezTo>
                <a:lnTo>
                  <a:pt x="3634942" y="45491"/>
                </a:lnTo>
                <a:lnTo>
                  <a:pt x="3634942" y="74029"/>
                </a:lnTo>
                <a:cubicBezTo>
                  <a:pt x="3634942" y="77344"/>
                  <a:pt x="3635465" y="79841"/>
                  <a:pt x="3636508" y="81519"/>
                </a:cubicBezTo>
                <a:cubicBezTo>
                  <a:pt x="3637551" y="83153"/>
                  <a:pt x="3639414" y="83970"/>
                  <a:pt x="3642091" y="83970"/>
                </a:cubicBezTo>
                <a:cubicBezTo>
                  <a:pt x="3643000" y="83970"/>
                  <a:pt x="3643817" y="83905"/>
                  <a:pt x="3644543" y="83768"/>
                </a:cubicBezTo>
                <a:cubicBezTo>
                  <a:pt x="3645272" y="83585"/>
                  <a:pt x="3645906" y="83405"/>
                  <a:pt x="3646452" y="83222"/>
                </a:cubicBezTo>
                <a:cubicBezTo>
                  <a:pt x="3647040" y="82996"/>
                  <a:pt x="3647518" y="82813"/>
                  <a:pt x="3647880" y="82679"/>
                </a:cubicBezTo>
                <a:cubicBezTo>
                  <a:pt x="3648289" y="82496"/>
                  <a:pt x="3648652" y="82405"/>
                  <a:pt x="3648972" y="82405"/>
                </a:cubicBezTo>
                <a:cubicBezTo>
                  <a:pt x="3649244" y="82405"/>
                  <a:pt x="3649492" y="82496"/>
                  <a:pt x="3649721" y="82679"/>
                </a:cubicBezTo>
                <a:cubicBezTo>
                  <a:pt x="3649992" y="82813"/>
                  <a:pt x="3650198" y="83133"/>
                  <a:pt x="3650332" y="83630"/>
                </a:cubicBezTo>
                <a:cubicBezTo>
                  <a:pt x="3650469" y="84085"/>
                  <a:pt x="3650584" y="84722"/>
                  <a:pt x="3650672" y="85539"/>
                </a:cubicBezTo>
                <a:cubicBezTo>
                  <a:pt x="3650809" y="86357"/>
                  <a:pt x="3650878" y="87399"/>
                  <a:pt x="3650878" y="88671"/>
                </a:cubicBezTo>
                <a:close/>
                <a:moveTo>
                  <a:pt x="3720890" y="94663"/>
                </a:moveTo>
                <a:cubicBezTo>
                  <a:pt x="3720890" y="95118"/>
                  <a:pt x="3720775" y="95526"/>
                  <a:pt x="3720550" y="95889"/>
                </a:cubicBezTo>
                <a:cubicBezTo>
                  <a:pt x="3720321" y="96209"/>
                  <a:pt x="3719912" y="96481"/>
                  <a:pt x="3719324" y="96706"/>
                </a:cubicBezTo>
                <a:cubicBezTo>
                  <a:pt x="3718778" y="96935"/>
                  <a:pt x="3718029" y="97092"/>
                  <a:pt x="3717075" y="97184"/>
                </a:cubicBezTo>
                <a:cubicBezTo>
                  <a:pt x="3716166" y="97321"/>
                  <a:pt x="3715009" y="97389"/>
                  <a:pt x="3713603" y="97389"/>
                </a:cubicBezTo>
                <a:cubicBezTo>
                  <a:pt x="3712103" y="97389"/>
                  <a:pt x="3710877" y="97321"/>
                  <a:pt x="3709925" y="97184"/>
                </a:cubicBezTo>
                <a:cubicBezTo>
                  <a:pt x="3709017" y="97092"/>
                  <a:pt x="3708291" y="96935"/>
                  <a:pt x="3707745" y="96706"/>
                </a:cubicBezTo>
                <a:cubicBezTo>
                  <a:pt x="3707199" y="96481"/>
                  <a:pt x="3706814" y="96209"/>
                  <a:pt x="3706588" y="95889"/>
                </a:cubicBezTo>
                <a:cubicBezTo>
                  <a:pt x="3706359" y="95526"/>
                  <a:pt x="3706248" y="95118"/>
                  <a:pt x="3706248" y="94663"/>
                </a:cubicBezTo>
                <a:lnTo>
                  <a:pt x="3706248" y="87648"/>
                </a:lnTo>
                <a:cubicBezTo>
                  <a:pt x="3702887" y="91283"/>
                  <a:pt x="3699458" y="94006"/>
                  <a:pt x="3695964" y="95823"/>
                </a:cubicBezTo>
                <a:cubicBezTo>
                  <a:pt x="3692512" y="97638"/>
                  <a:pt x="3688926" y="98547"/>
                  <a:pt x="3685202" y="98547"/>
                </a:cubicBezTo>
                <a:cubicBezTo>
                  <a:pt x="3681025" y="98547"/>
                  <a:pt x="3677507" y="97867"/>
                  <a:pt x="3674647" y="96503"/>
                </a:cubicBezTo>
                <a:cubicBezTo>
                  <a:pt x="3671832" y="95140"/>
                  <a:pt x="3669537" y="93280"/>
                  <a:pt x="3667769" y="90920"/>
                </a:cubicBezTo>
                <a:cubicBezTo>
                  <a:pt x="3666043" y="88557"/>
                  <a:pt x="3664794" y="85834"/>
                  <a:pt x="3664023" y="82745"/>
                </a:cubicBezTo>
                <a:cubicBezTo>
                  <a:pt x="3663297" y="79613"/>
                  <a:pt x="3662931" y="75732"/>
                  <a:pt x="3662931" y="71100"/>
                </a:cubicBezTo>
                <a:lnTo>
                  <a:pt x="3662931" y="33916"/>
                </a:lnTo>
                <a:cubicBezTo>
                  <a:pt x="3662931" y="33461"/>
                  <a:pt x="3663045" y="33076"/>
                  <a:pt x="3663274" y="32758"/>
                </a:cubicBezTo>
                <a:cubicBezTo>
                  <a:pt x="3663545" y="32393"/>
                  <a:pt x="3664000" y="32098"/>
                  <a:pt x="3664634" y="31873"/>
                </a:cubicBezTo>
                <a:cubicBezTo>
                  <a:pt x="3665317" y="31644"/>
                  <a:pt x="3666200" y="31487"/>
                  <a:pt x="3667291" y="31395"/>
                </a:cubicBezTo>
                <a:cubicBezTo>
                  <a:pt x="3668426" y="31258"/>
                  <a:pt x="3669812" y="31190"/>
                  <a:pt x="3671446" y="31190"/>
                </a:cubicBezTo>
                <a:cubicBezTo>
                  <a:pt x="3673127" y="31190"/>
                  <a:pt x="3674510" y="31258"/>
                  <a:pt x="3675598" y="31395"/>
                </a:cubicBezTo>
                <a:cubicBezTo>
                  <a:pt x="3676690" y="31487"/>
                  <a:pt x="3677553" y="31644"/>
                  <a:pt x="3678187" y="31873"/>
                </a:cubicBezTo>
                <a:cubicBezTo>
                  <a:pt x="3678867" y="32098"/>
                  <a:pt x="3679344" y="32395"/>
                  <a:pt x="3679619" y="32758"/>
                </a:cubicBezTo>
                <a:cubicBezTo>
                  <a:pt x="3679890" y="33076"/>
                  <a:pt x="3680027" y="33461"/>
                  <a:pt x="3680027" y="33916"/>
                </a:cubicBezTo>
                <a:lnTo>
                  <a:pt x="3680027" y="68240"/>
                </a:lnTo>
                <a:cubicBezTo>
                  <a:pt x="3680027" y="71417"/>
                  <a:pt x="3680230" y="73846"/>
                  <a:pt x="3680639" y="75527"/>
                </a:cubicBezTo>
                <a:cubicBezTo>
                  <a:pt x="3681048" y="77207"/>
                  <a:pt x="3681662" y="78658"/>
                  <a:pt x="3682479" y="79884"/>
                </a:cubicBezTo>
                <a:cubicBezTo>
                  <a:pt x="3683342" y="81067"/>
                  <a:pt x="3684408" y="81996"/>
                  <a:pt x="3685680" y="82679"/>
                </a:cubicBezTo>
                <a:cubicBezTo>
                  <a:pt x="3686997" y="83313"/>
                  <a:pt x="3688517" y="83630"/>
                  <a:pt x="3690243" y="83630"/>
                </a:cubicBezTo>
                <a:cubicBezTo>
                  <a:pt x="3692420" y="83630"/>
                  <a:pt x="3694601" y="82836"/>
                  <a:pt x="3696781" y="81247"/>
                </a:cubicBezTo>
                <a:cubicBezTo>
                  <a:pt x="3699004" y="79659"/>
                  <a:pt x="3701367" y="77344"/>
                  <a:pt x="3703862" y="74301"/>
                </a:cubicBezTo>
                <a:lnTo>
                  <a:pt x="3703862" y="33916"/>
                </a:lnTo>
                <a:cubicBezTo>
                  <a:pt x="3703862" y="33461"/>
                  <a:pt x="3703976" y="33076"/>
                  <a:pt x="3704205" y="32758"/>
                </a:cubicBezTo>
                <a:cubicBezTo>
                  <a:pt x="3704476" y="32393"/>
                  <a:pt x="3704930" y="32098"/>
                  <a:pt x="3705565" y="31873"/>
                </a:cubicBezTo>
                <a:cubicBezTo>
                  <a:pt x="3706248" y="31644"/>
                  <a:pt x="3707131" y="31487"/>
                  <a:pt x="3708222" y="31395"/>
                </a:cubicBezTo>
                <a:cubicBezTo>
                  <a:pt x="3709311" y="31258"/>
                  <a:pt x="3710697" y="31190"/>
                  <a:pt x="3712377" y="31190"/>
                </a:cubicBezTo>
                <a:cubicBezTo>
                  <a:pt x="3714057" y="31190"/>
                  <a:pt x="3715440" y="31258"/>
                  <a:pt x="3716529" y="31395"/>
                </a:cubicBezTo>
                <a:cubicBezTo>
                  <a:pt x="3717621" y="31487"/>
                  <a:pt x="3718484" y="31644"/>
                  <a:pt x="3719118" y="31873"/>
                </a:cubicBezTo>
                <a:cubicBezTo>
                  <a:pt x="3719755" y="32098"/>
                  <a:pt x="3720207" y="32395"/>
                  <a:pt x="3720481" y="32758"/>
                </a:cubicBezTo>
                <a:cubicBezTo>
                  <a:pt x="3720752" y="33076"/>
                  <a:pt x="3720890" y="33461"/>
                  <a:pt x="3720890" y="33916"/>
                </a:cubicBezTo>
                <a:lnTo>
                  <a:pt x="3720890" y="94663"/>
                </a:lnTo>
                <a:close/>
                <a:moveTo>
                  <a:pt x="3777142" y="39568"/>
                </a:moveTo>
                <a:cubicBezTo>
                  <a:pt x="3777142" y="41202"/>
                  <a:pt x="3777097" y="42542"/>
                  <a:pt x="3777008" y="43585"/>
                </a:cubicBezTo>
                <a:cubicBezTo>
                  <a:pt x="3776917" y="44631"/>
                  <a:pt x="3776779" y="45449"/>
                  <a:pt x="3776599" y="46037"/>
                </a:cubicBezTo>
                <a:cubicBezTo>
                  <a:pt x="3776417" y="46629"/>
                  <a:pt x="3776168" y="47037"/>
                  <a:pt x="3775848" y="47263"/>
                </a:cubicBezTo>
                <a:cubicBezTo>
                  <a:pt x="3775576" y="47492"/>
                  <a:pt x="3775214" y="47603"/>
                  <a:pt x="3774759" y="47603"/>
                </a:cubicBezTo>
                <a:cubicBezTo>
                  <a:pt x="3774396" y="47603"/>
                  <a:pt x="3773988" y="47537"/>
                  <a:pt x="3773533" y="47400"/>
                </a:cubicBezTo>
                <a:cubicBezTo>
                  <a:pt x="3773079" y="47217"/>
                  <a:pt x="3772559" y="47037"/>
                  <a:pt x="3771967" y="46854"/>
                </a:cubicBezTo>
                <a:cubicBezTo>
                  <a:pt x="3771422" y="46674"/>
                  <a:pt x="3770810" y="46514"/>
                  <a:pt x="3770127" y="46377"/>
                </a:cubicBezTo>
                <a:cubicBezTo>
                  <a:pt x="3769447" y="46197"/>
                  <a:pt x="3768698" y="46106"/>
                  <a:pt x="3767881" y="46106"/>
                </a:cubicBezTo>
                <a:cubicBezTo>
                  <a:pt x="3766927" y="46106"/>
                  <a:pt x="3765975" y="46309"/>
                  <a:pt x="3765021" y="46717"/>
                </a:cubicBezTo>
                <a:cubicBezTo>
                  <a:pt x="3764066" y="47083"/>
                  <a:pt x="3763069" y="47672"/>
                  <a:pt x="3762023" y="48489"/>
                </a:cubicBezTo>
                <a:cubicBezTo>
                  <a:pt x="3761026" y="49306"/>
                  <a:pt x="3759957" y="50398"/>
                  <a:pt x="3758823" y="51758"/>
                </a:cubicBezTo>
                <a:cubicBezTo>
                  <a:pt x="3757734" y="53121"/>
                  <a:pt x="3756554" y="54801"/>
                  <a:pt x="3755282" y="56799"/>
                </a:cubicBezTo>
                <a:lnTo>
                  <a:pt x="3755282" y="94663"/>
                </a:lnTo>
                <a:cubicBezTo>
                  <a:pt x="3755282" y="95118"/>
                  <a:pt x="3755145" y="95526"/>
                  <a:pt x="3754874" y="95889"/>
                </a:cubicBezTo>
                <a:cubicBezTo>
                  <a:pt x="3754600" y="96209"/>
                  <a:pt x="3754125" y="96481"/>
                  <a:pt x="3753442" y="96706"/>
                </a:cubicBezTo>
                <a:cubicBezTo>
                  <a:pt x="3752808" y="96935"/>
                  <a:pt x="3751945" y="97092"/>
                  <a:pt x="3750856" y="97184"/>
                </a:cubicBezTo>
                <a:cubicBezTo>
                  <a:pt x="3749765" y="97321"/>
                  <a:pt x="3748382" y="97389"/>
                  <a:pt x="3746701" y="97389"/>
                </a:cubicBezTo>
                <a:cubicBezTo>
                  <a:pt x="3745021" y="97389"/>
                  <a:pt x="3743635" y="97321"/>
                  <a:pt x="3742547" y="97184"/>
                </a:cubicBezTo>
                <a:cubicBezTo>
                  <a:pt x="3741458" y="97092"/>
                  <a:pt x="3740572" y="96935"/>
                  <a:pt x="3739889" y="96706"/>
                </a:cubicBezTo>
                <a:cubicBezTo>
                  <a:pt x="3739255" y="96481"/>
                  <a:pt x="3738800" y="96209"/>
                  <a:pt x="3738529" y="95889"/>
                </a:cubicBezTo>
                <a:cubicBezTo>
                  <a:pt x="3738255" y="95526"/>
                  <a:pt x="3738120" y="95118"/>
                  <a:pt x="3738120" y="94663"/>
                </a:cubicBezTo>
                <a:lnTo>
                  <a:pt x="3738120" y="33916"/>
                </a:lnTo>
                <a:cubicBezTo>
                  <a:pt x="3738120" y="33461"/>
                  <a:pt x="3738232" y="33076"/>
                  <a:pt x="3738460" y="32758"/>
                </a:cubicBezTo>
                <a:cubicBezTo>
                  <a:pt x="3738686" y="32393"/>
                  <a:pt x="3739095" y="32098"/>
                  <a:pt x="3739686" y="31873"/>
                </a:cubicBezTo>
                <a:cubicBezTo>
                  <a:pt x="3740275" y="31644"/>
                  <a:pt x="3741026" y="31487"/>
                  <a:pt x="3741932" y="31395"/>
                </a:cubicBezTo>
                <a:cubicBezTo>
                  <a:pt x="3742887" y="31258"/>
                  <a:pt x="3744067" y="31190"/>
                  <a:pt x="3745476" y="31190"/>
                </a:cubicBezTo>
                <a:cubicBezTo>
                  <a:pt x="3746927" y="31190"/>
                  <a:pt x="3748130" y="31258"/>
                  <a:pt x="3749085" y="31395"/>
                </a:cubicBezTo>
                <a:cubicBezTo>
                  <a:pt x="3750039" y="31487"/>
                  <a:pt x="3750765" y="31644"/>
                  <a:pt x="3751265" y="31873"/>
                </a:cubicBezTo>
                <a:cubicBezTo>
                  <a:pt x="3751808" y="32098"/>
                  <a:pt x="3752194" y="32395"/>
                  <a:pt x="3752422" y="32758"/>
                </a:cubicBezTo>
                <a:cubicBezTo>
                  <a:pt x="3752648" y="33076"/>
                  <a:pt x="3752762" y="33461"/>
                  <a:pt x="3752762" y="33916"/>
                </a:cubicBezTo>
                <a:lnTo>
                  <a:pt x="3752762" y="41474"/>
                </a:lnTo>
                <a:cubicBezTo>
                  <a:pt x="3754351" y="39205"/>
                  <a:pt x="3755848" y="37342"/>
                  <a:pt x="3757257" y="35890"/>
                </a:cubicBezTo>
                <a:cubicBezTo>
                  <a:pt x="3758666" y="34393"/>
                  <a:pt x="3760003" y="33213"/>
                  <a:pt x="3761275" y="32350"/>
                </a:cubicBezTo>
                <a:cubicBezTo>
                  <a:pt x="3762546" y="31487"/>
                  <a:pt x="3763818" y="30895"/>
                  <a:pt x="3765089" y="30578"/>
                </a:cubicBezTo>
                <a:cubicBezTo>
                  <a:pt x="3766361" y="30215"/>
                  <a:pt x="3767633" y="30032"/>
                  <a:pt x="3768904" y="30032"/>
                </a:cubicBezTo>
                <a:cubicBezTo>
                  <a:pt x="3769493" y="30032"/>
                  <a:pt x="3770127" y="30078"/>
                  <a:pt x="3770810" y="30169"/>
                </a:cubicBezTo>
                <a:cubicBezTo>
                  <a:pt x="3771490" y="30215"/>
                  <a:pt x="3772193" y="30330"/>
                  <a:pt x="3772922" y="30510"/>
                </a:cubicBezTo>
                <a:cubicBezTo>
                  <a:pt x="3773648" y="30647"/>
                  <a:pt x="3774282" y="30827"/>
                  <a:pt x="3774828" y="31055"/>
                </a:cubicBezTo>
                <a:cubicBezTo>
                  <a:pt x="3775374" y="31235"/>
                  <a:pt x="3775759" y="31441"/>
                  <a:pt x="3775985" y="31667"/>
                </a:cubicBezTo>
                <a:cubicBezTo>
                  <a:pt x="3776259" y="31895"/>
                  <a:pt x="3776439" y="32144"/>
                  <a:pt x="3776531" y="32415"/>
                </a:cubicBezTo>
                <a:cubicBezTo>
                  <a:pt x="3776665" y="32690"/>
                  <a:pt x="3776779" y="33076"/>
                  <a:pt x="3776871" y="33576"/>
                </a:cubicBezTo>
                <a:cubicBezTo>
                  <a:pt x="3776962" y="34030"/>
                  <a:pt x="3777031" y="34733"/>
                  <a:pt x="3777077" y="35684"/>
                </a:cubicBezTo>
                <a:cubicBezTo>
                  <a:pt x="3777120" y="36639"/>
                  <a:pt x="3777142" y="37933"/>
                  <a:pt x="3777142" y="39568"/>
                </a:cubicBezTo>
                <a:close/>
                <a:moveTo>
                  <a:pt x="3842251" y="62519"/>
                </a:moveTo>
                <a:cubicBezTo>
                  <a:pt x="3842251" y="64608"/>
                  <a:pt x="3841773" y="66151"/>
                  <a:pt x="3840822" y="67151"/>
                </a:cubicBezTo>
                <a:cubicBezTo>
                  <a:pt x="3839913" y="68149"/>
                  <a:pt x="3838641" y="68649"/>
                  <a:pt x="3837007" y="68649"/>
                </a:cubicBezTo>
                <a:lnTo>
                  <a:pt x="3800025" y="68649"/>
                </a:lnTo>
                <a:cubicBezTo>
                  <a:pt x="3800025" y="71237"/>
                  <a:pt x="3800322" y="73598"/>
                  <a:pt x="3800911" y="75732"/>
                </a:cubicBezTo>
                <a:cubicBezTo>
                  <a:pt x="3801548" y="77821"/>
                  <a:pt x="3802523" y="79613"/>
                  <a:pt x="3803840" y="81110"/>
                </a:cubicBezTo>
                <a:cubicBezTo>
                  <a:pt x="3805203" y="82565"/>
                  <a:pt x="3806929" y="83676"/>
                  <a:pt x="3809015" y="84448"/>
                </a:cubicBezTo>
                <a:cubicBezTo>
                  <a:pt x="3811149" y="85219"/>
                  <a:pt x="3813693" y="85605"/>
                  <a:pt x="3816644" y="85605"/>
                </a:cubicBezTo>
                <a:cubicBezTo>
                  <a:pt x="3819642" y="85605"/>
                  <a:pt x="3822274" y="85402"/>
                  <a:pt x="3824545" y="84993"/>
                </a:cubicBezTo>
                <a:cubicBezTo>
                  <a:pt x="3826814" y="84539"/>
                  <a:pt x="3828766" y="84062"/>
                  <a:pt x="3830400" y="83562"/>
                </a:cubicBezTo>
                <a:cubicBezTo>
                  <a:pt x="3832081" y="83019"/>
                  <a:pt x="3833467" y="82542"/>
                  <a:pt x="3834555" y="82133"/>
                </a:cubicBezTo>
                <a:cubicBezTo>
                  <a:pt x="3835644" y="81679"/>
                  <a:pt x="3836530" y="81453"/>
                  <a:pt x="3837213" y="81453"/>
                </a:cubicBezTo>
                <a:cubicBezTo>
                  <a:pt x="3837621" y="81453"/>
                  <a:pt x="3837961" y="81542"/>
                  <a:pt x="3838233" y="81725"/>
                </a:cubicBezTo>
                <a:cubicBezTo>
                  <a:pt x="3838504" y="81862"/>
                  <a:pt x="3838733" y="82133"/>
                  <a:pt x="3838913" y="82542"/>
                </a:cubicBezTo>
                <a:cubicBezTo>
                  <a:pt x="3839096" y="82950"/>
                  <a:pt x="3839210" y="83542"/>
                  <a:pt x="3839256" y="84313"/>
                </a:cubicBezTo>
                <a:cubicBezTo>
                  <a:pt x="3839344" y="85039"/>
                  <a:pt x="3839390" y="85971"/>
                  <a:pt x="3839390" y="87105"/>
                </a:cubicBezTo>
                <a:cubicBezTo>
                  <a:pt x="3839390" y="88102"/>
                  <a:pt x="3839367" y="88965"/>
                  <a:pt x="3839322" y="89691"/>
                </a:cubicBezTo>
                <a:cubicBezTo>
                  <a:pt x="3839279" y="90374"/>
                  <a:pt x="3839210" y="90963"/>
                  <a:pt x="3839119" y="91463"/>
                </a:cubicBezTo>
                <a:cubicBezTo>
                  <a:pt x="3839027" y="91963"/>
                  <a:pt x="3838893" y="92394"/>
                  <a:pt x="3838710" y="92757"/>
                </a:cubicBezTo>
                <a:cubicBezTo>
                  <a:pt x="3838527" y="93074"/>
                  <a:pt x="3838279" y="93392"/>
                  <a:pt x="3837961" y="93712"/>
                </a:cubicBezTo>
                <a:cubicBezTo>
                  <a:pt x="3837687" y="94029"/>
                  <a:pt x="3836893" y="94460"/>
                  <a:pt x="3835578" y="95006"/>
                </a:cubicBezTo>
                <a:cubicBezTo>
                  <a:pt x="3834261" y="95549"/>
                  <a:pt x="3832581" y="96095"/>
                  <a:pt x="3830538" y="96641"/>
                </a:cubicBezTo>
                <a:cubicBezTo>
                  <a:pt x="3828495" y="97138"/>
                  <a:pt x="3826157" y="97569"/>
                  <a:pt x="3823522" y="97932"/>
                </a:cubicBezTo>
                <a:cubicBezTo>
                  <a:pt x="3820888" y="98341"/>
                  <a:pt x="3818073" y="98547"/>
                  <a:pt x="3815079" y="98547"/>
                </a:cubicBezTo>
                <a:cubicBezTo>
                  <a:pt x="3809675" y="98547"/>
                  <a:pt x="3804929" y="97867"/>
                  <a:pt x="3800842" y="96503"/>
                </a:cubicBezTo>
                <a:cubicBezTo>
                  <a:pt x="3796802" y="95140"/>
                  <a:pt x="3793422" y="93074"/>
                  <a:pt x="3790695" y="90306"/>
                </a:cubicBezTo>
                <a:cubicBezTo>
                  <a:pt x="3787972" y="87537"/>
                  <a:pt x="3785929" y="84039"/>
                  <a:pt x="3784566" y="79819"/>
                </a:cubicBezTo>
                <a:cubicBezTo>
                  <a:pt x="3783249" y="75595"/>
                  <a:pt x="3782592" y="70646"/>
                  <a:pt x="3782592" y="64971"/>
                </a:cubicBezTo>
                <a:cubicBezTo>
                  <a:pt x="3782592" y="59567"/>
                  <a:pt x="3783295" y="54710"/>
                  <a:pt x="3784703" y="50398"/>
                </a:cubicBezTo>
                <a:cubicBezTo>
                  <a:pt x="3786109" y="46037"/>
                  <a:pt x="3788152" y="42360"/>
                  <a:pt x="3790833" y="39362"/>
                </a:cubicBezTo>
                <a:cubicBezTo>
                  <a:pt x="3793510" y="36322"/>
                  <a:pt x="3796756" y="34007"/>
                  <a:pt x="3800571" y="32415"/>
                </a:cubicBezTo>
                <a:cubicBezTo>
                  <a:pt x="3804431" y="30827"/>
                  <a:pt x="3808766" y="30032"/>
                  <a:pt x="3813578" y="30032"/>
                </a:cubicBezTo>
                <a:cubicBezTo>
                  <a:pt x="3818665" y="30032"/>
                  <a:pt x="3823000" y="30781"/>
                  <a:pt x="3826589" y="32281"/>
                </a:cubicBezTo>
                <a:cubicBezTo>
                  <a:pt x="3830220" y="33779"/>
                  <a:pt x="3833192" y="35867"/>
                  <a:pt x="3835510" y="38545"/>
                </a:cubicBezTo>
                <a:cubicBezTo>
                  <a:pt x="3837824" y="41179"/>
                  <a:pt x="3839527" y="44311"/>
                  <a:pt x="3840616" y="47946"/>
                </a:cubicBezTo>
                <a:cubicBezTo>
                  <a:pt x="3841708" y="51578"/>
                  <a:pt x="3842251" y="55527"/>
                  <a:pt x="3842251" y="59796"/>
                </a:cubicBezTo>
                <a:lnTo>
                  <a:pt x="3842251" y="62519"/>
                </a:lnTo>
                <a:close/>
                <a:moveTo>
                  <a:pt x="3825634" y="57616"/>
                </a:moveTo>
                <a:cubicBezTo>
                  <a:pt x="3825771" y="52804"/>
                  <a:pt x="3824794" y="49035"/>
                  <a:pt x="3822705" y="46309"/>
                </a:cubicBezTo>
                <a:cubicBezTo>
                  <a:pt x="3820662" y="43540"/>
                  <a:pt x="3817485" y="42157"/>
                  <a:pt x="3813170" y="42157"/>
                </a:cubicBezTo>
                <a:cubicBezTo>
                  <a:pt x="3810992" y="42157"/>
                  <a:pt x="3809084" y="42565"/>
                  <a:pt x="3807449" y="43383"/>
                </a:cubicBezTo>
                <a:cubicBezTo>
                  <a:pt x="3805860" y="44200"/>
                  <a:pt x="3804520" y="45311"/>
                  <a:pt x="3803431" y="46717"/>
                </a:cubicBezTo>
                <a:cubicBezTo>
                  <a:pt x="3802388" y="48080"/>
                  <a:pt x="3801571" y="49715"/>
                  <a:pt x="3800980" y="51624"/>
                </a:cubicBezTo>
                <a:cubicBezTo>
                  <a:pt x="3800434" y="53484"/>
                  <a:pt x="3800117" y="55481"/>
                  <a:pt x="3800025" y="57616"/>
                </a:cubicBezTo>
                <a:lnTo>
                  <a:pt x="3825634" y="57616"/>
                </a:lnTo>
                <a:close/>
                <a:moveTo>
                  <a:pt x="3926904" y="39568"/>
                </a:moveTo>
                <a:cubicBezTo>
                  <a:pt x="3926904" y="41202"/>
                  <a:pt x="3926861" y="42542"/>
                  <a:pt x="3926770" y="43585"/>
                </a:cubicBezTo>
                <a:cubicBezTo>
                  <a:pt x="3926678" y="44631"/>
                  <a:pt x="3926541" y="45449"/>
                  <a:pt x="3926361" y="46037"/>
                </a:cubicBezTo>
                <a:cubicBezTo>
                  <a:pt x="3926178" y="46629"/>
                  <a:pt x="3925930" y="47037"/>
                  <a:pt x="3925612" y="47263"/>
                </a:cubicBezTo>
                <a:cubicBezTo>
                  <a:pt x="3925338" y="47492"/>
                  <a:pt x="3924975" y="47603"/>
                  <a:pt x="3924521" y="47603"/>
                </a:cubicBezTo>
                <a:cubicBezTo>
                  <a:pt x="3924158" y="47603"/>
                  <a:pt x="3923749" y="47537"/>
                  <a:pt x="3923295" y="47400"/>
                </a:cubicBezTo>
                <a:cubicBezTo>
                  <a:pt x="3922841" y="47217"/>
                  <a:pt x="3922321" y="47037"/>
                  <a:pt x="3921729" y="46854"/>
                </a:cubicBezTo>
                <a:cubicBezTo>
                  <a:pt x="3921183" y="46674"/>
                  <a:pt x="3920572" y="46514"/>
                  <a:pt x="3919892" y="46377"/>
                </a:cubicBezTo>
                <a:cubicBezTo>
                  <a:pt x="3919209" y="46197"/>
                  <a:pt x="3918460" y="46106"/>
                  <a:pt x="3917643" y="46106"/>
                </a:cubicBezTo>
                <a:cubicBezTo>
                  <a:pt x="3916688" y="46106"/>
                  <a:pt x="3915737" y="46309"/>
                  <a:pt x="3914782" y="46717"/>
                </a:cubicBezTo>
                <a:cubicBezTo>
                  <a:pt x="3913828" y="47083"/>
                  <a:pt x="3912831" y="47672"/>
                  <a:pt x="3911785" y="48489"/>
                </a:cubicBezTo>
                <a:cubicBezTo>
                  <a:pt x="3910788" y="49306"/>
                  <a:pt x="3909719" y="50398"/>
                  <a:pt x="3908585" y="51758"/>
                </a:cubicBezTo>
                <a:cubicBezTo>
                  <a:pt x="3907496" y="53121"/>
                  <a:pt x="3906316" y="54801"/>
                  <a:pt x="3905044" y="56799"/>
                </a:cubicBezTo>
                <a:lnTo>
                  <a:pt x="3905044" y="94663"/>
                </a:lnTo>
                <a:cubicBezTo>
                  <a:pt x="3905044" y="95118"/>
                  <a:pt x="3904907" y="95526"/>
                  <a:pt x="3904635" y="95889"/>
                </a:cubicBezTo>
                <a:cubicBezTo>
                  <a:pt x="3904364" y="96209"/>
                  <a:pt x="3903887" y="96481"/>
                  <a:pt x="3903204" y="96706"/>
                </a:cubicBezTo>
                <a:cubicBezTo>
                  <a:pt x="3902569" y="96935"/>
                  <a:pt x="3901707" y="97092"/>
                  <a:pt x="3900618" y="97184"/>
                </a:cubicBezTo>
                <a:cubicBezTo>
                  <a:pt x="3899526" y="97321"/>
                  <a:pt x="3898143" y="97389"/>
                  <a:pt x="3896463" y="97389"/>
                </a:cubicBezTo>
                <a:cubicBezTo>
                  <a:pt x="3894783" y="97389"/>
                  <a:pt x="3893397" y="97321"/>
                  <a:pt x="3892308" y="97184"/>
                </a:cubicBezTo>
                <a:cubicBezTo>
                  <a:pt x="3891219" y="97092"/>
                  <a:pt x="3890334" y="96935"/>
                  <a:pt x="3889651" y="96706"/>
                </a:cubicBezTo>
                <a:cubicBezTo>
                  <a:pt x="3889016" y="96481"/>
                  <a:pt x="3888562" y="96209"/>
                  <a:pt x="3888291" y="95889"/>
                </a:cubicBezTo>
                <a:cubicBezTo>
                  <a:pt x="3888016" y="95526"/>
                  <a:pt x="3887882" y="95118"/>
                  <a:pt x="3887882" y="94663"/>
                </a:cubicBezTo>
                <a:lnTo>
                  <a:pt x="3887882" y="33916"/>
                </a:lnTo>
                <a:cubicBezTo>
                  <a:pt x="3887882" y="33461"/>
                  <a:pt x="3887996" y="33076"/>
                  <a:pt x="3888222" y="32758"/>
                </a:cubicBezTo>
                <a:cubicBezTo>
                  <a:pt x="3888448" y="32393"/>
                  <a:pt x="3888856" y="32098"/>
                  <a:pt x="3889448" y="31873"/>
                </a:cubicBezTo>
                <a:cubicBezTo>
                  <a:pt x="3890039" y="31644"/>
                  <a:pt x="3890788" y="31487"/>
                  <a:pt x="3891694" y="31395"/>
                </a:cubicBezTo>
                <a:cubicBezTo>
                  <a:pt x="3892648" y="31258"/>
                  <a:pt x="3893828" y="31190"/>
                  <a:pt x="3895237" y="31190"/>
                </a:cubicBezTo>
                <a:cubicBezTo>
                  <a:pt x="3896689" y="31190"/>
                  <a:pt x="3897892" y="31258"/>
                  <a:pt x="3898846" y="31395"/>
                </a:cubicBezTo>
                <a:cubicBezTo>
                  <a:pt x="3899801" y="31487"/>
                  <a:pt x="3900526" y="31644"/>
                  <a:pt x="3901026" y="31873"/>
                </a:cubicBezTo>
                <a:cubicBezTo>
                  <a:pt x="3901569" y="32098"/>
                  <a:pt x="3901955" y="32395"/>
                  <a:pt x="3902184" y="32758"/>
                </a:cubicBezTo>
                <a:cubicBezTo>
                  <a:pt x="3902409" y="33076"/>
                  <a:pt x="3902524" y="33461"/>
                  <a:pt x="3902524" y="33916"/>
                </a:cubicBezTo>
                <a:lnTo>
                  <a:pt x="3902524" y="41474"/>
                </a:lnTo>
                <a:cubicBezTo>
                  <a:pt x="3904113" y="39205"/>
                  <a:pt x="3905610" y="37342"/>
                  <a:pt x="3907019" y="35890"/>
                </a:cubicBezTo>
                <a:cubicBezTo>
                  <a:pt x="3908427" y="34393"/>
                  <a:pt x="3909765" y="33213"/>
                  <a:pt x="3911036" y="32350"/>
                </a:cubicBezTo>
                <a:cubicBezTo>
                  <a:pt x="3912308" y="31487"/>
                  <a:pt x="3913579" y="30895"/>
                  <a:pt x="3914851" y="30578"/>
                </a:cubicBezTo>
                <a:cubicBezTo>
                  <a:pt x="3916123" y="30215"/>
                  <a:pt x="3917394" y="30032"/>
                  <a:pt x="3918666" y="30032"/>
                </a:cubicBezTo>
                <a:cubicBezTo>
                  <a:pt x="3919254" y="30032"/>
                  <a:pt x="3919892" y="30078"/>
                  <a:pt x="3920572" y="30169"/>
                </a:cubicBezTo>
                <a:cubicBezTo>
                  <a:pt x="3921252" y="30215"/>
                  <a:pt x="3921955" y="30330"/>
                  <a:pt x="3922683" y="30510"/>
                </a:cubicBezTo>
                <a:cubicBezTo>
                  <a:pt x="3923409" y="30647"/>
                  <a:pt x="3924044" y="30827"/>
                  <a:pt x="3924589" y="31055"/>
                </a:cubicBezTo>
                <a:cubicBezTo>
                  <a:pt x="3925135" y="31235"/>
                  <a:pt x="3925521" y="31441"/>
                  <a:pt x="3925747" y="31667"/>
                </a:cubicBezTo>
                <a:cubicBezTo>
                  <a:pt x="3926021" y="31895"/>
                  <a:pt x="3926201" y="32144"/>
                  <a:pt x="3926292" y="32415"/>
                </a:cubicBezTo>
                <a:cubicBezTo>
                  <a:pt x="3926430" y="32690"/>
                  <a:pt x="3926541" y="33076"/>
                  <a:pt x="3926632" y="33576"/>
                </a:cubicBezTo>
                <a:cubicBezTo>
                  <a:pt x="3926724" y="34030"/>
                  <a:pt x="3926793" y="34733"/>
                  <a:pt x="3926838" y="35684"/>
                </a:cubicBezTo>
                <a:cubicBezTo>
                  <a:pt x="3926884" y="36639"/>
                  <a:pt x="3926904" y="37933"/>
                  <a:pt x="3926904" y="39568"/>
                </a:cubicBezTo>
                <a:close/>
                <a:moveTo>
                  <a:pt x="3992012" y="62519"/>
                </a:moveTo>
                <a:cubicBezTo>
                  <a:pt x="3992012" y="64608"/>
                  <a:pt x="3991538" y="66151"/>
                  <a:pt x="3990583" y="67151"/>
                </a:cubicBezTo>
                <a:cubicBezTo>
                  <a:pt x="3989675" y="68149"/>
                  <a:pt x="3988403" y="68649"/>
                  <a:pt x="3986769" y="68649"/>
                </a:cubicBezTo>
                <a:lnTo>
                  <a:pt x="3949790" y="68649"/>
                </a:lnTo>
                <a:cubicBezTo>
                  <a:pt x="3949790" y="71237"/>
                  <a:pt x="3950084" y="73598"/>
                  <a:pt x="3950673" y="75732"/>
                </a:cubicBezTo>
                <a:cubicBezTo>
                  <a:pt x="3951310" y="77821"/>
                  <a:pt x="3952284" y="79613"/>
                  <a:pt x="3953602" y="81110"/>
                </a:cubicBezTo>
                <a:cubicBezTo>
                  <a:pt x="3954965" y="82565"/>
                  <a:pt x="3956691" y="83676"/>
                  <a:pt x="3958779" y="84448"/>
                </a:cubicBezTo>
                <a:cubicBezTo>
                  <a:pt x="3960911" y="85219"/>
                  <a:pt x="3963454" y="85605"/>
                  <a:pt x="3966406" y="85605"/>
                </a:cubicBezTo>
                <a:cubicBezTo>
                  <a:pt x="3969404" y="85605"/>
                  <a:pt x="3972035" y="85402"/>
                  <a:pt x="3974307" y="84993"/>
                </a:cubicBezTo>
                <a:cubicBezTo>
                  <a:pt x="3976576" y="84539"/>
                  <a:pt x="3978528" y="84062"/>
                  <a:pt x="3980162" y="83562"/>
                </a:cubicBezTo>
                <a:cubicBezTo>
                  <a:pt x="3981842" y="83019"/>
                  <a:pt x="3983228" y="82542"/>
                  <a:pt x="3984317" y="82133"/>
                </a:cubicBezTo>
                <a:cubicBezTo>
                  <a:pt x="3985406" y="81679"/>
                  <a:pt x="3986291" y="81453"/>
                  <a:pt x="3986974" y="81453"/>
                </a:cubicBezTo>
                <a:cubicBezTo>
                  <a:pt x="3987383" y="81453"/>
                  <a:pt x="3987723" y="81542"/>
                  <a:pt x="3987994" y="81725"/>
                </a:cubicBezTo>
                <a:cubicBezTo>
                  <a:pt x="3988266" y="81862"/>
                  <a:pt x="3988494" y="82133"/>
                  <a:pt x="3988675" y="82542"/>
                </a:cubicBezTo>
                <a:cubicBezTo>
                  <a:pt x="3988857" y="82950"/>
                  <a:pt x="3988972" y="83542"/>
                  <a:pt x="3989017" y="84313"/>
                </a:cubicBezTo>
                <a:cubicBezTo>
                  <a:pt x="3989106" y="85039"/>
                  <a:pt x="3989152" y="85971"/>
                  <a:pt x="3989152" y="87105"/>
                </a:cubicBezTo>
                <a:cubicBezTo>
                  <a:pt x="3989152" y="88102"/>
                  <a:pt x="3989129" y="88965"/>
                  <a:pt x="3989083" y="89691"/>
                </a:cubicBezTo>
                <a:cubicBezTo>
                  <a:pt x="3989040" y="90374"/>
                  <a:pt x="3988972" y="90963"/>
                  <a:pt x="3988880" y="91463"/>
                </a:cubicBezTo>
                <a:cubicBezTo>
                  <a:pt x="3988789" y="91963"/>
                  <a:pt x="3988655" y="92394"/>
                  <a:pt x="3988472" y="92757"/>
                </a:cubicBezTo>
                <a:cubicBezTo>
                  <a:pt x="3988289" y="93074"/>
                  <a:pt x="3988040" y="93392"/>
                  <a:pt x="3987723" y="93712"/>
                </a:cubicBezTo>
                <a:cubicBezTo>
                  <a:pt x="3987449" y="94029"/>
                  <a:pt x="3986654" y="94460"/>
                  <a:pt x="3985340" y="95006"/>
                </a:cubicBezTo>
                <a:cubicBezTo>
                  <a:pt x="3984023" y="95549"/>
                  <a:pt x="3982342" y="96095"/>
                  <a:pt x="3980299" y="96641"/>
                </a:cubicBezTo>
                <a:cubicBezTo>
                  <a:pt x="3978256" y="97138"/>
                  <a:pt x="3975919" y="97569"/>
                  <a:pt x="3973284" y="97932"/>
                </a:cubicBezTo>
                <a:cubicBezTo>
                  <a:pt x="3970649" y="98341"/>
                  <a:pt x="3967835" y="98547"/>
                  <a:pt x="3964840" y="98547"/>
                </a:cubicBezTo>
                <a:cubicBezTo>
                  <a:pt x="3959437" y="98547"/>
                  <a:pt x="3954693" y="97867"/>
                  <a:pt x="3950607" y="96503"/>
                </a:cubicBezTo>
                <a:cubicBezTo>
                  <a:pt x="3946564" y="95140"/>
                  <a:pt x="3943183" y="93074"/>
                  <a:pt x="3940457" y="90306"/>
                </a:cubicBezTo>
                <a:cubicBezTo>
                  <a:pt x="3937734" y="87537"/>
                  <a:pt x="3935691" y="84039"/>
                  <a:pt x="3934328" y="79819"/>
                </a:cubicBezTo>
                <a:cubicBezTo>
                  <a:pt x="3933013" y="75595"/>
                  <a:pt x="3932353" y="70646"/>
                  <a:pt x="3932353" y="64971"/>
                </a:cubicBezTo>
                <a:cubicBezTo>
                  <a:pt x="3932353" y="59567"/>
                  <a:pt x="3933056" y="54710"/>
                  <a:pt x="3934465" y="50398"/>
                </a:cubicBezTo>
                <a:cubicBezTo>
                  <a:pt x="3935874" y="46037"/>
                  <a:pt x="3937917" y="42360"/>
                  <a:pt x="3940594" y="39362"/>
                </a:cubicBezTo>
                <a:cubicBezTo>
                  <a:pt x="3943272" y="36322"/>
                  <a:pt x="3946521" y="34007"/>
                  <a:pt x="3950333" y="32415"/>
                </a:cubicBezTo>
                <a:cubicBezTo>
                  <a:pt x="3954193" y="30827"/>
                  <a:pt x="3958528" y="30032"/>
                  <a:pt x="3963340" y="30032"/>
                </a:cubicBezTo>
                <a:cubicBezTo>
                  <a:pt x="3968426" y="30032"/>
                  <a:pt x="3972761" y="30781"/>
                  <a:pt x="3976350" y="32281"/>
                </a:cubicBezTo>
                <a:cubicBezTo>
                  <a:pt x="3979982" y="33779"/>
                  <a:pt x="3982954" y="35867"/>
                  <a:pt x="3985271" y="38545"/>
                </a:cubicBezTo>
                <a:cubicBezTo>
                  <a:pt x="3987586" y="41179"/>
                  <a:pt x="3989289" y="44311"/>
                  <a:pt x="3990378" y="47946"/>
                </a:cubicBezTo>
                <a:cubicBezTo>
                  <a:pt x="3991469" y="51578"/>
                  <a:pt x="3992012" y="55527"/>
                  <a:pt x="3992012" y="59796"/>
                </a:cubicBezTo>
                <a:lnTo>
                  <a:pt x="3992012" y="62519"/>
                </a:lnTo>
                <a:close/>
                <a:moveTo>
                  <a:pt x="3975396" y="57616"/>
                </a:moveTo>
                <a:cubicBezTo>
                  <a:pt x="3975533" y="52804"/>
                  <a:pt x="3974556" y="49035"/>
                  <a:pt x="3972467" y="46309"/>
                </a:cubicBezTo>
                <a:cubicBezTo>
                  <a:pt x="3970424" y="43540"/>
                  <a:pt x="3967246" y="42157"/>
                  <a:pt x="3962931" y="42157"/>
                </a:cubicBezTo>
                <a:cubicBezTo>
                  <a:pt x="3960754" y="42157"/>
                  <a:pt x="3958845" y="42565"/>
                  <a:pt x="3957211" y="43383"/>
                </a:cubicBezTo>
                <a:cubicBezTo>
                  <a:pt x="3955622" y="44200"/>
                  <a:pt x="3954282" y="45311"/>
                  <a:pt x="3953193" y="46717"/>
                </a:cubicBezTo>
                <a:cubicBezTo>
                  <a:pt x="3952150" y="48080"/>
                  <a:pt x="3951333" y="49715"/>
                  <a:pt x="3950741" y="51624"/>
                </a:cubicBezTo>
                <a:cubicBezTo>
                  <a:pt x="3950195" y="53484"/>
                  <a:pt x="3949878" y="55481"/>
                  <a:pt x="3949790" y="57616"/>
                </a:cubicBezTo>
                <a:lnTo>
                  <a:pt x="3975396" y="57616"/>
                </a:lnTo>
                <a:close/>
                <a:moveTo>
                  <a:pt x="4064135" y="94663"/>
                </a:moveTo>
                <a:cubicBezTo>
                  <a:pt x="4064135" y="95118"/>
                  <a:pt x="4063998" y="95526"/>
                  <a:pt x="4063727" y="95889"/>
                </a:cubicBezTo>
                <a:cubicBezTo>
                  <a:pt x="4063455" y="96209"/>
                  <a:pt x="4063001" y="96481"/>
                  <a:pt x="4062364" y="96706"/>
                </a:cubicBezTo>
                <a:cubicBezTo>
                  <a:pt x="4061729" y="96935"/>
                  <a:pt x="4060844" y="97092"/>
                  <a:pt x="4059709" y="97184"/>
                </a:cubicBezTo>
                <a:cubicBezTo>
                  <a:pt x="4058620" y="97321"/>
                  <a:pt x="4057257" y="97389"/>
                  <a:pt x="4055623" y="97389"/>
                </a:cubicBezTo>
                <a:cubicBezTo>
                  <a:pt x="4053943" y="97389"/>
                  <a:pt x="4052534" y="97321"/>
                  <a:pt x="4051400" y="97184"/>
                </a:cubicBezTo>
                <a:cubicBezTo>
                  <a:pt x="4050311" y="97092"/>
                  <a:pt x="4049448" y="96935"/>
                  <a:pt x="4048813" y="96706"/>
                </a:cubicBezTo>
                <a:cubicBezTo>
                  <a:pt x="4048176" y="96481"/>
                  <a:pt x="4047722" y="96209"/>
                  <a:pt x="4047450" y="95889"/>
                </a:cubicBezTo>
                <a:cubicBezTo>
                  <a:pt x="4047179" y="95526"/>
                  <a:pt x="4047042" y="95118"/>
                  <a:pt x="4047042" y="94663"/>
                </a:cubicBezTo>
                <a:lnTo>
                  <a:pt x="4047042" y="59999"/>
                </a:lnTo>
                <a:cubicBezTo>
                  <a:pt x="4047042" y="57047"/>
                  <a:pt x="4046813" y="54733"/>
                  <a:pt x="4046362" y="53052"/>
                </a:cubicBezTo>
                <a:cubicBezTo>
                  <a:pt x="4045953" y="51372"/>
                  <a:pt x="4045339" y="49943"/>
                  <a:pt x="4044522" y="48763"/>
                </a:cubicBezTo>
                <a:cubicBezTo>
                  <a:pt x="4043704" y="47537"/>
                  <a:pt x="4042638" y="46606"/>
                  <a:pt x="4041321" y="45969"/>
                </a:cubicBezTo>
                <a:cubicBezTo>
                  <a:pt x="4040050" y="45289"/>
                  <a:pt x="4038552" y="44948"/>
                  <a:pt x="4036826" y="44948"/>
                </a:cubicBezTo>
                <a:cubicBezTo>
                  <a:pt x="4034646" y="44948"/>
                  <a:pt x="4032446" y="45743"/>
                  <a:pt x="4030220" y="47332"/>
                </a:cubicBezTo>
                <a:cubicBezTo>
                  <a:pt x="4027994" y="48920"/>
                  <a:pt x="4025679" y="51235"/>
                  <a:pt x="4023273" y="54278"/>
                </a:cubicBezTo>
                <a:lnTo>
                  <a:pt x="4023273" y="94663"/>
                </a:lnTo>
                <a:cubicBezTo>
                  <a:pt x="4023273" y="95118"/>
                  <a:pt x="4023136" y="95526"/>
                  <a:pt x="4022865" y="95889"/>
                </a:cubicBezTo>
                <a:cubicBezTo>
                  <a:pt x="4022593" y="96209"/>
                  <a:pt x="4022116" y="96481"/>
                  <a:pt x="4021433" y="96706"/>
                </a:cubicBezTo>
                <a:cubicBezTo>
                  <a:pt x="4020799" y="96935"/>
                  <a:pt x="4019936" y="97092"/>
                  <a:pt x="4018847" y="97184"/>
                </a:cubicBezTo>
                <a:cubicBezTo>
                  <a:pt x="4017755" y="97321"/>
                  <a:pt x="4016372" y="97389"/>
                  <a:pt x="4014692" y="97389"/>
                </a:cubicBezTo>
                <a:cubicBezTo>
                  <a:pt x="4013012" y="97389"/>
                  <a:pt x="4011626" y="97321"/>
                  <a:pt x="4010537" y="97184"/>
                </a:cubicBezTo>
                <a:cubicBezTo>
                  <a:pt x="4009449" y="97092"/>
                  <a:pt x="4008563" y="96935"/>
                  <a:pt x="4007883" y="96706"/>
                </a:cubicBezTo>
                <a:cubicBezTo>
                  <a:pt x="4007245" y="96481"/>
                  <a:pt x="4006791" y="96209"/>
                  <a:pt x="4006520" y="95889"/>
                </a:cubicBezTo>
                <a:cubicBezTo>
                  <a:pt x="4006248" y="95526"/>
                  <a:pt x="4006111" y="95118"/>
                  <a:pt x="4006111" y="94663"/>
                </a:cubicBezTo>
                <a:lnTo>
                  <a:pt x="4006111" y="33916"/>
                </a:lnTo>
                <a:cubicBezTo>
                  <a:pt x="4006111" y="33461"/>
                  <a:pt x="4006225" y="33076"/>
                  <a:pt x="4006451" y="32758"/>
                </a:cubicBezTo>
                <a:cubicBezTo>
                  <a:pt x="4006677" y="32393"/>
                  <a:pt x="4007085" y="32098"/>
                  <a:pt x="4007677" y="31873"/>
                </a:cubicBezTo>
                <a:cubicBezTo>
                  <a:pt x="4008268" y="31644"/>
                  <a:pt x="4009017" y="31487"/>
                  <a:pt x="4009926" y="31395"/>
                </a:cubicBezTo>
                <a:cubicBezTo>
                  <a:pt x="4010877" y="31258"/>
                  <a:pt x="4012057" y="31190"/>
                  <a:pt x="4013466" y="31190"/>
                </a:cubicBezTo>
                <a:cubicBezTo>
                  <a:pt x="4014918" y="31190"/>
                  <a:pt x="4016121" y="31258"/>
                  <a:pt x="4017075" y="31395"/>
                </a:cubicBezTo>
                <a:cubicBezTo>
                  <a:pt x="4018030" y="31487"/>
                  <a:pt x="4018755" y="31644"/>
                  <a:pt x="4019255" y="31873"/>
                </a:cubicBezTo>
                <a:cubicBezTo>
                  <a:pt x="4019798" y="32098"/>
                  <a:pt x="4020187" y="32395"/>
                  <a:pt x="4020413" y="32758"/>
                </a:cubicBezTo>
                <a:cubicBezTo>
                  <a:pt x="4020639" y="33076"/>
                  <a:pt x="4020753" y="33461"/>
                  <a:pt x="4020753" y="33916"/>
                </a:cubicBezTo>
                <a:lnTo>
                  <a:pt x="4020753" y="40931"/>
                </a:lnTo>
                <a:cubicBezTo>
                  <a:pt x="4024113" y="37299"/>
                  <a:pt x="4027519" y="34573"/>
                  <a:pt x="4030968" y="32758"/>
                </a:cubicBezTo>
                <a:cubicBezTo>
                  <a:pt x="4034466" y="30941"/>
                  <a:pt x="4038098" y="30032"/>
                  <a:pt x="4041867" y="30032"/>
                </a:cubicBezTo>
                <a:cubicBezTo>
                  <a:pt x="4045996" y="30032"/>
                  <a:pt x="4049471" y="30715"/>
                  <a:pt x="4052285" y="32075"/>
                </a:cubicBezTo>
                <a:cubicBezTo>
                  <a:pt x="4055146" y="33438"/>
                  <a:pt x="4057437" y="35299"/>
                  <a:pt x="4059163" y="37662"/>
                </a:cubicBezTo>
                <a:cubicBezTo>
                  <a:pt x="4060935" y="39976"/>
                  <a:pt x="4062207" y="42700"/>
                  <a:pt x="4062978" y="45834"/>
                </a:cubicBezTo>
                <a:cubicBezTo>
                  <a:pt x="4063750" y="48966"/>
                  <a:pt x="4064135" y="52735"/>
                  <a:pt x="4064135" y="57139"/>
                </a:cubicBezTo>
                <a:lnTo>
                  <a:pt x="4064135" y="94663"/>
                </a:lnTo>
                <a:close/>
                <a:moveTo>
                  <a:pt x="4138573" y="94663"/>
                </a:moveTo>
                <a:cubicBezTo>
                  <a:pt x="4138573" y="95163"/>
                  <a:pt x="4138459" y="95595"/>
                  <a:pt x="4138233" y="95958"/>
                </a:cubicBezTo>
                <a:cubicBezTo>
                  <a:pt x="4138007" y="96275"/>
                  <a:pt x="4137622" y="96549"/>
                  <a:pt x="4137076" y="96775"/>
                </a:cubicBezTo>
                <a:cubicBezTo>
                  <a:pt x="4136530" y="97004"/>
                  <a:pt x="4135781" y="97161"/>
                  <a:pt x="4134827" y="97252"/>
                </a:cubicBezTo>
                <a:cubicBezTo>
                  <a:pt x="4133921" y="97344"/>
                  <a:pt x="4132784" y="97389"/>
                  <a:pt x="4131424" y="97389"/>
                </a:cubicBezTo>
                <a:cubicBezTo>
                  <a:pt x="4129969" y="97389"/>
                  <a:pt x="4128789" y="97344"/>
                  <a:pt x="4127880" y="97252"/>
                </a:cubicBezTo>
                <a:cubicBezTo>
                  <a:pt x="4126975" y="97161"/>
                  <a:pt x="4126223" y="97004"/>
                  <a:pt x="4125634" y="96775"/>
                </a:cubicBezTo>
                <a:cubicBezTo>
                  <a:pt x="4125089" y="96549"/>
                  <a:pt x="4124680" y="96275"/>
                  <a:pt x="4124409" y="95958"/>
                </a:cubicBezTo>
                <a:cubicBezTo>
                  <a:pt x="4124180" y="95595"/>
                  <a:pt x="4124069" y="95163"/>
                  <a:pt x="4124069" y="94663"/>
                </a:cubicBezTo>
                <a:lnTo>
                  <a:pt x="4124069" y="87922"/>
                </a:lnTo>
                <a:cubicBezTo>
                  <a:pt x="4120934" y="91283"/>
                  <a:pt x="4117642" y="93892"/>
                  <a:pt x="4114193" y="95755"/>
                </a:cubicBezTo>
                <a:cubicBezTo>
                  <a:pt x="4110787" y="97615"/>
                  <a:pt x="4106995" y="98547"/>
                  <a:pt x="4102820" y="98547"/>
                </a:cubicBezTo>
                <a:cubicBezTo>
                  <a:pt x="4098188" y="98547"/>
                  <a:pt x="4094259" y="97661"/>
                  <a:pt x="4091036" y="95889"/>
                </a:cubicBezTo>
                <a:cubicBezTo>
                  <a:pt x="4087858" y="94075"/>
                  <a:pt x="4085249" y="91646"/>
                  <a:pt x="4083206" y="88603"/>
                </a:cubicBezTo>
                <a:cubicBezTo>
                  <a:pt x="4081206" y="85562"/>
                  <a:pt x="4079754" y="82019"/>
                  <a:pt x="4078846" y="77978"/>
                </a:cubicBezTo>
                <a:cubicBezTo>
                  <a:pt x="4077937" y="73892"/>
                  <a:pt x="4077486" y="69603"/>
                  <a:pt x="4077486" y="65108"/>
                </a:cubicBezTo>
                <a:cubicBezTo>
                  <a:pt x="4077486" y="59705"/>
                  <a:pt x="4078051" y="54847"/>
                  <a:pt x="4079186" y="50532"/>
                </a:cubicBezTo>
                <a:cubicBezTo>
                  <a:pt x="4080366" y="46220"/>
                  <a:pt x="4082069" y="42542"/>
                  <a:pt x="4084295" y="39499"/>
                </a:cubicBezTo>
                <a:cubicBezTo>
                  <a:pt x="4086518" y="36459"/>
                  <a:pt x="4089290" y="34119"/>
                  <a:pt x="4092605" y="32484"/>
                </a:cubicBezTo>
                <a:cubicBezTo>
                  <a:pt x="4095916" y="30850"/>
                  <a:pt x="4099731" y="30032"/>
                  <a:pt x="4104046" y="30032"/>
                </a:cubicBezTo>
                <a:cubicBezTo>
                  <a:pt x="4107449" y="30032"/>
                  <a:pt x="4110538" y="30738"/>
                  <a:pt x="4113307" y="32144"/>
                </a:cubicBezTo>
                <a:cubicBezTo>
                  <a:pt x="4116076" y="33507"/>
                  <a:pt x="4118822" y="35527"/>
                  <a:pt x="4121548" y="38205"/>
                </a:cubicBezTo>
                <a:lnTo>
                  <a:pt x="4121548" y="5312"/>
                </a:lnTo>
                <a:cubicBezTo>
                  <a:pt x="4121548" y="4858"/>
                  <a:pt x="4121663" y="4449"/>
                  <a:pt x="4121888" y="4086"/>
                </a:cubicBezTo>
                <a:cubicBezTo>
                  <a:pt x="4122160" y="3723"/>
                  <a:pt x="4122614" y="3426"/>
                  <a:pt x="4123251" y="3200"/>
                </a:cubicBezTo>
                <a:cubicBezTo>
                  <a:pt x="4123931" y="2926"/>
                  <a:pt x="4124817" y="2723"/>
                  <a:pt x="4125906" y="2586"/>
                </a:cubicBezTo>
                <a:cubicBezTo>
                  <a:pt x="4126995" y="2452"/>
                  <a:pt x="4128381" y="2383"/>
                  <a:pt x="4130061" y="2383"/>
                </a:cubicBezTo>
                <a:cubicBezTo>
                  <a:pt x="4131741" y="2383"/>
                  <a:pt x="4133127" y="2452"/>
                  <a:pt x="4134216" y="2586"/>
                </a:cubicBezTo>
                <a:cubicBezTo>
                  <a:pt x="4135304" y="2723"/>
                  <a:pt x="4136167" y="2926"/>
                  <a:pt x="4136804" y="3200"/>
                </a:cubicBezTo>
                <a:cubicBezTo>
                  <a:pt x="4137439" y="3426"/>
                  <a:pt x="4137893" y="3723"/>
                  <a:pt x="4138165" y="4086"/>
                </a:cubicBezTo>
                <a:cubicBezTo>
                  <a:pt x="4138439" y="4449"/>
                  <a:pt x="4138573" y="4858"/>
                  <a:pt x="4138573" y="5312"/>
                </a:cubicBezTo>
                <a:lnTo>
                  <a:pt x="4138573" y="94663"/>
                </a:lnTo>
                <a:close/>
                <a:moveTo>
                  <a:pt x="4121548" y="54075"/>
                </a:moveTo>
                <a:cubicBezTo>
                  <a:pt x="4119097" y="50986"/>
                  <a:pt x="4116736" y="48626"/>
                  <a:pt x="4114465" y="46992"/>
                </a:cubicBezTo>
                <a:cubicBezTo>
                  <a:pt x="4112241" y="45357"/>
                  <a:pt x="4109901" y="44540"/>
                  <a:pt x="4107449" y="44540"/>
                </a:cubicBezTo>
                <a:cubicBezTo>
                  <a:pt x="4105226" y="44540"/>
                  <a:pt x="4103295" y="45106"/>
                  <a:pt x="4101660" y="46243"/>
                </a:cubicBezTo>
                <a:cubicBezTo>
                  <a:pt x="4100071" y="47332"/>
                  <a:pt x="4098780" y="48806"/>
                  <a:pt x="4097780" y="50669"/>
                </a:cubicBezTo>
                <a:cubicBezTo>
                  <a:pt x="4096825" y="52529"/>
                  <a:pt x="4096099" y="54618"/>
                  <a:pt x="4095599" y="56936"/>
                </a:cubicBezTo>
                <a:cubicBezTo>
                  <a:pt x="4095145" y="59205"/>
                  <a:pt x="4094919" y="61542"/>
                  <a:pt x="4094919" y="63948"/>
                </a:cubicBezTo>
                <a:cubicBezTo>
                  <a:pt x="4094919" y="66491"/>
                  <a:pt x="4095122" y="68966"/>
                  <a:pt x="4095531" y="71372"/>
                </a:cubicBezTo>
                <a:cubicBezTo>
                  <a:pt x="4095939" y="73778"/>
                  <a:pt x="4096599" y="75935"/>
                  <a:pt x="4097508" y="77841"/>
                </a:cubicBezTo>
                <a:cubicBezTo>
                  <a:pt x="4098460" y="79704"/>
                  <a:pt x="4099708" y="81202"/>
                  <a:pt x="4101251" y="82336"/>
                </a:cubicBezTo>
                <a:cubicBezTo>
                  <a:pt x="4102797" y="83473"/>
                  <a:pt x="4104749" y="84039"/>
                  <a:pt x="4107109" y="84039"/>
                </a:cubicBezTo>
                <a:cubicBezTo>
                  <a:pt x="4108289" y="84039"/>
                  <a:pt x="4109424" y="83882"/>
                  <a:pt x="4110515" y="83562"/>
                </a:cubicBezTo>
                <a:cubicBezTo>
                  <a:pt x="4111650" y="83199"/>
                  <a:pt x="4112784" y="82633"/>
                  <a:pt x="4113919" y="81862"/>
                </a:cubicBezTo>
                <a:cubicBezTo>
                  <a:pt x="4115102" y="81090"/>
                  <a:pt x="4116305" y="80090"/>
                  <a:pt x="4117531" y="78864"/>
                </a:cubicBezTo>
                <a:cubicBezTo>
                  <a:pt x="4118756" y="77593"/>
                  <a:pt x="4120094" y="76050"/>
                  <a:pt x="4121548" y="74232"/>
                </a:cubicBezTo>
                <a:lnTo>
                  <a:pt x="4121548" y="54075"/>
                </a:lnTo>
                <a:close/>
                <a:moveTo>
                  <a:pt x="4211922" y="62519"/>
                </a:moveTo>
                <a:cubicBezTo>
                  <a:pt x="4211922" y="64608"/>
                  <a:pt x="4211445" y="66151"/>
                  <a:pt x="4210494" y="67151"/>
                </a:cubicBezTo>
                <a:cubicBezTo>
                  <a:pt x="4209585" y="68149"/>
                  <a:pt x="4208313" y="68649"/>
                  <a:pt x="4206679" y="68649"/>
                </a:cubicBezTo>
                <a:lnTo>
                  <a:pt x="4169697" y="68649"/>
                </a:lnTo>
                <a:cubicBezTo>
                  <a:pt x="4169697" y="71237"/>
                  <a:pt x="4169991" y="73598"/>
                  <a:pt x="4170583" y="75732"/>
                </a:cubicBezTo>
                <a:cubicBezTo>
                  <a:pt x="4171217" y="77821"/>
                  <a:pt x="4172195" y="79613"/>
                  <a:pt x="4173512" y="81110"/>
                </a:cubicBezTo>
                <a:cubicBezTo>
                  <a:pt x="4174875" y="82565"/>
                  <a:pt x="4176598" y="83676"/>
                  <a:pt x="4178687" y="84448"/>
                </a:cubicBezTo>
                <a:cubicBezTo>
                  <a:pt x="4180821" y="85219"/>
                  <a:pt x="4183365" y="85605"/>
                  <a:pt x="4186316" y="85605"/>
                </a:cubicBezTo>
                <a:cubicBezTo>
                  <a:pt x="4189311" y="85605"/>
                  <a:pt x="4191946" y="85402"/>
                  <a:pt x="4194214" y="84993"/>
                </a:cubicBezTo>
                <a:cubicBezTo>
                  <a:pt x="4196486" y="84539"/>
                  <a:pt x="4198438" y="84062"/>
                  <a:pt x="4200072" y="83562"/>
                </a:cubicBezTo>
                <a:cubicBezTo>
                  <a:pt x="4201753" y="83019"/>
                  <a:pt x="4203138" y="82542"/>
                  <a:pt x="4204227" y="82133"/>
                </a:cubicBezTo>
                <a:cubicBezTo>
                  <a:pt x="4205316" y="81679"/>
                  <a:pt x="4206202" y="81453"/>
                  <a:pt x="4206882" y="81453"/>
                </a:cubicBezTo>
                <a:cubicBezTo>
                  <a:pt x="4207290" y="81453"/>
                  <a:pt x="4207630" y="81542"/>
                  <a:pt x="4207905" y="81725"/>
                </a:cubicBezTo>
                <a:cubicBezTo>
                  <a:pt x="4208176" y="81862"/>
                  <a:pt x="4208405" y="82133"/>
                  <a:pt x="4208585" y="82542"/>
                </a:cubicBezTo>
                <a:cubicBezTo>
                  <a:pt x="4208768" y="82950"/>
                  <a:pt x="4208879" y="83542"/>
                  <a:pt x="4208925" y="84313"/>
                </a:cubicBezTo>
                <a:cubicBezTo>
                  <a:pt x="4209016" y="85039"/>
                  <a:pt x="4209062" y="85971"/>
                  <a:pt x="4209062" y="87105"/>
                </a:cubicBezTo>
                <a:cubicBezTo>
                  <a:pt x="4209062" y="88102"/>
                  <a:pt x="4209039" y="88965"/>
                  <a:pt x="4208993" y="89691"/>
                </a:cubicBezTo>
                <a:cubicBezTo>
                  <a:pt x="4208948" y="90374"/>
                  <a:pt x="4208879" y="90963"/>
                  <a:pt x="4208791" y="91463"/>
                </a:cubicBezTo>
                <a:cubicBezTo>
                  <a:pt x="4208699" y="91963"/>
                  <a:pt x="4208562" y="92394"/>
                  <a:pt x="4208382" y="92757"/>
                </a:cubicBezTo>
                <a:cubicBezTo>
                  <a:pt x="4208199" y="93074"/>
                  <a:pt x="4207950" y="93392"/>
                  <a:pt x="4207630" y="93712"/>
                </a:cubicBezTo>
                <a:cubicBezTo>
                  <a:pt x="4207359" y="94029"/>
                  <a:pt x="4206565" y="94460"/>
                  <a:pt x="4205247" y="95006"/>
                </a:cubicBezTo>
                <a:cubicBezTo>
                  <a:pt x="4203933" y="95549"/>
                  <a:pt x="4202253" y="96095"/>
                  <a:pt x="4200210" y="96641"/>
                </a:cubicBezTo>
                <a:cubicBezTo>
                  <a:pt x="4198166" y="97138"/>
                  <a:pt x="4195826" y="97569"/>
                  <a:pt x="4193194" y="97932"/>
                </a:cubicBezTo>
                <a:cubicBezTo>
                  <a:pt x="4190560" y="98341"/>
                  <a:pt x="4187745" y="98547"/>
                  <a:pt x="4184748" y="98547"/>
                </a:cubicBezTo>
                <a:cubicBezTo>
                  <a:pt x="4179347" y="98547"/>
                  <a:pt x="4174601" y="97867"/>
                  <a:pt x="4170514" y="96503"/>
                </a:cubicBezTo>
                <a:cubicBezTo>
                  <a:pt x="4166474" y="95140"/>
                  <a:pt x="4163091" y="93074"/>
                  <a:pt x="4160367" y="90306"/>
                </a:cubicBezTo>
                <a:cubicBezTo>
                  <a:pt x="4157644" y="87537"/>
                  <a:pt x="4155601" y="84039"/>
                  <a:pt x="4154238" y="79819"/>
                </a:cubicBezTo>
                <a:cubicBezTo>
                  <a:pt x="4152921" y="75595"/>
                  <a:pt x="4152264" y="70646"/>
                  <a:pt x="4152264" y="64971"/>
                </a:cubicBezTo>
                <a:cubicBezTo>
                  <a:pt x="4152264" y="59567"/>
                  <a:pt x="4152966" y="54710"/>
                  <a:pt x="4154375" y="50398"/>
                </a:cubicBezTo>
                <a:cubicBezTo>
                  <a:pt x="4155781" y="46037"/>
                  <a:pt x="4157824" y="42360"/>
                  <a:pt x="4160505" y="39362"/>
                </a:cubicBezTo>
                <a:cubicBezTo>
                  <a:pt x="4163182" y="36322"/>
                  <a:pt x="4166428" y="34007"/>
                  <a:pt x="4170243" y="32415"/>
                </a:cubicBezTo>
                <a:cubicBezTo>
                  <a:pt x="4174101" y="30827"/>
                  <a:pt x="4178438" y="30032"/>
                  <a:pt x="4183250" y="30032"/>
                </a:cubicBezTo>
                <a:cubicBezTo>
                  <a:pt x="4188337" y="30032"/>
                  <a:pt x="4192671" y="30781"/>
                  <a:pt x="4196258" y="32281"/>
                </a:cubicBezTo>
                <a:cubicBezTo>
                  <a:pt x="4199889" y="33779"/>
                  <a:pt x="4202864" y="35867"/>
                  <a:pt x="4205179" y="38545"/>
                </a:cubicBezTo>
                <a:cubicBezTo>
                  <a:pt x="4207496" y="41179"/>
                  <a:pt x="4209199" y="44311"/>
                  <a:pt x="4210288" y="47946"/>
                </a:cubicBezTo>
                <a:cubicBezTo>
                  <a:pt x="4211377" y="51578"/>
                  <a:pt x="4211922" y="55527"/>
                  <a:pt x="4211922" y="59796"/>
                </a:cubicBezTo>
                <a:lnTo>
                  <a:pt x="4211922" y="62519"/>
                </a:lnTo>
                <a:close/>
                <a:moveTo>
                  <a:pt x="4195306" y="57616"/>
                </a:moveTo>
                <a:cubicBezTo>
                  <a:pt x="4195440" y="52804"/>
                  <a:pt x="4194466" y="49035"/>
                  <a:pt x="4192377" y="46309"/>
                </a:cubicBezTo>
                <a:cubicBezTo>
                  <a:pt x="4190334" y="43540"/>
                  <a:pt x="4187156" y="42157"/>
                  <a:pt x="4182842" y="42157"/>
                </a:cubicBezTo>
                <a:cubicBezTo>
                  <a:pt x="4180661" y="42157"/>
                  <a:pt x="4178755" y="42565"/>
                  <a:pt x="4177121" y="43383"/>
                </a:cubicBezTo>
                <a:cubicBezTo>
                  <a:pt x="4175532" y="44200"/>
                  <a:pt x="4174192" y="45311"/>
                  <a:pt x="4173103" y="46717"/>
                </a:cubicBezTo>
                <a:cubicBezTo>
                  <a:pt x="4172057" y="48080"/>
                  <a:pt x="4171240" y="49715"/>
                  <a:pt x="4170652" y="51624"/>
                </a:cubicBezTo>
                <a:cubicBezTo>
                  <a:pt x="4170106" y="53484"/>
                  <a:pt x="4169789" y="55481"/>
                  <a:pt x="4169697" y="57616"/>
                </a:cubicBezTo>
                <a:lnTo>
                  <a:pt x="4195306" y="57616"/>
                </a:lnTo>
                <a:close/>
                <a:moveTo>
                  <a:pt x="4265043" y="39568"/>
                </a:moveTo>
                <a:cubicBezTo>
                  <a:pt x="4265043" y="41202"/>
                  <a:pt x="4264998" y="42542"/>
                  <a:pt x="4264909" y="43585"/>
                </a:cubicBezTo>
                <a:cubicBezTo>
                  <a:pt x="4264818" y="44631"/>
                  <a:pt x="4264680" y="45449"/>
                  <a:pt x="4264500" y="46037"/>
                </a:cubicBezTo>
                <a:cubicBezTo>
                  <a:pt x="4264318" y="46629"/>
                  <a:pt x="4264069" y="47037"/>
                  <a:pt x="4263749" y="47263"/>
                </a:cubicBezTo>
                <a:cubicBezTo>
                  <a:pt x="4263477" y="47492"/>
                  <a:pt x="4263115" y="47603"/>
                  <a:pt x="4262660" y="47603"/>
                </a:cubicBezTo>
                <a:cubicBezTo>
                  <a:pt x="4262297" y="47603"/>
                  <a:pt x="4261889" y="47537"/>
                  <a:pt x="4261434" y="47400"/>
                </a:cubicBezTo>
                <a:cubicBezTo>
                  <a:pt x="4260980" y="47217"/>
                  <a:pt x="4260457" y="47037"/>
                  <a:pt x="4259868" y="46854"/>
                </a:cubicBezTo>
                <a:cubicBezTo>
                  <a:pt x="4259323" y="46674"/>
                  <a:pt x="4258711" y="46514"/>
                  <a:pt x="4258028" y="46377"/>
                </a:cubicBezTo>
                <a:cubicBezTo>
                  <a:pt x="4257348" y="46197"/>
                  <a:pt x="4256599" y="46106"/>
                  <a:pt x="4255782" y="46106"/>
                </a:cubicBezTo>
                <a:cubicBezTo>
                  <a:pt x="4254828" y="46106"/>
                  <a:pt x="4253876" y="46309"/>
                  <a:pt x="4252922" y="46717"/>
                </a:cubicBezTo>
                <a:cubicBezTo>
                  <a:pt x="4251967" y="47083"/>
                  <a:pt x="4250970" y="47672"/>
                  <a:pt x="4249924" y="48489"/>
                </a:cubicBezTo>
                <a:cubicBezTo>
                  <a:pt x="4248927" y="49306"/>
                  <a:pt x="4247858" y="50398"/>
                  <a:pt x="4246724" y="51758"/>
                </a:cubicBezTo>
                <a:cubicBezTo>
                  <a:pt x="4245635" y="53121"/>
                  <a:pt x="4244455" y="54801"/>
                  <a:pt x="4243183" y="56799"/>
                </a:cubicBezTo>
                <a:lnTo>
                  <a:pt x="4243183" y="94663"/>
                </a:lnTo>
                <a:cubicBezTo>
                  <a:pt x="4243183" y="95118"/>
                  <a:pt x="4243046" y="95526"/>
                  <a:pt x="4242775" y="95889"/>
                </a:cubicBezTo>
                <a:cubicBezTo>
                  <a:pt x="4242501" y="96209"/>
                  <a:pt x="4242023" y="96481"/>
                  <a:pt x="4241343" y="96706"/>
                </a:cubicBezTo>
                <a:cubicBezTo>
                  <a:pt x="4240709" y="96935"/>
                  <a:pt x="4239846" y="97092"/>
                  <a:pt x="4238754" y="97184"/>
                </a:cubicBezTo>
                <a:cubicBezTo>
                  <a:pt x="4237666" y="97321"/>
                  <a:pt x="4236283" y="97389"/>
                  <a:pt x="4234602" y="97389"/>
                </a:cubicBezTo>
                <a:cubicBezTo>
                  <a:pt x="4232922" y="97389"/>
                  <a:pt x="4231536" y="97321"/>
                  <a:pt x="4230448" y="97184"/>
                </a:cubicBezTo>
                <a:cubicBezTo>
                  <a:pt x="4229356" y="97092"/>
                  <a:pt x="4228473" y="96935"/>
                  <a:pt x="4227790" y="96706"/>
                </a:cubicBezTo>
                <a:cubicBezTo>
                  <a:pt x="4227156" y="96481"/>
                  <a:pt x="4226701" y="96209"/>
                  <a:pt x="4226430" y="95889"/>
                </a:cubicBezTo>
                <a:cubicBezTo>
                  <a:pt x="4226156" y="95526"/>
                  <a:pt x="4226021" y="95118"/>
                  <a:pt x="4226021" y="94663"/>
                </a:cubicBezTo>
                <a:lnTo>
                  <a:pt x="4226021" y="33916"/>
                </a:lnTo>
                <a:cubicBezTo>
                  <a:pt x="4226021" y="33461"/>
                  <a:pt x="4226133" y="33076"/>
                  <a:pt x="4226361" y="32758"/>
                </a:cubicBezTo>
                <a:cubicBezTo>
                  <a:pt x="4226587" y="32393"/>
                  <a:pt x="4226996" y="32098"/>
                  <a:pt x="4227587" y="31873"/>
                </a:cubicBezTo>
                <a:cubicBezTo>
                  <a:pt x="4228176" y="31644"/>
                  <a:pt x="4228927" y="31487"/>
                  <a:pt x="4229833" y="31395"/>
                </a:cubicBezTo>
                <a:cubicBezTo>
                  <a:pt x="4230788" y="31258"/>
                  <a:pt x="4231968" y="31190"/>
                  <a:pt x="4233377" y="31190"/>
                </a:cubicBezTo>
                <a:cubicBezTo>
                  <a:pt x="4234828" y="31190"/>
                  <a:pt x="4236031" y="31258"/>
                  <a:pt x="4236986" y="31395"/>
                </a:cubicBezTo>
                <a:cubicBezTo>
                  <a:pt x="4237937" y="31487"/>
                  <a:pt x="4238666" y="31644"/>
                  <a:pt x="4239163" y="31873"/>
                </a:cubicBezTo>
                <a:cubicBezTo>
                  <a:pt x="4239709" y="32098"/>
                  <a:pt x="4240095" y="32395"/>
                  <a:pt x="4240323" y="32758"/>
                </a:cubicBezTo>
                <a:cubicBezTo>
                  <a:pt x="4240549" y="33076"/>
                  <a:pt x="4240663" y="33461"/>
                  <a:pt x="4240663" y="33916"/>
                </a:cubicBezTo>
                <a:lnTo>
                  <a:pt x="4240663" y="41474"/>
                </a:lnTo>
                <a:cubicBezTo>
                  <a:pt x="4242252" y="39205"/>
                  <a:pt x="4243749" y="37342"/>
                  <a:pt x="4245158" y="35890"/>
                </a:cubicBezTo>
                <a:cubicBezTo>
                  <a:pt x="4246564" y="34393"/>
                  <a:pt x="4247904" y="33213"/>
                  <a:pt x="4249176" y="32350"/>
                </a:cubicBezTo>
                <a:cubicBezTo>
                  <a:pt x="4250447" y="31487"/>
                  <a:pt x="4251719" y="30895"/>
                  <a:pt x="4252990" y="30578"/>
                </a:cubicBezTo>
                <a:cubicBezTo>
                  <a:pt x="4254262" y="30215"/>
                  <a:pt x="4255534" y="30032"/>
                  <a:pt x="4256802" y="30032"/>
                </a:cubicBezTo>
                <a:cubicBezTo>
                  <a:pt x="4257394" y="30032"/>
                  <a:pt x="4258028" y="30078"/>
                  <a:pt x="4258711" y="30169"/>
                </a:cubicBezTo>
                <a:cubicBezTo>
                  <a:pt x="4259391" y="30215"/>
                  <a:pt x="4260094" y="30330"/>
                  <a:pt x="4260823" y="30510"/>
                </a:cubicBezTo>
                <a:cubicBezTo>
                  <a:pt x="4261549" y="30647"/>
                  <a:pt x="4262183" y="30827"/>
                  <a:pt x="4262729" y="31055"/>
                </a:cubicBezTo>
                <a:cubicBezTo>
                  <a:pt x="4263275" y="31235"/>
                  <a:pt x="4263660" y="31441"/>
                  <a:pt x="4263886" y="31667"/>
                </a:cubicBezTo>
                <a:cubicBezTo>
                  <a:pt x="4264158" y="31895"/>
                  <a:pt x="4264340" y="32144"/>
                  <a:pt x="4264432" y="32415"/>
                </a:cubicBezTo>
                <a:cubicBezTo>
                  <a:pt x="4264566" y="32690"/>
                  <a:pt x="4264680" y="33076"/>
                  <a:pt x="4264772" y="33576"/>
                </a:cubicBezTo>
                <a:cubicBezTo>
                  <a:pt x="4264863" y="34030"/>
                  <a:pt x="4264929" y="34733"/>
                  <a:pt x="4264975" y="35684"/>
                </a:cubicBezTo>
                <a:cubicBezTo>
                  <a:pt x="4265020" y="36639"/>
                  <a:pt x="4265043" y="37933"/>
                  <a:pt x="4265043" y="39568"/>
                </a:cubicBezTo>
                <a:close/>
                <a:moveTo>
                  <a:pt x="4292764" y="94663"/>
                </a:moveTo>
                <a:cubicBezTo>
                  <a:pt x="4292764" y="95118"/>
                  <a:pt x="4292627" y="95526"/>
                  <a:pt x="4292352" y="95889"/>
                </a:cubicBezTo>
                <a:cubicBezTo>
                  <a:pt x="4292081" y="96209"/>
                  <a:pt x="4291604" y="96481"/>
                  <a:pt x="4290924" y="96706"/>
                </a:cubicBezTo>
                <a:cubicBezTo>
                  <a:pt x="4290289" y="96935"/>
                  <a:pt x="4289426" y="97092"/>
                  <a:pt x="4288335" y="97184"/>
                </a:cubicBezTo>
                <a:cubicBezTo>
                  <a:pt x="4287246" y="97321"/>
                  <a:pt x="4285860" y="97389"/>
                  <a:pt x="4284180" y="97389"/>
                </a:cubicBezTo>
                <a:cubicBezTo>
                  <a:pt x="4282503" y="97389"/>
                  <a:pt x="4281117" y="97321"/>
                  <a:pt x="4280028" y="97184"/>
                </a:cubicBezTo>
                <a:cubicBezTo>
                  <a:pt x="4278937" y="97092"/>
                  <a:pt x="4278051" y="96935"/>
                  <a:pt x="4277371" y="96706"/>
                </a:cubicBezTo>
                <a:cubicBezTo>
                  <a:pt x="4276736" y="96481"/>
                  <a:pt x="4276282" y="96209"/>
                  <a:pt x="4276008" y="95889"/>
                </a:cubicBezTo>
                <a:cubicBezTo>
                  <a:pt x="4275736" y="95526"/>
                  <a:pt x="4275599" y="95118"/>
                  <a:pt x="4275599" y="94663"/>
                </a:cubicBezTo>
                <a:lnTo>
                  <a:pt x="4275599" y="34050"/>
                </a:lnTo>
                <a:cubicBezTo>
                  <a:pt x="4275599" y="33598"/>
                  <a:pt x="4275736" y="33213"/>
                  <a:pt x="4276008" y="32893"/>
                </a:cubicBezTo>
                <a:cubicBezTo>
                  <a:pt x="4276282" y="32530"/>
                  <a:pt x="4276736" y="32235"/>
                  <a:pt x="4277371" y="32007"/>
                </a:cubicBezTo>
                <a:cubicBezTo>
                  <a:pt x="4278051" y="31735"/>
                  <a:pt x="4278937" y="31533"/>
                  <a:pt x="4280028" y="31395"/>
                </a:cubicBezTo>
                <a:cubicBezTo>
                  <a:pt x="4281117" y="31258"/>
                  <a:pt x="4282503" y="31190"/>
                  <a:pt x="4284180" y="31190"/>
                </a:cubicBezTo>
                <a:cubicBezTo>
                  <a:pt x="4285860" y="31190"/>
                  <a:pt x="4287246" y="31258"/>
                  <a:pt x="4288335" y="31395"/>
                </a:cubicBezTo>
                <a:cubicBezTo>
                  <a:pt x="4289426" y="31533"/>
                  <a:pt x="4290289" y="31735"/>
                  <a:pt x="4290924" y="32007"/>
                </a:cubicBezTo>
                <a:cubicBezTo>
                  <a:pt x="4291604" y="32235"/>
                  <a:pt x="4292081" y="32530"/>
                  <a:pt x="4292352" y="32893"/>
                </a:cubicBezTo>
                <a:cubicBezTo>
                  <a:pt x="4292627" y="33213"/>
                  <a:pt x="4292764" y="33598"/>
                  <a:pt x="4292764" y="34050"/>
                </a:cubicBezTo>
                <a:lnTo>
                  <a:pt x="4292764" y="94663"/>
                </a:lnTo>
                <a:close/>
                <a:moveTo>
                  <a:pt x="4294056" y="13347"/>
                </a:moveTo>
                <a:cubicBezTo>
                  <a:pt x="4294056" y="16799"/>
                  <a:pt x="4293353" y="19182"/>
                  <a:pt x="4291947" y="20500"/>
                </a:cubicBezTo>
                <a:cubicBezTo>
                  <a:pt x="4290538" y="21814"/>
                  <a:pt x="4287926" y="22474"/>
                  <a:pt x="4284114" y="22474"/>
                </a:cubicBezTo>
                <a:cubicBezTo>
                  <a:pt x="4280254" y="22474"/>
                  <a:pt x="4277642" y="21837"/>
                  <a:pt x="4276282" y="20565"/>
                </a:cubicBezTo>
                <a:cubicBezTo>
                  <a:pt x="4274965" y="19297"/>
                  <a:pt x="4274307" y="17002"/>
                  <a:pt x="4274307" y="13687"/>
                </a:cubicBezTo>
                <a:cubicBezTo>
                  <a:pt x="4274307" y="10238"/>
                  <a:pt x="4274987" y="7852"/>
                  <a:pt x="4276350" y="6538"/>
                </a:cubicBezTo>
                <a:cubicBezTo>
                  <a:pt x="4277756" y="5175"/>
                  <a:pt x="4280391" y="4495"/>
                  <a:pt x="4284249" y="4495"/>
                </a:cubicBezTo>
                <a:cubicBezTo>
                  <a:pt x="4288063" y="4495"/>
                  <a:pt x="4290652" y="5152"/>
                  <a:pt x="4292012" y="6469"/>
                </a:cubicBezTo>
                <a:cubicBezTo>
                  <a:pt x="4293375" y="7741"/>
                  <a:pt x="4294056" y="10033"/>
                  <a:pt x="4294056" y="13347"/>
                </a:cubicBezTo>
                <a:close/>
                <a:moveTo>
                  <a:pt x="4367882" y="94663"/>
                </a:moveTo>
                <a:cubicBezTo>
                  <a:pt x="4367882" y="95118"/>
                  <a:pt x="4367745" y="95526"/>
                  <a:pt x="4367473" y="95889"/>
                </a:cubicBezTo>
                <a:cubicBezTo>
                  <a:pt x="4367202" y="96209"/>
                  <a:pt x="4366747" y="96481"/>
                  <a:pt x="4366110" y="96706"/>
                </a:cubicBezTo>
                <a:cubicBezTo>
                  <a:pt x="4365476" y="96935"/>
                  <a:pt x="4364590" y="97092"/>
                  <a:pt x="4363456" y="97184"/>
                </a:cubicBezTo>
                <a:cubicBezTo>
                  <a:pt x="4362364" y="97321"/>
                  <a:pt x="4361004" y="97389"/>
                  <a:pt x="4359369" y="97389"/>
                </a:cubicBezTo>
                <a:cubicBezTo>
                  <a:pt x="4357689" y="97389"/>
                  <a:pt x="4356280" y="97321"/>
                  <a:pt x="4355146" y="97184"/>
                </a:cubicBezTo>
                <a:cubicBezTo>
                  <a:pt x="4354057" y="97092"/>
                  <a:pt x="4353194" y="96935"/>
                  <a:pt x="4352557" y="96706"/>
                </a:cubicBezTo>
                <a:cubicBezTo>
                  <a:pt x="4351923" y="96481"/>
                  <a:pt x="4351468" y="96209"/>
                  <a:pt x="4351197" y="95889"/>
                </a:cubicBezTo>
                <a:cubicBezTo>
                  <a:pt x="4350923" y="95526"/>
                  <a:pt x="4350788" y="95118"/>
                  <a:pt x="4350788" y="94663"/>
                </a:cubicBezTo>
                <a:lnTo>
                  <a:pt x="4350788" y="59999"/>
                </a:lnTo>
                <a:cubicBezTo>
                  <a:pt x="4350788" y="57047"/>
                  <a:pt x="4350560" y="54733"/>
                  <a:pt x="4350105" y="53052"/>
                </a:cubicBezTo>
                <a:cubicBezTo>
                  <a:pt x="4349697" y="51372"/>
                  <a:pt x="4349085" y="49943"/>
                  <a:pt x="4348268" y="48763"/>
                </a:cubicBezTo>
                <a:cubicBezTo>
                  <a:pt x="4347451" y="47537"/>
                  <a:pt x="4346382" y="46606"/>
                  <a:pt x="4345068" y="45969"/>
                </a:cubicBezTo>
                <a:cubicBezTo>
                  <a:pt x="4343796" y="45289"/>
                  <a:pt x="4342296" y="44948"/>
                  <a:pt x="4340573" y="44948"/>
                </a:cubicBezTo>
                <a:cubicBezTo>
                  <a:pt x="4338393" y="44948"/>
                  <a:pt x="4336189" y="45743"/>
                  <a:pt x="4333966" y="47332"/>
                </a:cubicBezTo>
                <a:cubicBezTo>
                  <a:pt x="4331740" y="48920"/>
                  <a:pt x="4329426" y="51235"/>
                  <a:pt x="4327020" y="54278"/>
                </a:cubicBezTo>
                <a:lnTo>
                  <a:pt x="4327020" y="94663"/>
                </a:lnTo>
                <a:cubicBezTo>
                  <a:pt x="4327020" y="95118"/>
                  <a:pt x="4326883" y="95526"/>
                  <a:pt x="4326611" y="95889"/>
                </a:cubicBezTo>
                <a:cubicBezTo>
                  <a:pt x="4326337" y="96209"/>
                  <a:pt x="4325862" y="96481"/>
                  <a:pt x="4325179" y="96706"/>
                </a:cubicBezTo>
                <a:cubicBezTo>
                  <a:pt x="4324545" y="96935"/>
                  <a:pt x="4323682" y="97092"/>
                  <a:pt x="4322593" y="97184"/>
                </a:cubicBezTo>
                <a:cubicBezTo>
                  <a:pt x="4321502" y="97321"/>
                  <a:pt x="4320119" y="97389"/>
                  <a:pt x="4318439" y="97389"/>
                </a:cubicBezTo>
                <a:cubicBezTo>
                  <a:pt x="4316758" y="97389"/>
                  <a:pt x="4315372" y="97321"/>
                  <a:pt x="4314284" y="97184"/>
                </a:cubicBezTo>
                <a:cubicBezTo>
                  <a:pt x="4313195" y="97092"/>
                  <a:pt x="4312309" y="96935"/>
                  <a:pt x="4311626" y="96706"/>
                </a:cubicBezTo>
                <a:cubicBezTo>
                  <a:pt x="4310992" y="96481"/>
                  <a:pt x="4310538" y="96209"/>
                  <a:pt x="4310266" y="95889"/>
                </a:cubicBezTo>
                <a:cubicBezTo>
                  <a:pt x="4309992" y="95526"/>
                  <a:pt x="4309858" y="95118"/>
                  <a:pt x="4309858" y="94663"/>
                </a:cubicBezTo>
                <a:lnTo>
                  <a:pt x="4309858" y="33916"/>
                </a:lnTo>
                <a:cubicBezTo>
                  <a:pt x="4309858" y="33461"/>
                  <a:pt x="4309969" y="33076"/>
                  <a:pt x="4310198" y="32758"/>
                </a:cubicBezTo>
                <a:cubicBezTo>
                  <a:pt x="4310423" y="32393"/>
                  <a:pt x="4310832" y="32098"/>
                  <a:pt x="4311423" y="31873"/>
                </a:cubicBezTo>
                <a:cubicBezTo>
                  <a:pt x="4312012" y="31644"/>
                  <a:pt x="4312764" y="31487"/>
                  <a:pt x="4313669" y="31395"/>
                </a:cubicBezTo>
                <a:cubicBezTo>
                  <a:pt x="4314624" y="31258"/>
                  <a:pt x="4315804" y="31190"/>
                  <a:pt x="4317213" y="31190"/>
                </a:cubicBezTo>
                <a:cubicBezTo>
                  <a:pt x="4318664" y="31190"/>
                  <a:pt x="4319867" y="31258"/>
                  <a:pt x="4320822" y="31395"/>
                </a:cubicBezTo>
                <a:cubicBezTo>
                  <a:pt x="4321776" y="31487"/>
                  <a:pt x="4322502" y="31644"/>
                  <a:pt x="4323002" y="31873"/>
                </a:cubicBezTo>
                <a:cubicBezTo>
                  <a:pt x="4323545" y="32098"/>
                  <a:pt x="4323931" y="32395"/>
                  <a:pt x="4324159" y="32758"/>
                </a:cubicBezTo>
                <a:cubicBezTo>
                  <a:pt x="4324385" y="33076"/>
                  <a:pt x="4324499" y="33461"/>
                  <a:pt x="4324499" y="33916"/>
                </a:cubicBezTo>
                <a:lnTo>
                  <a:pt x="4324499" y="40931"/>
                </a:lnTo>
                <a:cubicBezTo>
                  <a:pt x="4327860" y="37299"/>
                  <a:pt x="4331263" y="34573"/>
                  <a:pt x="4334715" y="32758"/>
                </a:cubicBezTo>
                <a:cubicBezTo>
                  <a:pt x="4338210" y="30941"/>
                  <a:pt x="4341844" y="30032"/>
                  <a:pt x="4345611" y="30032"/>
                </a:cubicBezTo>
                <a:cubicBezTo>
                  <a:pt x="4349743" y="30032"/>
                  <a:pt x="4353217" y="30715"/>
                  <a:pt x="4356032" y="32075"/>
                </a:cubicBezTo>
                <a:cubicBezTo>
                  <a:pt x="4358892" y="33438"/>
                  <a:pt x="4361184" y="35299"/>
                  <a:pt x="4362910" y="37662"/>
                </a:cubicBezTo>
                <a:cubicBezTo>
                  <a:pt x="4364682" y="39976"/>
                  <a:pt x="4365953" y="42700"/>
                  <a:pt x="4366725" y="45834"/>
                </a:cubicBezTo>
                <a:cubicBezTo>
                  <a:pt x="4367496" y="48966"/>
                  <a:pt x="4367882" y="52735"/>
                  <a:pt x="4367882" y="57139"/>
                </a:cubicBezTo>
                <a:lnTo>
                  <a:pt x="4367882" y="94663"/>
                </a:lnTo>
                <a:close/>
                <a:moveTo>
                  <a:pt x="4439459" y="38136"/>
                </a:moveTo>
                <a:cubicBezTo>
                  <a:pt x="4439459" y="40316"/>
                  <a:pt x="4439211" y="41928"/>
                  <a:pt x="4438711" y="42974"/>
                </a:cubicBezTo>
                <a:cubicBezTo>
                  <a:pt x="4438211" y="44017"/>
                  <a:pt x="4437599" y="44540"/>
                  <a:pt x="4436871" y="44540"/>
                </a:cubicBezTo>
                <a:lnTo>
                  <a:pt x="4429721" y="44540"/>
                </a:lnTo>
                <a:cubicBezTo>
                  <a:pt x="4430718" y="45629"/>
                  <a:pt x="4431424" y="46877"/>
                  <a:pt x="4431833" y="48286"/>
                </a:cubicBezTo>
                <a:cubicBezTo>
                  <a:pt x="4432287" y="49646"/>
                  <a:pt x="4432513" y="51078"/>
                  <a:pt x="4432513" y="52575"/>
                </a:cubicBezTo>
                <a:cubicBezTo>
                  <a:pt x="4432513" y="56118"/>
                  <a:pt x="4431924" y="59273"/>
                  <a:pt x="4430741" y="62042"/>
                </a:cubicBezTo>
                <a:cubicBezTo>
                  <a:pt x="4429561" y="64765"/>
                  <a:pt x="4427858" y="67083"/>
                  <a:pt x="4425635" y="68989"/>
                </a:cubicBezTo>
                <a:cubicBezTo>
                  <a:pt x="4423455" y="70852"/>
                  <a:pt x="4420800" y="72280"/>
                  <a:pt x="4417665" y="73281"/>
                </a:cubicBezTo>
                <a:cubicBezTo>
                  <a:pt x="4414579" y="74232"/>
                  <a:pt x="4411127" y="74709"/>
                  <a:pt x="4407315" y="74709"/>
                </a:cubicBezTo>
                <a:cubicBezTo>
                  <a:pt x="4405361" y="74709"/>
                  <a:pt x="4403501" y="74484"/>
                  <a:pt x="4401729" y="74029"/>
                </a:cubicBezTo>
                <a:cubicBezTo>
                  <a:pt x="4399960" y="73529"/>
                  <a:pt x="4398597" y="72961"/>
                  <a:pt x="4397643" y="72326"/>
                </a:cubicBezTo>
                <a:cubicBezTo>
                  <a:pt x="4397100" y="72915"/>
                  <a:pt x="4396600" y="73621"/>
                  <a:pt x="4396145" y="74438"/>
                </a:cubicBezTo>
                <a:cubicBezTo>
                  <a:pt x="4395737" y="75255"/>
                  <a:pt x="4395531" y="76164"/>
                  <a:pt x="4395531" y="77161"/>
                </a:cubicBezTo>
                <a:cubicBezTo>
                  <a:pt x="4395531" y="78478"/>
                  <a:pt x="4396100" y="79567"/>
                  <a:pt x="4397234" y="80430"/>
                </a:cubicBezTo>
                <a:cubicBezTo>
                  <a:pt x="4398414" y="81247"/>
                  <a:pt x="4400049" y="81702"/>
                  <a:pt x="4402138" y="81793"/>
                </a:cubicBezTo>
                <a:lnTo>
                  <a:pt x="4416917" y="82336"/>
                </a:lnTo>
                <a:cubicBezTo>
                  <a:pt x="4420368" y="82473"/>
                  <a:pt x="4423432" y="82973"/>
                  <a:pt x="4426112" y="83836"/>
                </a:cubicBezTo>
                <a:cubicBezTo>
                  <a:pt x="4428835" y="84653"/>
                  <a:pt x="4431107" y="85834"/>
                  <a:pt x="4432921" y="87377"/>
                </a:cubicBezTo>
                <a:cubicBezTo>
                  <a:pt x="4434782" y="88874"/>
                  <a:pt x="4436190" y="90691"/>
                  <a:pt x="4437145" y="92826"/>
                </a:cubicBezTo>
                <a:cubicBezTo>
                  <a:pt x="4438142" y="94960"/>
                  <a:pt x="4438642" y="97389"/>
                  <a:pt x="4438642" y="100113"/>
                </a:cubicBezTo>
                <a:cubicBezTo>
                  <a:pt x="4438642" y="103110"/>
                  <a:pt x="4437985" y="105925"/>
                  <a:pt x="4436668" y="108556"/>
                </a:cubicBezTo>
                <a:cubicBezTo>
                  <a:pt x="4435350" y="111237"/>
                  <a:pt x="4433376" y="113551"/>
                  <a:pt x="4430741" y="115503"/>
                </a:cubicBezTo>
                <a:cubicBezTo>
                  <a:pt x="4428109" y="117458"/>
                  <a:pt x="4424795" y="119001"/>
                  <a:pt x="4420800" y="120135"/>
                </a:cubicBezTo>
                <a:cubicBezTo>
                  <a:pt x="4416848" y="121269"/>
                  <a:pt x="4412219" y="121838"/>
                  <a:pt x="4406907" y="121838"/>
                </a:cubicBezTo>
                <a:cubicBezTo>
                  <a:pt x="4401729" y="121838"/>
                  <a:pt x="4397303" y="121429"/>
                  <a:pt x="4393625" y="120612"/>
                </a:cubicBezTo>
                <a:cubicBezTo>
                  <a:pt x="4389993" y="119795"/>
                  <a:pt x="4386996" y="118661"/>
                  <a:pt x="4384635" y="117206"/>
                </a:cubicBezTo>
                <a:cubicBezTo>
                  <a:pt x="4382321" y="115754"/>
                  <a:pt x="4380618" y="114006"/>
                  <a:pt x="4379526" y="111963"/>
                </a:cubicBezTo>
                <a:cubicBezTo>
                  <a:pt x="4378483" y="109965"/>
                  <a:pt x="4377960" y="107762"/>
                  <a:pt x="4377960" y="105356"/>
                </a:cubicBezTo>
                <a:cubicBezTo>
                  <a:pt x="4377960" y="103859"/>
                  <a:pt x="4378143" y="102427"/>
                  <a:pt x="4378506" y="101067"/>
                </a:cubicBezTo>
                <a:cubicBezTo>
                  <a:pt x="4378915" y="99704"/>
                  <a:pt x="4379483" y="98387"/>
                  <a:pt x="4380209" y="97115"/>
                </a:cubicBezTo>
                <a:cubicBezTo>
                  <a:pt x="4380981" y="95889"/>
                  <a:pt x="4381912" y="94709"/>
                  <a:pt x="4383001" y="93575"/>
                </a:cubicBezTo>
                <a:cubicBezTo>
                  <a:pt x="4384090" y="92440"/>
                  <a:pt x="4385338" y="91349"/>
                  <a:pt x="4386747" y="90306"/>
                </a:cubicBezTo>
                <a:cubicBezTo>
                  <a:pt x="4384795" y="89263"/>
                  <a:pt x="4383272" y="87854"/>
                  <a:pt x="4382184" y="86082"/>
                </a:cubicBezTo>
                <a:cubicBezTo>
                  <a:pt x="4381141" y="84268"/>
                  <a:pt x="4380618" y="82293"/>
                  <a:pt x="4380618" y="80159"/>
                </a:cubicBezTo>
                <a:cubicBezTo>
                  <a:pt x="4380618" y="77478"/>
                  <a:pt x="4381229" y="75049"/>
                  <a:pt x="4382455" y="72872"/>
                </a:cubicBezTo>
                <a:cubicBezTo>
                  <a:pt x="4383681" y="70646"/>
                  <a:pt x="4385270" y="68649"/>
                  <a:pt x="4387224" y="66877"/>
                </a:cubicBezTo>
                <a:cubicBezTo>
                  <a:pt x="4385636" y="65288"/>
                  <a:pt x="4384364" y="63382"/>
                  <a:pt x="4383410" y="61156"/>
                </a:cubicBezTo>
                <a:cubicBezTo>
                  <a:pt x="4382455" y="58933"/>
                  <a:pt x="4381978" y="56161"/>
                  <a:pt x="4381978" y="52849"/>
                </a:cubicBezTo>
                <a:cubicBezTo>
                  <a:pt x="4381978" y="49306"/>
                  <a:pt x="4382592" y="46151"/>
                  <a:pt x="4383818" y="43383"/>
                </a:cubicBezTo>
                <a:cubicBezTo>
                  <a:pt x="4385090" y="40568"/>
                  <a:pt x="4386839" y="38205"/>
                  <a:pt x="4389062" y="36299"/>
                </a:cubicBezTo>
                <a:cubicBezTo>
                  <a:pt x="4391288" y="34347"/>
                  <a:pt x="4393942" y="32870"/>
                  <a:pt x="4397031" y="31873"/>
                </a:cubicBezTo>
                <a:cubicBezTo>
                  <a:pt x="4400117" y="30827"/>
                  <a:pt x="4403524" y="30307"/>
                  <a:pt x="4407247" y="30307"/>
                </a:cubicBezTo>
                <a:cubicBezTo>
                  <a:pt x="4409153" y="30307"/>
                  <a:pt x="4410970" y="30418"/>
                  <a:pt x="4412693" y="30647"/>
                </a:cubicBezTo>
                <a:cubicBezTo>
                  <a:pt x="4414465" y="30872"/>
                  <a:pt x="4416099" y="31190"/>
                  <a:pt x="4417597" y="31598"/>
                </a:cubicBezTo>
                <a:lnTo>
                  <a:pt x="4436871" y="31598"/>
                </a:lnTo>
                <a:cubicBezTo>
                  <a:pt x="4437645" y="31598"/>
                  <a:pt x="4438256" y="32098"/>
                  <a:pt x="4438711" y="33098"/>
                </a:cubicBezTo>
                <a:cubicBezTo>
                  <a:pt x="4439211" y="34096"/>
                  <a:pt x="4439459" y="35776"/>
                  <a:pt x="4439459" y="38136"/>
                </a:cubicBezTo>
                <a:close/>
                <a:moveTo>
                  <a:pt x="4417462" y="52507"/>
                </a:moveTo>
                <a:cubicBezTo>
                  <a:pt x="4417462" y="49238"/>
                  <a:pt x="4416554" y="46697"/>
                  <a:pt x="4414736" y="44880"/>
                </a:cubicBezTo>
                <a:cubicBezTo>
                  <a:pt x="4412922" y="43063"/>
                  <a:pt x="4410356" y="42157"/>
                  <a:pt x="4407041" y="42157"/>
                </a:cubicBezTo>
                <a:cubicBezTo>
                  <a:pt x="4405361" y="42157"/>
                  <a:pt x="4403886" y="42451"/>
                  <a:pt x="4402615" y="43040"/>
                </a:cubicBezTo>
                <a:cubicBezTo>
                  <a:pt x="4401343" y="43585"/>
                  <a:pt x="4400277" y="44357"/>
                  <a:pt x="4399414" y="45357"/>
                </a:cubicBezTo>
                <a:cubicBezTo>
                  <a:pt x="4398597" y="46309"/>
                  <a:pt x="4397983" y="47446"/>
                  <a:pt x="4397574" y="48763"/>
                </a:cubicBezTo>
                <a:cubicBezTo>
                  <a:pt x="4397166" y="50032"/>
                  <a:pt x="4396963" y="51372"/>
                  <a:pt x="4396963" y="52781"/>
                </a:cubicBezTo>
                <a:cubicBezTo>
                  <a:pt x="4396963" y="55867"/>
                  <a:pt x="4397871" y="58319"/>
                  <a:pt x="4399686" y="60136"/>
                </a:cubicBezTo>
                <a:cubicBezTo>
                  <a:pt x="4401503" y="61905"/>
                  <a:pt x="4404024" y="62791"/>
                  <a:pt x="4407247" y="62791"/>
                </a:cubicBezTo>
                <a:cubicBezTo>
                  <a:pt x="4408973" y="62791"/>
                  <a:pt x="4410470" y="62519"/>
                  <a:pt x="4411742" y="61973"/>
                </a:cubicBezTo>
                <a:cubicBezTo>
                  <a:pt x="4413013" y="61431"/>
                  <a:pt x="4414056" y="60679"/>
                  <a:pt x="4414874" y="59727"/>
                </a:cubicBezTo>
                <a:cubicBezTo>
                  <a:pt x="4415736" y="58773"/>
                  <a:pt x="4416371" y="57684"/>
                  <a:pt x="4416779" y="56458"/>
                </a:cubicBezTo>
                <a:cubicBezTo>
                  <a:pt x="4417234" y="55187"/>
                  <a:pt x="4417462" y="53870"/>
                  <a:pt x="4417462" y="52507"/>
                </a:cubicBezTo>
                <a:close/>
                <a:moveTo>
                  <a:pt x="4421480" y="100998"/>
                </a:moveTo>
                <a:cubicBezTo>
                  <a:pt x="4421480" y="98955"/>
                  <a:pt x="4420663" y="97389"/>
                  <a:pt x="4419028" y="96298"/>
                </a:cubicBezTo>
                <a:cubicBezTo>
                  <a:pt x="4417394" y="95209"/>
                  <a:pt x="4415145" y="94618"/>
                  <a:pt x="4412285" y="94529"/>
                </a:cubicBezTo>
                <a:lnTo>
                  <a:pt x="4400095" y="94189"/>
                </a:lnTo>
                <a:cubicBezTo>
                  <a:pt x="4398914" y="95049"/>
                  <a:pt x="4397960" y="95889"/>
                  <a:pt x="4397234" y="96706"/>
                </a:cubicBezTo>
                <a:cubicBezTo>
                  <a:pt x="4396554" y="97478"/>
                  <a:pt x="4395985" y="98229"/>
                  <a:pt x="4395531" y="98955"/>
                </a:cubicBezTo>
                <a:cubicBezTo>
                  <a:pt x="4395122" y="99681"/>
                  <a:pt x="4394851" y="100384"/>
                  <a:pt x="4394714" y="101067"/>
                </a:cubicBezTo>
                <a:cubicBezTo>
                  <a:pt x="4394580" y="101747"/>
                  <a:pt x="4394511" y="102450"/>
                  <a:pt x="4394511" y="103179"/>
                </a:cubicBezTo>
                <a:cubicBezTo>
                  <a:pt x="4394511" y="105447"/>
                  <a:pt x="4395645" y="107173"/>
                  <a:pt x="4397917" y="108354"/>
                </a:cubicBezTo>
                <a:cubicBezTo>
                  <a:pt x="4400232" y="109534"/>
                  <a:pt x="4403478" y="110125"/>
                  <a:pt x="4407655" y="110125"/>
                </a:cubicBezTo>
                <a:cubicBezTo>
                  <a:pt x="4410241" y="110125"/>
                  <a:pt x="4412422" y="109851"/>
                  <a:pt x="4414193" y="109308"/>
                </a:cubicBezTo>
                <a:cubicBezTo>
                  <a:pt x="4415962" y="108808"/>
                  <a:pt x="4417394" y="108125"/>
                  <a:pt x="4418483" y="107265"/>
                </a:cubicBezTo>
                <a:cubicBezTo>
                  <a:pt x="4419574" y="106402"/>
                  <a:pt x="4420346" y="105425"/>
                  <a:pt x="4420800" y="104336"/>
                </a:cubicBezTo>
                <a:cubicBezTo>
                  <a:pt x="4421251" y="103290"/>
                  <a:pt x="4421480" y="102178"/>
                  <a:pt x="4421480" y="1009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96553-6DED-451B-8812-959DE6BE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243" y="771443"/>
            <a:ext cx="780424" cy="10"/>
          </a:xfrm>
          <a:custGeom xmlns:a="http://schemas.openxmlformats.org/drawingml/2006/main">
            <a:pathLst>
              <a:path w="780424" h="1" fill="none">
                <a:moveTo>
                  <a:pt x="0" y="0"/>
                </a:moveTo>
                <a:lnTo>
                  <a:pt x="7804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rnd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B1C70-B9EE-4E54-A6F1-B9223BE0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595" y="758372"/>
            <a:ext cx="35913" cy="26143"/>
          </a:xfrm>
          <a:custGeom xmlns:a="http://schemas.openxmlformats.org/drawingml/2006/main">
            <a:pathLst>
              <a:path w="35913" h="26143">
                <a:moveTo>
                  <a:pt x="13071" y="13071"/>
                </a:moveTo>
                <a:lnTo>
                  <a:pt x="0" y="0"/>
                </a:lnTo>
                <a:lnTo>
                  <a:pt x="35913" y="13071"/>
                </a:lnTo>
                <a:lnTo>
                  <a:pt x="0" y="26143"/>
                </a:lnTo>
                <a:lnTo>
                  <a:pt x="13071" y="130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6D7FE-0C22-4C06-A933-52974820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595" y="758372"/>
            <a:ext cx="35913" cy="26143"/>
          </a:xfrm>
          <a:custGeom xmlns:a="http://schemas.openxmlformats.org/drawingml/2006/main">
            <a:pathLst>
              <a:path w="35913" h="26143" fill="none">
                <a:moveTo>
                  <a:pt x="13071" y="13071"/>
                </a:moveTo>
                <a:lnTo>
                  <a:pt x="0" y="26143"/>
                </a:lnTo>
                <a:lnTo>
                  <a:pt x="35913" y="13071"/>
                </a:lnTo>
                <a:lnTo>
                  <a:pt x="0" y="0"/>
                </a:lnTo>
                <a:lnTo>
                  <a:pt x="13071" y="130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0ACCE-718A-477C-BD60-17E36AAE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339" y="373278"/>
            <a:ext cx="1084661" cy="380270"/>
          </a:xfrm>
          <a:custGeom xmlns:a="http://schemas.openxmlformats.org/drawingml/2006/main">
            <a:pathLst>
              <a:path w="1084661" h="380270">
                <a:moveTo>
                  <a:pt x="0" y="380270"/>
                </a:moveTo>
                <a:lnTo>
                  <a:pt x="0" y="0"/>
                </a:lnTo>
                <a:lnTo>
                  <a:pt x="1084661" y="0"/>
                </a:lnTo>
                <a:lnTo>
                  <a:pt x="1084661" y="380270"/>
                </a:lnTo>
                <a:lnTo>
                  <a:pt x="0" y="38027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EC188-0919-4D82-9679-28869964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8" y="427631"/>
            <a:ext cx="718978" cy="121024"/>
          </a:xfrm>
          <a:custGeom xmlns:a="http://schemas.openxmlformats.org/drawingml/2006/main">
            <a:pathLst>
              <a:path w="718978" h="121024">
                <a:moveTo>
                  <a:pt x="29146" y="3815"/>
                </a:moveTo>
                <a:cubicBezTo>
                  <a:pt x="25335" y="12667"/>
                  <a:pt x="22451" y="21817"/>
                  <a:pt x="20497" y="31261"/>
                </a:cubicBezTo>
                <a:cubicBezTo>
                  <a:pt x="18545" y="40659"/>
                  <a:pt x="17571" y="50306"/>
                  <a:pt x="17571" y="60205"/>
                </a:cubicBezTo>
                <a:cubicBezTo>
                  <a:pt x="17571" y="70149"/>
                  <a:pt x="18545" y="79819"/>
                  <a:pt x="20497" y="89217"/>
                </a:cubicBezTo>
                <a:cubicBezTo>
                  <a:pt x="22497" y="98569"/>
                  <a:pt x="25357" y="107742"/>
                  <a:pt x="29078" y="116732"/>
                </a:cubicBezTo>
                <a:cubicBezTo>
                  <a:pt x="29352" y="117458"/>
                  <a:pt x="29489" y="118072"/>
                  <a:pt x="29489" y="118572"/>
                </a:cubicBezTo>
                <a:cubicBezTo>
                  <a:pt x="29489" y="119115"/>
                  <a:pt x="29238" y="119569"/>
                  <a:pt x="28738" y="119932"/>
                </a:cubicBezTo>
                <a:cubicBezTo>
                  <a:pt x="28241" y="120295"/>
                  <a:pt x="27466" y="120569"/>
                  <a:pt x="26423" y="120749"/>
                </a:cubicBezTo>
                <a:cubicBezTo>
                  <a:pt x="25423" y="120932"/>
                  <a:pt x="24017" y="121024"/>
                  <a:pt x="22200" y="121024"/>
                </a:cubicBezTo>
                <a:cubicBezTo>
                  <a:pt x="20928" y="121024"/>
                  <a:pt x="19840" y="120978"/>
                  <a:pt x="18931" y="120887"/>
                </a:cubicBezTo>
                <a:cubicBezTo>
                  <a:pt x="18025" y="120795"/>
                  <a:pt x="17251" y="120661"/>
                  <a:pt x="16616" y="120478"/>
                </a:cubicBezTo>
                <a:cubicBezTo>
                  <a:pt x="16025" y="120341"/>
                  <a:pt x="15551" y="120138"/>
                  <a:pt x="15185" y="119864"/>
                </a:cubicBezTo>
                <a:cubicBezTo>
                  <a:pt x="14868" y="119638"/>
                  <a:pt x="14642" y="119366"/>
                  <a:pt x="14505" y="119046"/>
                </a:cubicBezTo>
                <a:cubicBezTo>
                  <a:pt x="12053" y="114326"/>
                  <a:pt x="9918" y="109559"/>
                  <a:pt x="8104" y="104745"/>
                </a:cubicBezTo>
                <a:cubicBezTo>
                  <a:pt x="6286" y="99978"/>
                  <a:pt x="4766" y="95166"/>
                  <a:pt x="3540" y="90308"/>
                </a:cubicBezTo>
                <a:cubicBezTo>
                  <a:pt x="2360" y="85405"/>
                  <a:pt x="1474" y="80479"/>
                  <a:pt x="883" y="75529"/>
                </a:cubicBezTo>
                <a:cubicBezTo>
                  <a:pt x="294" y="70535"/>
                  <a:pt x="0" y="65471"/>
                  <a:pt x="0" y="60342"/>
                </a:cubicBezTo>
                <a:cubicBezTo>
                  <a:pt x="0" y="55255"/>
                  <a:pt x="294" y="50241"/>
                  <a:pt x="883" y="45291"/>
                </a:cubicBezTo>
                <a:cubicBezTo>
                  <a:pt x="1520" y="40296"/>
                  <a:pt x="2452" y="35370"/>
                  <a:pt x="3678" y="30512"/>
                </a:cubicBezTo>
                <a:cubicBezTo>
                  <a:pt x="4903" y="25609"/>
                  <a:pt x="6401" y="20751"/>
                  <a:pt x="8172" y="15936"/>
                </a:cubicBezTo>
                <a:cubicBezTo>
                  <a:pt x="9987" y="11124"/>
                  <a:pt x="12099" y="6335"/>
                  <a:pt x="14505" y="1569"/>
                </a:cubicBezTo>
                <a:cubicBezTo>
                  <a:pt x="14596" y="1340"/>
                  <a:pt x="14776" y="1137"/>
                  <a:pt x="15050" y="954"/>
                </a:cubicBezTo>
                <a:cubicBezTo>
                  <a:pt x="15322" y="772"/>
                  <a:pt x="15731" y="614"/>
                  <a:pt x="16276" y="477"/>
                </a:cubicBezTo>
                <a:cubicBezTo>
                  <a:pt x="16819" y="297"/>
                  <a:pt x="17548" y="183"/>
                  <a:pt x="18454" y="137"/>
                </a:cubicBezTo>
                <a:cubicBezTo>
                  <a:pt x="19408" y="46"/>
                  <a:pt x="20611" y="0"/>
                  <a:pt x="22066" y="0"/>
                </a:cubicBezTo>
                <a:cubicBezTo>
                  <a:pt x="23700" y="0"/>
                  <a:pt x="25037" y="91"/>
                  <a:pt x="26083" y="274"/>
                </a:cubicBezTo>
                <a:cubicBezTo>
                  <a:pt x="27126" y="409"/>
                  <a:pt x="27921" y="637"/>
                  <a:pt x="28466" y="954"/>
                </a:cubicBezTo>
                <a:cubicBezTo>
                  <a:pt x="29012" y="1272"/>
                  <a:pt x="29307" y="1680"/>
                  <a:pt x="29352" y="2180"/>
                </a:cubicBezTo>
                <a:cubicBezTo>
                  <a:pt x="29444" y="2680"/>
                  <a:pt x="29375" y="3223"/>
                  <a:pt x="29146" y="3815"/>
                </a:cubicBezTo>
                <a:close/>
                <a:moveTo>
                  <a:pt x="105902" y="63474"/>
                </a:moveTo>
                <a:cubicBezTo>
                  <a:pt x="105902" y="68877"/>
                  <a:pt x="105310" y="73735"/>
                  <a:pt x="104130" y="78050"/>
                </a:cubicBezTo>
                <a:cubicBezTo>
                  <a:pt x="102950" y="82362"/>
                  <a:pt x="101247" y="86039"/>
                  <a:pt x="99024" y="89083"/>
                </a:cubicBezTo>
                <a:cubicBezTo>
                  <a:pt x="96798" y="92123"/>
                  <a:pt x="94052" y="94463"/>
                  <a:pt x="90783" y="96098"/>
                </a:cubicBezTo>
                <a:cubicBezTo>
                  <a:pt x="87560" y="97732"/>
                  <a:pt x="83882" y="98549"/>
                  <a:pt x="79750" y="98549"/>
                </a:cubicBezTo>
                <a:cubicBezTo>
                  <a:pt x="77707" y="98549"/>
                  <a:pt x="75798" y="98344"/>
                  <a:pt x="74029" y="97935"/>
                </a:cubicBezTo>
                <a:cubicBezTo>
                  <a:pt x="72258" y="97572"/>
                  <a:pt x="70555" y="96958"/>
                  <a:pt x="68920" y="96098"/>
                </a:cubicBezTo>
                <a:cubicBezTo>
                  <a:pt x="67331" y="95235"/>
                  <a:pt x="65743" y="94143"/>
                  <a:pt x="64154" y="92829"/>
                </a:cubicBezTo>
                <a:cubicBezTo>
                  <a:pt x="62611" y="91511"/>
                  <a:pt x="61019" y="89923"/>
                  <a:pt x="59385" y="88060"/>
                </a:cubicBezTo>
                <a:lnTo>
                  <a:pt x="59385" y="94666"/>
                </a:lnTo>
                <a:cubicBezTo>
                  <a:pt x="59385" y="95166"/>
                  <a:pt x="59250" y="95598"/>
                  <a:pt x="58976" y="95961"/>
                </a:cubicBezTo>
                <a:cubicBezTo>
                  <a:pt x="58750" y="96278"/>
                  <a:pt x="58342" y="96549"/>
                  <a:pt x="57750" y="96778"/>
                </a:cubicBezTo>
                <a:cubicBezTo>
                  <a:pt x="57207" y="97004"/>
                  <a:pt x="56458" y="97164"/>
                  <a:pt x="55504" y="97255"/>
                </a:cubicBezTo>
                <a:cubicBezTo>
                  <a:pt x="54550" y="97344"/>
                  <a:pt x="53392" y="97389"/>
                  <a:pt x="52029" y="97389"/>
                </a:cubicBezTo>
                <a:cubicBezTo>
                  <a:pt x="50623" y="97389"/>
                  <a:pt x="49443" y="97344"/>
                  <a:pt x="48489" y="97255"/>
                </a:cubicBezTo>
                <a:cubicBezTo>
                  <a:pt x="47580" y="97164"/>
                  <a:pt x="46832" y="97004"/>
                  <a:pt x="46243" y="96778"/>
                </a:cubicBezTo>
                <a:cubicBezTo>
                  <a:pt x="45697" y="96549"/>
                  <a:pt x="45311" y="96278"/>
                  <a:pt x="45083" y="95961"/>
                </a:cubicBezTo>
                <a:cubicBezTo>
                  <a:pt x="44857" y="95598"/>
                  <a:pt x="44743" y="95166"/>
                  <a:pt x="44743" y="94666"/>
                </a:cubicBezTo>
                <a:lnTo>
                  <a:pt x="44743" y="5109"/>
                </a:lnTo>
                <a:cubicBezTo>
                  <a:pt x="44743" y="4655"/>
                  <a:pt x="44880" y="4246"/>
                  <a:pt x="45151" y="3883"/>
                </a:cubicBezTo>
                <a:cubicBezTo>
                  <a:pt x="45426" y="3520"/>
                  <a:pt x="45877" y="3223"/>
                  <a:pt x="46514" y="2998"/>
                </a:cubicBezTo>
                <a:cubicBezTo>
                  <a:pt x="47194" y="2726"/>
                  <a:pt x="48080" y="2520"/>
                  <a:pt x="49169" y="2386"/>
                </a:cubicBezTo>
                <a:cubicBezTo>
                  <a:pt x="50261" y="2249"/>
                  <a:pt x="51644" y="2180"/>
                  <a:pt x="53324" y="2180"/>
                </a:cubicBezTo>
                <a:cubicBezTo>
                  <a:pt x="55004" y="2180"/>
                  <a:pt x="56390" y="2249"/>
                  <a:pt x="57479" y="2386"/>
                </a:cubicBezTo>
                <a:cubicBezTo>
                  <a:pt x="58567" y="2520"/>
                  <a:pt x="59430" y="2726"/>
                  <a:pt x="60068" y="2998"/>
                </a:cubicBezTo>
                <a:cubicBezTo>
                  <a:pt x="60748" y="3223"/>
                  <a:pt x="61225" y="3520"/>
                  <a:pt x="61496" y="3883"/>
                </a:cubicBezTo>
                <a:cubicBezTo>
                  <a:pt x="61771" y="4246"/>
                  <a:pt x="61905" y="4655"/>
                  <a:pt x="61905" y="5109"/>
                </a:cubicBezTo>
                <a:lnTo>
                  <a:pt x="61905" y="38685"/>
                </a:lnTo>
                <a:cubicBezTo>
                  <a:pt x="63451" y="37142"/>
                  <a:pt x="64994" y="35824"/>
                  <a:pt x="66537" y="34733"/>
                </a:cubicBezTo>
                <a:cubicBezTo>
                  <a:pt x="68080" y="33644"/>
                  <a:pt x="69623" y="32758"/>
                  <a:pt x="71169" y="32078"/>
                </a:cubicBezTo>
                <a:cubicBezTo>
                  <a:pt x="72712" y="31352"/>
                  <a:pt x="74301" y="30830"/>
                  <a:pt x="75935" y="30512"/>
                </a:cubicBezTo>
                <a:cubicBezTo>
                  <a:pt x="77570" y="30195"/>
                  <a:pt x="79296" y="30035"/>
                  <a:pt x="81110" y="30035"/>
                </a:cubicBezTo>
                <a:cubicBezTo>
                  <a:pt x="85605" y="30035"/>
                  <a:pt x="89420" y="30944"/>
                  <a:pt x="92552" y="32758"/>
                </a:cubicBezTo>
                <a:cubicBezTo>
                  <a:pt x="95686" y="34530"/>
                  <a:pt x="98229" y="36936"/>
                  <a:pt x="100181" y="39979"/>
                </a:cubicBezTo>
                <a:cubicBezTo>
                  <a:pt x="102178" y="43020"/>
                  <a:pt x="103630" y="46586"/>
                  <a:pt x="104539" y="50672"/>
                </a:cubicBezTo>
                <a:cubicBezTo>
                  <a:pt x="105447" y="54713"/>
                  <a:pt x="105902" y="58979"/>
                  <a:pt x="105902" y="63474"/>
                </a:cubicBezTo>
                <a:close/>
                <a:moveTo>
                  <a:pt x="88125" y="64700"/>
                </a:moveTo>
                <a:cubicBezTo>
                  <a:pt x="88125" y="62113"/>
                  <a:pt x="87922" y="59616"/>
                  <a:pt x="87514" y="57210"/>
                </a:cubicBezTo>
                <a:cubicBezTo>
                  <a:pt x="87151" y="54801"/>
                  <a:pt x="86491" y="52669"/>
                  <a:pt x="85539" y="50806"/>
                </a:cubicBezTo>
                <a:cubicBezTo>
                  <a:pt x="84585" y="48946"/>
                  <a:pt x="83336" y="47469"/>
                  <a:pt x="81793" y="46380"/>
                </a:cubicBezTo>
                <a:cubicBezTo>
                  <a:pt x="80293" y="45246"/>
                  <a:pt x="78387" y="44677"/>
                  <a:pt x="76072" y="44677"/>
                </a:cubicBezTo>
                <a:cubicBezTo>
                  <a:pt x="74935" y="44677"/>
                  <a:pt x="73824" y="44837"/>
                  <a:pt x="72735" y="45154"/>
                </a:cubicBezTo>
                <a:cubicBezTo>
                  <a:pt x="71643" y="45471"/>
                  <a:pt x="70509" y="46017"/>
                  <a:pt x="69329" y="46789"/>
                </a:cubicBezTo>
                <a:cubicBezTo>
                  <a:pt x="68194" y="47560"/>
                  <a:pt x="67014" y="48560"/>
                  <a:pt x="65788" y="49786"/>
                </a:cubicBezTo>
                <a:cubicBezTo>
                  <a:pt x="64562" y="51012"/>
                  <a:pt x="63268" y="52532"/>
                  <a:pt x="61905" y="54350"/>
                </a:cubicBezTo>
                <a:lnTo>
                  <a:pt x="61905" y="74506"/>
                </a:lnTo>
                <a:cubicBezTo>
                  <a:pt x="64311" y="77595"/>
                  <a:pt x="66605" y="79956"/>
                  <a:pt x="68783" y="81590"/>
                </a:cubicBezTo>
                <a:cubicBezTo>
                  <a:pt x="71009" y="83179"/>
                  <a:pt x="73323" y="83973"/>
                  <a:pt x="75732" y="83973"/>
                </a:cubicBezTo>
                <a:cubicBezTo>
                  <a:pt x="77955" y="83973"/>
                  <a:pt x="79839" y="83408"/>
                  <a:pt x="81384" y="82270"/>
                </a:cubicBezTo>
                <a:cubicBezTo>
                  <a:pt x="82928" y="81136"/>
                  <a:pt x="84199" y="79661"/>
                  <a:pt x="85196" y="77844"/>
                </a:cubicBezTo>
                <a:cubicBezTo>
                  <a:pt x="86242" y="76030"/>
                  <a:pt x="86991" y="73964"/>
                  <a:pt x="87445" y="71646"/>
                </a:cubicBezTo>
                <a:cubicBezTo>
                  <a:pt x="87900" y="69332"/>
                  <a:pt x="88125" y="67017"/>
                  <a:pt x="88125" y="64700"/>
                </a:cubicBezTo>
                <a:close/>
                <a:moveTo>
                  <a:pt x="147104" y="60342"/>
                </a:moveTo>
                <a:cubicBezTo>
                  <a:pt x="147104" y="65471"/>
                  <a:pt x="146810" y="70535"/>
                  <a:pt x="146218" y="75529"/>
                </a:cubicBezTo>
                <a:cubicBezTo>
                  <a:pt x="145630" y="80479"/>
                  <a:pt x="144721" y="85405"/>
                  <a:pt x="143495" y="90308"/>
                </a:cubicBezTo>
                <a:cubicBezTo>
                  <a:pt x="142315" y="95166"/>
                  <a:pt x="140815" y="99978"/>
                  <a:pt x="139000" y="104745"/>
                </a:cubicBezTo>
                <a:cubicBezTo>
                  <a:pt x="137229" y="109559"/>
                  <a:pt x="135117" y="114326"/>
                  <a:pt x="132665" y="119046"/>
                </a:cubicBezTo>
                <a:cubicBezTo>
                  <a:pt x="132531" y="119366"/>
                  <a:pt x="132279" y="119638"/>
                  <a:pt x="131916" y="119864"/>
                </a:cubicBezTo>
                <a:cubicBezTo>
                  <a:pt x="131599" y="120138"/>
                  <a:pt x="131122" y="120341"/>
                  <a:pt x="130488" y="120478"/>
                </a:cubicBezTo>
                <a:cubicBezTo>
                  <a:pt x="129896" y="120661"/>
                  <a:pt x="129148" y="120795"/>
                  <a:pt x="128239" y="120887"/>
                </a:cubicBezTo>
                <a:cubicBezTo>
                  <a:pt x="127330" y="120978"/>
                  <a:pt x="126241" y="121024"/>
                  <a:pt x="124970" y="121024"/>
                </a:cubicBezTo>
                <a:cubicBezTo>
                  <a:pt x="123110" y="121024"/>
                  <a:pt x="121655" y="120932"/>
                  <a:pt x="120612" y="120749"/>
                </a:cubicBezTo>
                <a:cubicBezTo>
                  <a:pt x="119612" y="120569"/>
                  <a:pt x="118863" y="120295"/>
                  <a:pt x="118363" y="119932"/>
                </a:cubicBezTo>
                <a:cubicBezTo>
                  <a:pt x="117866" y="119569"/>
                  <a:pt x="117615" y="119115"/>
                  <a:pt x="117615" y="118572"/>
                </a:cubicBezTo>
                <a:cubicBezTo>
                  <a:pt x="117615" y="118072"/>
                  <a:pt x="117752" y="117458"/>
                  <a:pt x="118023" y="116732"/>
                </a:cubicBezTo>
                <a:cubicBezTo>
                  <a:pt x="121792" y="107833"/>
                  <a:pt x="124653" y="98684"/>
                  <a:pt x="126604" y="89285"/>
                </a:cubicBezTo>
                <a:cubicBezTo>
                  <a:pt x="128602" y="79841"/>
                  <a:pt x="129602" y="70149"/>
                  <a:pt x="129602" y="60205"/>
                </a:cubicBezTo>
                <a:cubicBezTo>
                  <a:pt x="129602" y="50306"/>
                  <a:pt x="128625" y="40659"/>
                  <a:pt x="126673" y="31261"/>
                </a:cubicBezTo>
                <a:cubicBezTo>
                  <a:pt x="124721" y="21817"/>
                  <a:pt x="121815" y="12667"/>
                  <a:pt x="117955" y="3815"/>
                </a:cubicBezTo>
                <a:cubicBezTo>
                  <a:pt x="117729" y="3223"/>
                  <a:pt x="117638" y="2680"/>
                  <a:pt x="117683" y="2180"/>
                </a:cubicBezTo>
                <a:cubicBezTo>
                  <a:pt x="117775" y="1680"/>
                  <a:pt x="118092" y="1272"/>
                  <a:pt x="118638" y="954"/>
                </a:cubicBezTo>
                <a:cubicBezTo>
                  <a:pt x="119226" y="637"/>
                  <a:pt x="120021" y="409"/>
                  <a:pt x="121021" y="274"/>
                </a:cubicBezTo>
                <a:cubicBezTo>
                  <a:pt x="122064" y="91"/>
                  <a:pt x="123427" y="0"/>
                  <a:pt x="125107" y="0"/>
                </a:cubicBezTo>
                <a:cubicBezTo>
                  <a:pt x="126513" y="0"/>
                  <a:pt x="127673" y="46"/>
                  <a:pt x="128579" y="137"/>
                </a:cubicBezTo>
                <a:cubicBezTo>
                  <a:pt x="129488" y="183"/>
                  <a:pt x="130236" y="297"/>
                  <a:pt x="130828" y="477"/>
                </a:cubicBezTo>
                <a:cubicBezTo>
                  <a:pt x="131416" y="614"/>
                  <a:pt x="131825" y="772"/>
                  <a:pt x="132054" y="954"/>
                </a:cubicBezTo>
                <a:cubicBezTo>
                  <a:pt x="132325" y="1137"/>
                  <a:pt x="132531" y="1340"/>
                  <a:pt x="132665" y="1569"/>
                </a:cubicBezTo>
                <a:cubicBezTo>
                  <a:pt x="137389" y="11101"/>
                  <a:pt x="140975" y="20751"/>
                  <a:pt x="143426" y="30512"/>
                </a:cubicBezTo>
                <a:cubicBezTo>
                  <a:pt x="145878" y="40228"/>
                  <a:pt x="147104" y="50172"/>
                  <a:pt x="147104" y="60342"/>
                </a:cubicBezTo>
                <a:close/>
                <a:moveTo>
                  <a:pt x="247831" y="70557"/>
                </a:moveTo>
                <a:cubicBezTo>
                  <a:pt x="247831" y="75189"/>
                  <a:pt x="246968" y="79253"/>
                  <a:pt x="245242" y="82747"/>
                </a:cubicBezTo>
                <a:cubicBezTo>
                  <a:pt x="243519" y="86245"/>
                  <a:pt x="241179" y="89171"/>
                  <a:pt x="238227" y="91534"/>
                </a:cubicBezTo>
                <a:cubicBezTo>
                  <a:pt x="235278" y="93849"/>
                  <a:pt x="231826" y="95598"/>
                  <a:pt x="227877" y="96778"/>
                </a:cubicBezTo>
                <a:cubicBezTo>
                  <a:pt x="223925" y="97958"/>
                  <a:pt x="219705" y="98549"/>
                  <a:pt x="215210" y="98549"/>
                </a:cubicBezTo>
                <a:cubicBezTo>
                  <a:pt x="212167" y="98549"/>
                  <a:pt x="209329" y="98298"/>
                  <a:pt x="206697" y="97798"/>
                </a:cubicBezTo>
                <a:cubicBezTo>
                  <a:pt x="204108" y="97301"/>
                  <a:pt x="201814" y="96709"/>
                  <a:pt x="199816" y="96029"/>
                </a:cubicBezTo>
                <a:cubicBezTo>
                  <a:pt x="197819" y="95300"/>
                  <a:pt x="196139" y="94552"/>
                  <a:pt x="194779" y="93780"/>
                </a:cubicBezTo>
                <a:cubicBezTo>
                  <a:pt x="193461" y="93009"/>
                  <a:pt x="192507" y="92329"/>
                  <a:pt x="191918" y="91737"/>
                </a:cubicBezTo>
                <a:cubicBezTo>
                  <a:pt x="191327" y="91149"/>
                  <a:pt x="190895" y="90308"/>
                  <a:pt x="190624" y="89217"/>
                </a:cubicBezTo>
                <a:cubicBezTo>
                  <a:pt x="190395" y="88082"/>
                  <a:pt x="190284" y="86471"/>
                  <a:pt x="190284" y="84382"/>
                </a:cubicBezTo>
                <a:cubicBezTo>
                  <a:pt x="190284" y="82976"/>
                  <a:pt x="190330" y="81793"/>
                  <a:pt x="190418" y="80842"/>
                </a:cubicBezTo>
                <a:cubicBezTo>
                  <a:pt x="190510" y="79887"/>
                  <a:pt x="190647" y="79116"/>
                  <a:pt x="190827" y="78524"/>
                </a:cubicBezTo>
                <a:cubicBezTo>
                  <a:pt x="191055" y="77935"/>
                  <a:pt x="191327" y="77527"/>
                  <a:pt x="191644" y="77298"/>
                </a:cubicBezTo>
                <a:cubicBezTo>
                  <a:pt x="192007" y="77027"/>
                  <a:pt x="192415" y="76890"/>
                  <a:pt x="192870" y="76890"/>
                </a:cubicBezTo>
                <a:cubicBezTo>
                  <a:pt x="193507" y="76890"/>
                  <a:pt x="194393" y="77278"/>
                  <a:pt x="195527" y="78050"/>
                </a:cubicBezTo>
                <a:cubicBezTo>
                  <a:pt x="196707" y="78776"/>
                  <a:pt x="198205" y="79593"/>
                  <a:pt x="200022" y="80501"/>
                </a:cubicBezTo>
                <a:cubicBezTo>
                  <a:pt x="201837" y="81407"/>
                  <a:pt x="203994" y="82247"/>
                  <a:pt x="206492" y="83019"/>
                </a:cubicBezTo>
                <a:cubicBezTo>
                  <a:pt x="209035" y="83748"/>
                  <a:pt x="211964" y="84111"/>
                  <a:pt x="215278" y="84111"/>
                </a:cubicBezTo>
                <a:cubicBezTo>
                  <a:pt x="217456" y="84111"/>
                  <a:pt x="219407" y="83859"/>
                  <a:pt x="221133" y="83362"/>
                </a:cubicBezTo>
                <a:cubicBezTo>
                  <a:pt x="222859" y="82816"/>
                  <a:pt x="224311" y="82067"/>
                  <a:pt x="225494" y="81113"/>
                </a:cubicBezTo>
                <a:cubicBezTo>
                  <a:pt x="226720" y="80159"/>
                  <a:pt x="227648" y="78978"/>
                  <a:pt x="228286" y="77573"/>
                </a:cubicBezTo>
                <a:cubicBezTo>
                  <a:pt x="228920" y="76164"/>
                  <a:pt x="229237" y="74598"/>
                  <a:pt x="229237" y="72872"/>
                </a:cubicBezTo>
                <a:cubicBezTo>
                  <a:pt x="229237" y="70875"/>
                  <a:pt x="228694" y="69172"/>
                  <a:pt x="227603" y="67766"/>
                </a:cubicBezTo>
                <a:cubicBezTo>
                  <a:pt x="226514" y="66311"/>
                  <a:pt x="225085" y="65040"/>
                  <a:pt x="223314" y="63951"/>
                </a:cubicBezTo>
                <a:cubicBezTo>
                  <a:pt x="221588" y="62816"/>
                  <a:pt x="219613" y="61771"/>
                  <a:pt x="217387" y="60819"/>
                </a:cubicBezTo>
                <a:cubicBezTo>
                  <a:pt x="215164" y="59819"/>
                  <a:pt x="212869" y="58776"/>
                  <a:pt x="210509" y="57684"/>
                </a:cubicBezTo>
                <a:cubicBezTo>
                  <a:pt x="208149" y="56596"/>
                  <a:pt x="205857" y="55370"/>
                  <a:pt x="203631" y="54007"/>
                </a:cubicBezTo>
                <a:cubicBezTo>
                  <a:pt x="201405" y="52601"/>
                  <a:pt x="199408" y="50944"/>
                  <a:pt x="197639" y="49038"/>
                </a:cubicBezTo>
                <a:cubicBezTo>
                  <a:pt x="195913" y="47083"/>
                  <a:pt x="194504" y="44791"/>
                  <a:pt x="193416" y="42157"/>
                </a:cubicBezTo>
                <a:cubicBezTo>
                  <a:pt x="192327" y="39525"/>
                  <a:pt x="191781" y="36367"/>
                  <a:pt x="191781" y="32690"/>
                </a:cubicBezTo>
                <a:cubicBezTo>
                  <a:pt x="191781" y="28469"/>
                  <a:pt x="192553" y="24769"/>
                  <a:pt x="194096" y="21591"/>
                </a:cubicBezTo>
                <a:cubicBezTo>
                  <a:pt x="195684" y="18365"/>
                  <a:pt x="197796" y="15711"/>
                  <a:pt x="200431" y="13622"/>
                </a:cubicBezTo>
                <a:cubicBezTo>
                  <a:pt x="203108" y="11487"/>
                  <a:pt x="206243" y="9898"/>
                  <a:pt x="209829" y="8855"/>
                </a:cubicBezTo>
                <a:cubicBezTo>
                  <a:pt x="213461" y="7810"/>
                  <a:pt x="217299" y="7289"/>
                  <a:pt x="221339" y="7289"/>
                </a:cubicBezTo>
                <a:cubicBezTo>
                  <a:pt x="223428" y="7289"/>
                  <a:pt x="225517" y="7447"/>
                  <a:pt x="227603" y="7764"/>
                </a:cubicBezTo>
                <a:cubicBezTo>
                  <a:pt x="229692" y="8084"/>
                  <a:pt x="231646" y="8515"/>
                  <a:pt x="233461" y="9058"/>
                </a:cubicBezTo>
                <a:cubicBezTo>
                  <a:pt x="235278" y="9604"/>
                  <a:pt x="236890" y="10216"/>
                  <a:pt x="238295" y="10899"/>
                </a:cubicBezTo>
                <a:cubicBezTo>
                  <a:pt x="239704" y="11579"/>
                  <a:pt x="240636" y="12147"/>
                  <a:pt x="241087" y="12602"/>
                </a:cubicBezTo>
                <a:cubicBezTo>
                  <a:pt x="241542" y="13053"/>
                  <a:pt x="241839" y="13442"/>
                  <a:pt x="241973" y="13759"/>
                </a:cubicBezTo>
                <a:cubicBezTo>
                  <a:pt x="242156" y="14076"/>
                  <a:pt x="242293" y="14508"/>
                  <a:pt x="242382" y="15053"/>
                </a:cubicBezTo>
                <a:cubicBezTo>
                  <a:pt x="242519" y="15551"/>
                  <a:pt x="242610" y="16211"/>
                  <a:pt x="242656" y="17028"/>
                </a:cubicBezTo>
                <a:cubicBezTo>
                  <a:pt x="242702" y="17799"/>
                  <a:pt x="242722" y="18774"/>
                  <a:pt x="242722" y="19957"/>
                </a:cubicBezTo>
                <a:cubicBezTo>
                  <a:pt x="242722" y="21271"/>
                  <a:pt x="242679" y="22386"/>
                  <a:pt x="242587" y="23291"/>
                </a:cubicBezTo>
                <a:cubicBezTo>
                  <a:pt x="242542" y="24200"/>
                  <a:pt x="242427" y="24949"/>
                  <a:pt x="242247" y="25540"/>
                </a:cubicBezTo>
                <a:cubicBezTo>
                  <a:pt x="242110" y="26129"/>
                  <a:pt x="241885" y="26560"/>
                  <a:pt x="241564" y="26835"/>
                </a:cubicBezTo>
                <a:cubicBezTo>
                  <a:pt x="241293" y="27106"/>
                  <a:pt x="240907" y="27243"/>
                  <a:pt x="240407" y="27243"/>
                </a:cubicBezTo>
                <a:cubicBezTo>
                  <a:pt x="239907" y="27243"/>
                  <a:pt x="239113" y="26926"/>
                  <a:pt x="238024" y="26289"/>
                </a:cubicBezTo>
                <a:cubicBezTo>
                  <a:pt x="236935" y="25655"/>
                  <a:pt x="235595" y="24972"/>
                  <a:pt x="234006" y="24246"/>
                </a:cubicBezTo>
                <a:cubicBezTo>
                  <a:pt x="232418" y="23474"/>
                  <a:pt x="230577" y="22794"/>
                  <a:pt x="228489" y="22203"/>
                </a:cubicBezTo>
                <a:cubicBezTo>
                  <a:pt x="226400" y="21568"/>
                  <a:pt x="224108" y="21248"/>
                  <a:pt x="221611" y="21248"/>
                </a:cubicBezTo>
                <a:cubicBezTo>
                  <a:pt x="219659" y="21248"/>
                  <a:pt x="217956" y="21500"/>
                  <a:pt x="216504" y="22000"/>
                </a:cubicBezTo>
                <a:cubicBezTo>
                  <a:pt x="215050" y="22451"/>
                  <a:pt x="213824" y="23111"/>
                  <a:pt x="212827" y="23974"/>
                </a:cubicBezTo>
                <a:cubicBezTo>
                  <a:pt x="211872" y="24792"/>
                  <a:pt x="211146" y="25789"/>
                  <a:pt x="210646" y="26969"/>
                </a:cubicBezTo>
                <a:cubicBezTo>
                  <a:pt x="210192" y="28152"/>
                  <a:pt x="209966" y="29401"/>
                  <a:pt x="209966" y="30715"/>
                </a:cubicBezTo>
                <a:cubicBezTo>
                  <a:pt x="209966" y="32670"/>
                  <a:pt x="210486" y="34370"/>
                  <a:pt x="211532" y="35824"/>
                </a:cubicBezTo>
                <a:cubicBezTo>
                  <a:pt x="212621" y="37230"/>
                  <a:pt x="214052" y="38502"/>
                  <a:pt x="215821" y="39636"/>
                </a:cubicBezTo>
                <a:cubicBezTo>
                  <a:pt x="217639" y="40728"/>
                  <a:pt x="219682" y="41771"/>
                  <a:pt x="221951" y="42771"/>
                </a:cubicBezTo>
                <a:cubicBezTo>
                  <a:pt x="224222" y="43725"/>
                  <a:pt x="226537" y="44746"/>
                  <a:pt x="228897" y="45834"/>
                </a:cubicBezTo>
                <a:cubicBezTo>
                  <a:pt x="231257" y="46926"/>
                  <a:pt x="233575" y="48175"/>
                  <a:pt x="235844" y="49580"/>
                </a:cubicBezTo>
                <a:cubicBezTo>
                  <a:pt x="238115" y="50944"/>
                  <a:pt x="240136" y="52601"/>
                  <a:pt x="241905" y="54553"/>
                </a:cubicBezTo>
                <a:cubicBezTo>
                  <a:pt x="243676" y="56458"/>
                  <a:pt x="245108" y="58730"/>
                  <a:pt x="246196" y="61362"/>
                </a:cubicBezTo>
                <a:cubicBezTo>
                  <a:pt x="247285" y="63951"/>
                  <a:pt x="247831" y="67017"/>
                  <a:pt x="247831" y="70557"/>
                </a:cubicBezTo>
                <a:close/>
                <a:moveTo>
                  <a:pt x="296457" y="88674"/>
                </a:moveTo>
                <a:cubicBezTo>
                  <a:pt x="296457" y="90671"/>
                  <a:pt x="296323" y="92214"/>
                  <a:pt x="296048" y="93303"/>
                </a:cubicBezTo>
                <a:cubicBezTo>
                  <a:pt x="295823" y="94349"/>
                  <a:pt x="295506" y="95098"/>
                  <a:pt x="295097" y="95552"/>
                </a:cubicBezTo>
                <a:cubicBezTo>
                  <a:pt x="294688" y="95961"/>
                  <a:pt x="294074" y="96346"/>
                  <a:pt x="293257" y="96709"/>
                </a:cubicBezTo>
                <a:cubicBezTo>
                  <a:pt x="292485" y="97026"/>
                  <a:pt x="291554" y="97301"/>
                  <a:pt x="290465" y="97526"/>
                </a:cubicBezTo>
                <a:cubicBezTo>
                  <a:pt x="289419" y="97798"/>
                  <a:pt x="288262" y="98004"/>
                  <a:pt x="286990" y="98141"/>
                </a:cubicBezTo>
                <a:cubicBezTo>
                  <a:pt x="285764" y="98275"/>
                  <a:pt x="284516" y="98344"/>
                  <a:pt x="283244" y="98344"/>
                </a:cubicBezTo>
                <a:cubicBezTo>
                  <a:pt x="279841" y="98344"/>
                  <a:pt x="276889" y="97912"/>
                  <a:pt x="274391" y="97049"/>
                </a:cubicBezTo>
                <a:cubicBezTo>
                  <a:pt x="271894" y="96186"/>
                  <a:pt x="269828" y="94872"/>
                  <a:pt x="268194" y="93100"/>
                </a:cubicBezTo>
                <a:cubicBezTo>
                  <a:pt x="266559" y="91283"/>
                  <a:pt x="265356" y="89014"/>
                  <a:pt x="264584" y="86291"/>
                </a:cubicBezTo>
                <a:cubicBezTo>
                  <a:pt x="263813" y="83565"/>
                  <a:pt x="263427" y="80341"/>
                  <a:pt x="263427" y="76618"/>
                </a:cubicBezTo>
                <a:lnTo>
                  <a:pt x="263427" y="45494"/>
                </a:lnTo>
                <a:lnTo>
                  <a:pt x="256141" y="45494"/>
                </a:lnTo>
                <a:cubicBezTo>
                  <a:pt x="255278" y="45494"/>
                  <a:pt x="254618" y="44971"/>
                  <a:pt x="254166" y="43928"/>
                </a:cubicBezTo>
                <a:cubicBezTo>
                  <a:pt x="253712" y="42840"/>
                  <a:pt x="253483" y="41045"/>
                  <a:pt x="253483" y="38548"/>
                </a:cubicBezTo>
                <a:cubicBezTo>
                  <a:pt x="253483" y="37230"/>
                  <a:pt x="253529" y="36119"/>
                  <a:pt x="253620" y="35210"/>
                </a:cubicBezTo>
                <a:cubicBezTo>
                  <a:pt x="253757" y="34304"/>
                  <a:pt x="253937" y="33598"/>
                  <a:pt x="254166" y="33098"/>
                </a:cubicBezTo>
                <a:cubicBezTo>
                  <a:pt x="254392" y="32555"/>
                  <a:pt x="254663" y="32170"/>
                  <a:pt x="254983" y="31941"/>
                </a:cubicBezTo>
                <a:cubicBezTo>
                  <a:pt x="255346" y="31715"/>
                  <a:pt x="255755" y="31601"/>
                  <a:pt x="256209" y="31601"/>
                </a:cubicBezTo>
                <a:lnTo>
                  <a:pt x="263427" y="31601"/>
                </a:lnTo>
                <a:lnTo>
                  <a:pt x="263427" y="18048"/>
                </a:lnTo>
                <a:cubicBezTo>
                  <a:pt x="263427" y="17594"/>
                  <a:pt x="263542" y="17185"/>
                  <a:pt x="263767" y="16822"/>
                </a:cubicBezTo>
                <a:cubicBezTo>
                  <a:pt x="264039" y="16459"/>
                  <a:pt x="264493" y="16165"/>
                  <a:pt x="265130" y="15936"/>
                </a:cubicBezTo>
                <a:cubicBezTo>
                  <a:pt x="265810" y="15665"/>
                  <a:pt x="266696" y="15485"/>
                  <a:pt x="267785" y="15393"/>
                </a:cubicBezTo>
                <a:cubicBezTo>
                  <a:pt x="268919" y="15256"/>
                  <a:pt x="270305" y="15188"/>
                  <a:pt x="271940" y="15188"/>
                </a:cubicBezTo>
                <a:cubicBezTo>
                  <a:pt x="273620" y="15188"/>
                  <a:pt x="275006" y="15256"/>
                  <a:pt x="276095" y="15393"/>
                </a:cubicBezTo>
                <a:cubicBezTo>
                  <a:pt x="277229" y="15485"/>
                  <a:pt x="278115" y="15665"/>
                  <a:pt x="278749" y="15936"/>
                </a:cubicBezTo>
                <a:cubicBezTo>
                  <a:pt x="279386" y="16165"/>
                  <a:pt x="279841" y="16459"/>
                  <a:pt x="280112" y="16822"/>
                </a:cubicBezTo>
                <a:cubicBezTo>
                  <a:pt x="280384" y="17185"/>
                  <a:pt x="280521" y="17594"/>
                  <a:pt x="280521" y="18048"/>
                </a:cubicBezTo>
                <a:lnTo>
                  <a:pt x="280521" y="31601"/>
                </a:lnTo>
                <a:lnTo>
                  <a:pt x="293734" y="31601"/>
                </a:lnTo>
                <a:cubicBezTo>
                  <a:pt x="294188" y="31601"/>
                  <a:pt x="294574" y="31715"/>
                  <a:pt x="294891" y="31941"/>
                </a:cubicBezTo>
                <a:cubicBezTo>
                  <a:pt x="295254" y="32170"/>
                  <a:pt x="295548" y="32555"/>
                  <a:pt x="295777" y="33098"/>
                </a:cubicBezTo>
                <a:cubicBezTo>
                  <a:pt x="296003" y="33598"/>
                  <a:pt x="296163" y="34304"/>
                  <a:pt x="296254" y="35210"/>
                </a:cubicBezTo>
                <a:cubicBezTo>
                  <a:pt x="296388" y="36119"/>
                  <a:pt x="296457" y="37230"/>
                  <a:pt x="296457" y="38548"/>
                </a:cubicBezTo>
                <a:cubicBezTo>
                  <a:pt x="296457" y="41045"/>
                  <a:pt x="296231" y="42840"/>
                  <a:pt x="295777" y="43928"/>
                </a:cubicBezTo>
                <a:cubicBezTo>
                  <a:pt x="295323" y="44971"/>
                  <a:pt x="294665" y="45494"/>
                  <a:pt x="293802" y="45494"/>
                </a:cubicBezTo>
                <a:lnTo>
                  <a:pt x="280521" y="45494"/>
                </a:lnTo>
                <a:lnTo>
                  <a:pt x="280521" y="74029"/>
                </a:lnTo>
                <a:cubicBezTo>
                  <a:pt x="280521" y="77344"/>
                  <a:pt x="281044" y="79841"/>
                  <a:pt x="282087" y="81522"/>
                </a:cubicBezTo>
                <a:cubicBezTo>
                  <a:pt x="283133" y="83156"/>
                  <a:pt x="284993" y="83973"/>
                  <a:pt x="287673" y="83973"/>
                </a:cubicBezTo>
                <a:cubicBezTo>
                  <a:pt x="288579" y="83973"/>
                  <a:pt x="289396" y="83905"/>
                  <a:pt x="290125" y="83770"/>
                </a:cubicBezTo>
                <a:cubicBezTo>
                  <a:pt x="290851" y="83588"/>
                  <a:pt x="291485" y="83408"/>
                  <a:pt x="292031" y="83225"/>
                </a:cubicBezTo>
                <a:cubicBezTo>
                  <a:pt x="292622" y="82999"/>
                  <a:pt x="293097" y="82816"/>
                  <a:pt x="293462" y="82679"/>
                </a:cubicBezTo>
                <a:cubicBezTo>
                  <a:pt x="293871" y="82499"/>
                  <a:pt x="294234" y="82407"/>
                  <a:pt x="294551" y="82407"/>
                </a:cubicBezTo>
                <a:cubicBezTo>
                  <a:pt x="294823" y="82407"/>
                  <a:pt x="295074" y="82499"/>
                  <a:pt x="295300" y="82679"/>
                </a:cubicBezTo>
                <a:cubicBezTo>
                  <a:pt x="295571" y="82816"/>
                  <a:pt x="295777" y="83133"/>
                  <a:pt x="295914" y="83633"/>
                </a:cubicBezTo>
                <a:cubicBezTo>
                  <a:pt x="296048" y="84088"/>
                  <a:pt x="296163" y="84722"/>
                  <a:pt x="296254" y="85539"/>
                </a:cubicBezTo>
                <a:cubicBezTo>
                  <a:pt x="296388" y="86357"/>
                  <a:pt x="296457" y="87402"/>
                  <a:pt x="296457" y="88674"/>
                </a:cubicBezTo>
                <a:close/>
                <a:moveTo>
                  <a:pt x="347878" y="39571"/>
                </a:moveTo>
                <a:cubicBezTo>
                  <a:pt x="347878" y="41205"/>
                  <a:pt x="347832" y="42542"/>
                  <a:pt x="347741" y="43588"/>
                </a:cubicBezTo>
                <a:cubicBezTo>
                  <a:pt x="347649" y="44631"/>
                  <a:pt x="347512" y="45449"/>
                  <a:pt x="347332" y="46040"/>
                </a:cubicBezTo>
                <a:cubicBezTo>
                  <a:pt x="347149" y="46629"/>
                  <a:pt x="346900" y="47037"/>
                  <a:pt x="346583" y="47266"/>
                </a:cubicBezTo>
                <a:cubicBezTo>
                  <a:pt x="346309" y="47492"/>
                  <a:pt x="345946" y="47606"/>
                  <a:pt x="345492" y="47606"/>
                </a:cubicBezTo>
                <a:cubicBezTo>
                  <a:pt x="345129" y="47606"/>
                  <a:pt x="344720" y="47537"/>
                  <a:pt x="344266" y="47403"/>
                </a:cubicBezTo>
                <a:cubicBezTo>
                  <a:pt x="343812" y="47220"/>
                  <a:pt x="343291" y="47037"/>
                  <a:pt x="342700" y="46857"/>
                </a:cubicBezTo>
                <a:cubicBezTo>
                  <a:pt x="342157" y="46674"/>
                  <a:pt x="341543" y="46517"/>
                  <a:pt x="340863" y="46380"/>
                </a:cubicBezTo>
                <a:cubicBezTo>
                  <a:pt x="340180" y="46197"/>
                  <a:pt x="339431" y="46109"/>
                  <a:pt x="338614" y="46109"/>
                </a:cubicBezTo>
                <a:cubicBezTo>
                  <a:pt x="337662" y="46109"/>
                  <a:pt x="336708" y="46312"/>
                  <a:pt x="335753" y="46720"/>
                </a:cubicBezTo>
                <a:cubicBezTo>
                  <a:pt x="334802" y="47083"/>
                  <a:pt x="333802" y="47675"/>
                  <a:pt x="332759" y="48492"/>
                </a:cubicBezTo>
                <a:cubicBezTo>
                  <a:pt x="331759" y="49309"/>
                  <a:pt x="330693" y="50398"/>
                  <a:pt x="329555" y="51761"/>
                </a:cubicBezTo>
                <a:cubicBezTo>
                  <a:pt x="328467" y="53124"/>
                  <a:pt x="327287" y="54801"/>
                  <a:pt x="326015" y="56801"/>
                </a:cubicBezTo>
                <a:lnTo>
                  <a:pt x="326015" y="94666"/>
                </a:lnTo>
                <a:cubicBezTo>
                  <a:pt x="326015" y="95120"/>
                  <a:pt x="325878" y="95529"/>
                  <a:pt x="325606" y="95892"/>
                </a:cubicBezTo>
                <a:cubicBezTo>
                  <a:pt x="325335" y="96209"/>
                  <a:pt x="324858" y="96483"/>
                  <a:pt x="324175" y="96709"/>
                </a:cubicBezTo>
                <a:cubicBezTo>
                  <a:pt x="323540" y="96935"/>
                  <a:pt x="322677" y="97095"/>
                  <a:pt x="321589" y="97186"/>
                </a:cubicBezTo>
                <a:cubicBezTo>
                  <a:pt x="320497" y="97324"/>
                  <a:pt x="319114" y="97389"/>
                  <a:pt x="317434" y="97389"/>
                </a:cubicBezTo>
                <a:cubicBezTo>
                  <a:pt x="315754" y="97389"/>
                  <a:pt x="314368" y="97324"/>
                  <a:pt x="313279" y="97186"/>
                </a:cubicBezTo>
                <a:cubicBezTo>
                  <a:pt x="312190" y="97095"/>
                  <a:pt x="311305" y="96935"/>
                  <a:pt x="310625" y="96709"/>
                </a:cubicBezTo>
                <a:cubicBezTo>
                  <a:pt x="309987" y="96483"/>
                  <a:pt x="309533" y="96209"/>
                  <a:pt x="309262" y="95892"/>
                </a:cubicBezTo>
                <a:cubicBezTo>
                  <a:pt x="308990" y="95529"/>
                  <a:pt x="308853" y="95120"/>
                  <a:pt x="308853" y="94666"/>
                </a:cubicBezTo>
                <a:lnTo>
                  <a:pt x="308853" y="33916"/>
                </a:lnTo>
                <a:cubicBezTo>
                  <a:pt x="308853" y="33464"/>
                  <a:pt x="308967" y="33078"/>
                  <a:pt x="309193" y="32758"/>
                </a:cubicBezTo>
                <a:cubicBezTo>
                  <a:pt x="309422" y="32395"/>
                  <a:pt x="309830" y="32101"/>
                  <a:pt x="310419" y="31873"/>
                </a:cubicBezTo>
                <a:cubicBezTo>
                  <a:pt x="311010" y="31647"/>
                  <a:pt x="311759" y="31487"/>
                  <a:pt x="312668" y="31398"/>
                </a:cubicBezTo>
                <a:cubicBezTo>
                  <a:pt x="313619" y="31261"/>
                  <a:pt x="314799" y="31192"/>
                  <a:pt x="316208" y="31192"/>
                </a:cubicBezTo>
                <a:cubicBezTo>
                  <a:pt x="317660" y="31192"/>
                  <a:pt x="318863" y="31261"/>
                  <a:pt x="319817" y="31398"/>
                </a:cubicBezTo>
                <a:cubicBezTo>
                  <a:pt x="320772" y="31487"/>
                  <a:pt x="321497" y="31647"/>
                  <a:pt x="321997" y="31873"/>
                </a:cubicBezTo>
                <a:cubicBezTo>
                  <a:pt x="322540" y="32101"/>
                  <a:pt x="322929" y="32395"/>
                  <a:pt x="323155" y="32758"/>
                </a:cubicBezTo>
                <a:cubicBezTo>
                  <a:pt x="323380" y="33078"/>
                  <a:pt x="323495" y="33464"/>
                  <a:pt x="323495" y="33916"/>
                </a:cubicBezTo>
                <a:lnTo>
                  <a:pt x="323495" y="41477"/>
                </a:lnTo>
                <a:cubicBezTo>
                  <a:pt x="325083" y="39208"/>
                  <a:pt x="326584" y="37345"/>
                  <a:pt x="327990" y="35893"/>
                </a:cubicBezTo>
                <a:cubicBezTo>
                  <a:pt x="329398" y="34393"/>
                  <a:pt x="330736" y="33213"/>
                  <a:pt x="332007" y="32350"/>
                </a:cubicBezTo>
                <a:cubicBezTo>
                  <a:pt x="333279" y="31487"/>
                  <a:pt x="334550" y="30898"/>
                  <a:pt x="335822" y="30581"/>
                </a:cubicBezTo>
                <a:cubicBezTo>
                  <a:pt x="337094" y="30218"/>
                  <a:pt x="338365" y="30035"/>
                  <a:pt x="339637" y="30035"/>
                </a:cubicBezTo>
                <a:cubicBezTo>
                  <a:pt x="340225" y="30035"/>
                  <a:pt x="340863" y="30081"/>
                  <a:pt x="341543" y="30172"/>
                </a:cubicBezTo>
                <a:cubicBezTo>
                  <a:pt x="342223" y="30218"/>
                  <a:pt x="342929" y="30330"/>
                  <a:pt x="343654" y="30512"/>
                </a:cubicBezTo>
                <a:cubicBezTo>
                  <a:pt x="344380" y="30647"/>
                  <a:pt x="345017" y="30830"/>
                  <a:pt x="345560" y="31055"/>
                </a:cubicBezTo>
                <a:cubicBezTo>
                  <a:pt x="346106" y="31238"/>
                  <a:pt x="346492" y="31444"/>
                  <a:pt x="346718" y="31670"/>
                </a:cubicBezTo>
                <a:cubicBezTo>
                  <a:pt x="346992" y="31895"/>
                  <a:pt x="347172" y="32147"/>
                  <a:pt x="347263" y="32418"/>
                </a:cubicBezTo>
                <a:cubicBezTo>
                  <a:pt x="347401" y="32690"/>
                  <a:pt x="347512" y="33078"/>
                  <a:pt x="347603" y="33576"/>
                </a:cubicBezTo>
                <a:cubicBezTo>
                  <a:pt x="347695" y="34030"/>
                  <a:pt x="347763" y="34733"/>
                  <a:pt x="347809" y="35687"/>
                </a:cubicBezTo>
                <a:cubicBezTo>
                  <a:pt x="347855" y="36642"/>
                  <a:pt x="347878" y="37936"/>
                  <a:pt x="347878" y="39571"/>
                </a:cubicBezTo>
                <a:close/>
                <a:moveTo>
                  <a:pt x="416049" y="94666"/>
                </a:moveTo>
                <a:cubicBezTo>
                  <a:pt x="416049" y="95120"/>
                  <a:pt x="415935" y="95529"/>
                  <a:pt x="415709" y="95892"/>
                </a:cubicBezTo>
                <a:cubicBezTo>
                  <a:pt x="415480" y="96209"/>
                  <a:pt x="415072" y="96483"/>
                  <a:pt x="414483" y="96709"/>
                </a:cubicBezTo>
                <a:cubicBezTo>
                  <a:pt x="413937" y="96935"/>
                  <a:pt x="413189" y="97095"/>
                  <a:pt x="412234" y="97186"/>
                </a:cubicBezTo>
                <a:cubicBezTo>
                  <a:pt x="411329" y="97324"/>
                  <a:pt x="410168" y="97389"/>
                  <a:pt x="408763" y="97389"/>
                </a:cubicBezTo>
                <a:cubicBezTo>
                  <a:pt x="407262" y="97389"/>
                  <a:pt x="406036" y="97324"/>
                  <a:pt x="405085" y="97186"/>
                </a:cubicBezTo>
                <a:cubicBezTo>
                  <a:pt x="404176" y="97095"/>
                  <a:pt x="403450" y="96935"/>
                  <a:pt x="402905" y="96709"/>
                </a:cubicBezTo>
                <a:cubicBezTo>
                  <a:pt x="402359" y="96483"/>
                  <a:pt x="401973" y="96209"/>
                  <a:pt x="401747" y="95892"/>
                </a:cubicBezTo>
                <a:cubicBezTo>
                  <a:pt x="401522" y="95529"/>
                  <a:pt x="401407" y="95120"/>
                  <a:pt x="401407" y="94666"/>
                </a:cubicBezTo>
                <a:lnTo>
                  <a:pt x="401407" y="87651"/>
                </a:lnTo>
                <a:cubicBezTo>
                  <a:pt x="398047" y="91283"/>
                  <a:pt x="394618" y="94009"/>
                  <a:pt x="391123" y="95823"/>
                </a:cubicBezTo>
                <a:cubicBezTo>
                  <a:pt x="387671" y="97641"/>
                  <a:pt x="384085" y="98549"/>
                  <a:pt x="380362" y="98549"/>
                </a:cubicBezTo>
                <a:cubicBezTo>
                  <a:pt x="376184" y="98549"/>
                  <a:pt x="372667" y="97867"/>
                  <a:pt x="369806" y="96506"/>
                </a:cubicBezTo>
                <a:cubicBezTo>
                  <a:pt x="366992" y="95143"/>
                  <a:pt x="364697" y="93280"/>
                  <a:pt x="362928" y="90920"/>
                </a:cubicBezTo>
                <a:cubicBezTo>
                  <a:pt x="361202" y="88560"/>
                  <a:pt x="359954" y="85836"/>
                  <a:pt x="359182" y="82747"/>
                </a:cubicBezTo>
                <a:cubicBezTo>
                  <a:pt x="358456" y="79616"/>
                  <a:pt x="358093" y="75732"/>
                  <a:pt x="358093" y="71103"/>
                </a:cubicBezTo>
                <a:lnTo>
                  <a:pt x="358093" y="33916"/>
                </a:lnTo>
                <a:cubicBezTo>
                  <a:pt x="358093" y="33464"/>
                  <a:pt x="358205" y="33078"/>
                  <a:pt x="358433" y="32758"/>
                </a:cubicBezTo>
                <a:cubicBezTo>
                  <a:pt x="358705" y="32395"/>
                  <a:pt x="359159" y="32101"/>
                  <a:pt x="359794" y="31873"/>
                </a:cubicBezTo>
                <a:cubicBezTo>
                  <a:pt x="360476" y="31647"/>
                  <a:pt x="361362" y="31487"/>
                  <a:pt x="362451" y="31398"/>
                </a:cubicBezTo>
                <a:cubicBezTo>
                  <a:pt x="363585" y="31261"/>
                  <a:pt x="364971" y="31192"/>
                  <a:pt x="366606" y="31192"/>
                </a:cubicBezTo>
                <a:cubicBezTo>
                  <a:pt x="368286" y="31192"/>
                  <a:pt x="369669" y="31261"/>
                  <a:pt x="370761" y="31398"/>
                </a:cubicBezTo>
                <a:cubicBezTo>
                  <a:pt x="371849" y="31487"/>
                  <a:pt x="372712" y="31647"/>
                  <a:pt x="373347" y="31873"/>
                </a:cubicBezTo>
                <a:cubicBezTo>
                  <a:pt x="374030" y="32101"/>
                  <a:pt x="374507" y="32395"/>
                  <a:pt x="374778" y="32758"/>
                </a:cubicBezTo>
                <a:cubicBezTo>
                  <a:pt x="375050" y="33078"/>
                  <a:pt x="375187" y="33464"/>
                  <a:pt x="375187" y="33916"/>
                </a:cubicBezTo>
                <a:lnTo>
                  <a:pt x="375187" y="68243"/>
                </a:lnTo>
                <a:cubicBezTo>
                  <a:pt x="375187" y="71420"/>
                  <a:pt x="375390" y="73849"/>
                  <a:pt x="375798" y="75529"/>
                </a:cubicBezTo>
                <a:cubicBezTo>
                  <a:pt x="376207" y="77210"/>
                  <a:pt x="376821" y="78661"/>
                  <a:pt x="377639" y="79887"/>
                </a:cubicBezTo>
                <a:cubicBezTo>
                  <a:pt x="378502" y="81067"/>
                  <a:pt x="379567" y="81999"/>
                  <a:pt x="380839" y="82679"/>
                </a:cubicBezTo>
                <a:cubicBezTo>
                  <a:pt x="382156" y="83316"/>
                  <a:pt x="383677" y="83633"/>
                  <a:pt x="385402" y="83633"/>
                </a:cubicBezTo>
                <a:cubicBezTo>
                  <a:pt x="387583" y="83633"/>
                  <a:pt x="389760" y="82839"/>
                  <a:pt x="391940" y="81250"/>
                </a:cubicBezTo>
                <a:cubicBezTo>
                  <a:pt x="394164" y="79661"/>
                  <a:pt x="396527" y="77344"/>
                  <a:pt x="399024" y="74304"/>
                </a:cubicBezTo>
                <a:lnTo>
                  <a:pt x="399024" y="33916"/>
                </a:lnTo>
                <a:cubicBezTo>
                  <a:pt x="399024" y="33464"/>
                  <a:pt x="399136" y="33078"/>
                  <a:pt x="399364" y="32758"/>
                </a:cubicBezTo>
                <a:cubicBezTo>
                  <a:pt x="399636" y="32395"/>
                  <a:pt x="400090" y="32101"/>
                  <a:pt x="400724" y="31873"/>
                </a:cubicBezTo>
                <a:cubicBezTo>
                  <a:pt x="401407" y="31647"/>
                  <a:pt x="402293" y="31487"/>
                  <a:pt x="403382" y="31398"/>
                </a:cubicBezTo>
                <a:cubicBezTo>
                  <a:pt x="404471" y="31261"/>
                  <a:pt x="405856" y="31192"/>
                  <a:pt x="407537" y="31192"/>
                </a:cubicBezTo>
                <a:cubicBezTo>
                  <a:pt x="409217" y="31192"/>
                  <a:pt x="410600" y="31261"/>
                  <a:pt x="411691" y="31398"/>
                </a:cubicBezTo>
                <a:cubicBezTo>
                  <a:pt x="412780" y="31487"/>
                  <a:pt x="413643" y="31647"/>
                  <a:pt x="414277" y="31873"/>
                </a:cubicBezTo>
                <a:cubicBezTo>
                  <a:pt x="414915" y="32101"/>
                  <a:pt x="415369" y="32395"/>
                  <a:pt x="415641" y="32758"/>
                </a:cubicBezTo>
                <a:cubicBezTo>
                  <a:pt x="415912" y="33078"/>
                  <a:pt x="416049" y="33464"/>
                  <a:pt x="416049" y="33916"/>
                </a:cubicBezTo>
                <a:lnTo>
                  <a:pt x="416049" y="94666"/>
                </a:lnTo>
                <a:close/>
                <a:moveTo>
                  <a:pt x="479251" y="84996"/>
                </a:moveTo>
                <a:cubicBezTo>
                  <a:pt x="479251" y="86176"/>
                  <a:pt x="479206" y="87174"/>
                  <a:pt x="479114" y="87991"/>
                </a:cubicBezTo>
                <a:cubicBezTo>
                  <a:pt x="479068" y="88763"/>
                  <a:pt x="478977" y="89423"/>
                  <a:pt x="478843" y="89968"/>
                </a:cubicBezTo>
                <a:cubicBezTo>
                  <a:pt x="478751" y="90511"/>
                  <a:pt x="478614" y="90966"/>
                  <a:pt x="478434" y="91329"/>
                </a:cubicBezTo>
                <a:cubicBezTo>
                  <a:pt x="478297" y="91646"/>
                  <a:pt x="477957" y="92077"/>
                  <a:pt x="477411" y="92623"/>
                </a:cubicBezTo>
                <a:cubicBezTo>
                  <a:pt x="476865" y="93123"/>
                  <a:pt x="475937" y="93757"/>
                  <a:pt x="474619" y="94529"/>
                </a:cubicBezTo>
                <a:cubicBezTo>
                  <a:pt x="473302" y="95258"/>
                  <a:pt x="471805" y="95915"/>
                  <a:pt x="470124" y="96506"/>
                </a:cubicBezTo>
                <a:cubicBezTo>
                  <a:pt x="468444" y="97095"/>
                  <a:pt x="466604" y="97572"/>
                  <a:pt x="464607" y="97935"/>
                </a:cubicBezTo>
                <a:cubicBezTo>
                  <a:pt x="462655" y="98298"/>
                  <a:pt x="460635" y="98481"/>
                  <a:pt x="458546" y="98481"/>
                </a:cubicBezTo>
                <a:cubicBezTo>
                  <a:pt x="453871" y="98481"/>
                  <a:pt x="449716" y="97752"/>
                  <a:pt x="446084" y="96301"/>
                </a:cubicBezTo>
                <a:cubicBezTo>
                  <a:pt x="442495" y="94849"/>
                  <a:pt x="439478" y="92714"/>
                  <a:pt x="437026" y="89900"/>
                </a:cubicBezTo>
                <a:cubicBezTo>
                  <a:pt x="434574" y="87039"/>
                  <a:pt x="432711" y="83565"/>
                  <a:pt x="431440" y="79479"/>
                </a:cubicBezTo>
                <a:cubicBezTo>
                  <a:pt x="430214" y="75392"/>
                  <a:pt x="429602" y="70717"/>
                  <a:pt x="429602" y="65448"/>
                </a:cubicBezTo>
                <a:cubicBezTo>
                  <a:pt x="429602" y="59365"/>
                  <a:pt x="430351" y="54121"/>
                  <a:pt x="431848" y="49718"/>
                </a:cubicBezTo>
                <a:cubicBezTo>
                  <a:pt x="433394" y="45269"/>
                  <a:pt x="435526" y="41591"/>
                  <a:pt x="438252" y="38685"/>
                </a:cubicBezTo>
                <a:cubicBezTo>
                  <a:pt x="440975" y="35779"/>
                  <a:pt x="444198" y="33621"/>
                  <a:pt x="447922" y="32215"/>
                </a:cubicBezTo>
                <a:cubicBezTo>
                  <a:pt x="451645" y="30807"/>
                  <a:pt x="455731" y="30104"/>
                  <a:pt x="460180" y="30104"/>
                </a:cubicBezTo>
                <a:cubicBezTo>
                  <a:pt x="461998" y="30104"/>
                  <a:pt x="463767" y="30261"/>
                  <a:pt x="465492" y="30581"/>
                </a:cubicBezTo>
                <a:cubicBezTo>
                  <a:pt x="467264" y="30898"/>
                  <a:pt x="468899" y="31330"/>
                  <a:pt x="470396" y="31873"/>
                </a:cubicBezTo>
                <a:cubicBezTo>
                  <a:pt x="471939" y="32418"/>
                  <a:pt x="473302" y="33033"/>
                  <a:pt x="474482" y="33713"/>
                </a:cubicBezTo>
                <a:cubicBezTo>
                  <a:pt x="475708" y="34393"/>
                  <a:pt x="476571" y="34984"/>
                  <a:pt x="477071" y="35484"/>
                </a:cubicBezTo>
                <a:cubicBezTo>
                  <a:pt x="477571" y="35982"/>
                  <a:pt x="477911" y="36413"/>
                  <a:pt x="478091" y="36776"/>
                </a:cubicBezTo>
                <a:cubicBezTo>
                  <a:pt x="478320" y="37096"/>
                  <a:pt x="478477" y="37528"/>
                  <a:pt x="478568" y="38070"/>
                </a:cubicBezTo>
                <a:cubicBezTo>
                  <a:pt x="478706" y="38616"/>
                  <a:pt x="478797" y="39296"/>
                  <a:pt x="478843" y="40114"/>
                </a:cubicBezTo>
                <a:cubicBezTo>
                  <a:pt x="478931" y="40885"/>
                  <a:pt x="478977" y="41840"/>
                  <a:pt x="478977" y="42974"/>
                </a:cubicBezTo>
                <a:cubicBezTo>
                  <a:pt x="478977" y="45609"/>
                  <a:pt x="478751" y="47469"/>
                  <a:pt x="478297" y="48560"/>
                </a:cubicBezTo>
                <a:cubicBezTo>
                  <a:pt x="477843" y="49603"/>
                  <a:pt x="477251" y="50126"/>
                  <a:pt x="476525" y="50126"/>
                </a:cubicBezTo>
                <a:cubicBezTo>
                  <a:pt x="475754" y="50126"/>
                  <a:pt x="474937" y="49809"/>
                  <a:pt x="474074" y="49172"/>
                </a:cubicBezTo>
                <a:cubicBezTo>
                  <a:pt x="473211" y="48537"/>
                  <a:pt x="472190" y="47832"/>
                  <a:pt x="471010" y="47060"/>
                </a:cubicBezTo>
                <a:cubicBezTo>
                  <a:pt x="469830" y="46289"/>
                  <a:pt x="468421" y="45586"/>
                  <a:pt x="466787" y="44951"/>
                </a:cubicBezTo>
                <a:cubicBezTo>
                  <a:pt x="465152" y="44314"/>
                  <a:pt x="463201" y="43997"/>
                  <a:pt x="460929" y="43997"/>
                </a:cubicBezTo>
                <a:cubicBezTo>
                  <a:pt x="456480" y="43997"/>
                  <a:pt x="453077" y="45723"/>
                  <a:pt x="450713" y="49172"/>
                </a:cubicBezTo>
                <a:cubicBezTo>
                  <a:pt x="448353" y="52578"/>
                  <a:pt x="447173" y="57596"/>
                  <a:pt x="447173" y="64222"/>
                </a:cubicBezTo>
                <a:cubicBezTo>
                  <a:pt x="447173" y="67491"/>
                  <a:pt x="447467" y="70375"/>
                  <a:pt x="448059" y="72872"/>
                </a:cubicBezTo>
                <a:cubicBezTo>
                  <a:pt x="448648" y="75369"/>
                  <a:pt x="449510" y="77458"/>
                  <a:pt x="450645" y="79138"/>
                </a:cubicBezTo>
                <a:cubicBezTo>
                  <a:pt x="451828" y="80819"/>
                  <a:pt x="453280" y="82090"/>
                  <a:pt x="455005" y="82953"/>
                </a:cubicBezTo>
                <a:cubicBezTo>
                  <a:pt x="456774" y="83770"/>
                  <a:pt x="458817" y="84179"/>
                  <a:pt x="461135" y="84179"/>
                </a:cubicBezTo>
                <a:cubicBezTo>
                  <a:pt x="463495" y="84179"/>
                  <a:pt x="465515" y="83836"/>
                  <a:pt x="467196" y="83156"/>
                </a:cubicBezTo>
                <a:cubicBezTo>
                  <a:pt x="468921" y="82430"/>
                  <a:pt x="470419" y="81636"/>
                  <a:pt x="471690" y="80773"/>
                </a:cubicBezTo>
                <a:cubicBezTo>
                  <a:pt x="472962" y="79910"/>
                  <a:pt x="474028" y="79138"/>
                  <a:pt x="474891" y="78458"/>
                </a:cubicBezTo>
                <a:cubicBezTo>
                  <a:pt x="475754" y="77730"/>
                  <a:pt x="476480" y="77367"/>
                  <a:pt x="477071" y="77367"/>
                </a:cubicBezTo>
                <a:cubicBezTo>
                  <a:pt x="477480" y="77367"/>
                  <a:pt x="477820" y="77481"/>
                  <a:pt x="478091" y="77707"/>
                </a:cubicBezTo>
                <a:cubicBezTo>
                  <a:pt x="478366" y="77935"/>
                  <a:pt x="478568" y="78367"/>
                  <a:pt x="478706" y="79001"/>
                </a:cubicBezTo>
                <a:cubicBezTo>
                  <a:pt x="478886" y="79593"/>
                  <a:pt x="479023" y="80364"/>
                  <a:pt x="479114" y="81319"/>
                </a:cubicBezTo>
                <a:cubicBezTo>
                  <a:pt x="479206" y="82270"/>
                  <a:pt x="479251" y="83496"/>
                  <a:pt x="479251" y="84996"/>
                </a:cubicBezTo>
                <a:close/>
                <a:moveTo>
                  <a:pt x="527603" y="88674"/>
                </a:moveTo>
                <a:cubicBezTo>
                  <a:pt x="527603" y="90671"/>
                  <a:pt x="527469" y="92214"/>
                  <a:pt x="527194" y="93303"/>
                </a:cubicBezTo>
                <a:cubicBezTo>
                  <a:pt x="526969" y="94349"/>
                  <a:pt x="526652" y="95098"/>
                  <a:pt x="526243" y="95552"/>
                </a:cubicBezTo>
                <a:cubicBezTo>
                  <a:pt x="525834" y="95961"/>
                  <a:pt x="525220" y="96346"/>
                  <a:pt x="524403" y="96709"/>
                </a:cubicBezTo>
                <a:cubicBezTo>
                  <a:pt x="523631" y="97026"/>
                  <a:pt x="522700" y="97301"/>
                  <a:pt x="521611" y="97526"/>
                </a:cubicBezTo>
                <a:cubicBezTo>
                  <a:pt x="520568" y="97798"/>
                  <a:pt x="519408" y="98004"/>
                  <a:pt x="518139" y="98141"/>
                </a:cubicBezTo>
                <a:cubicBezTo>
                  <a:pt x="516913" y="98275"/>
                  <a:pt x="515664" y="98344"/>
                  <a:pt x="514393" y="98344"/>
                </a:cubicBezTo>
                <a:cubicBezTo>
                  <a:pt x="510987" y="98344"/>
                  <a:pt x="508035" y="97912"/>
                  <a:pt x="505537" y="97049"/>
                </a:cubicBezTo>
                <a:cubicBezTo>
                  <a:pt x="503040" y="96186"/>
                  <a:pt x="500974" y="94872"/>
                  <a:pt x="499340" y="93100"/>
                </a:cubicBezTo>
                <a:cubicBezTo>
                  <a:pt x="497705" y="91283"/>
                  <a:pt x="496502" y="89014"/>
                  <a:pt x="495731" y="86291"/>
                </a:cubicBezTo>
                <a:cubicBezTo>
                  <a:pt x="494959" y="83565"/>
                  <a:pt x="494573" y="80341"/>
                  <a:pt x="494573" y="76618"/>
                </a:cubicBezTo>
                <a:lnTo>
                  <a:pt x="494573" y="45494"/>
                </a:lnTo>
                <a:lnTo>
                  <a:pt x="487287" y="45494"/>
                </a:lnTo>
                <a:cubicBezTo>
                  <a:pt x="486424" y="45494"/>
                  <a:pt x="485766" y="44971"/>
                  <a:pt x="485312" y="43928"/>
                </a:cubicBezTo>
                <a:cubicBezTo>
                  <a:pt x="484858" y="42840"/>
                  <a:pt x="484629" y="41045"/>
                  <a:pt x="484629" y="38548"/>
                </a:cubicBezTo>
                <a:cubicBezTo>
                  <a:pt x="484629" y="37230"/>
                  <a:pt x="484675" y="36119"/>
                  <a:pt x="484766" y="35210"/>
                </a:cubicBezTo>
                <a:cubicBezTo>
                  <a:pt x="484903" y="34304"/>
                  <a:pt x="485083" y="33598"/>
                  <a:pt x="485312" y="33098"/>
                </a:cubicBezTo>
                <a:cubicBezTo>
                  <a:pt x="485538" y="32555"/>
                  <a:pt x="485812" y="32170"/>
                  <a:pt x="486129" y="31941"/>
                </a:cubicBezTo>
                <a:cubicBezTo>
                  <a:pt x="486492" y="31715"/>
                  <a:pt x="486901" y="31601"/>
                  <a:pt x="487355" y="31601"/>
                </a:cubicBezTo>
                <a:lnTo>
                  <a:pt x="494573" y="31601"/>
                </a:lnTo>
                <a:lnTo>
                  <a:pt x="494573" y="18048"/>
                </a:lnTo>
                <a:cubicBezTo>
                  <a:pt x="494573" y="17594"/>
                  <a:pt x="494688" y="17185"/>
                  <a:pt x="494913" y="16822"/>
                </a:cubicBezTo>
                <a:cubicBezTo>
                  <a:pt x="495188" y="16459"/>
                  <a:pt x="495642" y="16165"/>
                  <a:pt x="496276" y="15936"/>
                </a:cubicBezTo>
                <a:cubicBezTo>
                  <a:pt x="496956" y="15665"/>
                  <a:pt x="497842" y="15485"/>
                  <a:pt x="498931" y="15393"/>
                </a:cubicBezTo>
                <a:cubicBezTo>
                  <a:pt x="500068" y="15256"/>
                  <a:pt x="501451" y="15188"/>
                  <a:pt x="503086" y="15188"/>
                </a:cubicBezTo>
                <a:cubicBezTo>
                  <a:pt x="504766" y="15188"/>
                  <a:pt x="506152" y="15256"/>
                  <a:pt x="507241" y="15393"/>
                </a:cubicBezTo>
                <a:cubicBezTo>
                  <a:pt x="508375" y="15485"/>
                  <a:pt x="509261" y="15665"/>
                  <a:pt x="509898" y="15936"/>
                </a:cubicBezTo>
                <a:cubicBezTo>
                  <a:pt x="510532" y="16165"/>
                  <a:pt x="510987" y="16459"/>
                  <a:pt x="511258" y="16822"/>
                </a:cubicBezTo>
                <a:cubicBezTo>
                  <a:pt x="511533" y="17185"/>
                  <a:pt x="511667" y="17594"/>
                  <a:pt x="511667" y="18048"/>
                </a:cubicBezTo>
                <a:lnTo>
                  <a:pt x="511667" y="31601"/>
                </a:lnTo>
                <a:lnTo>
                  <a:pt x="524880" y="31601"/>
                </a:lnTo>
                <a:cubicBezTo>
                  <a:pt x="525334" y="31601"/>
                  <a:pt x="525720" y="31715"/>
                  <a:pt x="526037" y="31941"/>
                </a:cubicBezTo>
                <a:cubicBezTo>
                  <a:pt x="526400" y="32170"/>
                  <a:pt x="526697" y="32555"/>
                  <a:pt x="526923" y="33098"/>
                </a:cubicBezTo>
                <a:cubicBezTo>
                  <a:pt x="527152" y="33598"/>
                  <a:pt x="527309" y="34304"/>
                  <a:pt x="527400" y="35210"/>
                </a:cubicBezTo>
                <a:cubicBezTo>
                  <a:pt x="527537" y="36119"/>
                  <a:pt x="527603" y="37230"/>
                  <a:pt x="527603" y="38548"/>
                </a:cubicBezTo>
                <a:cubicBezTo>
                  <a:pt x="527603" y="41045"/>
                  <a:pt x="527377" y="42840"/>
                  <a:pt x="526923" y="43928"/>
                </a:cubicBezTo>
                <a:cubicBezTo>
                  <a:pt x="526469" y="44971"/>
                  <a:pt x="525811" y="45494"/>
                  <a:pt x="524948" y="45494"/>
                </a:cubicBezTo>
                <a:lnTo>
                  <a:pt x="511667" y="45494"/>
                </a:lnTo>
                <a:lnTo>
                  <a:pt x="511667" y="74029"/>
                </a:lnTo>
                <a:cubicBezTo>
                  <a:pt x="511667" y="77344"/>
                  <a:pt x="512190" y="79841"/>
                  <a:pt x="513236" y="81522"/>
                </a:cubicBezTo>
                <a:cubicBezTo>
                  <a:pt x="514279" y="83156"/>
                  <a:pt x="516139" y="83973"/>
                  <a:pt x="518819" y="83973"/>
                </a:cubicBezTo>
                <a:cubicBezTo>
                  <a:pt x="519728" y="83973"/>
                  <a:pt x="520545" y="83905"/>
                  <a:pt x="521271" y="83770"/>
                </a:cubicBezTo>
                <a:cubicBezTo>
                  <a:pt x="521997" y="83588"/>
                  <a:pt x="522634" y="83408"/>
                  <a:pt x="523177" y="83225"/>
                </a:cubicBezTo>
                <a:cubicBezTo>
                  <a:pt x="523768" y="82999"/>
                  <a:pt x="524246" y="82816"/>
                  <a:pt x="524608" y="82679"/>
                </a:cubicBezTo>
                <a:cubicBezTo>
                  <a:pt x="525017" y="82499"/>
                  <a:pt x="525380" y="82407"/>
                  <a:pt x="525697" y="82407"/>
                </a:cubicBezTo>
                <a:cubicBezTo>
                  <a:pt x="525969" y="82407"/>
                  <a:pt x="526220" y="82499"/>
                  <a:pt x="526446" y="82679"/>
                </a:cubicBezTo>
                <a:cubicBezTo>
                  <a:pt x="526720" y="82816"/>
                  <a:pt x="526923" y="83133"/>
                  <a:pt x="527060" y="83633"/>
                </a:cubicBezTo>
                <a:cubicBezTo>
                  <a:pt x="527194" y="84088"/>
                  <a:pt x="527309" y="84722"/>
                  <a:pt x="527400" y="85539"/>
                </a:cubicBezTo>
                <a:cubicBezTo>
                  <a:pt x="527537" y="86357"/>
                  <a:pt x="527603" y="87402"/>
                  <a:pt x="527603" y="88674"/>
                </a:cubicBezTo>
                <a:close/>
                <a:moveTo>
                  <a:pt x="597615" y="94666"/>
                </a:moveTo>
                <a:cubicBezTo>
                  <a:pt x="597615" y="95120"/>
                  <a:pt x="597503" y="95529"/>
                  <a:pt x="597275" y="95892"/>
                </a:cubicBezTo>
                <a:cubicBezTo>
                  <a:pt x="597049" y="96209"/>
                  <a:pt x="596640" y="96483"/>
                  <a:pt x="596049" y="96709"/>
                </a:cubicBezTo>
                <a:cubicBezTo>
                  <a:pt x="595506" y="96935"/>
                  <a:pt x="594754" y="97095"/>
                  <a:pt x="593803" y="97186"/>
                </a:cubicBezTo>
                <a:cubicBezTo>
                  <a:pt x="592894" y="97324"/>
                  <a:pt x="591737" y="97389"/>
                  <a:pt x="590328" y="97389"/>
                </a:cubicBezTo>
                <a:cubicBezTo>
                  <a:pt x="588831" y="97389"/>
                  <a:pt x="587605" y="97324"/>
                  <a:pt x="586650" y="97186"/>
                </a:cubicBezTo>
                <a:cubicBezTo>
                  <a:pt x="585742" y="97095"/>
                  <a:pt x="585016" y="96935"/>
                  <a:pt x="584470" y="96709"/>
                </a:cubicBezTo>
                <a:cubicBezTo>
                  <a:pt x="583927" y="96483"/>
                  <a:pt x="583542" y="96209"/>
                  <a:pt x="583313" y="95892"/>
                </a:cubicBezTo>
                <a:cubicBezTo>
                  <a:pt x="583087" y="95529"/>
                  <a:pt x="582973" y="95120"/>
                  <a:pt x="582973" y="94666"/>
                </a:cubicBezTo>
                <a:lnTo>
                  <a:pt x="582973" y="87651"/>
                </a:lnTo>
                <a:cubicBezTo>
                  <a:pt x="579612" y="91283"/>
                  <a:pt x="576186" y="94009"/>
                  <a:pt x="572689" y="95823"/>
                </a:cubicBezTo>
                <a:cubicBezTo>
                  <a:pt x="569240" y="97641"/>
                  <a:pt x="565651" y="98549"/>
                  <a:pt x="561930" y="98549"/>
                </a:cubicBezTo>
                <a:cubicBezTo>
                  <a:pt x="557753" y="98549"/>
                  <a:pt x="554232" y="97867"/>
                  <a:pt x="551372" y="96506"/>
                </a:cubicBezTo>
                <a:cubicBezTo>
                  <a:pt x="548557" y="95143"/>
                  <a:pt x="546265" y="93280"/>
                  <a:pt x="544494" y="90920"/>
                </a:cubicBezTo>
                <a:cubicBezTo>
                  <a:pt x="542768" y="88560"/>
                  <a:pt x="541519" y="85836"/>
                  <a:pt x="540748" y="82747"/>
                </a:cubicBezTo>
                <a:cubicBezTo>
                  <a:pt x="540022" y="79616"/>
                  <a:pt x="539659" y="75732"/>
                  <a:pt x="539659" y="71103"/>
                </a:cubicBezTo>
                <a:lnTo>
                  <a:pt x="539659" y="33916"/>
                </a:lnTo>
                <a:cubicBezTo>
                  <a:pt x="539659" y="33464"/>
                  <a:pt x="539773" y="33078"/>
                  <a:pt x="539999" y="32758"/>
                </a:cubicBezTo>
                <a:cubicBezTo>
                  <a:pt x="540270" y="32395"/>
                  <a:pt x="540725" y="32101"/>
                  <a:pt x="541362" y="31873"/>
                </a:cubicBezTo>
                <a:cubicBezTo>
                  <a:pt x="542042" y="31647"/>
                  <a:pt x="542928" y="31487"/>
                  <a:pt x="544017" y="31398"/>
                </a:cubicBezTo>
                <a:cubicBezTo>
                  <a:pt x="545154" y="31261"/>
                  <a:pt x="546537" y="31192"/>
                  <a:pt x="548171" y="31192"/>
                </a:cubicBezTo>
                <a:cubicBezTo>
                  <a:pt x="549852" y="31192"/>
                  <a:pt x="551237" y="31261"/>
                  <a:pt x="552326" y="31398"/>
                </a:cubicBezTo>
                <a:cubicBezTo>
                  <a:pt x="553415" y="31487"/>
                  <a:pt x="554278" y="31647"/>
                  <a:pt x="554915" y="31873"/>
                </a:cubicBezTo>
                <a:cubicBezTo>
                  <a:pt x="555595" y="32101"/>
                  <a:pt x="556072" y="32395"/>
                  <a:pt x="556344" y="32758"/>
                </a:cubicBezTo>
                <a:cubicBezTo>
                  <a:pt x="556618" y="33078"/>
                  <a:pt x="556752" y="33464"/>
                  <a:pt x="556752" y="33916"/>
                </a:cubicBezTo>
                <a:lnTo>
                  <a:pt x="556752" y="68243"/>
                </a:lnTo>
                <a:cubicBezTo>
                  <a:pt x="556752" y="71420"/>
                  <a:pt x="556958" y="73849"/>
                  <a:pt x="557367" y="75529"/>
                </a:cubicBezTo>
                <a:cubicBezTo>
                  <a:pt x="557775" y="77210"/>
                  <a:pt x="558387" y="78661"/>
                  <a:pt x="559204" y="79887"/>
                </a:cubicBezTo>
                <a:cubicBezTo>
                  <a:pt x="560067" y="81067"/>
                  <a:pt x="561136" y="81999"/>
                  <a:pt x="562405" y="82679"/>
                </a:cubicBezTo>
                <a:cubicBezTo>
                  <a:pt x="563722" y="83316"/>
                  <a:pt x="565242" y="83633"/>
                  <a:pt x="566968" y="83633"/>
                </a:cubicBezTo>
                <a:cubicBezTo>
                  <a:pt x="569148" y="83633"/>
                  <a:pt x="571329" y="82839"/>
                  <a:pt x="573506" y="81250"/>
                </a:cubicBezTo>
                <a:cubicBezTo>
                  <a:pt x="575732" y="79661"/>
                  <a:pt x="578092" y="77344"/>
                  <a:pt x="580590" y="74304"/>
                </a:cubicBezTo>
                <a:lnTo>
                  <a:pt x="580590" y="33916"/>
                </a:lnTo>
                <a:cubicBezTo>
                  <a:pt x="580590" y="33464"/>
                  <a:pt x="580704" y="33078"/>
                  <a:pt x="580930" y="32758"/>
                </a:cubicBezTo>
                <a:cubicBezTo>
                  <a:pt x="581201" y="32395"/>
                  <a:pt x="581656" y="32101"/>
                  <a:pt x="582293" y="31873"/>
                </a:cubicBezTo>
                <a:cubicBezTo>
                  <a:pt x="582973" y="31647"/>
                  <a:pt x="583859" y="31487"/>
                  <a:pt x="584947" y="31398"/>
                </a:cubicBezTo>
                <a:cubicBezTo>
                  <a:pt x="586039" y="31261"/>
                  <a:pt x="587422" y="31192"/>
                  <a:pt x="589102" y="31192"/>
                </a:cubicBezTo>
                <a:cubicBezTo>
                  <a:pt x="590782" y="31192"/>
                  <a:pt x="592168" y="31261"/>
                  <a:pt x="593257" y="31398"/>
                </a:cubicBezTo>
                <a:cubicBezTo>
                  <a:pt x="594346" y="31487"/>
                  <a:pt x="595209" y="31647"/>
                  <a:pt x="595846" y="31873"/>
                </a:cubicBezTo>
                <a:cubicBezTo>
                  <a:pt x="596480" y="32101"/>
                  <a:pt x="596935" y="32395"/>
                  <a:pt x="597206" y="32758"/>
                </a:cubicBezTo>
                <a:cubicBezTo>
                  <a:pt x="597480" y="33078"/>
                  <a:pt x="597615" y="33464"/>
                  <a:pt x="597615" y="33916"/>
                </a:cubicBezTo>
                <a:lnTo>
                  <a:pt x="597615" y="94666"/>
                </a:lnTo>
                <a:close/>
                <a:moveTo>
                  <a:pt x="653870" y="39571"/>
                </a:moveTo>
                <a:cubicBezTo>
                  <a:pt x="653870" y="41205"/>
                  <a:pt x="653825" y="42542"/>
                  <a:pt x="653733" y="43588"/>
                </a:cubicBezTo>
                <a:cubicBezTo>
                  <a:pt x="653642" y="44631"/>
                  <a:pt x="653507" y="45449"/>
                  <a:pt x="653325" y="46040"/>
                </a:cubicBezTo>
                <a:cubicBezTo>
                  <a:pt x="653144" y="46629"/>
                  <a:pt x="652893" y="47037"/>
                  <a:pt x="652576" y="47266"/>
                </a:cubicBezTo>
                <a:cubicBezTo>
                  <a:pt x="652304" y="47492"/>
                  <a:pt x="651941" y="47606"/>
                  <a:pt x="651487" y="47606"/>
                </a:cubicBezTo>
                <a:cubicBezTo>
                  <a:pt x="651124" y="47606"/>
                  <a:pt x="650716" y="47537"/>
                  <a:pt x="650261" y="47403"/>
                </a:cubicBezTo>
                <a:cubicBezTo>
                  <a:pt x="649807" y="47220"/>
                  <a:pt x="649284" y="47037"/>
                  <a:pt x="648695" y="46857"/>
                </a:cubicBezTo>
                <a:cubicBezTo>
                  <a:pt x="648150" y="46674"/>
                  <a:pt x="647535" y="46517"/>
                  <a:pt x="646855" y="46380"/>
                </a:cubicBezTo>
                <a:cubicBezTo>
                  <a:pt x="646175" y="46197"/>
                  <a:pt x="645426" y="46109"/>
                  <a:pt x="644609" y="46109"/>
                </a:cubicBezTo>
                <a:cubicBezTo>
                  <a:pt x="643655" y="46109"/>
                  <a:pt x="642700" y="46312"/>
                  <a:pt x="641749" y="46720"/>
                </a:cubicBezTo>
                <a:cubicBezTo>
                  <a:pt x="640794" y="47083"/>
                  <a:pt x="639794" y="47675"/>
                  <a:pt x="638751" y="48492"/>
                </a:cubicBezTo>
                <a:cubicBezTo>
                  <a:pt x="637751" y="49309"/>
                  <a:pt x="636685" y="50398"/>
                  <a:pt x="635551" y="51761"/>
                </a:cubicBezTo>
                <a:cubicBezTo>
                  <a:pt x="634459" y="53124"/>
                  <a:pt x="633279" y="54801"/>
                  <a:pt x="632008" y="56801"/>
                </a:cubicBezTo>
                <a:lnTo>
                  <a:pt x="632008" y="94666"/>
                </a:lnTo>
                <a:cubicBezTo>
                  <a:pt x="632008" y="95120"/>
                  <a:pt x="631873" y="95529"/>
                  <a:pt x="631599" y="95892"/>
                </a:cubicBezTo>
                <a:cubicBezTo>
                  <a:pt x="631327" y="96209"/>
                  <a:pt x="630850" y="96483"/>
                  <a:pt x="630170" y="96709"/>
                </a:cubicBezTo>
                <a:cubicBezTo>
                  <a:pt x="629533" y="96935"/>
                  <a:pt x="628670" y="97095"/>
                  <a:pt x="627581" y="97186"/>
                </a:cubicBezTo>
                <a:cubicBezTo>
                  <a:pt x="626493" y="97324"/>
                  <a:pt x="625107" y="97389"/>
                  <a:pt x="623426" y="97389"/>
                </a:cubicBezTo>
                <a:cubicBezTo>
                  <a:pt x="621746" y="97389"/>
                  <a:pt x="620363" y="97324"/>
                  <a:pt x="619272" y="97186"/>
                </a:cubicBezTo>
                <a:cubicBezTo>
                  <a:pt x="618183" y="97095"/>
                  <a:pt x="617297" y="96935"/>
                  <a:pt x="616617" y="96709"/>
                </a:cubicBezTo>
                <a:cubicBezTo>
                  <a:pt x="615983" y="96483"/>
                  <a:pt x="615528" y="96209"/>
                  <a:pt x="615254" y="95892"/>
                </a:cubicBezTo>
                <a:cubicBezTo>
                  <a:pt x="614983" y="95529"/>
                  <a:pt x="614845" y="95120"/>
                  <a:pt x="614845" y="94666"/>
                </a:cubicBezTo>
                <a:lnTo>
                  <a:pt x="614845" y="33916"/>
                </a:lnTo>
                <a:cubicBezTo>
                  <a:pt x="614845" y="33464"/>
                  <a:pt x="614960" y="33078"/>
                  <a:pt x="615185" y="32758"/>
                </a:cubicBezTo>
                <a:cubicBezTo>
                  <a:pt x="615414" y="32395"/>
                  <a:pt x="615823" y="32101"/>
                  <a:pt x="616411" y="31873"/>
                </a:cubicBezTo>
                <a:cubicBezTo>
                  <a:pt x="617003" y="31647"/>
                  <a:pt x="617751" y="31487"/>
                  <a:pt x="618660" y="31398"/>
                </a:cubicBezTo>
                <a:cubicBezTo>
                  <a:pt x="619615" y="31261"/>
                  <a:pt x="620795" y="31192"/>
                  <a:pt x="622201" y="31192"/>
                </a:cubicBezTo>
                <a:cubicBezTo>
                  <a:pt x="623655" y="31192"/>
                  <a:pt x="624858" y="31261"/>
                  <a:pt x="625810" y="31398"/>
                </a:cubicBezTo>
                <a:cubicBezTo>
                  <a:pt x="626764" y="31487"/>
                  <a:pt x="627490" y="31647"/>
                  <a:pt x="627990" y="31873"/>
                </a:cubicBezTo>
                <a:cubicBezTo>
                  <a:pt x="628536" y="32101"/>
                  <a:pt x="628921" y="32395"/>
                  <a:pt x="629147" y="32758"/>
                </a:cubicBezTo>
                <a:cubicBezTo>
                  <a:pt x="629376" y="33078"/>
                  <a:pt x="629487" y="33464"/>
                  <a:pt x="629487" y="33916"/>
                </a:cubicBezTo>
                <a:lnTo>
                  <a:pt x="629487" y="41477"/>
                </a:lnTo>
                <a:cubicBezTo>
                  <a:pt x="631079" y="39208"/>
                  <a:pt x="632576" y="37345"/>
                  <a:pt x="633985" y="35893"/>
                </a:cubicBezTo>
                <a:cubicBezTo>
                  <a:pt x="635391" y="34393"/>
                  <a:pt x="636731" y="33213"/>
                  <a:pt x="638003" y="32350"/>
                </a:cubicBezTo>
                <a:cubicBezTo>
                  <a:pt x="639274" y="31487"/>
                  <a:pt x="640543" y="30898"/>
                  <a:pt x="641815" y="30581"/>
                </a:cubicBezTo>
                <a:cubicBezTo>
                  <a:pt x="643086" y="30218"/>
                  <a:pt x="644358" y="30035"/>
                  <a:pt x="645629" y="30035"/>
                </a:cubicBezTo>
                <a:cubicBezTo>
                  <a:pt x="646221" y="30035"/>
                  <a:pt x="646855" y="30081"/>
                  <a:pt x="647535" y="30172"/>
                </a:cubicBezTo>
                <a:cubicBezTo>
                  <a:pt x="648218" y="30218"/>
                  <a:pt x="648921" y="30330"/>
                  <a:pt x="649647" y="30512"/>
                </a:cubicBezTo>
                <a:cubicBezTo>
                  <a:pt x="650373" y="30647"/>
                  <a:pt x="651010" y="30830"/>
                  <a:pt x="651556" y="31055"/>
                </a:cubicBezTo>
                <a:cubicBezTo>
                  <a:pt x="652099" y="31238"/>
                  <a:pt x="652484" y="31444"/>
                  <a:pt x="652713" y="31670"/>
                </a:cubicBezTo>
                <a:cubicBezTo>
                  <a:pt x="652984" y="31895"/>
                  <a:pt x="653167" y="32147"/>
                  <a:pt x="653256" y="32418"/>
                </a:cubicBezTo>
                <a:cubicBezTo>
                  <a:pt x="653393" y="32690"/>
                  <a:pt x="653507" y="33078"/>
                  <a:pt x="653599" y="33576"/>
                </a:cubicBezTo>
                <a:cubicBezTo>
                  <a:pt x="653687" y="34030"/>
                  <a:pt x="653756" y="34733"/>
                  <a:pt x="653802" y="35687"/>
                </a:cubicBezTo>
                <a:cubicBezTo>
                  <a:pt x="653847" y="36642"/>
                  <a:pt x="653870" y="37936"/>
                  <a:pt x="653870" y="39571"/>
                </a:cubicBezTo>
                <a:close/>
                <a:moveTo>
                  <a:pt x="718978" y="62522"/>
                </a:moveTo>
                <a:cubicBezTo>
                  <a:pt x="718978" y="64608"/>
                  <a:pt x="718501" y="66154"/>
                  <a:pt x="717547" y="67151"/>
                </a:cubicBezTo>
                <a:cubicBezTo>
                  <a:pt x="716641" y="68151"/>
                  <a:pt x="715369" y="68651"/>
                  <a:pt x="713735" y="68651"/>
                </a:cubicBezTo>
                <a:lnTo>
                  <a:pt x="676753" y="68651"/>
                </a:lnTo>
                <a:cubicBezTo>
                  <a:pt x="676753" y="71237"/>
                  <a:pt x="677047" y="73601"/>
                  <a:pt x="677639" y="75732"/>
                </a:cubicBezTo>
                <a:cubicBezTo>
                  <a:pt x="678273" y="77821"/>
                  <a:pt x="679251" y="79616"/>
                  <a:pt x="680568" y="81113"/>
                </a:cubicBezTo>
                <a:cubicBezTo>
                  <a:pt x="681928" y="82567"/>
                  <a:pt x="683654" y="83679"/>
                  <a:pt x="685743" y="84451"/>
                </a:cubicBezTo>
                <a:cubicBezTo>
                  <a:pt x="687877" y="85222"/>
                  <a:pt x="690421" y="85608"/>
                  <a:pt x="693370" y="85608"/>
                </a:cubicBezTo>
                <a:cubicBezTo>
                  <a:pt x="696367" y="85608"/>
                  <a:pt x="699002" y="85405"/>
                  <a:pt x="701271" y="84996"/>
                </a:cubicBezTo>
                <a:cubicBezTo>
                  <a:pt x="703542" y="84542"/>
                  <a:pt x="705494" y="84065"/>
                  <a:pt x="707128" y="83565"/>
                </a:cubicBezTo>
                <a:cubicBezTo>
                  <a:pt x="708809" y="83019"/>
                  <a:pt x="710192" y="82545"/>
                  <a:pt x="711283" y="82136"/>
                </a:cubicBezTo>
                <a:cubicBezTo>
                  <a:pt x="712372" y="81682"/>
                  <a:pt x="713258" y="81453"/>
                  <a:pt x="713938" y="81453"/>
                </a:cubicBezTo>
                <a:cubicBezTo>
                  <a:pt x="714346" y="81453"/>
                  <a:pt x="714686" y="81544"/>
                  <a:pt x="714961" y="81727"/>
                </a:cubicBezTo>
                <a:cubicBezTo>
                  <a:pt x="715232" y="81862"/>
                  <a:pt x="715458" y="82136"/>
                  <a:pt x="715641" y="82545"/>
                </a:cubicBezTo>
                <a:cubicBezTo>
                  <a:pt x="715824" y="82953"/>
                  <a:pt x="715935" y="83542"/>
                  <a:pt x="715981" y="84313"/>
                </a:cubicBezTo>
                <a:cubicBezTo>
                  <a:pt x="716072" y="85042"/>
                  <a:pt x="716118" y="85971"/>
                  <a:pt x="716118" y="87108"/>
                </a:cubicBezTo>
                <a:cubicBezTo>
                  <a:pt x="716118" y="88105"/>
                  <a:pt x="716095" y="88968"/>
                  <a:pt x="716049" y="89694"/>
                </a:cubicBezTo>
                <a:cubicBezTo>
                  <a:pt x="716004" y="90377"/>
                  <a:pt x="715935" y="90966"/>
                  <a:pt x="715844" y="91466"/>
                </a:cubicBezTo>
                <a:cubicBezTo>
                  <a:pt x="715755" y="91966"/>
                  <a:pt x="715618" y="92397"/>
                  <a:pt x="715435" y="92760"/>
                </a:cubicBezTo>
                <a:cubicBezTo>
                  <a:pt x="715255" y="93077"/>
                  <a:pt x="715007" y="93395"/>
                  <a:pt x="714686" y="93712"/>
                </a:cubicBezTo>
                <a:cubicBezTo>
                  <a:pt x="714415" y="94032"/>
                  <a:pt x="713621" y="94463"/>
                  <a:pt x="712303" y="95006"/>
                </a:cubicBezTo>
                <a:cubicBezTo>
                  <a:pt x="710986" y="95552"/>
                  <a:pt x="709306" y="96098"/>
                  <a:pt x="707263" y="96641"/>
                </a:cubicBezTo>
                <a:cubicBezTo>
                  <a:pt x="705220" y="97141"/>
                  <a:pt x="702882" y="97572"/>
                  <a:pt x="700250" y="97935"/>
                </a:cubicBezTo>
                <a:cubicBezTo>
                  <a:pt x="697616" y="98344"/>
                  <a:pt x="694801" y="98549"/>
                  <a:pt x="691804" y="98549"/>
                </a:cubicBezTo>
                <a:cubicBezTo>
                  <a:pt x="686400" y="98549"/>
                  <a:pt x="681657" y="97867"/>
                  <a:pt x="677570" y="96506"/>
                </a:cubicBezTo>
                <a:cubicBezTo>
                  <a:pt x="673530" y="95143"/>
                  <a:pt x="670147" y="93077"/>
                  <a:pt x="667423" y="90308"/>
                </a:cubicBezTo>
                <a:cubicBezTo>
                  <a:pt x="664697" y="87537"/>
                  <a:pt x="662654" y="84042"/>
                  <a:pt x="661294" y="79819"/>
                </a:cubicBezTo>
                <a:cubicBezTo>
                  <a:pt x="659977" y="75598"/>
                  <a:pt x="659320" y="70649"/>
                  <a:pt x="659320" y="64974"/>
                </a:cubicBezTo>
                <a:cubicBezTo>
                  <a:pt x="659320" y="59570"/>
                  <a:pt x="660022" y="54713"/>
                  <a:pt x="661428" y="50398"/>
                </a:cubicBezTo>
                <a:cubicBezTo>
                  <a:pt x="662837" y="46040"/>
                  <a:pt x="664880" y="42362"/>
                  <a:pt x="667558" y="39365"/>
                </a:cubicBezTo>
                <a:cubicBezTo>
                  <a:pt x="670238" y="36325"/>
                  <a:pt x="673484" y="34007"/>
                  <a:pt x="677299" y="32418"/>
                </a:cubicBezTo>
                <a:cubicBezTo>
                  <a:pt x="681157" y="30830"/>
                  <a:pt x="685494" y="30035"/>
                  <a:pt x="690306" y="30035"/>
                </a:cubicBezTo>
                <a:cubicBezTo>
                  <a:pt x="695390" y="30035"/>
                  <a:pt x="699727" y="30784"/>
                  <a:pt x="703314" y="32281"/>
                </a:cubicBezTo>
                <a:cubicBezTo>
                  <a:pt x="706945" y="33781"/>
                  <a:pt x="709920" y="35870"/>
                  <a:pt x="712235" y="38548"/>
                </a:cubicBezTo>
                <a:cubicBezTo>
                  <a:pt x="714552" y="41182"/>
                  <a:pt x="716252" y="44314"/>
                  <a:pt x="717344" y="47946"/>
                </a:cubicBezTo>
                <a:cubicBezTo>
                  <a:pt x="718433" y="51578"/>
                  <a:pt x="718978" y="55530"/>
                  <a:pt x="718978" y="59796"/>
                </a:cubicBezTo>
                <a:lnTo>
                  <a:pt x="718978" y="62522"/>
                </a:lnTo>
                <a:close/>
                <a:moveTo>
                  <a:pt x="702359" y="57619"/>
                </a:moveTo>
                <a:cubicBezTo>
                  <a:pt x="702496" y="52804"/>
                  <a:pt x="701519" y="49038"/>
                  <a:pt x="699433" y="46312"/>
                </a:cubicBezTo>
                <a:cubicBezTo>
                  <a:pt x="697390" y="43543"/>
                  <a:pt x="694210" y="42157"/>
                  <a:pt x="689898" y="42157"/>
                </a:cubicBezTo>
                <a:cubicBezTo>
                  <a:pt x="687717" y="42157"/>
                  <a:pt x="685811" y="42565"/>
                  <a:pt x="684177" y="43383"/>
                </a:cubicBezTo>
                <a:cubicBezTo>
                  <a:pt x="682588" y="44200"/>
                  <a:pt x="681248" y="45314"/>
                  <a:pt x="680159" y="46720"/>
                </a:cubicBezTo>
                <a:cubicBezTo>
                  <a:pt x="679113" y="48083"/>
                  <a:pt x="678296" y="49718"/>
                  <a:pt x="677708" y="51624"/>
                </a:cubicBezTo>
                <a:cubicBezTo>
                  <a:pt x="677162" y="53487"/>
                  <a:pt x="676845" y="55484"/>
                  <a:pt x="676753" y="57619"/>
                </a:cubicBezTo>
                <a:lnTo>
                  <a:pt x="702359" y="57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C92D8-EF4F-4A48-BBAC-4754CA1C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447" y="599501"/>
            <a:ext cx="819842" cy="117343"/>
          </a:xfrm>
          <a:custGeom xmlns:a="http://schemas.openxmlformats.org/drawingml/2006/main">
            <a:pathLst>
              <a:path w="819842" h="117343">
                <a:moveTo>
                  <a:pt x="80159" y="85811"/>
                </a:moveTo>
                <a:cubicBezTo>
                  <a:pt x="80704" y="87445"/>
                  <a:pt x="81044" y="88740"/>
                  <a:pt x="81182" y="89694"/>
                </a:cubicBezTo>
                <a:cubicBezTo>
                  <a:pt x="81316" y="90646"/>
                  <a:pt x="81136" y="91374"/>
                  <a:pt x="80636" y="91871"/>
                </a:cubicBezTo>
                <a:cubicBezTo>
                  <a:pt x="80136" y="92326"/>
                  <a:pt x="79250" y="92600"/>
                  <a:pt x="77978" y="92689"/>
                </a:cubicBezTo>
                <a:cubicBezTo>
                  <a:pt x="76710" y="92826"/>
                  <a:pt x="74961" y="92894"/>
                  <a:pt x="72735" y="92894"/>
                </a:cubicBezTo>
                <a:cubicBezTo>
                  <a:pt x="70420" y="92894"/>
                  <a:pt x="68603" y="92849"/>
                  <a:pt x="67288" y="92757"/>
                </a:cubicBezTo>
                <a:cubicBezTo>
                  <a:pt x="66017" y="92712"/>
                  <a:pt x="65040" y="92600"/>
                  <a:pt x="64359" y="92417"/>
                </a:cubicBezTo>
                <a:cubicBezTo>
                  <a:pt x="63677" y="92192"/>
                  <a:pt x="63202" y="91894"/>
                  <a:pt x="62928" y="91531"/>
                </a:cubicBezTo>
                <a:cubicBezTo>
                  <a:pt x="62656" y="91169"/>
                  <a:pt x="62428" y="90691"/>
                  <a:pt x="62248" y="90103"/>
                </a:cubicBezTo>
                <a:lnTo>
                  <a:pt x="56321" y="72395"/>
                </a:lnTo>
                <a:lnTo>
                  <a:pt x="23223" y="72395"/>
                </a:lnTo>
                <a:lnTo>
                  <a:pt x="17639" y="89625"/>
                </a:lnTo>
                <a:cubicBezTo>
                  <a:pt x="17456" y="90260"/>
                  <a:pt x="17208" y="90806"/>
                  <a:pt x="16891" y="91260"/>
                </a:cubicBezTo>
                <a:cubicBezTo>
                  <a:pt x="16616" y="91669"/>
                  <a:pt x="16142" y="92009"/>
                  <a:pt x="15459" y="92280"/>
                </a:cubicBezTo>
                <a:cubicBezTo>
                  <a:pt x="14825" y="92509"/>
                  <a:pt x="13893" y="92666"/>
                  <a:pt x="12667" y="92757"/>
                </a:cubicBezTo>
                <a:cubicBezTo>
                  <a:pt x="11487" y="92849"/>
                  <a:pt x="9921" y="92894"/>
                  <a:pt x="7970" y="92894"/>
                </a:cubicBezTo>
                <a:cubicBezTo>
                  <a:pt x="5881" y="92894"/>
                  <a:pt x="4246" y="92826"/>
                  <a:pt x="3066" y="92689"/>
                </a:cubicBezTo>
                <a:cubicBezTo>
                  <a:pt x="1883" y="92554"/>
                  <a:pt x="1066" y="92234"/>
                  <a:pt x="614" y="91737"/>
                </a:cubicBezTo>
                <a:cubicBezTo>
                  <a:pt x="160" y="91191"/>
                  <a:pt x="0" y="90443"/>
                  <a:pt x="137" y="89488"/>
                </a:cubicBezTo>
                <a:cubicBezTo>
                  <a:pt x="271" y="88534"/>
                  <a:pt x="614" y="87265"/>
                  <a:pt x="1157" y="85674"/>
                </a:cubicBezTo>
                <a:lnTo>
                  <a:pt x="28332" y="7492"/>
                </a:lnTo>
                <a:cubicBezTo>
                  <a:pt x="28604" y="6718"/>
                  <a:pt x="28921" y="6106"/>
                  <a:pt x="29284" y="5652"/>
                </a:cubicBezTo>
                <a:cubicBezTo>
                  <a:pt x="29649" y="5152"/>
                  <a:pt x="30215" y="4789"/>
                  <a:pt x="30987" y="4563"/>
                </a:cubicBezTo>
                <a:cubicBezTo>
                  <a:pt x="31804" y="4289"/>
                  <a:pt x="32918" y="4132"/>
                  <a:pt x="34324" y="4086"/>
                </a:cubicBezTo>
                <a:cubicBezTo>
                  <a:pt x="35733" y="3995"/>
                  <a:pt x="37593" y="3949"/>
                  <a:pt x="39908" y="3949"/>
                </a:cubicBezTo>
                <a:cubicBezTo>
                  <a:pt x="42588" y="3949"/>
                  <a:pt x="44723" y="3995"/>
                  <a:pt x="46312" y="4086"/>
                </a:cubicBezTo>
                <a:cubicBezTo>
                  <a:pt x="47900" y="4132"/>
                  <a:pt x="49126" y="4289"/>
                  <a:pt x="49989" y="4563"/>
                </a:cubicBezTo>
                <a:cubicBezTo>
                  <a:pt x="50898" y="4789"/>
                  <a:pt x="51532" y="5152"/>
                  <a:pt x="51895" y="5652"/>
                </a:cubicBezTo>
                <a:cubicBezTo>
                  <a:pt x="52304" y="6152"/>
                  <a:pt x="52644" y="6832"/>
                  <a:pt x="52918" y="7695"/>
                </a:cubicBezTo>
                <a:lnTo>
                  <a:pt x="80159" y="85811"/>
                </a:lnTo>
                <a:close/>
                <a:moveTo>
                  <a:pt x="39705" y="21180"/>
                </a:moveTo>
                <a:lnTo>
                  <a:pt x="39636" y="21180"/>
                </a:lnTo>
                <a:lnTo>
                  <a:pt x="27175" y="58639"/>
                </a:lnTo>
                <a:lnTo>
                  <a:pt x="52169" y="58639"/>
                </a:lnTo>
                <a:lnTo>
                  <a:pt x="39705" y="21180"/>
                </a:lnTo>
                <a:close/>
                <a:moveTo>
                  <a:pt x="149081" y="90168"/>
                </a:moveTo>
                <a:cubicBezTo>
                  <a:pt x="149081" y="90623"/>
                  <a:pt x="148967" y="91031"/>
                  <a:pt x="148741" y="91394"/>
                </a:cubicBezTo>
                <a:cubicBezTo>
                  <a:pt x="148513" y="91714"/>
                  <a:pt x="148104" y="91986"/>
                  <a:pt x="147516" y="92212"/>
                </a:cubicBezTo>
                <a:cubicBezTo>
                  <a:pt x="146970" y="92440"/>
                  <a:pt x="146221" y="92600"/>
                  <a:pt x="145267" y="92689"/>
                </a:cubicBezTo>
                <a:cubicBezTo>
                  <a:pt x="144358" y="92826"/>
                  <a:pt x="143201" y="92894"/>
                  <a:pt x="141795" y="92894"/>
                </a:cubicBezTo>
                <a:cubicBezTo>
                  <a:pt x="140295" y="92894"/>
                  <a:pt x="139069" y="92826"/>
                  <a:pt x="138117" y="92689"/>
                </a:cubicBezTo>
                <a:cubicBezTo>
                  <a:pt x="137209" y="92600"/>
                  <a:pt x="136483" y="92440"/>
                  <a:pt x="135937" y="92212"/>
                </a:cubicBezTo>
                <a:cubicBezTo>
                  <a:pt x="135391" y="91986"/>
                  <a:pt x="135005" y="91714"/>
                  <a:pt x="134780" y="91394"/>
                </a:cubicBezTo>
                <a:cubicBezTo>
                  <a:pt x="134551" y="91031"/>
                  <a:pt x="134440" y="90623"/>
                  <a:pt x="134440" y="90168"/>
                </a:cubicBezTo>
                <a:lnTo>
                  <a:pt x="134440" y="83156"/>
                </a:lnTo>
                <a:cubicBezTo>
                  <a:pt x="131079" y="86788"/>
                  <a:pt x="127650" y="89511"/>
                  <a:pt x="124156" y="91329"/>
                </a:cubicBezTo>
                <a:cubicBezTo>
                  <a:pt x="120704" y="93143"/>
                  <a:pt x="117117" y="94052"/>
                  <a:pt x="113394" y="94052"/>
                </a:cubicBezTo>
                <a:cubicBezTo>
                  <a:pt x="109217" y="94052"/>
                  <a:pt x="105699" y="93372"/>
                  <a:pt x="102839" y="92009"/>
                </a:cubicBezTo>
                <a:cubicBezTo>
                  <a:pt x="100024" y="90646"/>
                  <a:pt x="97729" y="88785"/>
                  <a:pt x="95961" y="86425"/>
                </a:cubicBezTo>
                <a:cubicBezTo>
                  <a:pt x="94235" y="84062"/>
                  <a:pt x="92986" y="81339"/>
                  <a:pt x="92214" y="78253"/>
                </a:cubicBezTo>
                <a:cubicBezTo>
                  <a:pt x="91486" y="75118"/>
                  <a:pt x="91123" y="71237"/>
                  <a:pt x="91123" y="66605"/>
                </a:cubicBezTo>
                <a:lnTo>
                  <a:pt x="91123" y="29421"/>
                </a:lnTo>
                <a:cubicBezTo>
                  <a:pt x="91123" y="28966"/>
                  <a:pt x="91237" y="28581"/>
                  <a:pt x="91466" y="28264"/>
                </a:cubicBezTo>
                <a:cubicBezTo>
                  <a:pt x="91737" y="27901"/>
                  <a:pt x="92192" y="27603"/>
                  <a:pt x="92826" y="27378"/>
                </a:cubicBezTo>
                <a:cubicBezTo>
                  <a:pt x="93509" y="27149"/>
                  <a:pt x="94392" y="26992"/>
                  <a:pt x="95483" y="26901"/>
                </a:cubicBezTo>
                <a:cubicBezTo>
                  <a:pt x="96618" y="26763"/>
                  <a:pt x="98004" y="26698"/>
                  <a:pt x="99638" y="26698"/>
                </a:cubicBezTo>
                <a:cubicBezTo>
                  <a:pt x="101316" y="26698"/>
                  <a:pt x="102701" y="26763"/>
                  <a:pt x="103790" y="26901"/>
                </a:cubicBezTo>
                <a:cubicBezTo>
                  <a:pt x="104882" y="26992"/>
                  <a:pt x="105745" y="27149"/>
                  <a:pt x="106379" y="27378"/>
                </a:cubicBezTo>
                <a:cubicBezTo>
                  <a:pt x="107059" y="27603"/>
                  <a:pt x="107536" y="27901"/>
                  <a:pt x="107811" y="28264"/>
                </a:cubicBezTo>
                <a:cubicBezTo>
                  <a:pt x="108082" y="28581"/>
                  <a:pt x="108219" y="28966"/>
                  <a:pt x="108219" y="29421"/>
                </a:cubicBezTo>
                <a:lnTo>
                  <a:pt x="108219" y="63745"/>
                </a:lnTo>
                <a:cubicBezTo>
                  <a:pt x="108219" y="66923"/>
                  <a:pt x="108422" y="69352"/>
                  <a:pt x="108831" y="71032"/>
                </a:cubicBezTo>
                <a:cubicBezTo>
                  <a:pt x="109239" y="72712"/>
                  <a:pt x="109854" y="74166"/>
                  <a:pt x="110671" y="75392"/>
                </a:cubicBezTo>
                <a:cubicBezTo>
                  <a:pt x="111534" y="76572"/>
                  <a:pt x="112600" y="77501"/>
                  <a:pt x="113871" y="78184"/>
                </a:cubicBezTo>
                <a:cubicBezTo>
                  <a:pt x="115189" y="78818"/>
                  <a:pt x="116709" y="79136"/>
                  <a:pt x="118435" y="79136"/>
                </a:cubicBezTo>
                <a:cubicBezTo>
                  <a:pt x="120612" y="79136"/>
                  <a:pt x="122792" y="78341"/>
                  <a:pt x="124973" y="76752"/>
                </a:cubicBezTo>
                <a:cubicBezTo>
                  <a:pt x="127196" y="75164"/>
                  <a:pt x="129556" y="72849"/>
                  <a:pt x="132054" y="69806"/>
                </a:cubicBezTo>
                <a:lnTo>
                  <a:pt x="132054" y="29421"/>
                </a:lnTo>
                <a:cubicBezTo>
                  <a:pt x="132054" y="28966"/>
                  <a:pt x="132168" y="28581"/>
                  <a:pt x="132397" y="28264"/>
                </a:cubicBezTo>
                <a:cubicBezTo>
                  <a:pt x="132668" y="27901"/>
                  <a:pt x="133122" y="27603"/>
                  <a:pt x="133757" y="27378"/>
                </a:cubicBezTo>
                <a:cubicBezTo>
                  <a:pt x="134440" y="27149"/>
                  <a:pt x="135323" y="26992"/>
                  <a:pt x="136414" y="26901"/>
                </a:cubicBezTo>
                <a:cubicBezTo>
                  <a:pt x="137503" y="26763"/>
                  <a:pt x="138889" y="26698"/>
                  <a:pt x="140569" y="26698"/>
                </a:cubicBezTo>
                <a:cubicBezTo>
                  <a:pt x="142246" y="26698"/>
                  <a:pt x="143632" y="26763"/>
                  <a:pt x="144721" y="26901"/>
                </a:cubicBezTo>
                <a:cubicBezTo>
                  <a:pt x="145813" y="26992"/>
                  <a:pt x="146675" y="27149"/>
                  <a:pt x="147310" y="27378"/>
                </a:cubicBezTo>
                <a:cubicBezTo>
                  <a:pt x="147947" y="27603"/>
                  <a:pt x="148399" y="27901"/>
                  <a:pt x="148673" y="28264"/>
                </a:cubicBezTo>
                <a:cubicBezTo>
                  <a:pt x="148944" y="28581"/>
                  <a:pt x="149081" y="28966"/>
                  <a:pt x="149081" y="29421"/>
                </a:cubicBezTo>
                <a:lnTo>
                  <a:pt x="149081" y="90168"/>
                </a:lnTo>
                <a:close/>
                <a:moveTo>
                  <a:pt x="221068" y="33644"/>
                </a:moveTo>
                <a:cubicBezTo>
                  <a:pt x="221068" y="35822"/>
                  <a:pt x="220816" y="37433"/>
                  <a:pt x="220319" y="38479"/>
                </a:cubicBezTo>
                <a:cubicBezTo>
                  <a:pt x="219819" y="39522"/>
                  <a:pt x="219205" y="40045"/>
                  <a:pt x="218479" y="40045"/>
                </a:cubicBezTo>
                <a:lnTo>
                  <a:pt x="211329" y="40045"/>
                </a:lnTo>
                <a:cubicBezTo>
                  <a:pt x="212327" y="41134"/>
                  <a:pt x="213032" y="42382"/>
                  <a:pt x="213441" y="43791"/>
                </a:cubicBezTo>
                <a:cubicBezTo>
                  <a:pt x="213892" y="45151"/>
                  <a:pt x="214121" y="46583"/>
                  <a:pt x="214121" y="48080"/>
                </a:cubicBezTo>
                <a:cubicBezTo>
                  <a:pt x="214121" y="51624"/>
                  <a:pt x="213530" y="54778"/>
                  <a:pt x="212349" y="57547"/>
                </a:cubicBezTo>
                <a:cubicBezTo>
                  <a:pt x="211169" y="60273"/>
                  <a:pt x="209466" y="62588"/>
                  <a:pt x="207243" y="64494"/>
                </a:cubicBezTo>
                <a:cubicBezTo>
                  <a:pt x="205063" y="66357"/>
                  <a:pt x="202405" y="67786"/>
                  <a:pt x="199273" y="68786"/>
                </a:cubicBezTo>
                <a:cubicBezTo>
                  <a:pt x="196187" y="69737"/>
                  <a:pt x="192736" y="70214"/>
                  <a:pt x="188921" y="70214"/>
                </a:cubicBezTo>
                <a:cubicBezTo>
                  <a:pt x="186969" y="70214"/>
                  <a:pt x="185109" y="69989"/>
                  <a:pt x="183337" y="69534"/>
                </a:cubicBezTo>
                <a:cubicBezTo>
                  <a:pt x="181566" y="69034"/>
                  <a:pt x="180205" y="68469"/>
                  <a:pt x="179251" y="67831"/>
                </a:cubicBezTo>
                <a:cubicBezTo>
                  <a:pt x="178705" y="68423"/>
                  <a:pt x="178208" y="69126"/>
                  <a:pt x="177754" y="69943"/>
                </a:cubicBezTo>
                <a:cubicBezTo>
                  <a:pt x="177345" y="70760"/>
                  <a:pt x="177139" y="71669"/>
                  <a:pt x="177139" y="72666"/>
                </a:cubicBezTo>
                <a:cubicBezTo>
                  <a:pt x="177139" y="73984"/>
                  <a:pt x="177708" y="75072"/>
                  <a:pt x="178842" y="75935"/>
                </a:cubicBezTo>
                <a:cubicBezTo>
                  <a:pt x="180023" y="76752"/>
                  <a:pt x="181657" y="77207"/>
                  <a:pt x="183746" y="77298"/>
                </a:cubicBezTo>
                <a:lnTo>
                  <a:pt x="198525" y="77844"/>
                </a:lnTo>
                <a:cubicBezTo>
                  <a:pt x="201977" y="77978"/>
                  <a:pt x="205040" y="78478"/>
                  <a:pt x="207717" y="79341"/>
                </a:cubicBezTo>
                <a:cubicBezTo>
                  <a:pt x="210443" y="80159"/>
                  <a:pt x="212712" y="81339"/>
                  <a:pt x="214530" y="82882"/>
                </a:cubicBezTo>
                <a:cubicBezTo>
                  <a:pt x="216390" y="84382"/>
                  <a:pt x="217799" y="86196"/>
                  <a:pt x="218753" y="88331"/>
                </a:cubicBezTo>
                <a:cubicBezTo>
                  <a:pt x="219750" y="90466"/>
                  <a:pt x="220250" y="92894"/>
                  <a:pt x="220250" y="95618"/>
                </a:cubicBezTo>
                <a:cubicBezTo>
                  <a:pt x="220250" y="98615"/>
                  <a:pt x="219590" y="101430"/>
                  <a:pt x="218276" y="104064"/>
                </a:cubicBezTo>
                <a:cubicBezTo>
                  <a:pt x="216959" y="106742"/>
                  <a:pt x="214984" y="109056"/>
                  <a:pt x="212349" y="111011"/>
                </a:cubicBezTo>
                <a:cubicBezTo>
                  <a:pt x="209718" y="112963"/>
                  <a:pt x="206403" y="114506"/>
                  <a:pt x="202405" y="115640"/>
                </a:cubicBezTo>
                <a:cubicBezTo>
                  <a:pt x="198456" y="116775"/>
                  <a:pt x="193824" y="117343"/>
                  <a:pt x="188512" y="117343"/>
                </a:cubicBezTo>
                <a:cubicBezTo>
                  <a:pt x="183337" y="117343"/>
                  <a:pt x="178911" y="116935"/>
                  <a:pt x="175233" y="116117"/>
                </a:cubicBezTo>
                <a:cubicBezTo>
                  <a:pt x="171601" y="115300"/>
                  <a:pt x="168604" y="114166"/>
                  <a:pt x="166244" y="112711"/>
                </a:cubicBezTo>
                <a:cubicBezTo>
                  <a:pt x="163926" y="111260"/>
                  <a:pt x="162226" y="109511"/>
                  <a:pt x="161134" y="107468"/>
                </a:cubicBezTo>
                <a:cubicBezTo>
                  <a:pt x="160091" y="105470"/>
                  <a:pt x="159569" y="103267"/>
                  <a:pt x="159569" y="100861"/>
                </a:cubicBezTo>
                <a:cubicBezTo>
                  <a:pt x="159569" y="99364"/>
                  <a:pt x="159751" y="97935"/>
                  <a:pt x="160114" y="96572"/>
                </a:cubicBezTo>
                <a:cubicBezTo>
                  <a:pt x="160523" y="95209"/>
                  <a:pt x="161089" y="93892"/>
                  <a:pt x="161817" y="92620"/>
                </a:cubicBezTo>
                <a:cubicBezTo>
                  <a:pt x="162589" y="91394"/>
                  <a:pt x="163518" y="90214"/>
                  <a:pt x="164609" y="89080"/>
                </a:cubicBezTo>
                <a:cubicBezTo>
                  <a:pt x="165698" y="87945"/>
                  <a:pt x="166947" y="86857"/>
                  <a:pt x="168355" y="85811"/>
                </a:cubicBezTo>
                <a:cubicBezTo>
                  <a:pt x="166401" y="84768"/>
                  <a:pt x="164881" y="83359"/>
                  <a:pt x="163792" y="81587"/>
                </a:cubicBezTo>
                <a:cubicBezTo>
                  <a:pt x="162746" y="79773"/>
                  <a:pt x="162226" y="77798"/>
                  <a:pt x="162226" y="75664"/>
                </a:cubicBezTo>
                <a:cubicBezTo>
                  <a:pt x="162226" y="72983"/>
                  <a:pt x="162837" y="70555"/>
                  <a:pt x="164063" y="68377"/>
                </a:cubicBezTo>
                <a:cubicBezTo>
                  <a:pt x="165289" y="66151"/>
                  <a:pt x="166878" y="64154"/>
                  <a:pt x="168830" y="62382"/>
                </a:cubicBezTo>
                <a:cubicBezTo>
                  <a:pt x="167241" y="60793"/>
                  <a:pt x="165969" y="58887"/>
                  <a:pt x="165018" y="56661"/>
                </a:cubicBezTo>
                <a:cubicBezTo>
                  <a:pt x="164063" y="54438"/>
                  <a:pt x="163586" y="51669"/>
                  <a:pt x="163586" y="48355"/>
                </a:cubicBezTo>
                <a:cubicBezTo>
                  <a:pt x="163586" y="44811"/>
                  <a:pt x="164201" y="41657"/>
                  <a:pt x="165426" y="38888"/>
                </a:cubicBezTo>
                <a:cubicBezTo>
                  <a:pt x="166698" y="36073"/>
                  <a:pt x="168444" y="33710"/>
                  <a:pt x="170670" y="31804"/>
                </a:cubicBezTo>
                <a:cubicBezTo>
                  <a:pt x="172896" y="29852"/>
                  <a:pt x="175551" y="28375"/>
                  <a:pt x="178639" y="27378"/>
                </a:cubicBezTo>
                <a:cubicBezTo>
                  <a:pt x="181726" y="26332"/>
                  <a:pt x="185132" y="25812"/>
                  <a:pt x="188855" y="25812"/>
                </a:cubicBezTo>
                <a:cubicBezTo>
                  <a:pt x="190761" y="25812"/>
                  <a:pt x="192575" y="25923"/>
                  <a:pt x="194301" y="26152"/>
                </a:cubicBezTo>
                <a:cubicBezTo>
                  <a:pt x="196073" y="26378"/>
                  <a:pt x="197708" y="26698"/>
                  <a:pt x="199205" y="27106"/>
                </a:cubicBezTo>
                <a:lnTo>
                  <a:pt x="218479" y="27106"/>
                </a:lnTo>
                <a:cubicBezTo>
                  <a:pt x="219250" y="27106"/>
                  <a:pt x="219865" y="27603"/>
                  <a:pt x="220319" y="28604"/>
                </a:cubicBezTo>
                <a:cubicBezTo>
                  <a:pt x="220816" y="29601"/>
                  <a:pt x="221068" y="31281"/>
                  <a:pt x="221068" y="33644"/>
                </a:cubicBezTo>
                <a:close/>
                <a:moveTo>
                  <a:pt x="199071" y="48012"/>
                </a:moveTo>
                <a:cubicBezTo>
                  <a:pt x="199071" y="44743"/>
                  <a:pt x="198162" y="42202"/>
                  <a:pt x="196345" y="40385"/>
                </a:cubicBezTo>
                <a:cubicBezTo>
                  <a:pt x="194530" y="38571"/>
                  <a:pt x="191964" y="37662"/>
                  <a:pt x="188649" y="37662"/>
                </a:cubicBezTo>
                <a:cubicBezTo>
                  <a:pt x="186969" y="37662"/>
                  <a:pt x="185495" y="37956"/>
                  <a:pt x="184223" y="38548"/>
                </a:cubicBezTo>
                <a:cubicBezTo>
                  <a:pt x="182951" y="39091"/>
                  <a:pt x="181886" y="39862"/>
                  <a:pt x="181023" y="40862"/>
                </a:cubicBezTo>
                <a:cubicBezTo>
                  <a:pt x="180205" y="41817"/>
                  <a:pt x="179591" y="42951"/>
                  <a:pt x="179182" y="44268"/>
                </a:cubicBezTo>
                <a:cubicBezTo>
                  <a:pt x="178774" y="45540"/>
                  <a:pt x="178571" y="46877"/>
                  <a:pt x="178571" y="48286"/>
                </a:cubicBezTo>
                <a:cubicBezTo>
                  <a:pt x="178571" y="51372"/>
                  <a:pt x="179477" y="53824"/>
                  <a:pt x="181294" y="55641"/>
                </a:cubicBezTo>
                <a:cubicBezTo>
                  <a:pt x="183111" y="57413"/>
                  <a:pt x="185629" y="58296"/>
                  <a:pt x="188855" y="58296"/>
                </a:cubicBezTo>
                <a:cubicBezTo>
                  <a:pt x="190578" y="58296"/>
                  <a:pt x="192078" y="58024"/>
                  <a:pt x="193350" y="57479"/>
                </a:cubicBezTo>
                <a:cubicBezTo>
                  <a:pt x="194619" y="56936"/>
                  <a:pt x="195664" y="56187"/>
                  <a:pt x="196482" y="55233"/>
                </a:cubicBezTo>
                <a:cubicBezTo>
                  <a:pt x="197345" y="54278"/>
                  <a:pt x="197979" y="53190"/>
                  <a:pt x="198388" y="51964"/>
                </a:cubicBezTo>
                <a:cubicBezTo>
                  <a:pt x="198842" y="50692"/>
                  <a:pt x="199071" y="49375"/>
                  <a:pt x="199071" y="48012"/>
                </a:cubicBezTo>
                <a:close/>
                <a:moveTo>
                  <a:pt x="203088" y="96503"/>
                </a:moveTo>
                <a:cubicBezTo>
                  <a:pt x="203088" y="94460"/>
                  <a:pt x="202271" y="92894"/>
                  <a:pt x="200637" y="91803"/>
                </a:cubicBezTo>
                <a:cubicBezTo>
                  <a:pt x="199002" y="90714"/>
                  <a:pt x="196753" y="90126"/>
                  <a:pt x="193893" y="90034"/>
                </a:cubicBezTo>
                <a:lnTo>
                  <a:pt x="181703" y="89694"/>
                </a:lnTo>
                <a:cubicBezTo>
                  <a:pt x="180523" y="90557"/>
                  <a:pt x="179568" y="91394"/>
                  <a:pt x="178842" y="92212"/>
                </a:cubicBezTo>
                <a:cubicBezTo>
                  <a:pt x="178162" y="92986"/>
                  <a:pt x="177594" y="93735"/>
                  <a:pt x="177139" y="94460"/>
                </a:cubicBezTo>
                <a:cubicBezTo>
                  <a:pt x="176731" y="95186"/>
                  <a:pt x="176459" y="95892"/>
                  <a:pt x="176322" y="96572"/>
                </a:cubicBezTo>
                <a:cubicBezTo>
                  <a:pt x="176188" y="97252"/>
                  <a:pt x="176119" y="97955"/>
                  <a:pt x="176119" y="98684"/>
                </a:cubicBezTo>
                <a:cubicBezTo>
                  <a:pt x="176119" y="100953"/>
                  <a:pt x="177254" y="102679"/>
                  <a:pt x="179522" y="103859"/>
                </a:cubicBezTo>
                <a:cubicBezTo>
                  <a:pt x="181840" y="105039"/>
                  <a:pt x="185086" y="105630"/>
                  <a:pt x="189264" y="105630"/>
                </a:cubicBezTo>
                <a:cubicBezTo>
                  <a:pt x="191850" y="105630"/>
                  <a:pt x="194030" y="105356"/>
                  <a:pt x="195802" y="104813"/>
                </a:cubicBezTo>
                <a:cubicBezTo>
                  <a:pt x="197570" y="104313"/>
                  <a:pt x="199002" y="103633"/>
                  <a:pt x="200091" y="102770"/>
                </a:cubicBezTo>
                <a:cubicBezTo>
                  <a:pt x="201179" y="101907"/>
                  <a:pt x="201954" y="100930"/>
                  <a:pt x="202405" y="99841"/>
                </a:cubicBezTo>
                <a:cubicBezTo>
                  <a:pt x="202860" y="98795"/>
                  <a:pt x="203088" y="97684"/>
                  <a:pt x="203088" y="96503"/>
                </a:cubicBezTo>
                <a:close/>
                <a:moveTo>
                  <a:pt x="329081" y="90168"/>
                </a:moveTo>
                <a:cubicBezTo>
                  <a:pt x="329081" y="90623"/>
                  <a:pt x="328944" y="91031"/>
                  <a:pt x="328673" y="91394"/>
                </a:cubicBezTo>
                <a:cubicBezTo>
                  <a:pt x="328401" y="91714"/>
                  <a:pt x="327947" y="91986"/>
                  <a:pt x="327309" y="92212"/>
                </a:cubicBezTo>
                <a:cubicBezTo>
                  <a:pt x="326675" y="92440"/>
                  <a:pt x="325812" y="92600"/>
                  <a:pt x="324723" y="92689"/>
                </a:cubicBezTo>
                <a:cubicBezTo>
                  <a:pt x="323632" y="92826"/>
                  <a:pt x="322249" y="92894"/>
                  <a:pt x="320569" y="92894"/>
                </a:cubicBezTo>
                <a:cubicBezTo>
                  <a:pt x="318843" y="92894"/>
                  <a:pt x="317434" y="92826"/>
                  <a:pt x="316345" y="92689"/>
                </a:cubicBezTo>
                <a:cubicBezTo>
                  <a:pt x="315257" y="92600"/>
                  <a:pt x="314371" y="92440"/>
                  <a:pt x="313691" y="92212"/>
                </a:cubicBezTo>
                <a:cubicBezTo>
                  <a:pt x="313053" y="91986"/>
                  <a:pt x="312599" y="91714"/>
                  <a:pt x="312328" y="91394"/>
                </a:cubicBezTo>
                <a:cubicBezTo>
                  <a:pt x="312099" y="91031"/>
                  <a:pt x="311988" y="90623"/>
                  <a:pt x="311988" y="90168"/>
                </a:cubicBezTo>
                <a:lnTo>
                  <a:pt x="311988" y="54144"/>
                </a:lnTo>
                <a:cubicBezTo>
                  <a:pt x="311988" y="52101"/>
                  <a:pt x="311782" y="50238"/>
                  <a:pt x="311373" y="48557"/>
                </a:cubicBezTo>
                <a:cubicBezTo>
                  <a:pt x="311010" y="46877"/>
                  <a:pt x="310422" y="45449"/>
                  <a:pt x="309604" y="44268"/>
                </a:cubicBezTo>
                <a:cubicBezTo>
                  <a:pt x="308830" y="43043"/>
                  <a:pt x="307833" y="42111"/>
                  <a:pt x="306607" y="41474"/>
                </a:cubicBezTo>
                <a:cubicBezTo>
                  <a:pt x="305427" y="40794"/>
                  <a:pt x="303995" y="40454"/>
                  <a:pt x="302315" y="40454"/>
                </a:cubicBezTo>
                <a:cubicBezTo>
                  <a:pt x="300272" y="40454"/>
                  <a:pt x="298206" y="41248"/>
                  <a:pt x="296117" y="42837"/>
                </a:cubicBezTo>
                <a:cubicBezTo>
                  <a:pt x="294031" y="44426"/>
                  <a:pt x="291759" y="46743"/>
                  <a:pt x="289308" y="49783"/>
                </a:cubicBezTo>
                <a:lnTo>
                  <a:pt x="289308" y="90168"/>
                </a:lnTo>
                <a:cubicBezTo>
                  <a:pt x="289308" y="90623"/>
                  <a:pt x="289170" y="91031"/>
                  <a:pt x="288899" y="91394"/>
                </a:cubicBezTo>
                <a:cubicBezTo>
                  <a:pt x="288628" y="91714"/>
                  <a:pt x="288150" y="91986"/>
                  <a:pt x="287470" y="92212"/>
                </a:cubicBezTo>
                <a:cubicBezTo>
                  <a:pt x="286833" y="92440"/>
                  <a:pt x="285970" y="92600"/>
                  <a:pt x="284881" y="92689"/>
                </a:cubicBezTo>
                <a:cubicBezTo>
                  <a:pt x="283793" y="92826"/>
                  <a:pt x="282430" y="92894"/>
                  <a:pt x="280795" y="92894"/>
                </a:cubicBezTo>
                <a:cubicBezTo>
                  <a:pt x="279115" y="92894"/>
                  <a:pt x="277729" y="92826"/>
                  <a:pt x="276640" y="92689"/>
                </a:cubicBezTo>
                <a:cubicBezTo>
                  <a:pt x="275552" y="92600"/>
                  <a:pt x="274666" y="92440"/>
                  <a:pt x="273986" y="92212"/>
                </a:cubicBezTo>
                <a:cubicBezTo>
                  <a:pt x="273348" y="91986"/>
                  <a:pt x="272894" y="91714"/>
                  <a:pt x="272623" y="91394"/>
                </a:cubicBezTo>
                <a:cubicBezTo>
                  <a:pt x="272351" y="91031"/>
                  <a:pt x="272214" y="90623"/>
                  <a:pt x="272214" y="90168"/>
                </a:cubicBezTo>
                <a:lnTo>
                  <a:pt x="272214" y="54144"/>
                </a:lnTo>
                <a:cubicBezTo>
                  <a:pt x="272214" y="52101"/>
                  <a:pt x="272008" y="50238"/>
                  <a:pt x="271600" y="48557"/>
                </a:cubicBezTo>
                <a:cubicBezTo>
                  <a:pt x="271237" y="46877"/>
                  <a:pt x="270671" y="45449"/>
                  <a:pt x="269899" y="44268"/>
                </a:cubicBezTo>
                <a:cubicBezTo>
                  <a:pt x="269125" y="43043"/>
                  <a:pt x="268128" y="42111"/>
                  <a:pt x="266902" y="41474"/>
                </a:cubicBezTo>
                <a:cubicBezTo>
                  <a:pt x="265676" y="40794"/>
                  <a:pt x="264244" y="40454"/>
                  <a:pt x="262610" y="40454"/>
                </a:cubicBezTo>
                <a:cubicBezTo>
                  <a:pt x="260521" y="40454"/>
                  <a:pt x="258435" y="41248"/>
                  <a:pt x="256346" y="42837"/>
                </a:cubicBezTo>
                <a:cubicBezTo>
                  <a:pt x="254257" y="44426"/>
                  <a:pt x="252009" y="46743"/>
                  <a:pt x="249603" y="49783"/>
                </a:cubicBezTo>
                <a:lnTo>
                  <a:pt x="249603" y="90168"/>
                </a:lnTo>
                <a:cubicBezTo>
                  <a:pt x="249603" y="90623"/>
                  <a:pt x="249465" y="91031"/>
                  <a:pt x="249194" y="91394"/>
                </a:cubicBezTo>
                <a:cubicBezTo>
                  <a:pt x="248923" y="91714"/>
                  <a:pt x="248445" y="91986"/>
                  <a:pt x="247765" y="92212"/>
                </a:cubicBezTo>
                <a:cubicBezTo>
                  <a:pt x="247128" y="92440"/>
                  <a:pt x="246265" y="92600"/>
                  <a:pt x="245176" y="92689"/>
                </a:cubicBezTo>
                <a:cubicBezTo>
                  <a:pt x="244088" y="92826"/>
                  <a:pt x="242702" y="92894"/>
                  <a:pt x="241022" y="92894"/>
                </a:cubicBezTo>
                <a:cubicBezTo>
                  <a:pt x="239341" y="92894"/>
                  <a:pt x="237958" y="92826"/>
                  <a:pt x="236867" y="92689"/>
                </a:cubicBezTo>
                <a:cubicBezTo>
                  <a:pt x="235778" y="92600"/>
                  <a:pt x="234892" y="92440"/>
                  <a:pt x="234212" y="92212"/>
                </a:cubicBezTo>
                <a:cubicBezTo>
                  <a:pt x="233575" y="91986"/>
                  <a:pt x="233121" y="91714"/>
                  <a:pt x="232849" y="91394"/>
                </a:cubicBezTo>
                <a:cubicBezTo>
                  <a:pt x="232578" y="91031"/>
                  <a:pt x="232440" y="90623"/>
                  <a:pt x="232440" y="90168"/>
                </a:cubicBezTo>
                <a:lnTo>
                  <a:pt x="232440" y="29421"/>
                </a:lnTo>
                <a:cubicBezTo>
                  <a:pt x="232440" y="28966"/>
                  <a:pt x="232555" y="28581"/>
                  <a:pt x="232781" y="28264"/>
                </a:cubicBezTo>
                <a:cubicBezTo>
                  <a:pt x="233009" y="27901"/>
                  <a:pt x="233418" y="27603"/>
                  <a:pt x="234006" y="27378"/>
                </a:cubicBezTo>
                <a:cubicBezTo>
                  <a:pt x="234598" y="27149"/>
                  <a:pt x="235347" y="26992"/>
                  <a:pt x="236255" y="26901"/>
                </a:cubicBezTo>
                <a:cubicBezTo>
                  <a:pt x="237207" y="26763"/>
                  <a:pt x="238390" y="26698"/>
                  <a:pt x="239796" y="26698"/>
                </a:cubicBezTo>
                <a:cubicBezTo>
                  <a:pt x="241250" y="26698"/>
                  <a:pt x="242453" y="26763"/>
                  <a:pt x="243405" y="26901"/>
                </a:cubicBezTo>
                <a:cubicBezTo>
                  <a:pt x="244359" y="26992"/>
                  <a:pt x="245085" y="27149"/>
                  <a:pt x="245585" y="27378"/>
                </a:cubicBezTo>
                <a:cubicBezTo>
                  <a:pt x="246131" y="27603"/>
                  <a:pt x="246517" y="27901"/>
                  <a:pt x="246742" y="28264"/>
                </a:cubicBezTo>
                <a:cubicBezTo>
                  <a:pt x="246971" y="28581"/>
                  <a:pt x="247082" y="28966"/>
                  <a:pt x="247082" y="29421"/>
                </a:cubicBezTo>
                <a:lnTo>
                  <a:pt x="247082" y="36436"/>
                </a:lnTo>
                <a:cubicBezTo>
                  <a:pt x="250443" y="32804"/>
                  <a:pt x="253780" y="30078"/>
                  <a:pt x="257095" y="28264"/>
                </a:cubicBezTo>
                <a:cubicBezTo>
                  <a:pt x="260455" y="26446"/>
                  <a:pt x="263950" y="25537"/>
                  <a:pt x="267582" y="25537"/>
                </a:cubicBezTo>
                <a:cubicBezTo>
                  <a:pt x="270079" y="25537"/>
                  <a:pt x="272328" y="25812"/>
                  <a:pt x="274326" y="26355"/>
                </a:cubicBezTo>
                <a:cubicBezTo>
                  <a:pt x="276323" y="26855"/>
                  <a:pt x="278095" y="27603"/>
                  <a:pt x="279638" y="28604"/>
                </a:cubicBezTo>
                <a:cubicBezTo>
                  <a:pt x="281227" y="29558"/>
                  <a:pt x="282590" y="30715"/>
                  <a:pt x="283724" y="32075"/>
                </a:cubicBezTo>
                <a:cubicBezTo>
                  <a:pt x="284858" y="33438"/>
                  <a:pt x="285813" y="34959"/>
                  <a:pt x="286584" y="36639"/>
                </a:cubicBezTo>
                <a:cubicBezTo>
                  <a:pt x="288399" y="34687"/>
                  <a:pt x="290171" y="33007"/>
                  <a:pt x="291896" y="31601"/>
                </a:cubicBezTo>
                <a:cubicBezTo>
                  <a:pt x="293665" y="30192"/>
                  <a:pt x="295391" y="29058"/>
                  <a:pt x="297071" y="28195"/>
                </a:cubicBezTo>
                <a:cubicBezTo>
                  <a:pt x="298797" y="27286"/>
                  <a:pt x="300500" y="26629"/>
                  <a:pt x="302181" y="26220"/>
                </a:cubicBezTo>
                <a:cubicBezTo>
                  <a:pt x="303904" y="25766"/>
                  <a:pt x="305652" y="25537"/>
                  <a:pt x="307424" y="25537"/>
                </a:cubicBezTo>
                <a:cubicBezTo>
                  <a:pt x="311465" y="25537"/>
                  <a:pt x="314871" y="26220"/>
                  <a:pt x="317640" y="27581"/>
                </a:cubicBezTo>
                <a:cubicBezTo>
                  <a:pt x="320409" y="28944"/>
                  <a:pt x="322635" y="30807"/>
                  <a:pt x="324315" y="33167"/>
                </a:cubicBezTo>
                <a:cubicBezTo>
                  <a:pt x="326038" y="35482"/>
                  <a:pt x="327264" y="38205"/>
                  <a:pt x="327992" y="41339"/>
                </a:cubicBezTo>
                <a:cubicBezTo>
                  <a:pt x="328718" y="44471"/>
                  <a:pt x="329081" y="47786"/>
                  <a:pt x="329081" y="51284"/>
                </a:cubicBezTo>
                <a:lnTo>
                  <a:pt x="329081" y="90168"/>
                </a:lnTo>
                <a:close/>
                <a:moveTo>
                  <a:pt x="402022" y="58024"/>
                </a:moveTo>
                <a:cubicBezTo>
                  <a:pt x="402022" y="60113"/>
                  <a:pt x="401544" y="61656"/>
                  <a:pt x="400590" y="62656"/>
                </a:cubicBezTo>
                <a:cubicBezTo>
                  <a:pt x="399681" y="63654"/>
                  <a:pt x="398413" y="64154"/>
                  <a:pt x="396778" y="64154"/>
                </a:cubicBezTo>
                <a:lnTo>
                  <a:pt x="359796" y="64154"/>
                </a:lnTo>
                <a:cubicBezTo>
                  <a:pt x="359796" y="66743"/>
                  <a:pt x="360091" y="69103"/>
                  <a:pt x="360682" y="71237"/>
                </a:cubicBezTo>
                <a:cubicBezTo>
                  <a:pt x="361317" y="73326"/>
                  <a:pt x="362294" y="75118"/>
                  <a:pt x="363611" y="76618"/>
                </a:cubicBezTo>
                <a:cubicBezTo>
                  <a:pt x="364971" y="78070"/>
                  <a:pt x="366697" y="79181"/>
                  <a:pt x="368786" y="79953"/>
                </a:cubicBezTo>
                <a:cubicBezTo>
                  <a:pt x="370921" y="80727"/>
                  <a:pt x="373464" y="81113"/>
                  <a:pt x="376413" y="81113"/>
                </a:cubicBezTo>
                <a:cubicBezTo>
                  <a:pt x="379410" y="81113"/>
                  <a:pt x="382045" y="80907"/>
                  <a:pt x="384314" y="80499"/>
                </a:cubicBezTo>
                <a:cubicBezTo>
                  <a:pt x="386583" y="80044"/>
                  <a:pt x="388537" y="79567"/>
                  <a:pt x="390172" y="79070"/>
                </a:cubicBezTo>
                <a:cubicBezTo>
                  <a:pt x="391852" y="78524"/>
                  <a:pt x="393235" y="78047"/>
                  <a:pt x="394326" y="77638"/>
                </a:cubicBezTo>
                <a:cubicBezTo>
                  <a:pt x="395415" y="77184"/>
                  <a:pt x="396301" y="76958"/>
                  <a:pt x="396981" y="76958"/>
                </a:cubicBezTo>
                <a:cubicBezTo>
                  <a:pt x="397390" y="76958"/>
                  <a:pt x="397730" y="77050"/>
                  <a:pt x="398004" y="77230"/>
                </a:cubicBezTo>
                <a:cubicBezTo>
                  <a:pt x="398275" y="77367"/>
                  <a:pt x="398501" y="77638"/>
                  <a:pt x="398684" y="78047"/>
                </a:cubicBezTo>
                <a:cubicBezTo>
                  <a:pt x="398864" y="78456"/>
                  <a:pt x="398978" y="79047"/>
                  <a:pt x="399024" y="79819"/>
                </a:cubicBezTo>
                <a:cubicBezTo>
                  <a:pt x="399116" y="80544"/>
                  <a:pt x="399161" y="81476"/>
                  <a:pt x="399161" y="82610"/>
                </a:cubicBezTo>
                <a:cubicBezTo>
                  <a:pt x="399161" y="83610"/>
                  <a:pt x="399138" y="84471"/>
                  <a:pt x="399093" y="85199"/>
                </a:cubicBezTo>
                <a:cubicBezTo>
                  <a:pt x="399047" y="85879"/>
                  <a:pt x="398978" y="86471"/>
                  <a:pt x="398887" y="86968"/>
                </a:cubicBezTo>
                <a:cubicBezTo>
                  <a:pt x="398798" y="87468"/>
                  <a:pt x="398661" y="87900"/>
                  <a:pt x="398478" y="88262"/>
                </a:cubicBezTo>
                <a:cubicBezTo>
                  <a:pt x="398298" y="88580"/>
                  <a:pt x="398047" y="88900"/>
                  <a:pt x="397730" y="89217"/>
                </a:cubicBezTo>
                <a:cubicBezTo>
                  <a:pt x="397458" y="89534"/>
                  <a:pt x="396664" y="89966"/>
                  <a:pt x="395347" y="90511"/>
                </a:cubicBezTo>
                <a:cubicBezTo>
                  <a:pt x="394029" y="91054"/>
                  <a:pt x="392349" y="91600"/>
                  <a:pt x="390306" y="92146"/>
                </a:cubicBezTo>
                <a:cubicBezTo>
                  <a:pt x="388263" y="92643"/>
                  <a:pt x="385925" y="93074"/>
                  <a:pt x="383291" y="93437"/>
                </a:cubicBezTo>
                <a:cubicBezTo>
                  <a:pt x="380659" y="93846"/>
                  <a:pt x="377844" y="94052"/>
                  <a:pt x="374847" y="94052"/>
                </a:cubicBezTo>
                <a:cubicBezTo>
                  <a:pt x="369443" y="94052"/>
                  <a:pt x="364700" y="93372"/>
                  <a:pt x="360614" y="92009"/>
                </a:cubicBezTo>
                <a:cubicBezTo>
                  <a:pt x="356573" y="90646"/>
                  <a:pt x="353190" y="88580"/>
                  <a:pt x="350467" y="85811"/>
                </a:cubicBezTo>
                <a:cubicBezTo>
                  <a:pt x="347741" y="83042"/>
                  <a:pt x="345697" y="79544"/>
                  <a:pt x="344337" y="75324"/>
                </a:cubicBezTo>
                <a:cubicBezTo>
                  <a:pt x="343020" y="71100"/>
                  <a:pt x="342360" y="66151"/>
                  <a:pt x="342360" y="60476"/>
                </a:cubicBezTo>
                <a:cubicBezTo>
                  <a:pt x="342360" y="55073"/>
                  <a:pt x="343066" y="50215"/>
                  <a:pt x="344472" y="45903"/>
                </a:cubicBezTo>
                <a:cubicBezTo>
                  <a:pt x="345880" y="41542"/>
                  <a:pt x="347923" y="37865"/>
                  <a:pt x="350601" y="34870"/>
                </a:cubicBezTo>
                <a:cubicBezTo>
                  <a:pt x="353281" y="31827"/>
                  <a:pt x="356527" y="29512"/>
                  <a:pt x="360342" y="27923"/>
                </a:cubicBezTo>
                <a:cubicBezTo>
                  <a:pt x="364200" y="26332"/>
                  <a:pt x="368537" y="25537"/>
                  <a:pt x="373350" y="25537"/>
                </a:cubicBezTo>
                <a:cubicBezTo>
                  <a:pt x="378433" y="25537"/>
                  <a:pt x="382771" y="26289"/>
                  <a:pt x="386357" y="27786"/>
                </a:cubicBezTo>
                <a:cubicBezTo>
                  <a:pt x="389989" y="29284"/>
                  <a:pt x="392963" y="31372"/>
                  <a:pt x="395278" y="34053"/>
                </a:cubicBezTo>
                <a:cubicBezTo>
                  <a:pt x="397595" y="36685"/>
                  <a:pt x="399296" y="39819"/>
                  <a:pt x="400387" y="43451"/>
                </a:cubicBezTo>
                <a:cubicBezTo>
                  <a:pt x="401476" y="47083"/>
                  <a:pt x="402022" y="51032"/>
                  <a:pt x="402022" y="55301"/>
                </a:cubicBezTo>
                <a:lnTo>
                  <a:pt x="402022" y="58024"/>
                </a:lnTo>
                <a:close/>
                <a:moveTo>
                  <a:pt x="385402" y="53121"/>
                </a:moveTo>
                <a:cubicBezTo>
                  <a:pt x="385540" y="48309"/>
                  <a:pt x="384562" y="44540"/>
                  <a:pt x="382474" y="41817"/>
                </a:cubicBezTo>
                <a:cubicBezTo>
                  <a:pt x="380430" y="39045"/>
                  <a:pt x="377253" y="37662"/>
                  <a:pt x="372941" y="37662"/>
                </a:cubicBezTo>
                <a:cubicBezTo>
                  <a:pt x="370761" y="37662"/>
                  <a:pt x="368855" y="38070"/>
                  <a:pt x="367220" y="38888"/>
                </a:cubicBezTo>
                <a:cubicBezTo>
                  <a:pt x="365631" y="39705"/>
                  <a:pt x="364291" y="40817"/>
                  <a:pt x="363203" y="42225"/>
                </a:cubicBezTo>
                <a:cubicBezTo>
                  <a:pt x="362157" y="43585"/>
                  <a:pt x="361339" y="45220"/>
                  <a:pt x="360751" y="47129"/>
                </a:cubicBezTo>
                <a:cubicBezTo>
                  <a:pt x="360205" y="48989"/>
                  <a:pt x="359888" y="50986"/>
                  <a:pt x="359796" y="53121"/>
                </a:cubicBezTo>
                <a:lnTo>
                  <a:pt x="385402" y="53121"/>
                </a:lnTo>
                <a:close/>
                <a:moveTo>
                  <a:pt x="474145" y="90168"/>
                </a:moveTo>
                <a:cubicBezTo>
                  <a:pt x="474145" y="90623"/>
                  <a:pt x="474008" y="91031"/>
                  <a:pt x="473736" y="91394"/>
                </a:cubicBezTo>
                <a:cubicBezTo>
                  <a:pt x="473462" y="91714"/>
                  <a:pt x="473008" y="91986"/>
                  <a:pt x="472373" y="92212"/>
                </a:cubicBezTo>
                <a:cubicBezTo>
                  <a:pt x="471736" y="92440"/>
                  <a:pt x="470853" y="92600"/>
                  <a:pt x="469716" y="92689"/>
                </a:cubicBezTo>
                <a:cubicBezTo>
                  <a:pt x="468627" y="92826"/>
                  <a:pt x="467264" y="92894"/>
                  <a:pt x="465630" y="92894"/>
                </a:cubicBezTo>
                <a:cubicBezTo>
                  <a:pt x="463949" y="92894"/>
                  <a:pt x="462544" y="92826"/>
                  <a:pt x="461409" y="92689"/>
                </a:cubicBezTo>
                <a:cubicBezTo>
                  <a:pt x="460318" y="92600"/>
                  <a:pt x="459455" y="92440"/>
                  <a:pt x="458820" y="92212"/>
                </a:cubicBezTo>
                <a:cubicBezTo>
                  <a:pt x="458186" y="91986"/>
                  <a:pt x="457731" y="91714"/>
                  <a:pt x="457457" y="91394"/>
                </a:cubicBezTo>
                <a:cubicBezTo>
                  <a:pt x="457186" y="91031"/>
                  <a:pt x="457049" y="90623"/>
                  <a:pt x="457049" y="90168"/>
                </a:cubicBezTo>
                <a:lnTo>
                  <a:pt x="457049" y="55504"/>
                </a:lnTo>
                <a:cubicBezTo>
                  <a:pt x="457049" y="52552"/>
                  <a:pt x="456823" y="50238"/>
                  <a:pt x="456368" y="48557"/>
                </a:cubicBezTo>
                <a:cubicBezTo>
                  <a:pt x="455960" y="46877"/>
                  <a:pt x="455345" y="45449"/>
                  <a:pt x="454528" y="44268"/>
                </a:cubicBezTo>
                <a:cubicBezTo>
                  <a:pt x="453711" y="43043"/>
                  <a:pt x="452645" y="42111"/>
                  <a:pt x="451328" y="41474"/>
                </a:cubicBezTo>
                <a:cubicBezTo>
                  <a:pt x="450056" y="40794"/>
                  <a:pt x="448559" y="40454"/>
                  <a:pt x="446833" y="40454"/>
                </a:cubicBezTo>
                <a:cubicBezTo>
                  <a:pt x="444656" y="40454"/>
                  <a:pt x="442452" y="41248"/>
                  <a:pt x="440226" y="42837"/>
                </a:cubicBezTo>
                <a:cubicBezTo>
                  <a:pt x="438003" y="44426"/>
                  <a:pt x="435686" y="46743"/>
                  <a:pt x="433280" y="49783"/>
                </a:cubicBezTo>
                <a:lnTo>
                  <a:pt x="433280" y="90168"/>
                </a:lnTo>
                <a:cubicBezTo>
                  <a:pt x="433280" y="90623"/>
                  <a:pt x="433146" y="91031"/>
                  <a:pt x="432871" y="91394"/>
                </a:cubicBezTo>
                <a:cubicBezTo>
                  <a:pt x="432600" y="91714"/>
                  <a:pt x="432123" y="91986"/>
                  <a:pt x="431442" y="92212"/>
                </a:cubicBezTo>
                <a:cubicBezTo>
                  <a:pt x="430805" y="92440"/>
                  <a:pt x="429945" y="92600"/>
                  <a:pt x="428854" y="92689"/>
                </a:cubicBezTo>
                <a:cubicBezTo>
                  <a:pt x="427765" y="92826"/>
                  <a:pt x="426379" y="92894"/>
                  <a:pt x="424699" y="92894"/>
                </a:cubicBezTo>
                <a:cubicBezTo>
                  <a:pt x="423019" y="92894"/>
                  <a:pt x="421636" y="92826"/>
                  <a:pt x="420544" y="92689"/>
                </a:cubicBezTo>
                <a:cubicBezTo>
                  <a:pt x="419455" y="92600"/>
                  <a:pt x="418569" y="92440"/>
                  <a:pt x="417889" y="92212"/>
                </a:cubicBezTo>
                <a:cubicBezTo>
                  <a:pt x="417252" y="91986"/>
                  <a:pt x="416801" y="91714"/>
                  <a:pt x="416526" y="91394"/>
                </a:cubicBezTo>
                <a:cubicBezTo>
                  <a:pt x="416255" y="91031"/>
                  <a:pt x="416118" y="90623"/>
                  <a:pt x="416118" y="90168"/>
                </a:cubicBezTo>
                <a:lnTo>
                  <a:pt x="416118" y="29421"/>
                </a:lnTo>
                <a:cubicBezTo>
                  <a:pt x="416118" y="28966"/>
                  <a:pt x="416232" y="28581"/>
                  <a:pt x="416458" y="28264"/>
                </a:cubicBezTo>
                <a:cubicBezTo>
                  <a:pt x="416686" y="27901"/>
                  <a:pt x="417095" y="27603"/>
                  <a:pt x="417684" y="27378"/>
                </a:cubicBezTo>
                <a:cubicBezTo>
                  <a:pt x="418275" y="27149"/>
                  <a:pt x="419024" y="26992"/>
                  <a:pt x="419932" y="26901"/>
                </a:cubicBezTo>
                <a:cubicBezTo>
                  <a:pt x="420887" y="26763"/>
                  <a:pt x="422067" y="26698"/>
                  <a:pt x="423473" y="26698"/>
                </a:cubicBezTo>
                <a:cubicBezTo>
                  <a:pt x="424927" y="26698"/>
                  <a:pt x="426130" y="26763"/>
                  <a:pt x="427082" y="26901"/>
                </a:cubicBezTo>
                <a:cubicBezTo>
                  <a:pt x="428036" y="26992"/>
                  <a:pt x="428762" y="27149"/>
                  <a:pt x="429262" y="27378"/>
                </a:cubicBezTo>
                <a:cubicBezTo>
                  <a:pt x="429808" y="27603"/>
                  <a:pt x="430194" y="27901"/>
                  <a:pt x="430420" y="28264"/>
                </a:cubicBezTo>
                <a:cubicBezTo>
                  <a:pt x="430648" y="28581"/>
                  <a:pt x="430762" y="28966"/>
                  <a:pt x="430762" y="29421"/>
                </a:cubicBezTo>
                <a:lnTo>
                  <a:pt x="430762" y="36436"/>
                </a:lnTo>
                <a:cubicBezTo>
                  <a:pt x="434120" y="32804"/>
                  <a:pt x="437526" y="30078"/>
                  <a:pt x="440978" y="28264"/>
                </a:cubicBezTo>
                <a:cubicBezTo>
                  <a:pt x="444473" y="26446"/>
                  <a:pt x="448105" y="25537"/>
                  <a:pt x="451874" y="25537"/>
                </a:cubicBezTo>
                <a:cubicBezTo>
                  <a:pt x="456006" y="25537"/>
                  <a:pt x="459477" y="26220"/>
                  <a:pt x="462292" y="27581"/>
                </a:cubicBezTo>
                <a:cubicBezTo>
                  <a:pt x="465152" y="28944"/>
                  <a:pt x="467447" y="30807"/>
                  <a:pt x="469173" y="33167"/>
                </a:cubicBezTo>
                <a:cubicBezTo>
                  <a:pt x="470942" y="35482"/>
                  <a:pt x="472213" y="38205"/>
                  <a:pt x="472985" y="41339"/>
                </a:cubicBezTo>
                <a:cubicBezTo>
                  <a:pt x="473756" y="44471"/>
                  <a:pt x="474145" y="48240"/>
                  <a:pt x="474145" y="52644"/>
                </a:cubicBezTo>
                <a:lnTo>
                  <a:pt x="474145" y="90168"/>
                </a:lnTo>
                <a:close/>
                <a:moveTo>
                  <a:pt x="525631" y="84176"/>
                </a:moveTo>
                <a:cubicBezTo>
                  <a:pt x="525631" y="86174"/>
                  <a:pt x="525494" y="87717"/>
                  <a:pt x="525223" y="88808"/>
                </a:cubicBezTo>
                <a:cubicBezTo>
                  <a:pt x="524994" y="89851"/>
                  <a:pt x="524677" y="90600"/>
                  <a:pt x="524268" y="91054"/>
                </a:cubicBezTo>
                <a:cubicBezTo>
                  <a:pt x="523860" y="91463"/>
                  <a:pt x="523248" y="91849"/>
                  <a:pt x="522431" y="92212"/>
                </a:cubicBezTo>
                <a:cubicBezTo>
                  <a:pt x="521657" y="92532"/>
                  <a:pt x="520728" y="92803"/>
                  <a:pt x="519636" y="93029"/>
                </a:cubicBezTo>
                <a:cubicBezTo>
                  <a:pt x="518593" y="93303"/>
                  <a:pt x="517436" y="93506"/>
                  <a:pt x="516165" y="93643"/>
                </a:cubicBezTo>
                <a:cubicBezTo>
                  <a:pt x="514939" y="93780"/>
                  <a:pt x="513690" y="93846"/>
                  <a:pt x="512418" y="93846"/>
                </a:cubicBezTo>
                <a:cubicBezTo>
                  <a:pt x="509012" y="93846"/>
                  <a:pt x="506063" y="93417"/>
                  <a:pt x="503566" y="92554"/>
                </a:cubicBezTo>
                <a:cubicBezTo>
                  <a:pt x="501068" y="91691"/>
                  <a:pt x="499002" y="90374"/>
                  <a:pt x="497368" y="88603"/>
                </a:cubicBezTo>
                <a:cubicBezTo>
                  <a:pt x="495733" y="86788"/>
                  <a:pt x="494530" y="84516"/>
                  <a:pt x="493759" y="81793"/>
                </a:cubicBezTo>
                <a:cubicBezTo>
                  <a:pt x="492984" y="79070"/>
                  <a:pt x="492599" y="75844"/>
                  <a:pt x="492599" y="72123"/>
                </a:cubicBezTo>
                <a:lnTo>
                  <a:pt x="492599" y="40999"/>
                </a:lnTo>
                <a:lnTo>
                  <a:pt x="485312" y="40999"/>
                </a:lnTo>
                <a:cubicBezTo>
                  <a:pt x="484449" y="40999"/>
                  <a:pt x="483792" y="40476"/>
                  <a:pt x="483338" y="39431"/>
                </a:cubicBezTo>
                <a:cubicBezTo>
                  <a:pt x="482883" y="38342"/>
                  <a:pt x="482657" y="36550"/>
                  <a:pt x="482657" y="34053"/>
                </a:cubicBezTo>
                <a:cubicBezTo>
                  <a:pt x="482657" y="32736"/>
                  <a:pt x="482703" y="31624"/>
                  <a:pt x="482792" y="30715"/>
                </a:cubicBezTo>
                <a:cubicBezTo>
                  <a:pt x="482929" y="29807"/>
                  <a:pt x="483112" y="29104"/>
                  <a:pt x="483338" y="28604"/>
                </a:cubicBezTo>
                <a:cubicBezTo>
                  <a:pt x="483563" y="28058"/>
                  <a:pt x="483838" y="27672"/>
                  <a:pt x="484155" y="27446"/>
                </a:cubicBezTo>
                <a:cubicBezTo>
                  <a:pt x="484518" y="27218"/>
                  <a:pt x="484926" y="27106"/>
                  <a:pt x="485381" y="27106"/>
                </a:cubicBezTo>
                <a:lnTo>
                  <a:pt x="492599" y="27106"/>
                </a:lnTo>
                <a:lnTo>
                  <a:pt x="492599" y="13553"/>
                </a:lnTo>
                <a:cubicBezTo>
                  <a:pt x="492599" y="13099"/>
                  <a:pt x="492713" y="12690"/>
                  <a:pt x="492942" y="12327"/>
                </a:cubicBezTo>
                <a:cubicBezTo>
                  <a:pt x="493213" y="11964"/>
                  <a:pt x="493667" y="11667"/>
                  <a:pt x="494302" y="11441"/>
                </a:cubicBezTo>
                <a:cubicBezTo>
                  <a:pt x="494985" y="11170"/>
                  <a:pt x="495868" y="10987"/>
                  <a:pt x="496959" y="10896"/>
                </a:cubicBezTo>
                <a:cubicBezTo>
                  <a:pt x="498094" y="10761"/>
                  <a:pt x="499480" y="10693"/>
                  <a:pt x="501114" y="10693"/>
                </a:cubicBezTo>
                <a:cubicBezTo>
                  <a:pt x="502794" y="10693"/>
                  <a:pt x="504177" y="10761"/>
                  <a:pt x="505266" y="10896"/>
                </a:cubicBezTo>
                <a:cubicBezTo>
                  <a:pt x="506403" y="10987"/>
                  <a:pt x="507289" y="11170"/>
                  <a:pt x="507923" y="11441"/>
                </a:cubicBezTo>
                <a:cubicBezTo>
                  <a:pt x="508558" y="11667"/>
                  <a:pt x="509012" y="11964"/>
                  <a:pt x="509287" y="12327"/>
                </a:cubicBezTo>
                <a:cubicBezTo>
                  <a:pt x="509558" y="12690"/>
                  <a:pt x="509695" y="13099"/>
                  <a:pt x="509695" y="13553"/>
                </a:cubicBezTo>
                <a:lnTo>
                  <a:pt x="509695" y="27106"/>
                </a:lnTo>
                <a:lnTo>
                  <a:pt x="522905" y="27106"/>
                </a:lnTo>
                <a:cubicBezTo>
                  <a:pt x="523360" y="27106"/>
                  <a:pt x="523745" y="27218"/>
                  <a:pt x="524066" y="27446"/>
                </a:cubicBezTo>
                <a:cubicBezTo>
                  <a:pt x="524428" y="27672"/>
                  <a:pt x="524723" y="28058"/>
                  <a:pt x="524948" y="28604"/>
                </a:cubicBezTo>
                <a:cubicBezTo>
                  <a:pt x="525177" y="29104"/>
                  <a:pt x="525334" y="29807"/>
                  <a:pt x="525426" y="30715"/>
                </a:cubicBezTo>
                <a:cubicBezTo>
                  <a:pt x="525563" y="31624"/>
                  <a:pt x="525631" y="32736"/>
                  <a:pt x="525631" y="34053"/>
                </a:cubicBezTo>
                <a:cubicBezTo>
                  <a:pt x="525631" y="36550"/>
                  <a:pt x="525403" y="38342"/>
                  <a:pt x="524948" y="39431"/>
                </a:cubicBezTo>
                <a:cubicBezTo>
                  <a:pt x="524494" y="40476"/>
                  <a:pt x="523837" y="40999"/>
                  <a:pt x="522974" y="40999"/>
                </a:cubicBezTo>
                <a:lnTo>
                  <a:pt x="509695" y="40999"/>
                </a:lnTo>
                <a:lnTo>
                  <a:pt x="509695" y="69534"/>
                </a:lnTo>
                <a:cubicBezTo>
                  <a:pt x="509695" y="72849"/>
                  <a:pt x="510215" y="75347"/>
                  <a:pt x="511261" y="77027"/>
                </a:cubicBezTo>
                <a:cubicBezTo>
                  <a:pt x="512304" y="78661"/>
                  <a:pt x="514167" y="79479"/>
                  <a:pt x="516845" y="79479"/>
                </a:cubicBezTo>
                <a:cubicBezTo>
                  <a:pt x="517753" y="79479"/>
                  <a:pt x="518571" y="79410"/>
                  <a:pt x="519296" y="79273"/>
                </a:cubicBezTo>
                <a:cubicBezTo>
                  <a:pt x="520022" y="79093"/>
                  <a:pt x="520659" y="78910"/>
                  <a:pt x="521205" y="78727"/>
                </a:cubicBezTo>
                <a:cubicBezTo>
                  <a:pt x="521794" y="78501"/>
                  <a:pt x="522271" y="78318"/>
                  <a:pt x="522634" y="78184"/>
                </a:cubicBezTo>
                <a:cubicBezTo>
                  <a:pt x="523043" y="78001"/>
                  <a:pt x="523405" y="77910"/>
                  <a:pt x="523723" y="77910"/>
                </a:cubicBezTo>
                <a:cubicBezTo>
                  <a:pt x="523997" y="77910"/>
                  <a:pt x="524246" y="78001"/>
                  <a:pt x="524474" y="78184"/>
                </a:cubicBezTo>
                <a:cubicBezTo>
                  <a:pt x="524746" y="78318"/>
                  <a:pt x="524948" y="78638"/>
                  <a:pt x="525086" y="79136"/>
                </a:cubicBezTo>
                <a:cubicBezTo>
                  <a:pt x="525223" y="79590"/>
                  <a:pt x="525334" y="80227"/>
                  <a:pt x="525426" y="81044"/>
                </a:cubicBezTo>
                <a:cubicBezTo>
                  <a:pt x="525563" y="81862"/>
                  <a:pt x="525631" y="82905"/>
                  <a:pt x="525631" y="84176"/>
                </a:cubicBezTo>
                <a:close/>
                <a:moveTo>
                  <a:pt x="588422" y="90374"/>
                </a:moveTo>
                <a:cubicBezTo>
                  <a:pt x="588422" y="91009"/>
                  <a:pt x="588196" y="91509"/>
                  <a:pt x="587742" y="91871"/>
                </a:cubicBezTo>
                <a:cubicBezTo>
                  <a:pt x="587288" y="92234"/>
                  <a:pt x="586562" y="92486"/>
                  <a:pt x="585562" y="92620"/>
                </a:cubicBezTo>
                <a:cubicBezTo>
                  <a:pt x="584610" y="92803"/>
                  <a:pt x="583179" y="92894"/>
                  <a:pt x="581273" y="92894"/>
                </a:cubicBezTo>
                <a:cubicBezTo>
                  <a:pt x="579230" y="92894"/>
                  <a:pt x="577729" y="92803"/>
                  <a:pt x="576778" y="92620"/>
                </a:cubicBezTo>
                <a:cubicBezTo>
                  <a:pt x="575869" y="92486"/>
                  <a:pt x="575212" y="92234"/>
                  <a:pt x="574803" y="91871"/>
                </a:cubicBezTo>
                <a:cubicBezTo>
                  <a:pt x="574438" y="91509"/>
                  <a:pt x="574257" y="91009"/>
                  <a:pt x="574257" y="90374"/>
                </a:cubicBezTo>
                <a:lnTo>
                  <a:pt x="574257" y="85539"/>
                </a:lnTo>
                <a:cubicBezTo>
                  <a:pt x="571760" y="88217"/>
                  <a:pt x="568900" y="90306"/>
                  <a:pt x="565676" y="91803"/>
                </a:cubicBezTo>
                <a:cubicBezTo>
                  <a:pt x="562499" y="93303"/>
                  <a:pt x="558956" y="94052"/>
                  <a:pt x="555052" y="94052"/>
                </a:cubicBezTo>
                <a:cubicBezTo>
                  <a:pt x="551829" y="94052"/>
                  <a:pt x="548854" y="93620"/>
                  <a:pt x="546131" y="92757"/>
                </a:cubicBezTo>
                <a:cubicBezTo>
                  <a:pt x="543451" y="91940"/>
                  <a:pt x="541113" y="90714"/>
                  <a:pt x="539116" y="89080"/>
                </a:cubicBezTo>
                <a:cubicBezTo>
                  <a:pt x="537164" y="87399"/>
                  <a:pt x="535641" y="85334"/>
                  <a:pt x="534553" y="82882"/>
                </a:cubicBezTo>
                <a:cubicBezTo>
                  <a:pt x="533464" y="80430"/>
                  <a:pt x="532918" y="77570"/>
                  <a:pt x="532918" y="74301"/>
                </a:cubicBezTo>
                <a:cubicBezTo>
                  <a:pt x="532918" y="70760"/>
                  <a:pt x="533598" y="67694"/>
                  <a:pt x="534961" y="65108"/>
                </a:cubicBezTo>
                <a:cubicBezTo>
                  <a:pt x="536367" y="62474"/>
                  <a:pt x="538433" y="60316"/>
                  <a:pt x="541159" y="58639"/>
                </a:cubicBezTo>
                <a:cubicBezTo>
                  <a:pt x="543928" y="56913"/>
                  <a:pt x="547357" y="55641"/>
                  <a:pt x="551443" y="54824"/>
                </a:cubicBezTo>
                <a:cubicBezTo>
                  <a:pt x="555529" y="54007"/>
                  <a:pt x="560273" y="53598"/>
                  <a:pt x="565676" y="53598"/>
                </a:cubicBezTo>
                <a:lnTo>
                  <a:pt x="571600" y="53598"/>
                </a:lnTo>
                <a:lnTo>
                  <a:pt x="571600" y="49921"/>
                </a:lnTo>
                <a:cubicBezTo>
                  <a:pt x="571600" y="48012"/>
                  <a:pt x="571397" y="46357"/>
                  <a:pt x="570989" y="44948"/>
                </a:cubicBezTo>
                <a:cubicBezTo>
                  <a:pt x="570626" y="43497"/>
                  <a:pt x="569988" y="42291"/>
                  <a:pt x="569083" y="41339"/>
                </a:cubicBezTo>
                <a:cubicBezTo>
                  <a:pt x="568220" y="40385"/>
                  <a:pt x="567039" y="39682"/>
                  <a:pt x="565539" y="39228"/>
                </a:cubicBezTo>
                <a:cubicBezTo>
                  <a:pt x="564088" y="38773"/>
                  <a:pt x="562270" y="38548"/>
                  <a:pt x="560093" y="38548"/>
                </a:cubicBezTo>
                <a:cubicBezTo>
                  <a:pt x="557230" y="38548"/>
                  <a:pt x="554666" y="38865"/>
                  <a:pt x="552395" y="39499"/>
                </a:cubicBezTo>
                <a:cubicBezTo>
                  <a:pt x="550172" y="40136"/>
                  <a:pt x="548197" y="40839"/>
                  <a:pt x="546471" y="41611"/>
                </a:cubicBezTo>
                <a:cubicBezTo>
                  <a:pt x="544745" y="42382"/>
                  <a:pt x="543294" y="43088"/>
                  <a:pt x="542111" y="43723"/>
                </a:cubicBezTo>
                <a:cubicBezTo>
                  <a:pt x="540976" y="44357"/>
                  <a:pt x="540045" y="44677"/>
                  <a:pt x="539319" y="44677"/>
                </a:cubicBezTo>
                <a:cubicBezTo>
                  <a:pt x="538819" y="44677"/>
                  <a:pt x="538367" y="44517"/>
                  <a:pt x="537959" y="44200"/>
                </a:cubicBezTo>
                <a:cubicBezTo>
                  <a:pt x="537593" y="43883"/>
                  <a:pt x="537276" y="43428"/>
                  <a:pt x="537004" y="42837"/>
                </a:cubicBezTo>
                <a:cubicBezTo>
                  <a:pt x="536776" y="42248"/>
                  <a:pt x="536596" y="41519"/>
                  <a:pt x="536458" y="40657"/>
                </a:cubicBezTo>
                <a:cubicBezTo>
                  <a:pt x="536324" y="39796"/>
                  <a:pt x="536256" y="38842"/>
                  <a:pt x="536256" y="37796"/>
                </a:cubicBezTo>
                <a:cubicBezTo>
                  <a:pt x="536256" y="36390"/>
                  <a:pt x="536367" y="35279"/>
                  <a:pt x="536596" y="34461"/>
                </a:cubicBezTo>
                <a:cubicBezTo>
                  <a:pt x="536821" y="33644"/>
                  <a:pt x="537253" y="32916"/>
                  <a:pt x="537890" y="32281"/>
                </a:cubicBezTo>
                <a:cubicBezTo>
                  <a:pt x="538524" y="31601"/>
                  <a:pt x="539636" y="30872"/>
                  <a:pt x="541228" y="30101"/>
                </a:cubicBezTo>
                <a:cubicBezTo>
                  <a:pt x="542816" y="29284"/>
                  <a:pt x="544677" y="28535"/>
                  <a:pt x="546811" y="27855"/>
                </a:cubicBezTo>
                <a:cubicBezTo>
                  <a:pt x="548946" y="27172"/>
                  <a:pt x="551260" y="26629"/>
                  <a:pt x="553758" y="26220"/>
                </a:cubicBezTo>
                <a:cubicBezTo>
                  <a:pt x="556301" y="25766"/>
                  <a:pt x="558910" y="25537"/>
                  <a:pt x="561590" y="25537"/>
                </a:cubicBezTo>
                <a:cubicBezTo>
                  <a:pt x="566356" y="25537"/>
                  <a:pt x="570420" y="26015"/>
                  <a:pt x="573780" y="26969"/>
                </a:cubicBezTo>
                <a:cubicBezTo>
                  <a:pt x="577186" y="27878"/>
                  <a:pt x="579978" y="29307"/>
                  <a:pt x="582158" y="31258"/>
                </a:cubicBezTo>
                <a:cubicBezTo>
                  <a:pt x="584336" y="33167"/>
                  <a:pt x="585925" y="35642"/>
                  <a:pt x="586925" y="38682"/>
                </a:cubicBezTo>
                <a:cubicBezTo>
                  <a:pt x="587925" y="41725"/>
                  <a:pt x="588422" y="45334"/>
                  <a:pt x="588422" y="49512"/>
                </a:cubicBezTo>
                <a:lnTo>
                  <a:pt x="588422" y="90374"/>
                </a:lnTo>
                <a:close/>
                <a:moveTo>
                  <a:pt x="571600" y="64359"/>
                </a:moveTo>
                <a:lnTo>
                  <a:pt x="565062" y="64359"/>
                </a:lnTo>
                <a:cubicBezTo>
                  <a:pt x="562293" y="64359"/>
                  <a:pt x="559933" y="64562"/>
                  <a:pt x="557981" y="64971"/>
                </a:cubicBezTo>
                <a:cubicBezTo>
                  <a:pt x="556027" y="65380"/>
                  <a:pt x="554438" y="65994"/>
                  <a:pt x="553212" y="66811"/>
                </a:cubicBezTo>
                <a:cubicBezTo>
                  <a:pt x="551986" y="67628"/>
                  <a:pt x="551080" y="68626"/>
                  <a:pt x="550489" y="69806"/>
                </a:cubicBezTo>
                <a:cubicBezTo>
                  <a:pt x="549943" y="70940"/>
                  <a:pt x="549672" y="72258"/>
                  <a:pt x="549672" y="73758"/>
                </a:cubicBezTo>
                <a:cubicBezTo>
                  <a:pt x="549672" y="76298"/>
                  <a:pt x="550466" y="78298"/>
                  <a:pt x="552055" y="79750"/>
                </a:cubicBezTo>
                <a:cubicBezTo>
                  <a:pt x="553689" y="81202"/>
                  <a:pt x="555938" y="81930"/>
                  <a:pt x="558798" y="81930"/>
                </a:cubicBezTo>
                <a:cubicBezTo>
                  <a:pt x="561204" y="81930"/>
                  <a:pt x="563405" y="81316"/>
                  <a:pt x="565405" y="80090"/>
                </a:cubicBezTo>
                <a:cubicBezTo>
                  <a:pt x="567448" y="78864"/>
                  <a:pt x="569511" y="77070"/>
                  <a:pt x="571600" y="74709"/>
                </a:cubicBezTo>
                <a:lnTo>
                  <a:pt x="571600" y="64359"/>
                </a:lnTo>
                <a:close/>
                <a:moveTo>
                  <a:pt x="640183" y="84176"/>
                </a:moveTo>
                <a:cubicBezTo>
                  <a:pt x="640183" y="86174"/>
                  <a:pt x="640046" y="87717"/>
                  <a:pt x="639774" y="88808"/>
                </a:cubicBezTo>
                <a:cubicBezTo>
                  <a:pt x="639546" y="89851"/>
                  <a:pt x="639228" y="90600"/>
                  <a:pt x="638820" y="91054"/>
                </a:cubicBezTo>
                <a:cubicBezTo>
                  <a:pt x="638411" y="91463"/>
                  <a:pt x="637800" y="91849"/>
                  <a:pt x="636982" y="92212"/>
                </a:cubicBezTo>
                <a:cubicBezTo>
                  <a:pt x="636211" y="92532"/>
                  <a:pt x="635279" y="92803"/>
                  <a:pt x="634188" y="93029"/>
                </a:cubicBezTo>
                <a:cubicBezTo>
                  <a:pt x="633145" y="93303"/>
                  <a:pt x="631988" y="93506"/>
                  <a:pt x="630716" y="93643"/>
                </a:cubicBezTo>
                <a:cubicBezTo>
                  <a:pt x="629490" y="93780"/>
                  <a:pt x="628241" y="93846"/>
                  <a:pt x="626970" y="93846"/>
                </a:cubicBezTo>
                <a:cubicBezTo>
                  <a:pt x="623564" y="93846"/>
                  <a:pt x="620615" y="93417"/>
                  <a:pt x="618117" y="92554"/>
                </a:cubicBezTo>
                <a:cubicBezTo>
                  <a:pt x="615620" y="91691"/>
                  <a:pt x="613554" y="90374"/>
                  <a:pt x="611919" y="88603"/>
                </a:cubicBezTo>
                <a:cubicBezTo>
                  <a:pt x="610285" y="86788"/>
                  <a:pt x="609082" y="84516"/>
                  <a:pt x="608310" y="81793"/>
                </a:cubicBezTo>
                <a:cubicBezTo>
                  <a:pt x="607539" y="79070"/>
                  <a:pt x="607153" y="75844"/>
                  <a:pt x="607153" y="72123"/>
                </a:cubicBezTo>
                <a:lnTo>
                  <a:pt x="607153" y="40999"/>
                </a:lnTo>
                <a:lnTo>
                  <a:pt x="599864" y="40999"/>
                </a:lnTo>
                <a:cubicBezTo>
                  <a:pt x="599001" y="40999"/>
                  <a:pt x="598343" y="40476"/>
                  <a:pt x="597889" y="39431"/>
                </a:cubicBezTo>
                <a:cubicBezTo>
                  <a:pt x="597435" y="38342"/>
                  <a:pt x="597209" y="36550"/>
                  <a:pt x="597209" y="34053"/>
                </a:cubicBezTo>
                <a:cubicBezTo>
                  <a:pt x="597209" y="32736"/>
                  <a:pt x="597255" y="31624"/>
                  <a:pt x="597343" y="30715"/>
                </a:cubicBezTo>
                <a:cubicBezTo>
                  <a:pt x="597480" y="29807"/>
                  <a:pt x="597663" y="29104"/>
                  <a:pt x="597889" y="28604"/>
                </a:cubicBezTo>
                <a:cubicBezTo>
                  <a:pt x="598118" y="28058"/>
                  <a:pt x="598389" y="27672"/>
                  <a:pt x="598706" y="27446"/>
                </a:cubicBezTo>
                <a:cubicBezTo>
                  <a:pt x="599069" y="27218"/>
                  <a:pt x="599478" y="27106"/>
                  <a:pt x="599932" y="27106"/>
                </a:cubicBezTo>
                <a:lnTo>
                  <a:pt x="607153" y="27106"/>
                </a:lnTo>
                <a:lnTo>
                  <a:pt x="607153" y="13553"/>
                </a:lnTo>
                <a:cubicBezTo>
                  <a:pt x="607153" y="13099"/>
                  <a:pt x="607264" y="12690"/>
                  <a:pt x="607493" y="12327"/>
                </a:cubicBezTo>
                <a:cubicBezTo>
                  <a:pt x="607765" y="11964"/>
                  <a:pt x="608219" y="11667"/>
                  <a:pt x="608853" y="11441"/>
                </a:cubicBezTo>
                <a:cubicBezTo>
                  <a:pt x="609536" y="11170"/>
                  <a:pt x="610422" y="10987"/>
                  <a:pt x="611511" y="10896"/>
                </a:cubicBezTo>
                <a:cubicBezTo>
                  <a:pt x="612645" y="10761"/>
                  <a:pt x="614031" y="10693"/>
                  <a:pt x="615666" y="10693"/>
                </a:cubicBezTo>
                <a:cubicBezTo>
                  <a:pt x="617346" y="10693"/>
                  <a:pt x="618729" y="10761"/>
                  <a:pt x="619820" y="10896"/>
                </a:cubicBezTo>
                <a:cubicBezTo>
                  <a:pt x="620955" y="10987"/>
                  <a:pt x="621841" y="11170"/>
                  <a:pt x="622475" y="11441"/>
                </a:cubicBezTo>
                <a:cubicBezTo>
                  <a:pt x="623112" y="11667"/>
                  <a:pt x="623564" y="11964"/>
                  <a:pt x="623838" y="12327"/>
                </a:cubicBezTo>
                <a:cubicBezTo>
                  <a:pt x="624109" y="12690"/>
                  <a:pt x="624247" y="13099"/>
                  <a:pt x="624247" y="13553"/>
                </a:cubicBezTo>
                <a:lnTo>
                  <a:pt x="624247" y="27106"/>
                </a:lnTo>
                <a:lnTo>
                  <a:pt x="637457" y="27106"/>
                </a:lnTo>
                <a:cubicBezTo>
                  <a:pt x="637911" y="27106"/>
                  <a:pt x="638297" y="27218"/>
                  <a:pt x="638617" y="27446"/>
                </a:cubicBezTo>
                <a:cubicBezTo>
                  <a:pt x="638980" y="27672"/>
                  <a:pt x="639274" y="28058"/>
                  <a:pt x="639500" y="28604"/>
                </a:cubicBezTo>
                <a:cubicBezTo>
                  <a:pt x="639729" y="29104"/>
                  <a:pt x="639889" y="29807"/>
                  <a:pt x="639977" y="30715"/>
                </a:cubicBezTo>
                <a:cubicBezTo>
                  <a:pt x="640114" y="31624"/>
                  <a:pt x="640183" y="32736"/>
                  <a:pt x="640183" y="34053"/>
                </a:cubicBezTo>
                <a:cubicBezTo>
                  <a:pt x="640183" y="36550"/>
                  <a:pt x="639954" y="38342"/>
                  <a:pt x="639500" y="39431"/>
                </a:cubicBezTo>
                <a:cubicBezTo>
                  <a:pt x="639048" y="40476"/>
                  <a:pt x="638388" y="40999"/>
                  <a:pt x="637525" y="40999"/>
                </a:cubicBezTo>
                <a:lnTo>
                  <a:pt x="624247" y="40999"/>
                </a:lnTo>
                <a:lnTo>
                  <a:pt x="624247" y="69534"/>
                </a:lnTo>
                <a:cubicBezTo>
                  <a:pt x="624247" y="72849"/>
                  <a:pt x="624767" y="75347"/>
                  <a:pt x="625813" y="77027"/>
                </a:cubicBezTo>
                <a:cubicBezTo>
                  <a:pt x="626855" y="78661"/>
                  <a:pt x="628719" y="79479"/>
                  <a:pt x="631396" y="79479"/>
                </a:cubicBezTo>
                <a:cubicBezTo>
                  <a:pt x="632305" y="79479"/>
                  <a:pt x="633122" y="79410"/>
                  <a:pt x="633848" y="79273"/>
                </a:cubicBezTo>
                <a:cubicBezTo>
                  <a:pt x="634576" y="79093"/>
                  <a:pt x="635211" y="78910"/>
                  <a:pt x="635757" y="78727"/>
                </a:cubicBezTo>
                <a:cubicBezTo>
                  <a:pt x="636345" y="78501"/>
                  <a:pt x="636822" y="78318"/>
                  <a:pt x="637185" y="78184"/>
                </a:cubicBezTo>
                <a:cubicBezTo>
                  <a:pt x="637594" y="78001"/>
                  <a:pt x="637957" y="77910"/>
                  <a:pt x="638274" y="77910"/>
                </a:cubicBezTo>
                <a:cubicBezTo>
                  <a:pt x="638548" y="77910"/>
                  <a:pt x="638797" y="78001"/>
                  <a:pt x="639026" y="78184"/>
                </a:cubicBezTo>
                <a:cubicBezTo>
                  <a:pt x="639297" y="78318"/>
                  <a:pt x="639500" y="78638"/>
                  <a:pt x="639637" y="79136"/>
                </a:cubicBezTo>
                <a:cubicBezTo>
                  <a:pt x="639774" y="79590"/>
                  <a:pt x="639889" y="80227"/>
                  <a:pt x="639977" y="81044"/>
                </a:cubicBezTo>
                <a:cubicBezTo>
                  <a:pt x="640114" y="81862"/>
                  <a:pt x="640183" y="82905"/>
                  <a:pt x="640183" y="84176"/>
                </a:cubicBezTo>
                <a:close/>
                <a:moveTo>
                  <a:pt x="669741" y="90168"/>
                </a:moveTo>
                <a:cubicBezTo>
                  <a:pt x="669741" y="90623"/>
                  <a:pt x="669604" y="91031"/>
                  <a:pt x="669332" y="91394"/>
                </a:cubicBezTo>
                <a:cubicBezTo>
                  <a:pt x="669058" y="91714"/>
                  <a:pt x="668581" y="91986"/>
                  <a:pt x="667901" y="92212"/>
                </a:cubicBezTo>
                <a:cubicBezTo>
                  <a:pt x="667266" y="92440"/>
                  <a:pt x="666403" y="92600"/>
                  <a:pt x="665312" y="92689"/>
                </a:cubicBezTo>
                <a:cubicBezTo>
                  <a:pt x="664223" y="92826"/>
                  <a:pt x="662837" y="92894"/>
                  <a:pt x="661160" y="92894"/>
                </a:cubicBezTo>
                <a:cubicBezTo>
                  <a:pt x="659480" y="92894"/>
                  <a:pt x="658094" y="92826"/>
                  <a:pt x="657005" y="92689"/>
                </a:cubicBezTo>
                <a:cubicBezTo>
                  <a:pt x="655913" y="92600"/>
                  <a:pt x="655030" y="92440"/>
                  <a:pt x="654347" y="92212"/>
                </a:cubicBezTo>
                <a:cubicBezTo>
                  <a:pt x="653713" y="91986"/>
                  <a:pt x="653259" y="91714"/>
                  <a:pt x="652987" y="91394"/>
                </a:cubicBezTo>
                <a:cubicBezTo>
                  <a:pt x="652713" y="91031"/>
                  <a:pt x="652579" y="90623"/>
                  <a:pt x="652579" y="90168"/>
                </a:cubicBezTo>
                <a:lnTo>
                  <a:pt x="652579" y="29558"/>
                </a:lnTo>
                <a:cubicBezTo>
                  <a:pt x="652579" y="29104"/>
                  <a:pt x="652713" y="28718"/>
                  <a:pt x="652987" y="28398"/>
                </a:cubicBezTo>
                <a:cubicBezTo>
                  <a:pt x="653259" y="28035"/>
                  <a:pt x="653713" y="27741"/>
                  <a:pt x="654347" y="27515"/>
                </a:cubicBezTo>
                <a:cubicBezTo>
                  <a:pt x="655030" y="27241"/>
                  <a:pt x="655913" y="27038"/>
                  <a:pt x="657005" y="26901"/>
                </a:cubicBezTo>
                <a:cubicBezTo>
                  <a:pt x="658094" y="26763"/>
                  <a:pt x="659480" y="26698"/>
                  <a:pt x="661160" y="26698"/>
                </a:cubicBezTo>
                <a:cubicBezTo>
                  <a:pt x="662837" y="26698"/>
                  <a:pt x="664223" y="26763"/>
                  <a:pt x="665312" y="26901"/>
                </a:cubicBezTo>
                <a:cubicBezTo>
                  <a:pt x="666403" y="27038"/>
                  <a:pt x="667266" y="27241"/>
                  <a:pt x="667901" y="27515"/>
                </a:cubicBezTo>
                <a:cubicBezTo>
                  <a:pt x="668581" y="27741"/>
                  <a:pt x="669058" y="28035"/>
                  <a:pt x="669332" y="28398"/>
                </a:cubicBezTo>
                <a:cubicBezTo>
                  <a:pt x="669604" y="28718"/>
                  <a:pt x="669741" y="29104"/>
                  <a:pt x="669741" y="29558"/>
                </a:cubicBezTo>
                <a:lnTo>
                  <a:pt x="669741" y="90168"/>
                </a:lnTo>
                <a:close/>
                <a:moveTo>
                  <a:pt x="671032" y="8853"/>
                </a:moveTo>
                <a:cubicBezTo>
                  <a:pt x="671032" y="12304"/>
                  <a:pt x="670329" y="14688"/>
                  <a:pt x="668924" y="16005"/>
                </a:cubicBezTo>
                <a:cubicBezTo>
                  <a:pt x="667515" y="17319"/>
                  <a:pt x="664903" y="17979"/>
                  <a:pt x="661091" y="17979"/>
                </a:cubicBezTo>
                <a:cubicBezTo>
                  <a:pt x="657231" y="17979"/>
                  <a:pt x="654622" y="17342"/>
                  <a:pt x="653259" y="16073"/>
                </a:cubicBezTo>
                <a:cubicBezTo>
                  <a:pt x="651941" y="14802"/>
                  <a:pt x="651284" y="12507"/>
                  <a:pt x="651284" y="9193"/>
                </a:cubicBezTo>
                <a:cubicBezTo>
                  <a:pt x="651284" y="5744"/>
                  <a:pt x="651964" y="3360"/>
                  <a:pt x="653327" y="2043"/>
                </a:cubicBezTo>
                <a:cubicBezTo>
                  <a:pt x="654733" y="680"/>
                  <a:pt x="657368" y="0"/>
                  <a:pt x="661226" y="0"/>
                </a:cubicBezTo>
                <a:cubicBezTo>
                  <a:pt x="665040" y="0"/>
                  <a:pt x="667629" y="657"/>
                  <a:pt x="668989" y="1975"/>
                </a:cubicBezTo>
                <a:cubicBezTo>
                  <a:pt x="670352" y="3246"/>
                  <a:pt x="671032" y="5538"/>
                  <a:pt x="671032" y="8853"/>
                </a:cubicBezTo>
                <a:close/>
                <a:moveTo>
                  <a:pt x="748265" y="59182"/>
                </a:moveTo>
                <a:cubicBezTo>
                  <a:pt x="748265" y="64359"/>
                  <a:pt x="747582" y="69080"/>
                  <a:pt x="746222" y="73349"/>
                </a:cubicBezTo>
                <a:cubicBezTo>
                  <a:pt x="744859" y="77615"/>
                  <a:pt x="742793" y="81293"/>
                  <a:pt x="740024" y="84382"/>
                </a:cubicBezTo>
                <a:cubicBezTo>
                  <a:pt x="737255" y="87468"/>
                  <a:pt x="733780" y="89851"/>
                  <a:pt x="729603" y="91531"/>
                </a:cubicBezTo>
                <a:cubicBezTo>
                  <a:pt x="725428" y="93212"/>
                  <a:pt x="720544" y="94052"/>
                  <a:pt x="714961" y="94052"/>
                </a:cubicBezTo>
                <a:cubicBezTo>
                  <a:pt x="709557" y="94052"/>
                  <a:pt x="704860" y="93303"/>
                  <a:pt x="700865" y="91803"/>
                </a:cubicBezTo>
                <a:cubicBezTo>
                  <a:pt x="696867" y="90306"/>
                  <a:pt x="693552" y="88125"/>
                  <a:pt x="690921" y="85265"/>
                </a:cubicBezTo>
                <a:cubicBezTo>
                  <a:pt x="688286" y="82405"/>
                  <a:pt x="686334" y="78887"/>
                  <a:pt x="685063" y="74709"/>
                </a:cubicBezTo>
                <a:cubicBezTo>
                  <a:pt x="683791" y="70532"/>
                  <a:pt x="683157" y="65765"/>
                  <a:pt x="683157" y="60408"/>
                </a:cubicBezTo>
                <a:cubicBezTo>
                  <a:pt x="683157" y="55233"/>
                  <a:pt x="683837" y="50509"/>
                  <a:pt x="685200" y="46243"/>
                </a:cubicBezTo>
                <a:cubicBezTo>
                  <a:pt x="686606" y="41928"/>
                  <a:pt x="688695" y="38250"/>
                  <a:pt x="691466" y="35210"/>
                </a:cubicBezTo>
                <a:cubicBezTo>
                  <a:pt x="694235" y="32121"/>
                  <a:pt x="697684" y="29738"/>
                  <a:pt x="701816" y="28058"/>
                </a:cubicBezTo>
                <a:cubicBezTo>
                  <a:pt x="705994" y="26378"/>
                  <a:pt x="710875" y="25537"/>
                  <a:pt x="716458" y="25537"/>
                </a:cubicBezTo>
                <a:cubicBezTo>
                  <a:pt x="721907" y="25537"/>
                  <a:pt x="726631" y="26289"/>
                  <a:pt x="730626" y="27786"/>
                </a:cubicBezTo>
                <a:cubicBezTo>
                  <a:pt x="734620" y="29238"/>
                  <a:pt x="737912" y="31395"/>
                  <a:pt x="740501" y="34256"/>
                </a:cubicBezTo>
                <a:cubicBezTo>
                  <a:pt x="743133" y="37116"/>
                  <a:pt x="745087" y="40637"/>
                  <a:pt x="746356" y="44811"/>
                </a:cubicBezTo>
                <a:cubicBezTo>
                  <a:pt x="747628" y="48989"/>
                  <a:pt x="748265" y="53778"/>
                  <a:pt x="748265" y="59182"/>
                </a:cubicBezTo>
                <a:close/>
                <a:moveTo>
                  <a:pt x="730626" y="59865"/>
                </a:moveTo>
                <a:cubicBezTo>
                  <a:pt x="730626" y="56867"/>
                  <a:pt x="730374" y="54121"/>
                  <a:pt x="729877" y="51624"/>
                </a:cubicBezTo>
                <a:cubicBezTo>
                  <a:pt x="729423" y="49080"/>
                  <a:pt x="728628" y="46877"/>
                  <a:pt x="727491" y="45017"/>
                </a:cubicBezTo>
                <a:cubicBezTo>
                  <a:pt x="726356" y="43154"/>
                  <a:pt x="724836" y="41702"/>
                  <a:pt x="722930" y="40657"/>
                </a:cubicBezTo>
                <a:cubicBezTo>
                  <a:pt x="721067" y="39614"/>
                  <a:pt x="718707" y="39091"/>
                  <a:pt x="715847" y="39091"/>
                </a:cubicBezTo>
                <a:cubicBezTo>
                  <a:pt x="713303" y="39091"/>
                  <a:pt x="711080" y="39568"/>
                  <a:pt x="709171" y="40522"/>
                </a:cubicBezTo>
                <a:cubicBezTo>
                  <a:pt x="707266" y="41431"/>
                  <a:pt x="705700" y="42791"/>
                  <a:pt x="704474" y="44608"/>
                </a:cubicBezTo>
                <a:cubicBezTo>
                  <a:pt x="703248" y="46377"/>
                  <a:pt x="702316" y="48535"/>
                  <a:pt x="701682" y="51078"/>
                </a:cubicBezTo>
                <a:cubicBezTo>
                  <a:pt x="701090" y="53575"/>
                  <a:pt x="700796" y="56436"/>
                  <a:pt x="700796" y="59659"/>
                </a:cubicBezTo>
                <a:cubicBezTo>
                  <a:pt x="700796" y="62656"/>
                  <a:pt x="701045" y="65425"/>
                  <a:pt x="701545" y="67968"/>
                </a:cubicBezTo>
                <a:cubicBezTo>
                  <a:pt x="702045" y="70466"/>
                  <a:pt x="702839" y="72643"/>
                  <a:pt x="703928" y="74506"/>
                </a:cubicBezTo>
                <a:cubicBezTo>
                  <a:pt x="705062" y="76367"/>
                  <a:pt x="706585" y="77821"/>
                  <a:pt x="708491" y="78864"/>
                </a:cubicBezTo>
                <a:cubicBezTo>
                  <a:pt x="710397" y="79864"/>
                  <a:pt x="712758" y="80361"/>
                  <a:pt x="715575" y="80361"/>
                </a:cubicBezTo>
                <a:cubicBezTo>
                  <a:pt x="718161" y="80361"/>
                  <a:pt x="720410" y="79910"/>
                  <a:pt x="722316" y="79001"/>
                </a:cubicBezTo>
                <a:cubicBezTo>
                  <a:pt x="724222" y="78047"/>
                  <a:pt x="725791" y="76684"/>
                  <a:pt x="727017" y="74915"/>
                </a:cubicBezTo>
                <a:cubicBezTo>
                  <a:pt x="728242" y="73143"/>
                  <a:pt x="729148" y="71009"/>
                  <a:pt x="729740" y="68511"/>
                </a:cubicBezTo>
                <a:cubicBezTo>
                  <a:pt x="730331" y="65971"/>
                  <a:pt x="730626" y="63088"/>
                  <a:pt x="730626" y="59865"/>
                </a:cubicBezTo>
                <a:close/>
                <a:moveTo>
                  <a:pt x="819842" y="90168"/>
                </a:moveTo>
                <a:cubicBezTo>
                  <a:pt x="819842" y="90623"/>
                  <a:pt x="819705" y="91031"/>
                  <a:pt x="819434" y="91394"/>
                </a:cubicBezTo>
                <a:cubicBezTo>
                  <a:pt x="819160" y="91714"/>
                  <a:pt x="818708" y="91986"/>
                  <a:pt x="818071" y="92212"/>
                </a:cubicBezTo>
                <a:cubicBezTo>
                  <a:pt x="817436" y="92440"/>
                  <a:pt x="816551" y="92600"/>
                  <a:pt x="815416" y="92689"/>
                </a:cubicBezTo>
                <a:cubicBezTo>
                  <a:pt x="814325" y="92826"/>
                  <a:pt x="812964" y="92894"/>
                  <a:pt x="811330" y="92894"/>
                </a:cubicBezTo>
                <a:cubicBezTo>
                  <a:pt x="809650" y="92894"/>
                  <a:pt x="808241" y="92826"/>
                  <a:pt x="807107" y="92689"/>
                </a:cubicBezTo>
                <a:cubicBezTo>
                  <a:pt x="806018" y="92600"/>
                  <a:pt x="805155" y="92440"/>
                  <a:pt x="804518" y="92212"/>
                </a:cubicBezTo>
                <a:cubicBezTo>
                  <a:pt x="803883" y="91986"/>
                  <a:pt x="803429" y="91714"/>
                  <a:pt x="803158" y="91394"/>
                </a:cubicBezTo>
                <a:cubicBezTo>
                  <a:pt x="802883" y="91031"/>
                  <a:pt x="802749" y="90623"/>
                  <a:pt x="802749" y="90168"/>
                </a:cubicBezTo>
                <a:lnTo>
                  <a:pt x="802749" y="55504"/>
                </a:lnTo>
                <a:cubicBezTo>
                  <a:pt x="802749" y="52552"/>
                  <a:pt x="802520" y="50238"/>
                  <a:pt x="802066" y="48557"/>
                </a:cubicBezTo>
                <a:cubicBezTo>
                  <a:pt x="801657" y="46877"/>
                  <a:pt x="801046" y="45449"/>
                  <a:pt x="800229" y="44268"/>
                </a:cubicBezTo>
                <a:cubicBezTo>
                  <a:pt x="799411" y="43043"/>
                  <a:pt x="798343" y="42111"/>
                  <a:pt x="797028" y="41474"/>
                </a:cubicBezTo>
                <a:cubicBezTo>
                  <a:pt x="795757" y="40794"/>
                  <a:pt x="794256" y="40454"/>
                  <a:pt x="792533" y="40454"/>
                </a:cubicBezTo>
                <a:cubicBezTo>
                  <a:pt x="790353" y="40454"/>
                  <a:pt x="788150" y="41248"/>
                  <a:pt x="785927" y="42837"/>
                </a:cubicBezTo>
                <a:cubicBezTo>
                  <a:pt x="783701" y="44426"/>
                  <a:pt x="781386" y="46743"/>
                  <a:pt x="778980" y="49783"/>
                </a:cubicBezTo>
                <a:lnTo>
                  <a:pt x="778980" y="90168"/>
                </a:lnTo>
                <a:cubicBezTo>
                  <a:pt x="778980" y="90623"/>
                  <a:pt x="778843" y="91031"/>
                  <a:pt x="778572" y="91394"/>
                </a:cubicBezTo>
                <a:cubicBezTo>
                  <a:pt x="778297" y="91714"/>
                  <a:pt x="777823" y="91986"/>
                  <a:pt x="777140" y="92212"/>
                </a:cubicBezTo>
                <a:cubicBezTo>
                  <a:pt x="776506" y="92440"/>
                  <a:pt x="775643" y="92600"/>
                  <a:pt x="774551" y="92689"/>
                </a:cubicBezTo>
                <a:cubicBezTo>
                  <a:pt x="773462" y="92826"/>
                  <a:pt x="772079" y="92894"/>
                  <a:pt x="770399" y="92894"/>
                </a:cubicBezTo>
                <a:cubicBezTo>
                  <a:pt x="768719" y="92894"/>
                  <a:pt x="767333" y="92826"/>
                  <a:pt x="766244" y="92689"/>
                </a:cubicBezTo>
                <a:cubicBezTo>
                  <a:pt x="765153" y="92600"/>
                  <a:pt x="764270" y="92440"/>
                  <a:pt x="763587" y="92212"/>
                </a:cubicBezTo>
                <a:cubicBezTo>
                  <a:pt x="762953" y="91986"/>
                  <a:pt x="762498" y="91714"/>
                  <a:pt x="762227" y="91394"/>
                </a:cubicBezTo>
                <a:cubicBezTo>
                  <a:pt x="761952" y="91031"/>
                  <a:pt x="761818" y="90623"/>
                  <a:pt x="761818" y="90168"/>
                </a:cubicBezTo>
                <a:lnTo>
                  <a:pt x="761818" y="29421"/>
                </a:lnTo>
                <a:cubicBezTo>
                  <a:pt x="761818" y="28966"/>
                  <a:pt x="761930" y="28581"/>
                  <a:pt x="762158" y="28264"/>
                </a:cubicBezTo>
                <a:cubicBezTo>
                  <a:pt x="762384" y="27901"/>
                  <a:pt x="762792" y="27603"/>
                  <a:pt x="763384" y="27378"/>
                </a:cubicBezTo>
                <a:cubicBezTo>
                  <a:pt x="763973" y="27149"/>
                  <a:pt x="764724" y="26992"/>
                  <a:pt x="765630" y="26901"/>
                </a:cubicBezTo>
                <a:cubicBezTo>
                  <a:pt x="766584" y="26763"/>
                  <a:pt x="767765" y="26698"/>
                  <a:pt x="769173" y="26698"/>
                </a:cubicBezTo>
                <a:cubicBezTo>
                  <a:pt x="770625" y="26698"/>
                  <a:pt x="771828" y="26763"/>
                  <a:pt x="772782" y="26901"/>
                </a:cubicBezTo>
                <a:cubicBezTo>
                  <a:pt x="773734" y="26992"/>
                  <a:pt x="774463" y="27149"/>
                  <a:pt x="774960" y="27378"/>
                </a:cubicBezTo>
                <a:cubicBezTo>
                  <a:pt x="775505" y="27603"/>
                  <a:pt x="775891" y="27901"/>
                  <a:pt x="776120" y="28264"/>
                </a:cubicBezTo>
                <a:cubicBezTo>
                  <a:pt x="776346" y="28581"/>
                  <a:pt x="776460" y="28966"/>
                  <a:pt x="776460" y="29421"/>
                </a:cubicBezTo>
                <a:lnTo>
                  <a:pt x="776460" y="36436"/>
                </a:lnTo>
                <a:cubicBezTo>
                  <a:pt x="779820" y="32804"/>
                  <a:pt x="783224" y="30078"/>
                  <a:pt x="786675" y="28264"/>
                </a:cubicBezTo>
                <a:cubicBezTo>
                  <a:pt x="790170" y="26446"/>
                  <a:pt x="793802" y="25537"/>
                  <a:pt x="797571" y="25537"/>
                </a:cubicBezTo>
                <a:cubicBezTo>
                  <a:pt x="801703" y="25537"/>
                  <a:pt x="805178" y="26220"/>
                  <a:pt x="807992" y="27581"/>
                </a:cubicBezTo>
                <a:cubicBezTo>
                  <a:pt x="810853" y="28944"/>
                  <a:pt x="813144" y="30807"/>
                  <a:pt x="814870" y="33167"/>
                </a:cubicBezTo>
                <a:cubicBezTo>
                  <a:pt x="816642" y="35482"/>
                  <a:pt x="817914" y="38205"/>
                  <a:pt x="818685" y="41339"/>
                </a:cubicBezTo>
                <a:cubicBezTo>
                  <a:pt x="819457" y="44471"/>
                  <a:pt x="819842" y="48240"/>
                  <a:pt x="819842" y="52644"/>
                </a:cubicBezTo>
                <a:lnTo>
                  <a:pt x="819842" y="901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A106C-DABE-4F93-B8F3-1AC6BFCD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239" y="18809"/>
            <a:ext cx="3491343" cy="211277"/>
          </a:xfrm>
          <a:custGeom xmlns:a="http://schemas.openxmlformats.org/drawingml/2006/main">
            <a:pathLst>
              <a:path w="3491343" h="211277">
                <a:moveTo>
                  <a:pt x="0" y="211277"/>
                </a:moveTo>
                <a:lnTo>
                  <a:pt x="0" y="0"/>
                </a:lnTo>
                <a:lnTo>
                  <a:pt x="3491343" y="0"/>
                </a:lnTo>
                <a:lnTo>
                  <a:pt x="3491343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997CA-01D7-4E1C-8416-09224DC5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546" y="73163"/>
            <a:ext cx="2465722" cy="121701"/>
          </a:xfrm>
          <a:custGeom xmlns:a="http://schemas.openxmlformats.org/drawingml/2006/main">
            <a:pathLst>
              <a:path w="2465722" h="121701">
                <a:moveTo>
                  <a:pt x="29149" y="3815"/>
                </a:moveTo>
                <a:cubicBezTo>
                  <a:pt x="25335" y="12667"/>
                  <a:pt x="22451" y="21817"/>
                  <a:pt x="20500" y="31258"/>
                </a:cubicBezTo>
                <a:cubicBezTo>
                  <a:pt x="18548" y="40657"/>
                  <a:pt x="17571" y="50306"/>
                  <a:pt x="17571" y="60205"/>
                </a:cubicBezTo>
                <a:cubicBezTo>
                  <a:pt x="17571" y="70146"/>
                  <a:pt x="18548" y="79819"/>
                  <a:pt x="20500" y="89217"/>
                </a:cubicBezTo>
                <a:cubicBezTo>
                  <a:pt x="22497" y="98569"/>
                  <a:pt x="25357" y="107742"/>
                  <a:pt x="29081" y="116732"/>
                </a:cubicBezTo>
                <a:cubicBezTo>
                  <a:pt x="29352" y="117458"/>
                  <a:pt x="29489" y="118069"/>
                  <a:pt x="29489" y="118569"/>
                </a:cubicBezTo>
                <a:cubicBezTo>
                  <a:pt x="29489" y="119115"/>
                  <a:pt x="29238" y="119569"/>
                  <a:pt x="28741" y="119932"/>
                </a:cubicBezTo>
                <a:cubicBezTo>
                  <a:pt x="28241" y="120295"/>
                  <a:pt x="27469" y="120566"/>
                  <a:pt x="26423" y="120749"/>
                </a:cubicBezTo>
                <a:cubicBezTo>
                  <a:pt x="25426" y="120929"/>
                  <a:pt x="24017" y="121021"/>
                  <a:pt x="22203" y="121021"/>
                </a:cubicBezTo>
                <a:cubicBezTo>
                  <a:pt x="20931" y="121021"/>
                  <a:pt x="19840" y="120975"/>
                  <a:pt x="18934" y="120884"/>
                </a:cubicBezTo>
                <a:cubicBezTo>
                  <a:pt x="18025" y="120795"/>
                  <a:pt x="17254" y="120658"/>
                  <a:pt x="16616" y="120475"/>
                </a:cubicBezTo>
                <a:cubicBezTo>
                  <a:pt x="16028" y="120341"/>
                  <a:pt x="15551" y="120135"/>
                  <a:pt x="15188" y="119864"/>
                </a:cubicBezTo>
                <a:cubicBezTo>
                  <a:pt x="14870" y="119638"/>
                  <a:pt x="14642" y="119363"/>
                  <a:pt x="14505" y="119046"/>
                </a:cubicBezTo>
                <a:cubicBezTo>
                  <a:pt x="12053" y="114326"/>
                  <a:pt x="9921" y="109557"/>
                  <a:pt x="8104" y="104745"/>
                </a:cubicBezTo>
                <a:cubicBezTo>
                  <a:pt x="6289" y="99978"/>
                  <a:pt x="4766" y="95163"/>
                  <a:pt x="3540" y="90306"/>
                </a:cubicBezTo>
                <a:cubicBezTo>
                  <a:pt x="2360" y="85402"/>
                  <a:pt x="1474" y="80476"/>
                  <a:pt x="886" y="75527"/>
                </a:cubicBezTo>
                <a:cubicBezTo>
                  <a:pt x="294" y="70532"/>
                  <a:pt x="0" y="65471"/>
                  <a:pt x="0" y="60339"/>
                </a:cubicBezTo>
                <a:cubicBezTo>
                  <a:pt x="0" y="55255"/>
                  <a:pt x="294" y="50238"/>
                  <a:pt x="886" y="45289"/>
                </a:cubicBezTo>
                <a:cubicBezTo>
                  <a:pt x="1520" y="40294"/>
                  <a:pt x="2452" y="35367"/>
                  <a:pt x="3678" y="30510"/>
                </a:cubicBezTo>
                <a:cubicBezTo>
                  <a:pt x="4903" y="25606"/>
                  <a:pt x="6401" y="20748"/>
                  <a:pt x="8172" y="15936"/>
                </a:cubicBezTo>
                <a:cubicBezTo>
                  <a:pt x="9990" y="11124"/>
                  <a:pt x="12099" y="6332"/>
                  <a:pt x="14505" y="1566"/>
                </a:cubicBezTo>
                <a:cubicBezTo>
                  <a:pt x="14596" y="1340"/>
                  <a:pt x="14779" y="1134"/>
                  <a:pt x="15050" y="954"/>
                </a:cubicBezTo>
                <a:cubicBezTo>
                  <a:pt x="15322" y="772"/>
                  <a:pt x="15731" y="612"/>
                  <a:pt x="16276" y="477"/>
                </a:cubicBezTo>
                <a:cubicBezTo>
                  <a:pt x="16822" y="294"/>
                  <a:pt x="17548" y="180"/>
                  <a:pt x="18457" y="137"/>
                </a:cubicBezTo>
                <a:cubicBezTo>
                  <a:pt x="19411" y="46"/>
                  <a:pt x="20614" y="0"/>
                  <a:pt x="22066" y="0"/>
                </a:cubicBezTo>
                <a:cubicBezTo>
                  <a:pt x="23700" y="0"/>
                  <a:pt x="25040" y="91"/>
                  <a:pt x="26083" y="271"/>
                </a:cubicBezTo>
                <a:cubicBezTo>
                  <a:pt x="27129" y="409"/>
                  <a:pt x="27923" y="634"/>
                  <a:pt x="28466" y="954"/>
                </a:cubicBezTo>
                <a:cubicBezTo>
                  <a:pt x="29012" y="1272"/>
                  <a:pt x="29307" y="1680"/>
                  <a:pt x="29352" y="2180"/>
                </a:cubicBezTo>
                <a:cubicBezTo>
                  <a:pt x="29444" y="2677"/>
                  <a:pt x="29375" y="3223"/>
                  <a:pt x="29149" y="3815"/>
                </a:cubicBezTo>
                <a:close/>
                <a:moveTo>
                  <a:pt x="90714" y="84993"/>
                </a:moveTo>
                <a:cubicBezTo>
                  <a:pt x="90714" y="86174"/>
                  <a:pt x="90668" y="87174"/>
                  <a:pt x="90580" y="87991"/>
                </a:cubicBezTo>
                <a:cubicBezTo>
                  <a:pt x="90534" y="88763"/>
                  <a:pt x="90443" y="89420"/>
                  <a:pt x="90306" y="89966"/>
                </a:cubicBezTo>
                <a:cubicBezTo>
                  <a:pt x="90217" y="90511"/>
                  <a:pt x="90080" y="90966"/>
                  <a:pt x="89897" y="91329"/>
                </a:cubicBezTo>
                <a:cubicBezTo>
                  <a:pt x="89763" y="91646"/>
                  <a:pt x="89420" y="92077"/>
                  <a:pt x="88877" y="92623"/>
                </a:cubicBezTo>
                <a:cubicBezTo>
                  <a:pt x="88331" y="93120"/>
                  <a:pt x="87399" y="93757"/>
                  <a:pt x="86085" y="94529"/>
                </a:cubicBezTo>
                <a:cubicBezTo>
                  <a:pt x="84768" y="95255"/>
                  <a:pt x="83268" y="95912"/>
                  <a:pt x="81590" y="96503"/>
                </a:cubicBezTo>
                <a:cubicBezTo>
                  <a:pt x="79910" y="97095"/>
                  <a:pt x="78070" y="97569"/>
                  <a:pt x="76072" y="97935"/>
                </a:cubicBezTo>
                <a:cubicBezTo>
                  <a:pt x="74121" y="98298"/>
                  <a:pt x="72100" y="98478"/>
                  <a:pt x="70012" y="98478"/>
                </a:cubicBezTo>
                <a:cubicBezTo>
                  <a:pt x="65334" y="98478"/>
                  <a:pt x="61179" y="97752"/>
                  <a:pt x="57547" y="96301"/>
                </a:cubicBezTo>
                <a:cubicBezTo>
                  <a:pt x="53961" y="94846"/>
                  <a:pt x="50941" y="92712"/>
                  <a:pt x="48489" y="89897"/>
                </a:cubicBezTo>
                <a:cubicBezTo>
                  <a:pt x="46037" y="87037"/>
                  <a:pt x="44177" y="83565"/>
                  <a:pt x="42905" y="79479"/>
                </a:cubicBezTo>
                <a:cubicBezTo>
                  <a:pt x="41679" y="75392"/>
                  <a:pt x="41068" y="70715"/>
                  <a:pt x="41068" y="65448"/>
                </a:cubicBezTo>
                <a:cubicBezTo>
                  <a:pt x="41068" y="59365"/>
                  <a:pt x="41817" y="54121"/>
                  <a:pt x="43314" y="49715"/>
                </a:cubicBezTo>
                <a:cubicBezTo>
                  <a:pt x="44857" y="45266"/>
                  <a:pt x="46992" y="41588"/>
                  <a:pt x="49715" y="38682"/>
                </a:cubicBezTo>
                <a:cubicBezTo>
                  <a:pt x="52441" y="35776"/>
                  <a:pt x="55664" y="33621"/>
                  <a:pt x="59387" y="32213"/>
                </a:cubicBezTo>
                <a:cubicBezTo>
                  <a:pt x="63111" y="30807"/>
                  <a:pt x="67197" y="30101"/>
                  <a:pt x="71646" y="30101"/>
                </a:cubicBezTo>
                <a:cubicBezTo>
                  <a:pt x="73461" y="30101"/>
                  <a:pt x="75232" y="30261"/>
                  <a:pt x="76958" y="30578"/>
                </a:cubicBezTo>
                <a:cubicBezTo>
                  <a:pt x="78730" y="30895"/>
                  <a:pt x="80364" y="31327"/>
                  <a:pt x="81862" y="31873"/>
                </a:cubicBezTo>
                <a:cubicBezTo>
                  <a:pt x="83405" y="32418"/>
                  <a:pt x="84768" y="33030"/>
                  <a:pt x="85948" y="33710"/>
                </a:cubicBezTo>
                <a:cubicBezTo>
                  <a:pt x="87174" y="34393"/>
                  <a:pt x="88037" y="34982"/>
                  <a:pt x="88537" y="35482"/>
                </a:cubicBezTo>
                <a:cubicBezTo>
                  <a:pt x="89034" y="35982"/>
                  <a:pt x="89377" y="36413"/>
                  <a:pt x="89557" y="36776"/>
                </a:cubicBezTo>
                <a:cubicBezTo>
                  <a:pt x="89786" y="37093"/>
                  <a:pt x="89943" y="37525"/>
                  <a:pt x="90034" y="38070"/>
                </a:cubicBezTo>
                <a:cubicBezTo>
                  <a:pt x="90171" y="38613"/>
                  <a:pt x="90260" y="39296"/>
                  <a:pt x="90306" y="40114"/>
                </a:cubicBezTo>
                <a:cubicBezTo>
                  <a:pt x="90397" y="40885"/>
                  <a:pt x="90443" y="41840"/>
                  <a:pt x="90443" y="42974"/>
                </a:cubicBezTo>
                <a:cubicBezTo>
                  <a:pt x="90443" y="45606"/>
                  <a:pt x="90217" y="47469"/>
                  <a:pt x="89763" y="48557"/>
                </a:cubicBezTo>
                <a:cubicBezTo>
                  <a:pt x="89308" y="49603"/>
                  <a:pt x="88717" y="50123"/>
                  <a:pt x="87991" y="50123"/>
                </a:cubicBezTo>
                <a:cubicBezTo>
                  <a:pt x="87219" y="50123"/>
                  <a:pt x="86402" y="49806"/>
                  <a:pt x="85539" y="49172"/>
                </a:cubicBezTo>
                <a:cubicBezTo>
                  <a:pt x="84676" y="48535"/>
                  <a:pt x="83656" y="47832"/>
                  <a:pt x="82473" y="47060"/>
                </a:cubicBezTo>
                <a:cubicBezTo>
                  <a:pt x="81293" y="46289"/>
                  <a:pt x="79887" y="45583"/>
                  <a:pt x="78253" y="44948"/>
                </a:cubicBezTo>
                <a:cubicBezTo>
                  <a:pt x="76618" y="44314"/>
                  <a:pt x="74664" y="43994"/>
                  <a:pt x="72395" y="43994"/>
                </a:cubicBezTo>
                <a:cubicBezTo>
                  <a:pt x="67946" y="43994"/>
                  <a:pt x="64539" y="45720"/>
                  <a:pt x="62179" y="49172"/>
                </a:cubicBezTo>
                <a:cubicBezTo>
                  <a:pt x="59819" y="52575"/>
                  <a:pt x="58639" y="57593"/>
                  <a:pt x="58639" y="64222"/>
                </a:cubicBezTo>
                <a:cubicBezTo>
                  <a:pt x="58639" y="67491"/>
                  <a:pt x="58933" y="70375"/>
                  <a:pt x="59522" y="72872"/>
                </a:cubicBezTo>
                <a:cubicBezTo>
                  <a:pt x="60113" y="75369"/>
                  <a:pt x="60976" y="77458"/>
                  <a:pt x="62111" y="79136"/>
                </a:cubicBezTo>
                <a:cubicBezTo>
                  <a:pt x="63291" y="80816"/>
                  <a:pt x="64745" y="82087"/>
                  <a:pt x="66471" y="82950"/>
                </a:cubicBezTo>
                <a:cubicBezTo>
                  <a:pt x="68240" y="83768"/>
                  <a:pt x="70283" y="84176"/>
                  <a:pt x="72601" y="84176"/>
                </a:cubicBezTo>
                <a:cubicBezTo>
                  <a:pt x="74961" y="84176"/>
                  <a:pt x="76981" y="83836"/>
                  <a:pt x="78661" y="83156"/>
                </a:cubicBezTo>
                <a:cubicBezTo>
                  <a:pt x="80387" y="82427"/>
                  <a:pt x="81885" y="81633"/>
                  <a:pt x="83156" y="80770"/>
                </a:cubicBezTo>
                <a:cubicBezTo>
                  <a:pt x="84428" y="79910"/>
                  <a:pt x="85494" y="79136"/>
                  <a:pt x="86357" y="78456"/>
                </a:cubicBezTo>
                <a:cubicBezTo>
                  <a:pt x="87219" y="77730"/>
                  <a:pt x="87945" y="77367"/>
                  <a:pt x="88537" y="77367"/>
                </a:cubicBezTo>
                <a:cubicBezTo>
                  <a:pt x="88945" y="77367"/>
                  <a:pt x="89285" y="77481"/>
                  <a:pt x="89557" y="77707"/>
                </a:cubicBezTo>
                <a:cubicBezTo>
                  <a:pt x="89828" y="77933"/>
                  <a:pt x="90034" y="78364"/>
                  <a:pt x="90171" y="79001"/>
                </a:cubicBezTo>
                <a:cubicBezTo>
                  <a:pt x="90351" y="79590"/>
                  <a:pt x="90488" y="80361"/>
                  <a:pt x="90580" y="81316"/>
                </a:cubicBezTo>
                <a:cubicBezTo>
                  <a:pt x="90668" y="82270"/>
                  <a:pt x="90714" y="83496"/>
                  <a:pt x="90714" y="84993"/>
                </a:cubicBezTo>
                <a:close/>
                <a:moveTo>
                  <a:pt x="130625" y="60339"/>
                </a:moveTo>
                <a:cubicBezTo>
                  <a:pt x="130625" y="65471"/>
                  <a:pt x="130328" y="70532"/>
                  <a:pt x="129739" y="75527"/>
                </a:cubicBezTo>
                <a:cubicBezTo>
                  <a:pt x="129148" y="80476"/>
                  <a:pt x="128242" y="85402"/>
                  <a:pt x="127016" y="90306"/>
                </a:cubicBezTo>
                <a:cubicBezTo>
                  <a:pt x="125833" y="95163"/>
                  <a:pt x="124336" y="99978"/>
                  <a:pt x="122521" y="104745"/>
                </a:cubicBezTo>
                <a:cubicBezTo>
                  <a:pt x="120749" y="109557"/>
                  <a:pt x="118638" y="114326"/>
                  <a:pt x="116186" y="119046"/>
                </a:cubicBezTo>
                <a:cubicBezTo>
                  <a:pt x="116049" y="119363"/>
                  <a:pt x="115800" y="119638"/>
                  <a:pt x="115437" y="119864"/>
                </a:cubicBezTo>
                <a:cubicBezTo>
                  <a:pt x="115120" y="120135"/>
                  <a:pt x="114643" y="120341"/>
                  <a:pt x="114006" y="120475"/>
                </a:cubicBezTo>
                <a:cubicBezTo>
                  <a:pt x="113417" y="120658"/>
                  <a:pt x="112668" y="120795"/>
                  <a:pt x="111760" y="120884"/>
                </a:cubicBezTo>
                <a:cubicBezTo>
                  <a:pt x="110851" y="120975"/>
                  <a:pt x="109762" y="121021"/>
                  <a:pt x="108491" y="121021"/>
                </a:cubicBezTo>
                <a:cubicBezTo>
                  <a:pt x="106628" y="121021"/>
                  <a:pt x="105176" y="120929"/>
                  <a:pt x="104133" y="120749"/>
                </a:cubicBezTo>
                <a:cubicBezTo>
                  <a:pt x="103133" y="120566"/>
                  <a:pt x="102384" y="120295"/>
                  <a:pt x="101884" y="119932"/>
                </a:cubicBezTo>
                <a:cubicBezTo>
                  <a:pt x="101384" y="119569"/>
                  <a:pt x="101135" y="119115"/>
                  <a:pt x="101135" y="118569"/>
                </a:cubicBezTo>
                <a:cubicBezTo>
                  <a:pt x="101135" y="118069"/>
                  <a:pt x="101270" y="117458"/>
                  <a:pt x="101544" y="116732"/>
                </a:cubicBezTo>
                <a:cubicBezTo>
                  <a:pt x="105313" y="107831"/>
                  <a:pt x="108174" y="98684"/>
                  <a:pt x="110125" y="89285"/>
                </a:cubicBezTo>
                <a:cubicBezTo>
                  <a:pt x="112123" y="79841"/>
                  <a:pt x="113123" y="70146"/>
                  <a:pt x="113123" y="60205"/>
                </a:cubicBezTo>
                <a:cubicBezTo>
                  <a:pt x="113123" y="50306"/>
                  <a:pt x="112145" y="40657"/>
                  <a:pt x="110194" y="31258"/>
                </a:cubicBezTo>
                <a:cubicBezTo>
                  <a:pt x="108239" y="21817"/>
                  <a:pt x="105336" y="12667"/>
                  <a:pt x="101476" y="3815"/>
                </a:cubicBezTo>
                <a:cubicBezTo>
                  <a:pt x="101250" y="3223"/>
                  <a:pt x="101158" y="2677"/>
                  <a:pt x="101204" y="2180"/>
                </a:cubicBezTo>
                <a:cubicBezTo>
                  <a:pt x="101293" y="1680"/>
                  <a:pt x="101613" y="1272"/>
                  <a:pt x="102156" y="954"/>
                </a:cubicBezTo>
                <a:cubicBezTo>
                  <a:pt x="102747" y="634"/>
                  <a:pt x="103542" y="409"/>
                  <a:pt x="104542" y="271"/>
                </a:cubicBezTo>
                <a:cubicBezTo>
                  <a:pt x="105585" y="91"/>
                  <a:pt x="106948" y="0"/>
                  <a:pt x="108628" y="0"/>
                </a:cubicBezTo>
                <a:cubicBezTo>
                  <a:pt x="110034" y="0"/>
                  <a:pt x="111191" y="46"/>
                  <a:pt x="112100" y="137"/>
                </a:cubicBezTo>
                <a:cubicBezTo>
                  <a:pt x="113008" y="180"/>
                  <a:pt x="113757" y="294"/>
                  <a:pt x="114349" y="477"/>
                </a:cubicBezTo>
                <a:cubicBezTo>
                  <a:pt x="114937" y="612"/>
                  <a:pt x="115346" y="772"/>
                  <a:pt x="115574" y="954"/>
                </a:cubicBezTo>
                <a:cubicBezTo>
                  <a:pt x="115846" y="1134"/>
                  <a:pt x="116049" y="1340"/>
                  <a:pt x="116186" y="1566"/>
                </a:cubicBezTo>
                <a:cubicBezTo>
                  <a:pt x="120909" y="11101"/>
                  <a:pt x="124496" y="20748"/>
                  <a:pt x="126947" y="30510"/>
                </a:cubicBezTo>
                <a:cubicBezTo>
                  <a:pt x="129399" y="40228"/>
                  <a:pt x="130625" y="50169"/>
                  <a:pt x="130625" y="60339"/>
                </a:cubicBezTo>
                <a:close/>
                <a:moveTo>
                  <a:pt x="231352" y="70555"/>
                </a:moveTo>
                <a:cubicBezTo>
                  <a:pt x="231352" y="75187"/>
                  <a:pt x="230489" y="79250"/>
                  <a:pt x="228763" y="82747"/>
                </a:cubicBezTo>
                <a:cubicBezTo>
                  <a:pt x="227037" y="86242"/>
                  <a:pt x="224700" y="89171"/>
                  <a:pt x="221748" y="91531"/>
                </a:cubicBezTo>
                <a:cubicBezTo>
                  <a:pt x="218796" y="93849"/>
                  <a:pt x="215347" y="95595"/>
                  <a:pt x="211395" y="96775"/>
                </a:cubicBezTo>
                <a:cubicBezTo>
                  <a:pt x="207446" y="97955"/>
                  <a:pt x="203223" y="98547"/>
                  <a:pt x="198728" y="98547"/>
                </a:cubicBezTo>
                <a:cubicBezTo>
                  <a:pt x="195687" y="98547"/>
                  <a:pt x="192850" y="98298"/>
                  <a:pt x="190215" y="97798"/>
                </a:cubicBezTo>
                <a:cubicBezTo>
                  <a:pt x="187626" y="97298"/>
                  <a:pt x="185335" y="96709"/>
                  <a:pt x="183337" y="96026"/>
                </a:cubicBezTo>
                <a:cubicBezTo>
                  <a:pt x="181340" y="95300"/>
                  <a:pt x="179660" y="94552"/>
                  <a:pt x="178297" y="93780"/>
                </a:cubicBezTo>
                <a:cubicBezTo>
                  <a:pt x="176982" y="93009"/>
                  <a:pt x="176028" y="92326"/>
                  <a:pt x="175436" y="91737"/>
                </a:cubicBezTo>
                <a:cubicBezTo>
                  <a:pt x="174848" y="91146"/>
                  <a:pt x="174416" y="90306"/>
                  <a:pt x="174142" y="89217"/>
                </a:cubicBezTo>
                <a:cubicBezTo>
                  <a:pt x="173916" y="88082"/>
                  <a:pt x="173802" y="86471"/>
                  <a:pt x="173802" y="84382"/>
                </a:cubicBezTo>
                <a:cubicBezTo>
                  <a:pt x="173802" y="82973"/>
                  <a:pt x="173847" y="81793"/>
                  <a:pt x="173939" y="80839"/>
                </a:cubicBezTo>
                <a:cubicBezTo>
                  <a:pt x="174030" y="79887"/>
                  <a:pt x="174165" y="79116"/>
                  <a:pt x="174348" y="78524"/>
                </a:cubicBezTo>
                <a:cubicBezTo>
                  <a:pt x="174573" y="77933"/>
                  <a:pt x="174848" y="77524"/>
                  <a:pt x="175165" y="77298"/>
                </a:cubicBezTo>
                <a:cubicBezTo>
                  <a:pt x="175528" y="77027"/>
                  <a:pt x="175936" y="76890"/>
                  <a:pt x="176391" y="76890"/>
                </a:cubicBezTo>
                <a:cubicBezTo>
                  <a:pt x="177025" y="76890"/>
                  <a:pt x="177911" y="77275"/>
                  <a:pt x="179045" y="78047"/>
                </a:cubicBezTo>
                <a:cubicBezTo>
                  <a:pt x="180228" y="78773"/>
                  <a:pt x="181726" y="79590"/>
                  <a:pt x="183540" y="80499"/>
                </a:cubicBezTo>
                <a:cubicBezTo>
                  <a:pt x="185357" y="81407"/>
                  <a:pt x="187515" y="82247"/>
                  <a:pt x="190012" y="83019"/>
                </a:cubicBezTo>
                <a:cubicBezTo>
                  <a:pt x="192553" y="83745"/>
                  <a:pt x="195482" y="84108"/>
                  <a:pt x="198796" y="84108"/>
                </a:cubicBezTo>
                <a:cubicBezTo>
                  <a:pt x="200977" y="84108"/>
                  <a:pt x="202928" y="83859"/>
                  <a:pt x="204654" y="83359"/>
                </a:cubicBezTo>
                <a:cubicBezTo>
                  <a:pt x="206380" y="82813"/>
                  <a:pt x="207832" y="82065"/>
                  <a:pt x="209012" y="81113"/>
                </a:cubicBezTo>
                <a:cubicBezTo>
                  <a:pt x="210238" y="80159"/>
                  <a:pt x="211169" y="78978"/>
                  <a:pt x="211804" y="77570"/>
                </a:cubicBezTo>
                <a:cubicBezTo>
                  <a:pt x="212441" y="76164"/>
                  <a:pt x="212758" y="74598"/>
                  <a:pt x="212758" y="72872"/>
                </a:cubicBezTo>
                <a:cubicBezTo>
                  <a:pt x="212758" y="70875"/>
                  <a:pt x="212212" y="69172"/>
                  <a:pt x="211124" y="67763"/>
                </a:cubicBezTo>
                <a:cubicBezTo>
                  <a:pt x="210035" y="66311"/>
                  <a:pt x="208603" y="65040"/>
                  <a:pt x="206834" y="63951"/>
                </a:cubicBezTo>
                <a:cubicBezTo>
                  <a:pt x="205108" y="62814"/>
                  <a:pt x="203134" y="61771"/>
                  <a:pt x="200908" y="60816"/>
                </a:cubicBezTo>
                <a:cubicBezTo>
                  <a:pt x="198682" y="59819"/>
                  <a:pt x="196390" y="58773"/>
                  <a:pt x="194030" y="57684"/>
                </a:cubicBezTo>
                <a:cubicBezTo>
                  <a:pt x="191670" y="56596"/>
                  <a:pt x="189375" y="55370"/>
                  <a:pt x="187152" y="54007"/>
                </a:cubicBezTo>
                <a:cubicBezTo>
                  <a:pt x="184926" y="52598"/>
                  <a:pt x="182929" y="50941"/>
                  <a:pt x="181157" y="49035"/>
                </a:cubicBezTo>
                <a:cubicBezTo>
                  <a:pt x="179434" y="47083"/>
                  <a:pt x="178025" y="44788"/>
                  <a:pt x="176936" y="42157"/>
                </a:cubicBezTo>
                <a:cubicBezTo>
                  <a:pt x="175845" y="39522"/>
                  <a:pt x="175302" y="36367"/>
                  <a:pt x="175302" y="32690"/>
                </a:cubicBezTo>
                <a:cubicBezTo>
                  <a:pt x="175302" y="28466"/>
                  <a:pt x="176073" y="24766"/>
                  <a:pt x="177616" y="21588"/>
                </a:cubicBezTo>
                <a:cubicBezTo>
                  <a:pt x="179205" y="18365"/>
                  <a:pt x="181317" y="15708"/>
                  <a:pt x="183949" y="13622"/>
                </a:cubicBezTo>
                <a:cubicBezTo>
                  <a:pt x="186629" y="11487"/>
                  <a:pt x="189761" y="9898"/>
                  <a:pt x="193350" y="8853"/>
                </a:cubicBezTo>
                <a:cubicBezTo>
                  <a:pt x="196982" y="7810"/>
                  <a:pt x="200817" y="7287"/>
                  <a:pt x="204857" y="7287"/>
                </a:cubicBezTo>
                <a:cubicBezTo>
                  <a:pt x="206946" y="7287"/>
                  <a:pt x="209035" y="7447"/>
                  <a:pt x="211124" y="7764"/>
                </a:cubicBezTo>
                <a:cubicBezTo>
                  <a:pt x="213212" y="8081"/>
                  <a:pt x="215164" y="8512"/>
                  <a:pt x="216981" y="9058"/>
                </a:cubicBezTo>
                <a:cubicBezTo>
                  <a:pt x="218796" y="9601"/>
                  <a:pt x="220408" y="10216"/>
                  <a:pt x="221816" y="10896"/>
                </a:cubicBezTo>
                <a:cubicBezTo>
                  <a:pt x="223225" y="11579"/>
                  <a:pt x="224154" y="12144"/>
                  <a:pt x="224608" y="12599"/>
                </a:cubicBezTo>
                <a:cubicBezTo>
                  <a:pt x="225062" y="13053"/>
                  <a:pt x="225357" y="13439"/>
                  <a:pt x="225494" y="13756"/>
                </a:cubicBezTo>
                <a:cubicBezTo>
                  <a:pt x="225677" y="14073"/>
                  <a:pt x="225811" y="14505"/>
                  <a:pt x="225903" y="15050"/>
                </a:cubicBezTo>
                <a:cubicBezTo>
                  <a:pt x="226040" y="15551"/>
                  <a:pt x="226128" y="16208"/>
                  <a:pt x="226174" y="17025"/>
                </a:cubicBezTo>
                <a:cubicBezTo>
                  <a:pt x="226220" y="17797"/>
                  <a:pt x="226243" y="18774"/>
                  <a:pt x="226243" y="19954"/>
                </a:cubicBezTo>
                <a:cubicBezTo>
                  <a:pt x="226243" y="21271"/>
                  <a:pt x="226197" y="22383"/>
                  <a:pt x="226105" y="23291"/>
                </a:cubicBezTo>
                <a:cubicBezTo>
                  <a:pt x="226063" y="24200"/>
                  <a:pt x="225948" y="24949"/>
                  <a:pt x="225765" y="25537"/>
                </a:cubicBezTo>
                <a:cubicBezTo>
                  <a:pt x="225631" y="26129"/>
                  <a:pt x="225402" y="26560"/>
                  <a:pt x="225085" y="26832"/>
                </a:cubicBezTo>
                <a:cubicBezTo>
                  <a:pt x="224814" y="27106"/>
                  <a:pt x="224428" y="27241"/>
                  <a:pt x="223928" y="27241"/>
                </a:cubicBezTo>
                <a:cubicBezTo>
                  <a:pt x="223428" y="27241"/>
                  <a:pt x="222634" y="26923"/>
                  <a:pt x="221545" y="26289"/>
                </a:cubicBezTo>
                <a:cubicBezTo>
                  <a:pt x="220453" y="25652"/>
                  <a:pt x="219116" y="24972"/>
                  <a:pt x="217524" y="24246"/>
                </a:cubicBezTo>
                <a:cubicBezTo>
                  <a:pt x="215936" y="23472"/>
                  <a:pt x="214098" y="22791"/>
                  <a:pt x="212009" y="22203"/>
                </a:cubicBezTo>
                <a:cubicBezTo>
                  <a:pt x="209921" y="21566"/>
                  <a:pt x="207629" y="21248"/>
                  <a:pt x="205131" y="21248"/>
                </a:cubicBezTo>
                <a:cubicBezTo>
                  <a:pt x="203177" y="21248"/>
                  <a:pt x="201477" y="21497"/>
                  <a:pt x="200022" y="21997"/>
                </a:cubicBezTo>
                <a:cubicBezTo>
                  <a:pt x="198571" y="22451"/>
                  <a:pt x="197345" y="23109"/>
                  <a:pt x="196345" y="23972"/>
                </a:cubicBezTo>
                <a:cubicBezTo>
                  <a:pt x="195393" y="24789"/>
                  <a:pt x="194664" y="25789"/>
                  <a:pt x="194167" y="26969"/>
                </a:cubicBezTo>
                <a:cubicBezTo>
                  <a:pt x="193713" y="28149"/>
                  <a:pt x="193484" y="29398"/>
                  <a:pt x="193484" y="30715"/>
                </a:cubicBezTo>
                <a:cubicBezTo>
                  <a:pt x="193484" y="32667"/>
                  <a:pt x="194007" y="34370"/>
                  <a:pt x="195050" y="35822"/>
                </a:cubicBezTo>
                <a:cubicBezTo>
                  <a:pt x="196142" y="37230"/>
                  <a:pt x="197570" y="38502"/>
                  <a:pt x="199342" y="39636"/>
                </a:cubicBezTo>
                <a:cubicBezTo>
                  <a:pt x="201157" y="40725"/>
                  <a:pt x="203200" y="41771"/>
                  <a:pt x="205471" y="42768"/>
                </a:cubicBezTo>
                <a:cubicBezTo>
                  <a:pt x="207740" y="43723"/>
                  <a:pt x="210058" y="44746"/>
                  <a:pt x="212418" y="45834"/>
                </a:cubicBezTo>
                <a:cubicBezTo>
                  <a:pt x="214778" y="46923"/>
                  <a:pt x="217093" y="48172"/>
                  <a:pt x="219365" y="49580"/>
                </a:cubicBezTo>
                <a:cubicBezTo>
                  <a:pt x="221633" y="50941"/>
                  <a:pt x="223654" y="52598"/>
                  <a:pt x="225425" y="54553"/>
                </a:cubicBezTo>
                <a:cubicBezTo>
                  <a:pt x="227197" y="56458"/>
                  <a:pt x="228626" y="58727"/>
                  <a:pt x="229717" y="61362"/>
                </a:cubicBezTo>
                <a:cubicBezTo>
                  <a:pt x="230806" y="63951"/>
                  <a:pt x="231352" y="67014"/>
                  <a:pt x="231352" y="70555"/>
                </a:cubicBezTo>
                <a:close/>
                <a:moveTo>
                  <a:pt x="279978" y="88671"/>
                </a:moveTo>
                <a:cubicBezTo>
                  <a:pt x="279978" y="90668"/>
                  <a:pt x="279841" y="92214"/>
                  <a:pt x="279569" y="93303"/>
                </a:cubicBezTo>
                <a:cubicBezTo>
                  <a:pt x="279341" y="94346"/>
                  <a:pt x="279023" y="95095"/>
                  <a:pt x="278615" y="95549"/>
                </a:cubicBezTo>
                <a:cubicBezTo>
                  <a:pt x="278206" y="95958"/>
                  <a:pt x="277595" y="96343"/>
                  <a:pt x="276777" y="96709"/>
                </a:cubicBezTo>
                <a:cubicBezTo>
                  <a:pt x="276006" y="97026"/>
                  <a:pt x="275074" y="97298"/>
                  <a:pt x="273983" y="97526"/>
                </a:cubicBezTo>
                <a:cubicBezTo>
                  <a:pt x="272940" y="97798"/>
                  <a:pt x="271783" y="98001"/>
                  <a:pt x="270511" y="98138"/>
                </a:cubicBezTo>
                <a:cubicBezTo>
                  <a:pt x="269285" y="98275"/>
                  <a:pt x="268036" y="98344"/>
                  <a:pt x="266765" y="98344"/>
                </a:cubicBezTo>
                <a:cubicBezTo>
                  <a:pt x="263359" y="98344"/>
                  <a:pt x="260410" y="97912"/>
                  <a:pt x="257912" y="97049"/>
                </a:cubicBezTo>
                <a:cubicBezTo>
                  <a:pt x="255415" y="96186"/>
                  <a:pt x="253349" y="94869"/>
                  <a:pt x="251714" y="93097"/>
                </a:cubicBezTo>
                <a:cubicBezTo>
                  <a:pt x="250080" y="91283"/>
                  <a:pt x="248877" y="89011"/>
                  <a:pt x="248105" y="86288"/>
                </a:cubicBezTo>
                <a:cubicBezTo>
                  <a:pt x="247334" y="83565"/>
                  <a:pt x="246948" y="80341"/>
                  <a:pt x="246948" y="76618"/>
                </a:cubicBezTo>
                <a:lnTo>
                  <a:pt x="246948" y="45494"/>
                </a:lnTo>
                <a:lnTo>
                  <a:pt x="239659" y="45494"/>
                </a:lnTo>
                <a:cubicBezTo>
                  <a:pt x="238796" y="45494"/>
                  <a:pt x="238138" y="44971"/>
                  <a:pt x="237684" y="43928"/>
                </a:cubicBezTo>
                <a:cubicBezTo>
                  <a:pt x="237230" y="42837"/>
                  <a:pt x="237004" y="41045"/>
                  <a:pt x="237004" y="38548"/>
                </a:cubicBezTo>
                <a:cubicBezTo>
                  <a:pt x="237004" y="37230"/>
                  <a:pt x="237050" y="36119"/>
                  <a:pt x="237141" y="35210"/>
                </a:cubicBezTo>
                <a:cubicBezTo>
                  <a:pt x="237275" y="34301"/>
                  <a:pt x="237458" y="33598"/>
                  <a:pt x="237684" y="33098"/>
                </a:cubicBezTo>
                <a:cubicBezTo>
                  <a:pt x="237913" y="32553"/>
                  <a:pt x="238184" y="32167"/>
                  <a:pt x="238501" y="31941"/>
                </a:cubicBezTo>
                <a:cubicBezTo>
                  <a:pt x="238864" y="31713"/>
                  <a:pt x="239273" y="31601"/>
                  <a:pt x="239727" y="31601"/>
                </a:cubicBezTo>
                <a:lnTo>
                  <a:pt x="246948" y="31601"/>
                </a:lnTo>
                <a:lnTo>
                  <a:pt x="246948" y="18048"/>
                </a:lnTo>
                <a:cubicBezTo>
                  <a:pt x="246948" y="17594"/>
                  <a:pt x="247059" y="17185"/>
                  <a:pt x="247288" y="16822"/>
                </a:cubicBezTo>
                <a:cubicBezTo>
                  <a:pt x="247560" y="16459"/>
                  <a:pt x="248014" y="16162"/>
                  <a:pt x="248648" y="15936"/>
                </a:cubicBezTo>
                <a:cubicBezTo>
                  <a:pt x="249331" y="15665"/>
                  <a:pt x="250217" y="15482"/>
                  <a:pt x="251306" y="15390"/>
                </a:cubicBezTo>
                <a:cubicBezTo>
                  <a:pt x="252440" y="15256"/>
                  <a:pt x="253826" y="15188"/>
                  <a:pt x="255460" y="15188"/>
                </a:cubicBezTo>
                <a:cubicBezTo>
                  <a:pt x="257141" y="15188"/>
                  <a:pt x="258524" y="15256"/>
                  <a:pt x="259615" y="15390"/>
                </a:cubicBezTo>
                <a:cubicBezTo>
                  <a:pt x="260750" y="15482"/>
                  <a:pt x="261636" y="15665"/>
                  <a:pt x="262270" y="15936"/>
                </a:cubicBezTo>
                <a:cubicBezTo>
                  <a:pt x="262907" y="16162"/>
                  <a:pt x="263359" y="16459"/>
                  <a:pt x="263633" y="16822"/>
                </a:cubicBezTo>
                <a:cubicBezTo>
                  <a:pt x="263904" y="17185"/>
                  <a:pt x="264042" y="17594"/>
                  <a:pt x="264042" y="18048"/>
                </a:cubicBezTo>
                <a:lnTo>
                  <a:pt x="264042" y="31601"/>
                </a:lnTo>
                <a:lnTo>
                  <a:pt x="277255" y="31601"/>
                </a:lnTo>
                <a:cubicBezTo>
                  <a:pt x="277706" y="31601"/>
                  <a:pt x="278092" y="31713"/>
                  <a:pt x="278412" y="31941"/>
                </a:cubicBezTo>
                <a:cubicBezTo>
                  <a:pt x="278775" y="32167"/>
                  <a:pt x="279069" y="32553"/>
                  <a:pt x="279298" y="33098"/>
                </a:cubicBezTo>
                <a:cubicBezTo>
                  <a:pt x="279524" y="33598"/>
                  <a:pt x="279684" y="34301"/>
                  <a:pt x="279772" y="35210"/>
                </a:cubicBezTo>
                <a:cubicBezTo>
                  <a:pt x="279909" y="36119"/>
                  <a:pt x="279978" y="37230"/>
                  <a:pt x="279978" y="38548"/>
                </a:cubicBezTo>
                <a:cubicBezTo>
                  <a:pt x="279978" y="41045"/>
                  <a:pt x="279749" y="42837"/>
                  <a:pt x="279298" y="43928"/>
                </a:cubicBezTo>
                <a:cubicBezTo>
                  <a:pt x="278843" y="44971"/>
                  <a:pt x="278183" y="45494"/>
                  <a:pt x="277320" y="45494"/>
                </a:cubicBezTo>
                <a:lnTo>
                  <a:pt x="264042" y="45494"/>
                </a:lnTo>
                <a:lnTo>
                  <a:pt x="264042" y="74029"/>
                </a:lnTo>
                <a:cubicBezTo>
                  <a:pt x="264042" y="77344"/>
                  <a:pt x="264564" y="79841"/>
                  <a:pt x="265607" y="81522"/>
                </a:cubicBezTo>
                <a:cubicBezTo>
                  <a:pt x="266650" y="83156"/>
                  <a:pt x="268514" y="83973"/>
                  <a:pt x="271191" y="83973"/>
                </a:cubicBezTo>
                <a:cubicBezTo>
                  <a:pt x="272100" y="83973"/>
                  <a:pt x="272917" y="83905"/>
                  <a:pt x="273643" y="83768"/>
                </a:cubicBezTo>
                <a:cubicBezTo>
                  <a:pt x="274371" y="83588"/>
                  <a:pt x="275006" y="83405"/>
                  <a:pt x="275552" y="83222"/>
                </a:cubicBezTo>
                <a:cubicBezTo>
                  <a:pt x="276140" y="82996"/>
                  <a:pt x="276617" y="82813"/>
                  <a:pt x="276980" y="82679"/>
                </a:cubicBezTo>
                <a:cubicBezTo>
                  <a:pt x="277389" y="82496"/>
                  <a:pt x="277752" y="82405"/>
                  <a:pt x="278072" y="82405"/>
                </a:cubicBezTo>
                <a:cubicBezTo>
                  <a:pt x="278343" y="82405"/>
                  <a:pt x="278592" y="82496"/>
                  <a:pt x="278821" y="82679"/>
                </a:cubicBezTo>
                <a:cubicBezTo>
                  <a:pt x="279092" y="82813"/>
                  <a:pt x="279298" y="83133"/>
                  <a:pt x="279432" y="83630"/>
                </a:cubicBezTo>
                <a:cubicBezTo>
                  <a:pt x="279569" y="84085"/>
                  <a:pt x="279684" y="84722"/>
                  <a:pt x="279772" y="85539"/>
                </a:cubicBezTo>
                <a:cubicBezTo>
                  <a:pt x="279909" y="86357"/>
                  <a:pt x="279978" y="87399"/>
                  <a:pt x="279978" y="88671"/>
                </a:cubicBezTo>
                <a:close/>
                <a:moveTo>
                  <a:pt x="342769" y="94869"/>
                </a:moveTo>
                <a:cubicBezTo>
                  <a:pt x="342769" y="95503"/>
                  <a:pt x="342543" y="96003"/>
                  <a:pt x="342088" y="96366"/>
                </a:cubicBezTo>
                <a:cubicBezTo>
                  <a:pt x="341634" y="96729"/>
                  <a:pt x="340908" y="96981"/>
                  <a:pt x="339908" y="97118"/>
                </a:cubicBezTo>
                <a:cubicBezTo>
                  <a:pt x="338957" y="97298"/>
                  <a:pt x="337525" y="97389"/>
                  <a:pt x="335619" y="97389"/>
                </a:cubicBezTo>
                <a:cubicBezTo>
                  <a:pt x="333576" y="97389"/>
                  <a:pt x="332079" y="97298"/>
                  <a:pt x="331124" y="97118"/>
                </a:cubicBezTo>
                <a:cubicBezTo>
                  <a:pt x="330216" y="96981"/>
                  <a:pt x="329558" y="96729"/>
                  <a:pt x="329150" y="96366"/>
                </a:cubicBezTo>
                <a:cubicBezTo>
                  <a:pt x="328787" y="96003"/>
                  <a:pt x="328604" y="95503"/>
                  <a:pt x="328604" y="94869"/>
                </a:cubicBezTo>
                <a:lnTo>
                  <a:pt x="328604" y="90034"/>
                </a:lnTo>
                <a:cubicBezTo>
                  <a:pt x="326106" y="92712"/>
                  <a:pt x="323246" y="94800"/>
                  <a:pt x="320023" y="96301"/>
                </a:cubicBezTo>
                <a:cubicBezTo>
                  <a:pt x="316845" y="97798"/>
                  <a:pt x="313302" y="98547"/>
                  <a:pt x="309399" y="98547"/>
                </a:cubicBezTo>
                <a:cubicBezTo>
                  <a:pt x="306175" y="98547"/>
                  <a:pt x="303201" y="98115"/>
                  <a:pt x="300478" y="97252"/>
                </a:cubicBezTo>
                <a:cubicBezTo>
                  <a:pt x="297797" y="96435"/>
                  <a:pt x="295460" y="95209"/>
                  <a:pt x="293462" y="93575"/>
                </a:cubicBezTo>
                <a:cubicBezTo>
                  <a:pt x="291511" y="91894"/>
                  <a:pt x="289988" y="89828"/>
                  <a:pt x="288899" y="87377"/>
                </a:cubicBezTo>
                <a:cubicBezTo>
                  <a:pt x="287810" y="84925"/>
                  <a:pt x="287264" y="82065"/>
                  <a:pt x="287264" y="78796"/>
                </a:cubicBezTo>
                <a:cubicBezTo>
                  <a:pt x="287264" y="75255"/>
                  <a:pt x="287945" y="72189"/>
                  <a:pt x="289308" y="69603"/>
                </a:cubicBezTo>
                <a:cubicBezTo>
                  <a:pt x="290716" y="66968"/>
                  <a:pt x="292782" y="64811"/>
                  <a:pt x="295506" y="63134"/>
                </a:cubicBezTo>
                <a:cubicBezTo>
                  <a:pt x="298274" y="61408"/>
                  <a:pt x="301703" y="60136"/>
                  <a:pt x="305790" y="59319"/>
                </a:cubicBezTo>
                <a:cubicBezTo>
                  <a:pt x="309876" y="58502"/>
                  <a:pt x="314619" y="58093"/>
                  <a:pt x="320023" y="58093"/>
                </a:cubicBezTo>
                <a:lnTo>
                  <a:pt x="325949" y="58093"/>
                </a:lnTo>
                <a:lnTo>
                  <a:pt x="325949" y="54415"/>
                </a:lnTo>
                <a:cubicBezTo>
                  <a:pt x="325949" y="52509"/>
                  <a:pt x="325744" y="50852"/>
                  <a:pt x="325335" y="49443"/>
                </a:cubicBezTo>
                <a:cubicBezTo>
                  <a:pt x="324972" y="47992"/>
                  <a:pt x="324335" y="46789"/>
                  <a:pt x="323429" y="45834"/>
                </a:cubicBezTo>
                <a:cubicBezTo>
                  <a:pt x="322566" y="44880"/>
                  <a:pt x="321386" y="44177"/>
                  <a:pt x="319886" y="43723"/>
                </a:cubicBezTo>
                <a:cubicBezTo>
                  <a:pt x="318434" y="43268"/>
                  <a:pt x="316617" y="43043"/>
                  <a:pt x="314439" y="43043"/>
                </a:cubicBezTo>
                <a:cubicBezTo>
                  <a:pt x="311579" y="43043"/>
                  <a:pt x="309013" y="43360"/>
                  <a:pt x="306741" y="43994"/>
                </a:cubicBezTo>
                <a:cubicBezTo>
                  <a:pt x="304518" y="44631"/>
                  <a:pt x="302544" y="45334"/>
                  <a:pt x="300818" y="46106"/>
                </a:cubicBezTo>
                <a:cubicBezTo>
                  <a:pt x="299092" y="46877"/>
                  <a:pt x="297640" y="47583"/>
                  <a:pt x="296460" y="48217"/>
                </a:cubicBezTo>
                <a:cubicBezTo>
                  <a:pt x="295323" y="48852"/>
                  <a:pt x="294394" y="49172"/>
                  <a:pt x="293665" y="49172"/>
                </a:cubicBezTo>
                <a:cubicBezTo>
                  <a:pt x="293168" y="49172"/>
                  <a:pt x="292714" y="49012"/>
                  <a:pt x="292305" y="48695"/>
                </a:cubicBezTo>
                <a:cubicBezTo>
                  <a:pt x="291942" y="48377"/>
                  <a:pt x="291622" y="47923"/>
                  <a:pt x="291351" y="47332"/>
                </a:cubicBezTo>
                <a:cubicBezTo>
                  <a:pt x="291125" y="46743"/>
                  <a:pt x="290942" y="46014"/>
                  <a:pt x="290805" y="45154"/>
                </a:cubicBezTo>
                <a:cubicBezTo>
                  <a:pt x="290671" y="44291"/>
                  <a:pt x="290602" y="43337"/>
                  <a:pt x="290602" y="42291"/>
                </a:cubicBezTo>
                <a:cubicBezTo>
                  <a:pt x="290602" y="40885"/>
                  <a:pt x="290716" y="39774"/>
                  <a:pt x="290942" y="38956"/>
                </a:cubicBezTo>
                <a:cubicBezTo>
                  <a:pt x="291168" y="38139"/>
                  <a:pt x="291599" y="37410"/>
                  <a:pt x="292237" y="36776"/>
                </a:cubicBezTo>
                <a:cubicBezTo>
                  <a:pt x="292871" y="36096"/>
                  <a:pt x="293985" y="35367"/>
                  <a:pt x="295574" y="34596"/>
                </a:cubicBezTo>
                <a:cubicBezTo>
                  <a:pt x="297163" y="33779"/>
                  <a:pt x="299023" y="33030"/>
                  <a:pt x="301158" y="32350"/>
                </a:cubicBezTo>
                <a:cubicBezTo>
                  <a:pt x="303292" y="31667"/>
                  <a:pt x="305607" y="31124"/>
                  <a:pt x="308104" y="30715"/>
                </a:cubicBezTo>
                <a:cubicBezTo>
                  <a:pt x="310647" y="30261"/>
                  <a:pt x="313259" y="30032"/>
                  <a:pt x="315937" y="30032"/>
                </a:cubicBezTo>
                <a:cubicBezTo>
                  <a:pt x="320703" y="30032"/>
                  <a:pt x="324766" y="30510"/>
                  <a:pt x="328127" y="31464"/>
                </a:cubicBezTo>
                <a:cubicBezTo>
                  <a:pt x="331533" y="32373"/>
                  <a:pt x="334325" y="33801"/>
                  <a:pt x="336505" y="35753"/>
                </a:cubicBezTo>
                <a:cubicBezTo>
                  <a:pt x="338682" y="37662"/>
                  <a:pt x="340274" y="40136"/>
                  <a:pt x="341271" y="43177"/>
                </a:cubicBezTo>
                <a:cubicBezTo>
                  <a:pt x="342271" y="46220"/>
                  <a:pt x="342769" y="49829"/>
                  <a:pt x="342769" y="54007"/>
                </a:cubicBezTo>
                <a:lnTo>
                  <a:pt x="342769" y="94869"/>
                </a:lnTo>
                <a:close/>
                <a:moveTo>
                  <a:pt x="325949" y="68854"/>
                </a:moveTo>
                <a:lnTo>
                  <a:pt x="319408" y="68854"/>
                </a:lnTo>
                <a:cubicBezTo>
                  <a:pt x="316640" y="68854"/>
                  <a:pt x="314279" y="69057"/>
                  <a:pt x="312328" y="69466"/>
                </a:cubicBezTo>
                <a:cubicBezTo>
                  <a:pt x="310376" y="69874"/>
                  <a:pt x="308784" y="70489"/>
                  <a:pt x="307558" y="71306"/>
                </a:cubicBezTo>
                <a:cubicBezTo>
                  <a:pt x="306333" y="72123"/>
                  <a:pt x="305427" y="73121"/>
                  <a:pt x="304835" y="74301"/>
                </a:cubicBezTo>
                <a:cubicBezTo>
                  <a:pt x="304289" y="75438"/>
                  <a:pt x="304018" y="76752"/>
                  <a:pt x="304018" y="78253"/>
                </a:cubicBezTo>
                <a:cubicBezTo>
                  <a:pt x="304018" y="80793"/>
                  <a:pt x="304812" y="82793"/>
                  <a:pt x="306401" y="84245"/>
                </a:cubicBezTo>
                <a:cubicBezTo>
                  <a:pt x="308036" y="85696"/>
                  <a:pt x="310284" y="86425"/>
                  <a:pt x="313145" y="86425"/>
                </a:cubicBezTo>
                <a:cubicBezTo>
                  <a:pt x="315551" y="86425"/>
                  <a:pt x="317754" y="85811"/>
                  <a:pt x="319751" y="84585"/>
                </a:cubicBezTo>
                <a:cubicBezTo>
                  <a:pt x="321795" y="83359"/>
                  <a:pt x="323860" y="81567"/>
                  <a:pt x="325949" y="79204"/>
                </a:cubicBezTo>
                <a:lnTo>
                  <a:pt x="325949" y="68854"/>
                </a:lnTo>
                <a:close/>
                <a:moveTo>
                  <a:pt x="421021" y="63474"/>
                </a:moveTo>
                <a:cubicBezTo>
                  <a:pt x="421021" y="68877"/>
                  <a:pt x="420433" y="73735"/>
                  <a:pt x="419252" y="78047"/>
                </a:cubicBezTo>
                <a:cubicBezTo>
                  <a:pt x="418069" y="82362"/>
                  <a:pt x="416369" y="86039"/>
                  <a:pt x="414143" y="89080"/>
                </a:cubicBezTo>
                <a:cubicBezTo>
                  <a:pt x="411917" y="92123"/>
                  <a:pt x="409171" y="94460"/>
                  <a:pt x="405902" y="96095"/>
                </a:cubicBezTo>
                <a:cubicBezTo>
                  <a:pt x="402679" y="97729"/>
                  <a:pt x="399001" y="98547"/>
                  <a:pt x="394869" y="98547"/>
                </a:cubicBezTo>
                <a:cubicBezTo>
                  <a:pt x="392826" y="98547"/>
                  <a:pt x="390920" y="98344"/>
                  <a:pt x="389149" y="97935"/>
                </a:cubicBezTo>
                <a:cubicBezTo>
                  <a:pt x="387377" y="97569"/>
                  <a:pt x="385677" y="96958"/>
                  <a:pt x="384042" y="96095"/>
                </a:cubicBezTo>
                <a:cubicBezTo>
                  <a:pt x="382451" y="95232"/>
                  <a:pt x="380862" y="94143"/>
                  <a:pt x="379273" y="92826"/>
                </a:cubicBezTo>
                <a:cubicBezTo>
                  <a:pt x="377730" y="91509"/>
                  <a:pt x="376141" y="89920"/>
                  <a:pt x="374507" y="88060"/>
                </a:cubicBezTo>
                <a:lnTo>
                  <a:pt x="374507" y="94666"/>
                </a:lnTo>
                <a:cubicBezTo>
                  <a:pt x="374507" y="95163"/>
                  <a:pt x="374370" y="95595"/>
                  <a:pt x="374098" y="95958"/>
                </a:cubicBezTo>
                <a:cubicBezTo>
                  <a:pt x="373870" y="96278"/>
                  <a:pt x="373461" y="96549"/>
                  <a:pt x="372872" y="96775"/>
                </a:cubicBezTo>
                <a:cubicBezTo>
                  <a:pt x="372327" y="97004"/>
                  <a:pt x="371578" y="97161"/>
                  <a:pt x="370623" y="97252"/>
                </a:cubicBezTo>
                <a:cubicBezTo>
                  <a:pt x="369672" y="97344"/>
                  <a:pt x="368515" y="97389"/>
                  <a:pt x="367152" y="97389"/>
                </a:cubicBezTo>
                <a:cubicBezTo>
                  <a:pt x="365743" y="97389"/>
                  <a:pt x="364563" y="97344"/>
                  <a:pt x="363611" y="97252"/>
                </a:cubicBezTo>
                <a:cubicBezTo>
                  <a:pt x="362702" y="97161"/>
                  <a:pt x="361954" y="97004"/>
                  <a:pt x="361362" y="96775"/>
                </a:cubicBezTo>
                <a:cubicBezTo>
                  <a:pt x="360817" y="96549"/>
                  <a:pt x="360431" y="96278"/>
                  <a:pt x="360205" y="95958"/>
                </a:cubicBezTo>
                <a:cubicBezTo>
                  <a:pt x="359976" y="95595"/>
                  <a:pt x="359865" y="95163"/>
                  <a:pt x="359865" y="94666"/>
                </a:cubicBezTo>
                <a:lnTo>
                  <a:pt x="359865" y="5106"/>
                </a:lnTo>
                <a:cubicBezTo>
                  <a:pt x="359865" y="4652"/>
                  <a:pt x="359999" y="4243"/>
                  <a:pt x="360274" y="3880"/>
                </a:cubicBezTo>
                <a:cubicBezTo>
                  <a:pt x="360545" y="3518"/>
                  <a:pt x="360999" y="3223"/>
                  <a:pt x="361634" y="2998"/>
                </a:cubicBezTo>
                <a:cubicBezTo>
                  <a:pt x="362317" y="2723"/>
                  <a:pt x="363200" y="2520"/>
                  <a:pt x="364291" y="2383"/>
                </a:cubicBezTo>
                <a:cubicBezTo>
                  <a:pt x="365380" y="2246"/>
                  <a:pt x="366766" y="2180"/>
                  <a:pt x="368446" y="2180"/>
                </a:cubicBezTo>
                <a:cubicBezTo>
                  <a:pt x="370126" y="2180"/>
                  <a:pt x="371509" y="2246"/>
                  <a:pt x="372601" y="2383"/>
                </a:cubicBezTo>
                <a:cubicBezTo>
                  <a:pt x="373690" y="2520"/>
                  <a:pt x="374553" y="2723"/>
                  <a:pt x="375187" y="2998"/>
                </a:cubicBezTo>
                <a:cubicBezTo>
                  <a:pt x="375870" y="3223"/>
                  <a:pt x="376344" y="3518"/>
                  <a:pt x="376619" y="3880"/>
                </a:cubicBezTo>
                <a:cubicBezTo>
                  <a:pt x="376890" y="4243"/>
                  <a:pt x="377027" y="4652"/>
                  <a:pt x="377027" y="5106"/>
                </a:cubicBezTo>
                <a:lnTo>
                  <a:pt x="377027" y="38682"/>
                </a:lnTo>
                <a:cubicBezTo>
                  <a:pt x="378570" y="37139"/>
                  <a:pt x="380113" y="35822"/>
                  <a:pt x="381656" y="34733"/>
                </a:cubicBezTo>
                <a:cubicBezTo>
                  <a:pt x="383202" y="33644"/>
                  <a:pt x="384745" y="32758"/>
                  <a:pt x="386288" y="32075"/>
                </a:cubicBezTo>
                <a:cubicBezTo>
                  <a:pt x="387831" y="31350"/>
                  <a:pt x="389420" y="30830"/>
                  <a:pt x="391055" y="30510"/>
                </a:cubicBezTo>
                <a:cubicBezTo>
                  <a:pt x="392689" y="30192"/>
                  <a:pt x="394415" y="30032"/>
                  <a:pt x="396232" y="30032"/>
                </a:cubicBezTo>
                <a:cubicBezTo>
                  <a:pt x="400727" y="30032"/>
                  <a:pt x="404539" y="30941"/>
                  <a:pt x="407674" y="32758"/>
                </a:cubicBezTo>
                <a:cubicBezTo>
                  <a:pt x="410806" y="34527"/>
                  <a:pt x="413349" y="36936"/>
                  <a:pt x="415300" y="39976"/>
                </a:cubicBezTo>
                <a:cubicBezTo>
                  <a:pt x="417298" y="43020"/>
                  <a:pt x="418752" y="46583"/>
                  <a:pt x="419661" y="50669"/>
                </a:cubicBezTo>
                <a:cubicBezTo>
                  <a:pt x="420567" y="54710"/>
                  <a:pt x="421021" y="58979"/>
                  <a:pt x="421021" y="63474"/>
                </a:cubicBezTo>
                <a:close/>
                <a:moveTo>
                  <a:pt x="403248" y="64700"/>
                </a:moveTo>
                <a:cubicBezTo>
                  <a:pt x="403248" y="62111"/>
                  <a:pt x="403042" y="59613"/>
                  <a:pt x="402633" y="57207"/>
                </a:cubicBezTo>
                <a:cubicBezTo>
                  <a:pt x="402270" y="54801"/>
                  <a:pt x="401613" y="52667"/>
                  <a:pt x="400659" y="50806"/>
                </a:cubicBezTo>
                <a:cubicBezTo>
                  <a:pt x="399704" y="48943"/>
                  <a:pt x="398456" y="47469"/>
                  <a:pt x="396912" y="46380"/>
                </a:cubicBezTo>
                <a:cubicBezTo>
                  <a:pt x="395415" y="45243"/>
                  <a:pt x="393506" y="44677"/>
                  <a:pt x="391192" y="44677"/>
                </a:cubicBezTo>
                <a:cubicBezTo>
                  <a:pt x="390057" y="44677"/>
                  <a:pt x="388946" y="44834"/>
                  <a:pt x="387854" y="45154"/>
                </a:cubicBezTo>
                <a:cubicBezTo>
                  <a:pt x="386765" y="45471"/>
                  <a:pt x="385631" y="46014"/>
                  <a:pt x="384451" y="46789"/>
                </a:cubicBezTo>
                <a:cubicBezTo>
                  <a:pt x="383314" y="47560"/>
                  <a:pt x="382133" y="48557"/>
                  <a:pt x="380908" y="49783"/>
                </a:cubicBezTo>
                <a:cubicBezTo>
                  <a:pt x="379682" y="51009"/>
                  <a:pt x="378387" y="52529"/>
                  <a:pt x="377027" y="54347"/>
                </a:cubicBezTo>
                <a:lnTo>
                  <a:pt x="377027" y="74506"/>
                </a:lnTo>
                <a:cubicBezTo>
                  <a:pt x="379433" y="77593"/>
                  <a:pt x="381725" y="79953"/>
                  <a:pt x="383905" y="81587"/>
                </a:cubicBezTo>
                <a:cubicBezTo>
                  <a:pt x="386128" y="83179"/>
                  <a:pt x="388446" y="83973"/>
                  <a:pt x="390852" y="83973"/>
                </a:cubicBezTo>
                <a:cubicBezTo>
                  <a:pt x="393078" y="83973"/>
                  <a:pt x="394961" y="83405"/>
                  <a:pt x="396504" y="82270"/>
                </a:cubicBezTo>
                <a:cubicBezTo>
                  <a:pt x="398047" y="81136"/>
                  <a:pt x="399318" y="79659"/>
                  <a:pt x="400319" y="77844"/>
                </a:cubicBezTo>
                <a:cubicBezTo>
                  <a:pt x="401362" y="76027"/>
                  <a:pt x="402110" y="73961"/>
                  <a:pt x="402565" y="71646"/>
                </a:cubicBezTo>
                <a:cubicBezTo>
                  <a:pt x="403019" y="69329"/>
                  <a:pt x="403248" y="67014"/>
                  <a:pt x="403248" y="64700"/>
                </a:cubicBezTo>
                <a:close/>
                <a:moveTo>
                  <a:pt x="451874" y="94666"/>
                </a:moveTo>
                <a:cubicBezTo>
                  <a:pt x="451874" y="95118"/>
                  <a:pt x="451736" y="95526"/>
                  <a:pt x="451465" y="95892"/>
                </a:cubicBezTo>
                <a:cubicBezTo>
                  <a:pt x="451194" y="96209"/>
                  <a:pt x="450716" y="96481"/>
                  <a:pt x="450033" y="96709"/>
                </a:cubicBezTo>
                <a:cubicBezTo>
                  <a:pt x="449399" y="96935"/>
                  <a:pt x="448536" y="97095"/>
                  <a:pt x="447447" y="97184"/>
                </a:cubicBezTo>
                <a:cubicBezTo>
                  <a:pt x="446356" y="97321"/>
                  <a:pt x="444973" y="97389"/>
                  <a:pt x="443293" y="97389"/>
                </a:cubicBezTo>
                <a:cubicBezTo>
                  <a:pt x="441612" y="97389"/>
                  <a:pt x="440226" y="97321"/>
                  <a:pt x="439138" y="97184"/>
                </a:cubicBezTo>
                <a:cubicBezTo>
                  <a:pt x="438049" y="97095"/>
                  <a:pt x="437163" y="96935"/>
                  <a:pt x="436480" y="96709"/>
                </a:cubicBezTo>
                <a:cubicBezTo>
                  <a:pt x="435846" y="96481"/>
                  <a:pt x="435392" y="96209"/>
                  <a:pt x="435120" y="95892"/>
                </a:cubicBezTo>
                <a:cubicBezTo>
                  <a:pt x="434846" y="95526"/>
                  <a:pt x="434711" y="95118"/>
                  <a:pt x="434711" y="94666"/>
                </a:cubicBezTo>
                <a:lnTo>
                  <a:pt x="434711" y="34053"/>
                </a:lnTo>
                <a:cubicBezTo>
                  <a:pt x="434711" y="33598"/>
                  <a:pt x="434846" y="33213"/>
                  <a:pt x="435120" y="32893"/>
                </a:cubicBezTo>
                <a:cubicBezTo>
                  <a:pt x="435392" y="32530"/>
                  <a:pt x="435846" y="32235"/>
                  <a:pt x="436480" y="32010"/>
                </a:cubicBezTo>
                <a:cubicBezTo>
                  <a:pt x="437163" y="31735"/>
                  <a:pt x="438049" y="31533"/>
                  <a:pt x="439138" y="31395"/>
                </a:cubicBezTo>
                <a:cubicBezTo>
                  <a:pt x="440226" y="31258"/>
                  <a:pt x="441612" y="31192"/>
                  <a:pt x="443293" y="31192"/>
                </a:cubicBezTo>
                <a:cubicBezTo>
                  <a:pt x="444973" y="31192"/>
                  <a:pt x="446356" y="31258"/>
                  <a:pt x="447447" y="31395"/>
                </a:cubicBezTo>
                <a:cubicBezTo>
                  <a:pt x="448536" y="31533"/>
                  <a:pt x="449399" y="31735"/>
                  <a:pt x="450033" y="32010"/>
                </a:cubicBezTo>
                <a:cubicBezTo>
                  <a:pt x="450716" y="32235"/>
                  <a:pt x="451194" y="32530"/>
                  <a:pt x="451465" y="32893"/>
                </a:cubicBezTo>
                <a:cubicBezTo>
                  <a:pt x="451736" y="33213"/>
                  <a:pt x="451874" y="33598"/>
                  <a:pt x="451874" y="34053"/>
                </a:cubicBezTo>
                <a:lnTo>
                  <a:pt x="451874" y="94666"/>
                </a:lnTo>
                <a:close/>
                <a:moveTo>
                  <a:pt x="453168" y="13347"/>
                </a:moveTo>
                <a:cubicBezTo>
                  <a:pt x="453168" y="16799"/>
                  <a:pt x="452462" y="19182"/>
                  <a:pt x="451056" y="20500"/>
                </a:cubicBezTo>
                <a:cubicBezTo>
                  <a:pt x="449648" y="21817"/>
                  <a:pt x="447039" y="22474"/>
                  <a:pt x="443224" y="22474"/>
                </a:cubicBezTo>
                <a:cubicBezTo>
                  <a:pt x="439363" y="22474"/>
                  <a:pt x="436755" y="21837"/>
                  <a:pt x="435392" y="20568"/>
                </a:cubicBezTo>
                <a:cubicBezTo>
                  <a:pt x="434074" y="19297"/>
                  <a:pt x="433417" y="17002"/>
                  <a:pt x="433417" y="13687"/>
                </a:cubicBezTo>
                <a:cubicBezTo>
                  <a:pt x="433417" y="10238"/>
                  <a:pt x="434097" y="7855"/>
                  <a:pt x="435460" y="6538"/>
                </a:cubicBezTo>
                <a:cubicBezTo>
                  <a:pt x="436869" y="5175"/>
                  <a:pt x="439501" y="4495"/>
                  <a:pt x="443361" y="4495"/>
                </a:cubicBezTo>
                <a:cubicBezTo>
                  <a:pt x="447173" y="4495"/>
                  <a:pt x="449762" y="5152"/>
                  <a:pt x="451125" y="6469"/>
                </a:cubicBezTo>
                <a:cubicBezTo>
                  <a:pt x="452485" y="7741"/>
                  <a:pt x="453168" y="10033"/>
                  <a:pt x="453168" y="13347"/>
                </a:cubicBezTo>
                <a:close/>
                <a:moveTo>
                  <a:pt x="486129" y="94666"/>
                </a:moveTo>
                <a:cubicBezTo>
                  <a:pt x="486129" y="95118"/>
                  <a:pt x="485992" y="95526"/>
                  <a:pt x="485721" y="95892"/>
                </a:cubicBezTo>
                <a:cubicBezTo>
                  <a:pt x="485449" y="96209"/>
                  <a:pt x="484972" y="96481"/>
                  <a:pt x="484292" y="96709"/>
                </a:cubicBezTo>
                <a:cubicBezTo>
                  <a:pt x="483655" y="96935"/>
                  <a:pt x="482792" y="97095"/>
                  <a:pt x="481703" y="97184"/>
                </a:cubicBezTo>
                <a:cubicBezTo>
                  <a:pt x="480614" y="97321"/>
                  <a:pt x="479228" y="97389"/>
                  <a:pt x="477548" y="97389"/>
                </a:cubicBezTo>
                <a:cubicBezTo>
                  <a:pt x="475868" y="97389"/>
                  <a:pt x="474485" y="97321"/>
                  <a:pt x="473393" y="97184"/>
                </a:cubicBezTo>
                <a:cubicBezTo>
                  <a:pt x="472305" y="97095"/>
                  <a:pt x="471419" y="96935"/>
                  <a:pt x="470739" y="96709"/>
                </a:cubicBezTo>
                <a:cubicBezTo>
                  <a:pt x="470102" y="96481"/>
                  <a:pt x="469647" y="96209"/>
                  <a:pt x="469376" y="95892"/>
                </a:cubicBezTo>
                <a:cubicBezTo>
                  <a:pt x="469104" y="95526"/>
                  <a:pt x="468967" y="95118"/>
                  <a:pt x="468967" y="94666"/>
                </a:cubicBezTo>
                <a:lnTo>
                  <a:pt x="468967" y="5106"/>
                </a:lnTo>
                <a:cubicBezTo>
                  <a:pt x="468967" y="4652"/>
                  <a:pt x="469104" y="4243"/>
                  <a:pt x="469376" y="3880"/>
                </a:cubicBezTo>
                <a:cubicBezTo>
                  <a:pt x="469647" y="3518"/>
                  <a:pt x="470102" y="3223"/>
                  <a:pt x="470739" y="2998"/>
                </a:cubicBezTo>
                <a:cubicBezTo>
                  <a:pt x="471419" y="2723"/>
                  <a:pt x="472305" y="2520"/>
                  <a:pt x="473393" y="2383"/>
                </a:cubicBezTo>
                <a:cubicBezTo>
                  <a:pt x="474485" y="2246"/>
                  <a:pt x="475868" y="2180"/>
                  <a:pt x="477548" y="2180"/>
                </a:cubicBezTo>
                <a:cubicBezTo>
                  <a:pt x="479228" y="2180"/>
                  <a:pt x="480614" y="2246"/>
                  <a:pt x="481703" y="2383"/>
                </a:cubicBezTo>
                <a:cubicBezTo>
                  <a:pt x="482792" y="2520"/>
                  <a:pt x="483655" y="2723"/>
                  <a:pt x="484292" y="2998"/>
                </a:cubicBezTo>
                <a:cubicBezTo>
                  <a:pt x="484972" y="3223"/>
                  <a:pt x="485449" y="3518"/>
                  <a:pt x="485721" y="3880"/>
                </a:cubicBezTo>
                <a:cubicBezTo>
                  <a:pt x="485992" y="4243"/>
                  <a:pt x="486129" y="4652"/>
                  <a:pt x="486129" y="5106"/>
                </a:cubicBezTo>
                <a:lnTo>
                  <a:pt x="486129" y="94666"/>
                </a:lnTo>
                <a:close/>
                <a:moveTo>
                  <a:pt x="520385" y="94666"/>
                </a:moveTo>
                <a:cubicBezTo>
                  <a:pt x="520385" y="95118"/>
                  <a:pt x="520251" y="95526"/>
                  <a:pt x="519976" y="95892"/>
                </a:cubicBezTo>
                <a:cubicBezTo>
                  <a:pt x="519705" y="96209"/>
                  <a:pt x="519228" y="96481"/>
                  <a:pt x="518548" y="96709"/>
                </a:cubicBezTo>
                <a:cubicBezTo>
                  <a:pt x="517910" y="96935"/>
                  <a:pt x="517050" y="97095"/>
                  <a:pt x="515959" y="97184"/>
                </a:cubicBezTo>
                <a:cubicBezTo>
                  <a:pt x="514870" y="97321"/>
                  <a:pt x="513484" y="97389"/>
                  <a:pt x="511804" y="97389"/>
                </a:cubicBezTo>
                <a:cubicBezTo>
                  <a:pt x="510127" y="97389"/>
                  <a:pt x="508741" y="97321"/>
                  <a:pt x="507652" y="97184"/>
                </a:cubicBezTo>
                <a:cubicBezTo>
                  <a:pt x="506560" y="97095"/>
                  <a:pt x="505675" y="96935"/>
                  <a:pt x="504995" y="96709"/>
                </a:cubicBezTo>
                <a:cubicBezTo>
                  <a:pt x="504360" y="96481"/>
                  <a:pt x="503906" y="96209"/>
                  <a:pt x="503632" y="95892"/>
                </a:cubicBezTo>
                <a:cubicBezTo>
                  <a:pt x="503360" y="95526"/>
                  <a:pt x="503223" y="95118"/>
                  <a:pt x="503223" y="94666"/>
                </a:cubicBezTo>
                <a:lnTo>
                  <a:pt x="503223" y="34053"/>
                </a:lnTo>
                <a:cubicBezTo>
                  <a:pt x="503223" y="33598"/>
                  <a:pt x="503360" y="33213"/>
                  <a:pt x="503632" y="32893"/>
                </a:cubicBezTo>
                <a:cubicBezTo>
                  <a:pt x="503906" y="32530"/>
                  <a:pt x="504360" y="32235"/>
                  <a:pt x="504995" y="32010"/>
                </a:cubicBezTo>
                <a:cubicBezTo>
                  <a:pt x="505675" y="31735"/>
                  <a:pt x="506560" y="31533"/>
                  <a:pt x="507652" y="31395"/>
                </a:cubicBezTo>
                <a:cubicBezTo>
                  <a:pt x="508741" y="31258"/>
                  <a:pt x="510127" y="31192"/>
                  <a:pt x="511804" y="31192"/>
                </a:cubicBezTo>
                <a:cubicBezTo>
                  <a:pt x="513484" y="31192"/>
                  <a:pt x="514870" y="31258"/>
                  <a:pt x="515959" y="31395"/>
                </a:cubicBezTo>
                <a:cubicBezTo>
                  <a:pt x="517050" y="31533"/>
                  <a:pt x="517910" y="31735"/>
                  <a:pt x="518548" y="32010"/>
                </a:cubicBezTo>
                <a:cubicBezTo>
                  <a:pt x="519228" y="32235"/>
                  <a:pt x="519705" y="32530"/>
                  <a:pt x="519976" y="32893"/>
                </a:cubicBezTo>
                <a:cubicBezTo>
                  <a:pt x="520251" y="33213"/>
                  <a:pt x="520385" y="33598"/>
                  <a:pt x="520385" y="34053"/>
                </a:cubicBezTo>
                <a:lnTo>
                  <a:pt x="520385" y="94666"/>
                </a:lnTo>
                <a:close/>
                <a:moveTo>
                  <a:pt x="521679" y="13347"/>
                </a:moveTo>
                <a:cubicBezTo>
                  <a:pt x="521679" y="16799"/>
                  <a:pt x="520977" y="19182"/>
                  <a:pt x="519568" y="20500"/>
                </a:cubicBezTo>
                <a:cubicBezTo>
                  <a:pt x="518162" y="21817"/>
                  <a:pt x="515550" y="22474"/>
                  <a:pt x="511738" y="22474"/>
                </a:cubicBezTo>
                <a:cubicBezTo>
                  <a:pt x="507878" y="22474"/>
                  <a:pt x="505266" y="21837"/>
                  <a:pt x="503906" y="20568"/>
                </a:cubicBezTo>
                <a:cubicBezTo>
                  <a:pt x="502589" y="19297"/>
                  <a:pt x="501931" y="17002"/>
                  <a:pt x="501931" y="13687"/>
                </a:cubicBezTo>
                <a:cubicBezTo>
                  <a:pt x="501931" y="10238"/>
                  <a:pt x="502611" y="7855"/>
                  <a:pt x="503974" y="6538"/>
                </a:cubicBezTo>
                <a:cubicBezTo>
                  <a:pt x="505380" y="5175"/>
                  <a:pt x="508015" y="4495"/>
                  <a:pt x="511873" y="4495"/>
                </a:cubicBezTo>
                <a:cubicBezTo>
                  <a:pt x="515687" y="4495"/>
                  <a:pt x="518276" y="5152"/>
                  <a:pt x="519636" y="6469"/>
                </a:cubicBezTo>
                <a:cubicBezTo>
                  <a:pt x="520999" y="7741"/>
                  <a:pt x="521679" y="10033"/>
                  <a:pt x="521679" y="13347"/>
                </a:cubicBezTo>
                <a:close/>
                <a:moveTo>
                  <a:pt x="573440" y="88671"/>
                </a:moveTo>
                <a:cubicBezTo>
                  <a:pt x="573440" y="90668"/>
                  <a:pt x="573303" y="92214"/>
                  <a:pt x="573032" y="93303"/>
                </a:cubicBezTo>
                <a:cubicBezTo>
                  <a:pt x="572803" y="94346"/>
                  <a:pt x="572486" y="95095"/>
                  <a:pt x="572077" y="95549"/>
                </a:cubicBezTo>
                <a:cubicBezTo>
                  <a:pt x="571669" y="95958"/>
                  <a:pt x="571057" y="96343"/>
                  <a:pt x="570240" y="96709"/>
                </a:cubicBezTo>
                <a:cubicBezTo>
                  <a:pt x="569468" y="97026"/>
                  <a:pt x="568537" y="97298"/>
                  <a:pt x="567445" y="97526"/>
                </a:cubicBezTo>
                <a:cubicBezTo>
                  <a:pt x="566402" y="97798"/>
                  <a:pt x="565245" y="98001"/>
                  <a:pt x="563973" y="98138"/>
                </a:cubicBezTo>
                <a:cubicBezTo>
                  <a:pt x="562747" y="98275"/>
                  <a:pt x="561499" y="98344"/>
                  <a:pt x="560227" y="98344"/>
                </a:cubicBezTo>
                <a:cubicBezTo>
                  <a:pt x="556821" y="98344"/>
                  <a:pt x="553872" y="97912"/>
                  <a:pt x="551375" y="97049"/>
                </a:cubicBezTo>
                <a:cubicBezTo>
                  <a:pt x="548877" y="96186"/>
                  <a:pt x="546811" y="94869"/>
                  <a:pt x="545177" y="93097"/>
                </a:cubicBezTo>
                <a:cubicBezTo>
                  <a:pt x="543542" y="91283"/>
                  <a:pt x="542339" y="89011"/>
                  <a:pt x="541568" y="86288"/>
                </a:cubicBezTo>
                <a:cubicBezTo>
                  <a:pt x="540796" y="83565"/>
                  <a:pt x="540410" y="80341"/>
                  <a:pt x="540410" y="76618"/>
                </a:cubicBezTo>
                <a:lnTo>
                  <a:pt x="540410" y="45494"/>
                </a:lnTo>
                <a:lnTo>
                  <a:pt x="533121" y="45494"/>
                </a:lnTo>
                <a:cubicBezTo>
                  <a:pt x="532258" y="45494"/>
                  <a:pt x="531601" y="44971"/>
                  <a:pt x="531146" y="43928"/>
                </a:cubicBezTo>
                <a:cubicBezTo>
                  <a:pt x="530692" y="42837"/>
                  <a:pt x="530466" y="41045"/>
                  <a:pt x="530466" y="38548"/>
                </a:cubicBezTo>
                <a:cubicBezTo>
                  <a:pt x="530466" y="37230"/>
                  <a:pt x="530512" y="36119"/>
                  <a:pt x="530601" y="35210"/>
                </a:cubicBezTo>
                <a:cubicBezTo>
                  <a:pt x="530738" y="34301"/>
                  <a:pt x="530921" y="33598"/>
                  <a:pt x="531146" y="33098"/>
                </a:cubicBezTo>
                <a:cubicBezTo>
                  <a:pt x="531375" y="32553"/>
                  <a:pt x="531646" y="32167"/>
                  <a:pt x="531964" y="31941"/>
                </a:cubicBezTo>
                <a:cubicBezTo>
                  <a:pt x="532327" y="31713"/>
                  <a:pt x="532735" y="31601"/>
                  <a:pt x="533189" y="31601"/>
                </a:cubicBezTo>
                <a:lnTo>
                  <a:pt x="540410" y="31601"/>
                </a:lnTo>
                <a:lnTo>
                  <a:pt x="540410" y="18048"/>
                </a:lnTo>
                <a:cubicBezTo>
                  <a:pt x="540410" y="17594"/>
                  <a:pt x="540522" y="17185"/>
                  <a:pt x="540750" y="16822"/>
                </a:cubicBezTo>
                <a:cubicBezTo>
                  <a:pt x="541022" y="16459"/>
                  <a:pt x="541476" y="16162"/>
                  <a:pt x="542111" y="15936"/>
                </a:cubicBezTo>
                <a:cubicBezTo>
                  <a:pt x="542794" y="15665"/>
                  <a:pt x="543679" y="15482"/>
                  <a:pt x="544768" y="15390"/>
                </a:cubicBezTo>
                <a:cubicBezTo>
                  <a:pt x="545903" y="15256"/>
                  <a:pt x="547288" y="15188"/>
                  <a:pt x="548923" y="15188"/>
                </a:cubicBezTo>
                <a:cubicBezTo>
                  <a:pt x="550603" y="15188"/>
                  <a:pt x="551986" y="15256"/>
                  <a:pt x="553078" y="15390"/>
                </a:cubicBezTo>
                <a:cubicBezTo>
                  <a:pt x="554212" y="15482"/>
                  <a:pt x="555098" y="15665"/>
                  <a:pt x="555732" y="15936"/>
                </a:cubicBezTo>
                <a:cubicBezTo>
                  <a:pt x="556370" y="16162"/>
                  <a:pt x="556821" y="16459"/>
                  <a:pt x="557095" y="16822"/>
                </a:cubicBezTo>
                <a:cubicBezTo>
                  <a:pt x="557367" y="17185"/>
                  <a:pt x="557504" y="17594"/>
                  <a:pt x="557504" y="18048"/>
                </a:cubicBezTo>
                <a:lnTo>
                  <a:pt x="557504" y="31601"/>
                </a:lnTo>
                <a:lnTo>
                  <a:pt x="570714" y="31601"/>
                </a:lnTo>
                <a:cubicBezTo>
                  <a:pt x="571169" y="31601"/>
                  <a:pt x="571554" y="31713"/>
                  <a:pt x="571874" y="31941"/>
                </a:cubicBezTo>
                <a:cubicBezTo>
                  <a:pt x="572237" y="32167"/>
                  <a:pt x="572532" y="32553"/>
                  <a:pt x="572757" y="33098"/>
                </a:cubicBezTo>
                <a:cubicBezTo>
                  <a:pt x="572986" y="33598"/>
                  <a:pt x="573146" y="34301"/>
                  <a:pt x="573235" y="35210"/>
                </a:cubicBezTo>
                <a:cubicBezTo>
                  <a:pt x="573372" y="36119"/>
                  <a:pt x="573440" y="37230"/>
                  <a:pt x="573440" y="38548"/>
                </a:cubicBezTo>
                <a:cubicBezTo>
                  <a:pt x="573440" y="41045"/>
                  <a:pt x="573212" y="42837"/>
                  <a:pt x="572757" y="43928"/>
                </a:cubicBezTo>
                <a:cubicBezTo>
                  <a:pt x="572306" y="44971"/>
                  <a:pt x="571646" y="45494"/>
                  <a:pt x="570783" y="45494"/>
                </a:cubicBezTo>
                <a:lnTo>
                  <a:pt x="557504" y="45494"/>
                </a:lnTo>
                <a:lnTo>
                  <a:pt x="557504" y="74029"/>
                </a:lnTo>
                <a:cubicBezTo>
                  <a:pt x="557504" y="77344"/>
                  <a:pt x="558024" y="79841"/>
                  <a:pt x="559070" y="81522"/>
                </a:cubicBezTo>
                <a:cubicBezTo>
                  <a:pt x="560113" y="83156"/>
                  <a:pt x="561976" y="83973"/>
                  <a:pt x="564653" y="83973"/>
                </a:cubicBezTo>
                <a:cubicBezTo>
                  <a:pt x="565562" y="83973"/>
                  <a:pt x="566379" y="83905"/>
                  <a:pt x="567105" y="83768"/>
                </a:cubicBezTo>
                <a:cubicBezTo>
                  <a:pt x="567834" y="83588"/>
                  <a:pt x="568468" y="83405"/>
                  <a:pt x="569014" y="83222"/>
                </a:cubicBezTo>
                <a:cubicBezTo>
                  <a:pt x="569603" y="82996"/>
                  <a:pt x="570080" y="82813"/>
                  <a:pt x="570443" y="82679"/>
                </a:cubicBezTo>
                <a:cubicBezTo>
                  <a:pt x="570851" y="82496"/>
                  <a:pt x="571214" y="82405"/>
                  <a:pt x="571531" y="82405"/>
                </a:cubicBezTo>
                <a:cubicBezTo>
                  <a:pt x="571806" y="82405"/>
                  <a:pt x="572054" y="82496"/>
                  <a:pt x="572283" y="82679"/>
                </a:cubicBezTo>
                <a:cubicBezTo>
                  <a:pt x="572554" y="82813"/>
                  <a:pt x="572757" y="83133"/>
                  <a:pt x="572894" y="83630"/>
                </a:cubicBezTo>
                <a:cubicBezTo>
                  <a:pt x="573032" y="84085"/>
                  <a:pt x="573146" y="84722"/>
                  <a:pt x="573235" y="85539"/>
                </a:cubicBezTo>
                <a:cubicBezTo>
                  <a:pt x="573372" y="86357"/>
                  <a:pt x="573440" y="87399"/>
                  <a:pt x="573440" y="88671"/>
                </a:cubicBezTo>
                <a:close/>
                <a:moveTo>
                  <a:pt x="621043" y="96981"/>
                </a:moveTo>
                <a:lnTo>
                  <a:pt x="613688" y="118501"/>
                </a:lnTo>
                <a:cubicBezTo>
                  <a:pt x="613280" y="119638"/>
                  <a:pt x="612168" y="120455"/>
                  <a:pt x="610353" y="120952"/>
                </a:cubicBezTo>
                <a:cubicBezTo>
                  <a:pt x="608536" y="121452"/>
                  <a:pt x="605881" y="121701"/>
                  <a:pt x="602384" y="121701"/>
                </a:cubicBezTo>
                <a:cubicBezTo>
                  <a:pt x="600569" y="121701"/>
                  <a:pt x="599115" y="121612"/>
                  <a:pt x="598026" y="121429"/>
                </a:cubicBezTo>
                <a:cubicBezTo>
                  <a:pt x="596935" y="121292"/>
                  <a:pt x="596117" y="121044"/>
                  <a:pt x="595574" y="120681"/>
                </a:cubicBezTo>
                <a:cubicBezTo>
                  <a:pt x="595029" y="120318"/>
                  <a:pt x="594734" y="119864"/>
                  <a:pt x="594689" y="119318"/>
                </a:cubicBezTo>
                <a:cubicBezTo>
                  <a:pt x="594643" y="118775"/>
                  <a:pt x="594780" y="118115"/>
                  <a:pt x="595097" y="117343"/>
                </a:cubicBezTo>
                <a:lnTo>
                  <a:pt x="603201" y="96981"/>
                </a:lnTo>
                <a:cubicBezTo>
                  <a:pt x="602612" y="96709"/>
                  <a:pt x="602067" y="96301"/>
                  <a:pt x="601567" y="95755"/>
                </a:cubicBezTo>
                <a:cubicBezTo>
                  <a:pt x="601112" y="95163"/>
                  <a:pt x="600772" y="94552"/>
                  <a:pt x="600546" y="93915"/>
                </a:cubicBezTo>
                <a:lnTo>
                  <a:pt x="579638" y="38070"/>
                </a:lnTo>
                <a:cubicBezTo>
                  <a:pt x="579047" y="36482"/>
                  <a:pt x="578752" y="35279"/>
                  <a:pt x="578752" y="34461"/>
                </a:cubicBezTo>
                <a:cubicBezTo>
                  <a:pt x="578752" y="33598"/>
                  <a:pt x="579024" y="32938"/>
                  <a:pt x="579570" y="32484"/>
                </a:cubicBezTo>
                <a:cubicBezTo>
                  <a:pt x="580113" y="31987"/>
                  <a:pt x="581021" y="31647"/>
                  <a:pt x="582293" y="31464"/>
                </a:cubicBezTo>
                <a:cubicBezTo>
                  <a:pt x="583610" y="31281"/>
                  <a:pt x="585336" y="31192"/>
                  <a:pt x="587471" y="31192"/>
                </a:cubicBezTo>
                <a:cubicBezTo>
                  <a:pt x="589422" y="31192"/>
                  <a:pt x="590965" y="31238"/>
                  <a:pt x="592100" y="31327"/>
                </a:cubicBezTo>
                <a:cubicBezTo>
                  <a:pt x="593234" y="31372"/>
                  <a:pt x="594120" y="31533"/>
                  <a:pt x="594757" y="31804"/>
                </a:cubicBezTo>
                <a:cubicBezTo>
                  <a:pt x="595392" y="32075"/>
                  <a:pt x="595869" y="32507"/>
                  <a:pt x="596186" y="33098"/>
                </a:cubicBezTo>
                <a:cubicBezTo>
                  <a:pt x="596503" y="33644"/>
                  <a:pt x="596823" y="34439"/>
                  <a:pt x="597140" y="35482"/>
                </a:cubicBezTo>
                <a:lnTo>
                  <a:pt x="611442" y="76141"/>
                </a:lnTo>
                <a:lnTo>
                  <a:pt x="611645" y="76141"/>
                </a:lnTo>
                <a:lnTo>
                  <a:pt x="624724" y="34664"/>
                </a:lnTo>
                <a:cubicBezTo>
                  <a:pt x="624995" y="33484"/>
                  <a:pt x="625335" y="32713"/>
                  <a:pt x="625744" y="32350"/>
                </a:cubicBezTo>
                <a:cubicBezTo>
                  <a:pt x="626198" y="31941"/>
                  <a:pt x="626924" y="31647"/>
                  <a:pt x="627924" y="31464"/>
                </a:cubicBezTo>
                <a:cubicBezTo>
                  <a:pt x="628921" y="31281"/>
                  <a:pt x="630670" y="31192"/>
                  <a:pt x="633168" y="31192"/>
                </a:cubicBezTo>
                <a:cubicBezTo>
                  <a:pt x="635119" y="31192"/>
                  <a:pt x="636731" y="31281"/>
                  <a:pt x="638003" y="31464"/>
                </a:cubicBezTo>
                <a:cubicBezTo>
                  <a:pt x="639320" y="31647"/>
                  <a:pt x="640274" y="31987"/>
                  <a:pt x="640863" y="32484"/>
                </a:cubicBezTo>
                <a:cubicBezTo>
                  <a:pt x="641500" y="32984"/>
                  <a:pt x="641817" y="33667"/>
                  <a:pt x="641817" y="34527"/>
                </a:cubicBezTo>
                <a:cubicBezTo>
                  <a:pt x="641817" y="35344"/>
                  <a:pt x="641634" y="36322"/>
                  <a:pt x="641272" y="37456"/>
                </a:cubicBezTo>
                <a:lnTo>
                  <a:pt x="621043" y="96981"/>
                </a:lnTo>
                <a:close/>
                <a:moveTo>
                  <a:pt x="756640" y="90306"/>
                </a:moveTo>
                <a:cubicBezTo>
                  <a:pt x="757186" y="91940"/>
                  <a:pt x="757526" y="93235"/>
                  <a:pt x="757663" y="94189"/>
                </a:cubicBezTo>
                <a:cubicBezTo>
                  <a:pt x="757798" y="95140"/>
                  <a:pt x="757618" y="95869"/>
                  <a:pt x="757117" y="96366"/>
                </a:cubicBezTo>
                <a:cubicBezTo>
                  <a:pt x="756617" y="96821"/>
                  <a:pt x="755732" y="97095"/>
                  <a:pt x="754460" y="97184"/>
                </a:cubicBezTo>
                <a:cubicBezTo>
                  <a:pt x="753191" y="97321"/>
                  <a:pt x="751442" y="97389"/>
                  <a:pt x="749216" y="97389"/>
                </a:cubicBezTo>
                <a:cubicBezTo>
                  <a:pt x="746902" y="97389"/>
                  <a:pt x="745085" y="97344"/>
                  <a:pt x="743770" y="97252"/>
                </a:cubicBezTo>
                <a:cubicBezTo>
                  <a:pt x="742499" y="97206"/>
                  <a:pt x="741521" y="97095"/>
                  <a:pt x="740841" y="96912"/>
                </a:cubicBezTo>
                <a:cubicBezTo>
                  <a:pt x="740158" y="96686"/>
                  <a:pt x="739684" y="96389"/>
                  <a:pt x="739410" y="96026"/>
                </a:cubicBezTo>
                <a:cubicBezTo>
                  <a:pt x="739138" y="95663"/>
                  <a:pt x="738909" y="95186"/>
                  <a:pt x="738729" y="94598"/>
                </a:cubicBezTo>
                <a:lnTo>
                  <a:pt x="732803" y="76890"/>
                </a:lnTo>
                <a:lnTo>
                  <a:pt x="699705" y="76890"/>
                </a:lnTo>
                <a:lnTo>
                  <a:pt x="694121" y="94120"/>
                </a:lnTo>
                <a:cubicBezTo>
                  <a:pt x="693938" y="94755"/>
                  <a:pt x="693690" y="95300"/>
                  <a:pt x="693372" y="95755"/>
                </a:cubicBezTo>
                <a:cubicBezTo>
                  <a:pt x="693098" y="96163"/>
                  <a:pt x="692624" y="96503"/>
                  <a:pt x="691941" y="96775"/>
                </a:cubicBezTo>
                <a:cubicBezTo>
                  <a:pt x="691306" y="97004"/>
                  <a:pt x="690375" y="97161"/>
                  <a:pt x="689149" y="97252"/>
                </a:cubicBezTo>
                <a:cubicBezTo>
                  <a:pt x="687969" y="97344"/>
                  <a:pt x="686403" y="97389"/>
                  <a:pt x="684451" y="97389"/>
                </a:cubicBezTo>
                <a:cubicBezTo>
                  <a:pt x="682362" y="97389"/>
                  <a:pt x="680728" y="97321"/>
                  <a:pt x="679548" y="97184"/>
                </a:cubicBezTo>
                <a:cubicBezTo>
                  <a:pt x="678365" y="97049"/>
                  <a:pt x="677548" y="96729"/>
                  <a:pt x="677096" y="96232"/>
                </a:cubicBezTo>
                <a:cubicBezTo>
                  <a:pt x="676642" y="95686"/>
                  <a:pt x="676482" y="94938"/>
                  <a:pt x="676619" y="93983"/>
                </a:cubicBezTo>
                <a:cubicBezTo>
                  <a:pt x="676753" y="93032"/>
                  <a:pt x="677096" y="91760"/>
                  <a:pt x="677639" y="90171"/>
                </a:cubicBezTo>
                <a:lnTo>
                  <a:pt x="704814" y="11987"/>
                </a:lnTo>
                <a:cubicBezTo>
                  <a:pt x="705085" y="11213"/>
                  <a:pt x="705402" y="10601"/>
                  <a:pt x="705765" y="10147"/>
                </a:cubicBezTo>
                <a:cubicBezTo>
                  <a:pt x="706131" y="9647"/>
                  <a:pt x="706697" y="9284"/>
                  <a:pt x="707468" y="9058"/>
                </a:cubicBezTo>
                <a:cubicBezTo>
                  <a:pt x="708286" y="8784"/>
                  <a:pt x="709400" y="8627"/>
                  <a:pt x="710806" y="8581"/>
                </a:cubicBezTo>
                <a:cubicBezTo>
                  <a:pt x="712215" y="8490"/>
                  <a:pt x="714075" y="8444"/>
                  <a:pt x="716392" y="8444"/>
                </a:cubicBezTo>
                <a:cubicBezTo>
                  <a:pt x="719070" y="8444"/>
                  <a:pt x="721204" y="8490"/>
                  <a:pt x="722793" y="8581"/>
                </a:cubicBezTo>
                <a:cubicBezTo>
                  <a:pt x="724382" y="8627"/>
                  <a:pt x="725608" y="8784"/>
                  <a:pt x="726471" y="9058"/>
                </a:cubicBezTo>
                <a:cubicBezTo>
                  <a:pt x="727379" y="9284"/>
                  <a:pt x="728014" y="9647"/>
                  <a:pt x="728377" y="10147"/>
                </a:cubicBezTo>
                <a:cubicBezTo>
                  <a:pt x="728785" y="10647"/>
                  <a:pt x="729125" y="11327"/>
                  <a:pt x="729400" y="12190"/>
                </a:cubicBezTo>
                <a:lnTo>
                  <a:pt x="756640" y="90306"/>
                </a:lnTo>
                <a:close/>
                <a:moveTo>
                  <a:pt x="716187" y="25675"/>
                </a:moveTo>
                <a:lnTo>
                  <a:pt x="716118" y="25675"/>
                </a:lnTo>
                <a:lnTo>
                  <a:pt x="703657" y="63134"/>
                </a:lnTo>
                <a:lnTo>
                  <a:pt x="728651" y="63134"/>
                </a:lnTo>
                <a:lnTo>
                  <a:pt x="716187" y="25675"/>
                </a:lnTo>
                <a:close/>
                <a:moveTo>
                  <a:pt x="825972" y="94666"/>
                </a:moveTo>
                <a:cubicBezTo>
                  <a:pt x="825972" y="95118"/>
                  <a:pt x="825835" y="95526"/>
                  <a:pt x="825563" y="95892"/>
                </a:cubicBezTo>
                <a:cubicBezTo>
                  <a:pt x="825289" y="96209"/>
                  <a:pt x="824837" y="96481"/>
                  <a:pt x="824200" y="96709"/>
                </a:cubicBezTo>
                <a:cubicBezTo>
                  <a:pt x="823566" y="96935"/>
                  <a:pt x="822680" y="97095"/>
                  <a:pt x="821546" y="97184"/>
                </a:cubicBezTo>
                <a:cubicBezTo>
                  <a:pt x="820454" y="97321"/>
                  <a:pt x="819094" y="97389"/>
                  <a:pt x="817459" y="97389"/>
                </a:cubicBezTo>
                <a:cubicBezTo>
                  <a:pt x="815779" y="97389"/>
                  <a:pt x="814370" y="97321"/>
                  <a:pt x="813236" y="97184"/>
                </a:cubicBezTo>
                <a:cubicBezTo>
                  <a:pt x="812147" y="97095"/>
                  <a:pt x="811284" y="96935"/>
                  <a:pt x="810647" y="96709"/>
                </a:cubicBezTo>
                <a:cubicBezTo>
                  <a:pt x="810013" y="96481"/>
                  <a:pt x="809558" y="96209"/>
                  <a:pt x="809287" y="95892"/>
                </a:cubicBezTo>
                <a:cubicBezTo>
                  <a:pt x="809013" y="95526"/>
                  <a:pt x="808878" y="95118"/>
                  <a:pt x="808878" y="94666"/>
                </a:cubicBezTo>
                <a:lnTo>
                  <a:pt x="808878" y="59999"/>
                </a:lnTo>
                <a:cubicBezTo>
                  <a:pt x="808878" y="57047"/>
                  <a:pt x="808650" y="54733"/>
                  <a:pt x="808195" y="53052"/>
                </a:cubicBezTo>
                <a:cubicBezTo>
                  <a:pt x="807787" y="51372"/>
                  <a:pt x="807175" y="49943"/>
                  <a:pt x="806358" y="48763"/>
                </a:cubicBezTo>
                <a:cubicBezTo>
                  <a:pt x="805541" y="47537"/>
                  <a:pt x="804472" y="46606"/>
                  <a:pt x="803158" y="45971"/>
                </a:cubicBezTo>
                <a:cubicBezTo>
                  <a:pt x="801886" y="45289"/>
                  <a:pt x="800386" y="44948"/>
                  <a:pt x="798663" y="44948"/>
                </a:cubicBezTo>
                <a:cubicBezTo>
                  <a:pt x="796482" y="44948"/>
                  <a:pt x="794279" y="45743"/>
                  <a:pt x="792056" y="47332"/>
                </a:cubicBezTo>
                <a:cubicBezTo>
                  <a:pt x="789830" y="48920"/>
                  <a:pt x="787516" y="51238"/>
                  <a:pt x="785110" y="54278"/>
                </a:cubicBezTo>
                <a:lnTo>
                  <a:pt x="785110" y="94666"/>
                </a:lnTo>
                <a:cubicBezTo>
                  <a:pt x="785110" y="95118"/>
                  <a:pt x="784972" y="95526"/>
                  <a:pt x="784701" y="95892"/>
                </a:cubicBezTo>
                <a:cubicBezTo>
                  <a:pt x="784427" y="96209"/>
                  <a:pt x="783949" y="96481"/>
                  <a:pt x="783269" y="96709"/>
                </a:cubicBezTo>
                <a:cubicBezTo>
                  <a:pt x="782635" y="96935"/>
                  <a:pt x="781772" y="97095"/>
                  <a:pt x="780680" y="97184"/>
                </a:cubicBezTo>
                <a:cubicBezTo>
                  <a:pt x="779592" y="97321"/>
                  <a:pt x="778206" y="97389"/>
                  <a:pt x="776528" y="97389"/>
                </a:cubicBezTo>
                <a:cubicBezTo>
                  <a:pt x="774848" y="97389"/>
                  <a:pt x="773462" y="97321"/>
                  <a:pt x="772374" y="97184"/>
                </a:cubicBezTo>
                <a:cubicBezTo>
                  <a:pt x="771282" y="97095"/>
                  <a:pt x="770399" y="96935"/>
                  <a:pt x="769716" y="96709"/>
                </a:cubicBezTo>
                <a:cubicBezTo>
                  <a:pt x="769082" y="96481"/>
                  <a:pt x="768627" y="96209"/>
                  <a:pt x="768356" y="95892"/>
                </a:cubicBezTo>
                <a:cubicBezTo>
                  <a:pt x="768082" y="95526"/>
                  <a:pt x="767947" y="95118"/>
                  <a:pt x="767947" y="94666"/>
                </a:cubicBezTo>
                <a:lnTo>
                  <a:pt x="767947" y="33916"/>
                </a:lnTo>
                <a:cubicBezTo>
                  <a:pt x="767947" y="33461"/>
                  <a:pt x="768059" y="33076"/>
                  <a:pt x="768287" y="32758"/>
                </a:cubicBezTo>
                <a:cubicBezTo>
                  <a:pt x="768513" y="32395"/>
                  <a:pt x="768922" y="32098"/>
                  <a:pt x="769513" y="31873"/>
                </a:cubicBezTo>
                <a:cubicBezTo>
                  <a:pt x="770102" y="31647"/>
                  <a:pt x="770851" y="31487"/>
                  <a:pt x="771759" y="31395"/>
                </a:cubicBezTo>
                <a:cubicBezTo>
                  <a:pt x="772714" y="31258"/>
                  <a:pt x="773894" y="31192"/>
                  <a:pt x="775303" y="31192"/>
                </a:cubicBezTo>
                <a:cubicBezTo>
                  <a:pt x="776754" y="31192"/>
                  <a:pt x="777957" y="31258"/>
                  <a:pt x="778912" y="31395"/>
                </a:cubicBezTo>
                <a:cubicBezTo>
                  <a:pt x="779863" y="31487"/>
                  <a:pt x="780592" y="31647"/>
                  <a:pt x="781089" y="31873"/>
                </a:cubicBezTo>
                <a:cubicBezTo>
                  <a:pt x="781635" y="32098"/>
                  <a:pt x="782021" y="32395"/>
                  <a:pt x="782249" y="32758"/>
                </a:cubicBezTo>
                <a:cubicBezTo>
                  <a:pt x="782475" y="33076"/>
                  <a:pt x="782589" y="33461"/>
                  <a:pt x="782589" y="33916"/>
                </a:cubicBezTo>
                <a:lnTo>
                  <a:pt x="782589" y="40931"/>
                </a:lnTo>
                <a:cubicBezTo>
                  <a:pt x="785950" y="37299"/>
                  <a:pt x="789353" y="34573"/>
                  <a:pt x="792805" y="32758"/>
                </a:cubicBezTo>
                <a:cubicBezTo>
                  <a:pt x="796300" y="30941"/>
                  <a:pt x="799931" y="30032"/>
                  <a:pt x="803700" y="30032"/>
                </a:cubicBezTo>
                <a:cubicBezTo>
                  <a:pt x="807832" y="30032"/>
                  <a:pt x="811307" y="30715"/>
                  <a:pt x="814122" y="32075"/>
                </a:cubicBezTo>
                <a:cubicBezTo>
                  <a:pt x="816982" y="33438"/>
                  <a:pt x="819274" y="35302"/>
                  <a:pt x="821000" y="37662"/>
                </a:cubicBezTo>
                <a:cubicBezTo>
                  <a:pt x="822771" y="39976"/>
                  <a:pt x="824040" y="42702"/>
                  <a:pt x="824815" y="45834"/>
                </a:cubicBezTo>
                <a:cubicBezTo>
                  <a:pt x="825586" y="48966"/>
                  <a:pt x="825972" y="52735"/>
                  <a:pt x="825972" y="57139"/>
                </a:cubicBezTo>
                <a:lnTo>
                  <a:pt x="825972" y="94666"/>
                </a:lnTo>
                <a:close/>
                <a:moveTo>
                  <a:pt x="894552" y="94869"/>
                </a:moveTo>
                <a:cubicBezTo>
                  <a:pt x="894552" y="95503"/>
                  <a:pt x="894326" y="96003"/>
                  <a:pt x="893872" y="96366"/>
                </a:cubicBezTo>
                <a:cubicBezTo>
                  <a:pt x="893417" y="96729"/>
                  <a:pt x="892692" y="96981"/>
                  <a:pt x="891691" y="97118"/>
                </a:cubicBezTo>
                <a:cubicBezTo>
                  <a:pt x="890740" y="97298"/>
                  <a:pt x="889308" y="97389"/>
                  <a:pt x="887402" y="97389"/>
                </a:cubicBezTo>
                <a:cubicBezTo>
                  <a:pt x="885359" y="97389"/>
                  <a:pt x="883859" y="97298"/>
                  <a:pt x="882907" y="97118"/>
                </a:cubicBezTo>
                <a:cubicBezTo>
                  <a:pt x="881999" y="96981"/>
                  <a:pt x="881339" y="96729"/>
                  <a:pt x="880930" y="96366"/>
                </a:cubicBezTo>
                <a:cubicBezTo>
                  <a:pt x="880567" y="96003"/>
                  <a:pt x="880387" y="95503"/>
                  <a:pt x="880387" y="94869"/>
                </a:cubicBezTo>
                <a:lnTo>
                  <a:pt x="880387" y="90034"/>
                </a:lnTo>
                <a:cubicBezTo>
                  <a:pt x="877890" y="92712"/>
                  <a:pt x="875029" y="94800"/>
                  <a:pt x="871806" y="96301"/>
                </a:cubicBezTo>
                <a:cubicBezTo>
                  <a:pt x="868629" y="97798"/>
                  <a:pt x="865085" y="98547"/>
                  <a:pt x="861182" y="98547"/>
                </a:cubicBezTo>
                <a:cubicBezTo>
                  <a:pt x="857959" y="98547"/>
                  <a:pt x="854984" y="98115"/>
                  <a:pt x="852261" y="97252"/>
                </a:cubicBezTo>
                <a:cubicBezTo>
                  <a:pt x="849580" y="96435"/>
                  <a:pt x="847243" y="95209"/>
                  <a:pt x="845246" y="93575"/>
                </a:cubicBezTo>
                <a:cubicBezTo>
                  <a:pt x="843291" y="91894"/>
                  <a:pt x="841771" y="89828"/>
                  <a:pt x="840682" y="87377"/>
                </a:cubicBezTo>
                <a:cubicBezTo>
                  <a:pt x="839591" y="84925"/>
                  <a:pt x="839048" y="82065"/>
                  <a:pt x="839048" y="78796"/>
                </a:cubicBezTo>
                <a:cubicBezTo>
                  <a:pt x="839048" y="75255"/>
                  <a:pt x="839728" y="72189"/>
                  <a:pt x="841091" y="69603"/>
                </a:cubicBezTo>
                <a:cubicBezTo>
                  <a:pt x="842497" y="66968"/>
                  <a:pt x="844563" y="64811"/>
                  <a:pt x="847289" y="63134"/>
                </a:cubicBezTo>
                <a:cubicBezTo>
                  <a:pt x="850058" y="61408"/>
                  <a:pt x="853487" y="60136"/>
                  <a:pt x="857573" y="59319"/>
                </a:cubicBezTo>
                <a:cubicBezTo>
                  <a:pt x="861659" y="58502"/>
                  <a:pt x="866403" y="58093"/>
                  <a:pt x="871806" y="58093"/>
                </a:cubicBezTo>
                <a:lnTo>
                  <a:pt x="877730" y="58093"/>
                </a:lnTo>
                <a:lnTo>
                  <a:pt x="877730" y="54415"/>
                </a:lnTo>
                <a:cubicBezTo>
                  <a:pt x="877730" y="52509"/>
                  <a:pt x="877527" y="50852"/>
                  <a:pt x="877118" y="49443"/>
                </a:cubicBezTo>
                <a:cubicBezTo>
                  <a:pt x="876755" y="47992"/>
                  <a:pt x="876118" y="46789"/>
                  <a:pt x="875209" y="45834"/>
                </a:cubicBezTo>
                <a:cubicBezTo>
                  <a:pt x="874349" y="44880"/>
                  <a:pt x="873166" y="44177"/>
                  <a:pt x="871669" y="43723"/>
                </a:cubicBezTo>
                <a:cubicBezTo>
                  <a:pt x="870217" y="43268"/>
                  <a:pt x="868400" y="43043"/>
                  <a:pt x="866220" y="43043"/>
                </a:cubicBezTo>
                <a:cubicBezTo>
                  <a:pt x="863359" y="43043"/>
                  <a:pt x="860796" y="43360"/>
                  <a:pt x="858524" y="43994"/>
                </a:cubicBezTo>
                <a:cubicBezTo>
                  <a:pt x="856301" y="44631"/>
                  <a:pt x="854327" y="45334"/>
                  <a:pt x="852601" y="46106"/>
                </a:cubicBezTo>
                <a:cubicBezTo>
                  <a:pt x="850875" y="46877"/>
                  <a:pt x="849420" y="47583"/>
                  <a:pt x="848240" y="48217"/>
                </a:cubicBezTo>
                <a:cubicBezTo>
                  <a:pt x="847106" y="48852"/>
                  <a:pt x="846174" y="49172"/>
                  <a:pt x="845449" y="49172"/>
                </a:cubicBezTo>
                <a:cubicBezTo>
                  <a:pt x="844948" y="49172"/>
                  <a:pt x="844497" y="49012"/>
                  <a:pt x="844088" y="48695"/>
                </a:cubicBezTo>
                <a:cubicBezTo>
                  <a:pt x="843723" y="48377"/>
                  <a:pt x="843405" y="47923"/>
                  <a:pt x="843134" y="47332"/>
                </a:cubicBezTo>
                <a:cubicBezTo>
                  <a:pt x="842905" y="46743"/>
                  <a:pt x="842725" y="46014"/>
                  <a:pt x="842588" y="45154"/>
                </a:cubicBezTo>
                <a:cubicBezTo>
                  <a:pt x="842451" y="44291"/>
                  <a:pt x="842385" y="43337"/>
                  <a:pt x="842385" y="42291"/>
                </a:cubicBezTo>
                <a:cubicBezTo>
                  <a:pt x="842385" y="40885"/>
                  <a:pt x="842497" y="39774"/>
                  <a:pt x="842725" y="38956"/>
                </a:cubicBezTo>
                <a:cubicBezTo>
                  <a:pt x="842951" y="38139"/>
                  <a:pt x="843383" y="37410"/>
                  <a:pt x="844020" y="36776"/>
                </a:cubicBezTo>
                <a:cubicBezTo>
                  <a:pt x="844654" y="36096"/>
                  <a:pt x="845766" y="35367"/>
                  <a:pt x="847357" y="34596"/>
                </a:cubicBezTo>
                <a:cubicBezTo>
                  <a:pt x="848946" y="33779"/>
                  <a:pt x="850806" y="33030"/>
                  <a:pt x="852941" y="32350"/>
                </a:cubicBezTo>
                <a:cubicBezTo>
                  <a:pt x="855075" y="31667"/>
                  <a:pt x="857390" y="31124"/>
                  <a:pt x="859887" y="30715"/>
                </a:cubicBezTo>
                <a:cubicBezTo>
                  <a:pt x="862431" y="30261"/>
                  <a:pt x="865040" y="30032"/>
                  <a:pt x="867720" y="30032"/>
                </a:cubicBezTo>
                <a:cubicBezTo>
                  <a:pt x="872486" y="30032"/>
                  <a:pt x="876550" y="30510"/>
                  <a:pt x="879910" y="31464"/>
                </a:cubicBezTo>
                <a:cubicBezTo>
                  <a:pt x="883316" y="32373"/>
                  <a:pt x="886108" y="33801"/>
                  <a:pt x="888288" y="35753"/>
                </a:cubicBezTo>
                <a:cubicBezTo>
                  <a:pt x="890466" y="37662"/>
                  <a:pt x="892054" y="40136"/>
                  <a:pt x="893054" y="43177"/>
                </a:cubicBezTo>
                <a:cubicBezTo>
                  <a:pt x="894052" y="46220"/>
                  <a:pt x="894552" y="49829"/>
                  <a:pt x="894552" y="54007"/>
                </a:cubicBezTo>
                <a:lnTo>
                  <a:pt x="894552" y="94869"/>
                </a:lnTo>
                <a:close/>
                <a:moveTo>
                  <a:pt x="877730" y="68854"/>
                </a:moveTo>
                <a:lnTo>
                  <a:pt x="871192" y="68854"/>
                </a:lnTo>
                <a:cubicBezTo>
                  <a:pt x="868423" y="68854"/>
                  <a:pt x="866063" y="69057"/>
                  <a:pt x="864111" y="69466"/>
                </a:cubicBezTo>
                <a:cubicBezTo>
                  <a:pt x="862156" y="69874"/>
                  <a:pt x="860568" y="70489"/>
                  <a:pt x="859342" y="71306"/>
                </a:cubicBezTo>
                <a:cubicBezTo>
                  <a:pt x="858116" y="72123"/>
                  <a:pt x="857207" y="73121"/>
                  <a:pt x="856618" y="74301"/>
                </a:cubicBezTo>
                <a:cubicBezTo>
                  <a:pt x="856073" y="75438"/>
                  <a:pt x="855801" y="76752"/>
                  <a:pt x="855801" y="78253"/>
                </a:cubicBezTo>
                <a:cubicBezTo>
                  <a:pt x="855801" y="80793"/>
                  <a:pt x="856596" y="82793"/>
                  <a:pt x="858184" y="84245"/>
                </a:cubicBezTo>
                <a:cubicBezTo>
                  <a:pt x="859819" y="85696"/>
                  <a:pt x="862068" y="86425"/>
                  <a:pt x="864928" y="86425"/>
                </a:cubicBezTo>
                <a:cubicBezTo>
                  <a:pt x="867334" y="86425"/>
                  <a:pt x="869534" y="85811"/>
                  <a:pt x="871532" y="84585"/>
                </a:cubicBezTo>
                <a:cubicBezTo>
                  <a:pt x="873575" y="83359"/>
                  <a:pt x="875641" y="81567"/>
                  <a:pt x="877730" y="79204"/>
                </a:cubicBezTo>
                <a:lnTo>
                  <a:pt x="877730" y="68854"/>
                </a:lnTo>
                <a:close/>
                <a:moveTo>
                  <a:pt x="928808" y="94666"/>
                </a:moveTo>
                <a:cubicBezTo>
                  <a:pt x="928808" y="95118"/>
                  <a:pt x="928673" y="95526"/>
                  <a:pt x="928399" y="95892"/>
                </a:cubicBezTo>
                <a:cubicBezTo>
                  <a:pt x="928127" y="96209"/>
                  <a:pt x="927650" y="96481"/>
                  <a:pt x="926970" y="96709"/>
                </a:cubicBezTo>
                <a:cubicBezTo>
                  <a:pt x="926336" y="96935"/>
                  <a:pt x="925473" y="97095"/>
                  <a:pt x="924381" y="97184"/>
                </a:cubicBezTo>
                <a:cubicBezTo>
                  <a:pt x="923293" y="97321"/>
                  <a:pt x="921907" y="97389"/>
                  <a:pt x="920226" y="97389"/>
                </a:cubicBezTo>
                <a:cubicBezTo>
                  <a:pt x="918549" y="97389"/>
                  <a:pt x="917163" y="97321"/>
                  <a:pt x="916074" y="97184"/>
                </a:cubicBezTo>
                <a:cubicBezTo>
                  <a:pt x="914983" y="97095"/>
                  <a:pt x="914097" y="96935"/>
                  <a:pt x="913417" y="96709"/>
                </a:cubicBezTo>
                <a:cubicBezTo>
                  <a:pt x="912783" y="96481"/>
                  <a:pt x="912328" y="96209"/>
                  <a:pt x="912054" y="95892"/>
                </a:cubicBezTo>
                <a:cubicBezTo>
                  <a:pt x="911783" y="95526"/>
                  <a:pt x="911645" y="95118"/>
                  <a:pt x="911645" y="94666"/>
                </a:cubicBezTo>
                <a:lnTo>
                  <a:pt x="911645" y="5106"/>
                </a:lnTo>
                <a:cubicBezTo>
                  <a:pt x="911645" y="4652"/>
                  <a:pt x="911783" y="4243"/>
                  <a:pt x="912054" y="3880"/>
                </a:cubicBezTo>
                <a:cubicBezTo>
                  <a:pt x="912328" y="3518"/>
                  <a:pt x="912783" y="3223"/>
                  <a:pt x="913417" y="2998"/>
                </a:cubicBezTo>
                <a:cubicBezTo>
                  <a:pt x="914097" y="2723"/>
                  <a:pt x="914983" y="2520"/>
                  <a:pt x="916074" y="2383"/>
                </a:cubicBezTo>
                <a:cubicBezTo>
                  <a:pt x="917163" y="2246"/>
                  <a:pt x="918549" y="2180"/>
                  <a:pt x="920226" y="2180"/>
                </a:cubicBezTo>
                <a:cubicBezTo>
                  <a:pt x="921907" y="2180"/>
                  <a:pt x="923293" y="2246"/>
                  <a:pt x="924381" y="2383"/>
                </a:cubicBezTo>
                <a:cubicBezTo>
                  <a:pt x="925473" y="2520"/>
                  <a:pt x="926336" y="2723"/>
                  <a:pt x="926970" y="2998"/>
                </a:cubicBezTo>
                <a:cubicBezTo>
                  <a:pt x="927650" y="3223"/>
                  <a:pt x="928127" y="3518"/>
                  <a:pt x="928399" y="3880"/>
                </a:cubicBezTo>
                <a:cubicBezTo>
                  <a:pt x="928673" y="4243"/>
                  <a:pt x="928808" y="4652"/>
                  <a:pt x="928808" y="5106"/>
                </a:cubicBezTo>
                <a:lnTo>
                  <a:pt x="928808" y="94666"/>
                </a:lnTo>
                <a:close/>
                <a:moveTo>
                  <a:pt x="981114" y="96981"/>
                </a:moveTo>
                <a:lnTo>
                  <a:pt x="973759" y="118501"/>
                </a:lnTo>
                <a:cubicBezTo>
                  <a:pt x="973350" y="119638"/>
                  <a:pt x="972236" y="120455"/>
                  <a:pt x="970421" y="120952"/>
                </a:cubicBezTo>
                <a:cubicBezTo>
                  <a:pt x="968604" y="121452"/>
                  <a:pt x="965949" y="121701"/>
                  <a:pt x="962452" y="121701"/>
                </a:cubicBezTo>
                <a:cubicBezTo>
                  <a:pt x="960637" y="121701"/>
                  <a:pt x="959183" y="121612"/>
                  <a:pt x="958094" y="121429"/>
                </a:cubicBezTo>
                <a:cubicBezTo>
                  <a:pt x="957005" y="121292"/>
                  <a:pt x="956188" y="121044"/>
                  <a:pt x="955642" y="120681"/>
                </a:cubicBezTo>
                <a:cubicBezTo>
                  <a:pt x="955097" y="120318"/>
                  <a:pt x="954802" y="119864"/>
                  <a:pt x="954756" y="119318"/>
                </a:cubicBezTo>
                <a:cubicBezTo>
                  <a:pt x="954711" y="118775"/>
                  <a:pt x="954848" y="118115"/>
                  <a:pt x="955165" y="117343"/>
                </a:cubicBezTo>
                <a:lnTo>
                  <a:pt x="963269" y="96981"/>
                </a:lnTo>
                <a:cubicBezTo>
                  <a:pt x="962680" y="96709"/>
                  <a:pt x="962135" y="96301"/>
                  <a:pt x="961634" y="95755"/>
                </a:cubicBezTo>
                <a:cubicBezTo>
                  <a:pt x="961180" y="95163"/>
                  <a:pt x="960840" y="94552"/>
                  <a:pt x="960614" y="93915"/>
                </a:cubicBezTo>
                <a:lnTo>
                  <a:pt x="939706" y="38070"/>
                </a:lnTo>
                <a:cubicBezTo>
                  <a:pt x="939115" y="36482"/>
                  <a:pt x="938820" y="35279"/>
                  <a:pt x="938820" y="34461"/>
                </a:cubicBezTo>
                <a:cubicBezTo>
                  <a:pt x="938820" y="33598"/>
                  <a:pt x="939092" y="32938"/>
                  <a:pt x="939637" y="32484"/>
                </a:cubicBezTo>
                <a:cubicBezTo>
                  <a:pt x="940183" y="31987"/>
                  <a:pt x="941092" y="31647"/>
                  <a:pt x="942361" y="31464"/>
                </a:cubicBezTo>
                <a:cubicBezTo>
                  <a:pt x="943678" y="31281"/>
                  <a:pt x="945404" y="31192"/>
                  <a:pt x="947538" y="31192"/>
                </a:cubicBezTo>
                <a:cubicBezTo>
                  <a:pt x="949490" y="31192"/>
                  <a:pt x="951033" y="31238"/>
                  <a:pt x="952168" y="31327"/>
                </a:cubicBezTo>
                <a:cubicBezTo>
                  <a:pt x="953305" y="31372"/>
                  <a:pt x="954188" y="31533"/>
                  <a:pt x="954825" y="31804"/>
                </a:cubicBezTo>
                <a:cubicBezTo>
                  <a:pt x="955459" y="32075"/>
                  <a:pt x="955937" y="32507"/>
                  <a:pt x="956254" y="33098"/>
                </a:cubicBezTo>
                <a:cubicBezTo>
                  <a:pt x="956574" y="33644"/>
                  <a:pt x="956891" y="34439"/>
                  <a:pt x="957208" y="35482"/>
                </a:cubicBezTo>
                <a:lnTo>
                  <a:pt x="971510" y="76141"/>
                </a:lnTo>
                <a:lnTo>
                  <a:pt x="971716" y="76141"/>
                </a:lnTo>
                <a:lnTo>
                  <a:pt x="984792" y="34664"/>
                </a:lnTo>
                <a:cubicBezTo>
                  <a:pt x="985063" y="33484"/>
                  <a:pt x="985403" y="32713"/>
                  <a:pt x="985812" y="32350"/>
                </a:cubicBezTo>
                <a:cubicBezTo>
                  <a:pt x="986266" y="31941"/>
                  <a:pt x="986992" y="31647"/>
                  <a:pt x="987992" y="31464"/>
                </a:cubicBezTo>
                <a:cubicBezTo>
                  <a:pt x="988989" y="31281"/>
                  <a:pt x="990738" y="31192"/>
                  <a:pt x="993236" y="31192"/>
                </a:cubicBezTo>
                <a:cubicBezTo>
                  <a:pt x="995187" y="31192"/>
                  <a:pt x="996799" y="31281"/>
                  <a:pt x="998070" y="31464"/>
                </a:cubicBezTo>
                <a:cubicBezTo>
                  <a:pt x="999388" y="31647"/>
                  <a:pt x="1000342" y="31987"/>
                  <a:pt x="1000931" y="32484"/>
                </a:cubicBezTo>
                <a:cubicBezTo>
                  <a:pt x="1001568" y="32984"/>
                  <a:pt x="1001885" y="33667"/>
                  <a:pt x="1001885" y="34527"/>
                </a:cubicBezTo>
                <a:cubicBezTo>
                  <a:pt x="1001885" y="35344"/>
                  <a:pt x="1001702" y="36322"/>
                  <a:pt x="1001339" y="37456"/>
                </a:cubicBezTo>
                <a:lnTo>
                  <a:pt x="981114" y="96981"/>
                </a:lnTo>
                <a:close/>
                <a:moveTo>
                  <a:pt x="1053849" y="77501"/>
                </a:moveTo>
                <a:cubicBezTo>
                  <a:pt x="1053849" y="80953"/>
                  <a:pt x="1053192" y="83996"/>
                  <a:pt x="1051874" y="86628"/>
                </a:cubicBezTo>
                <a:cubicBezTo>
                  <a:pt x="1050603" y="89263"/>
                  <a:pt x="1048785" y="91463"/>
                  <a:pt x="1046425" y="93235"/>
                </a:cubicBezTo>
                <a:cubicBezTo>
                  <a:pt x="1044065" y="95006"/>
                  <a:pt x="1041273" y="96321"/>
                  <a:pt x="1038050" y="97184"/>
                </a:cubicBezTo>
                <a:cubicBezTo>
                  <a:pt x="1034824" y="98092"/>
                  <a:pt x="1031329" y="98547"/>
                  <a:pt x="1027560" y="98547"/>
                </a:cubicBezTo>
                <a:cubicBezTo>
                  <a:pt x="1025291" y="98547"/>
                  <a:pt x="1023111" y="98364"/>
                  <a:pt x="1021022" y="98001"/>
                </a:cubicBezTo>
                <a:cubicBezTo>
                  <a:pt x="1018979" y="97684"/>
                  <a:pt x="1017141" y="97275"/>
                  <a:pt x="1015507" y="96775"/>
                </a:cubicBezTo>
                <a:cubicBezTo>
                  <a:pt x="1013872" y="96232"/>
                  <a:pt x="1012509" y="95686"/>
                  <a:pt x="1011421" y="95140"/>
                </a:cubicBezTo>
                <a:cubicBezTo>
                  <a:pt x="1010329" y="94598"/>
                  <a:pt x="1009535" y="94097"/>
                  <a:pt x="1009035" y="93643"/>
                </a:cubicBezTo>
                <a:cubicBezTo>
                  <a:pt x="1008537" y="93143"/>
                  <a:pt x="1008152" y="92394"/>
                  <a:pt x="1007877" y="91397"/>
                </a:cubicBezTo>
                <a:cubicBezTo>
                  <a:pt x="1007606" y="90351"/>
                  <a:pt x="1007469" y="88831"/>
                  <a:pt x="1007469" y="86834"/>
                </a:cubicBezTo>
                <a:cubicBezTo>
                  <a:pt x="1007469" y="85516"/>
                  <a:pt x="1007514" y="84471"/>
                  <a:pt x="1007606" y="83699"/>
                </a:cubicBezTo>
                <a:cubicBezTo>
                  <a:pt x="1007697" y="82882"/>
                  <a:pt x="1007832" y="82247"/>
                  <a:pt x="1008015" y="81793"/>
                </a:cubicBezTo>
                <a:cubicBezTo>
                  <a:pt x="1008197" y="81293"/>
                  <a:pt x="1008423" y="80976"/>
                  <a:pt x="1008695" y="80839"/>
                </a:cubicBezTo>
                <a:cubicBezTo>
                  <a:pt x="1008969" y="80659"/>
                  <a:pt x="1009309" y="80567"/>
                  <a:pt x="1009718" y="80567"/>
                </a:cubicBezTo>
                <a:cubicBezTo>
                  <a:pt x="1010218" y="80567"/>
                  <a:pt x="1010943" y="80862"/>
                  <a:pt x="1011895" y="81453"/>
                </a:cubicBezTo>
                <a:cubicBezTo>
                  <a:pt x="1012895" y="81996"/>
                  <a:pt x="1014121" y="82610"/>
                  <a:pt x="1015573" y="83290"/>
                </a:cubicBezTo>
                <a:cubicBezTo>
                  <a:pt x="1017027" y="83973"/>
                  <a:pt x="1018707" y="84608"/>
                  <a:pt x="1020613" y="85199"/>
                </a:cubicBezTo>
                <a:cubicBezTo>
                  <a:pt x="1022565" y="85788"/>
                  <a:pt x="1024768" y="86082"/>
                  <a:pt x="1027220" y="86082"/>
                </a:cubicBezTo>
                <a:cubicBezTo>
                  <a:pt x="1028763" y="86082"/>
                  <a:pt x="1030126" y="85925"/>
                  <a:pt x="1031306" y="85608"/>
                </a:cubicBezTo>
                <a:cubicBezTo>
                  <a:pt x="1032532" y="85288"/>
                  <a:pt x="1033578" y="84836"/>
                  <a:pt x="1034438" y="84245"/>
                </a:cubicBezTo>
                <a:cubicBezTo>
                  <a:pt x="1035347" y="83653"/>
                  <a:pt x="1036029" y="82905"/>
                  <a:pt x="1036481" y="81996"/>
                </a:cubicBezTo>
                <a:cubicBezTo>
                  <a:pt x="1036935" y="81090"/>
                  <a:pt x="1037164" y="80044"/>
                  <a:pt x="1037164" y="78864"/>
                </a:cubicBezTo>
                <a:cubicBezTo>
                  <a:pt x="1037164" y="77501"/>
                  <a:pt x="1036732" y="76344"/>
                  <a:pt x="1035869" y="75392"/>
                </a:cubicBezTo>
                <a:cubicBezTo>
                  <a:pt x="1035052" y="74392"/>
                  <a:pt x="1033941" y="73529"/>
                  <a:pt x="1032532" y="72803"/>
                </a:cubicBezTo>
                <a:cubicBezTo>
                  <a:pt x="1031169" y="72078"/>
                  <a:pt x="1029603" y="71395"/>
                  <a:pt x="1027834" y="70760"/>
                </a:cubicBezTo>
                <a:cubicBezTo>
                  <a:pt x="1026108" y="70123"/>
                  <a:pt x="1024314" y="69420"/>
                  <a:pt x="1022454" y="68649"/>
                </a:cubicBezTo>
                <a:cubicBezTo>
                  <a:pt x="1020636" y="67877"/>
                  <a:pt x="1018844" y="66991"/>
                  <a:pt x="1017073" y="65994"/>
                </a:cubicBezTo>
                <a:cubicBezTo>
                  <a:pt x="1015347" y="64994"/>
                  <a:pt x="1013781" y="63768"/>
                  <a:pt x="1012372" y="62316"/>
                </a:cubicBezTo>
                <a:cubicBezTo>
                  <a:pt x="1011012" y="60862"/>
                  <a:pt x="1009898" y="59113"/>
                  <a:pt x="1009035" y="57070"/>
                </a:cubicBezTo>
                <a:cubicBezTo>
                  <a:pt x="1008217" y="55027"/>
                  <a:pt x="1007809" y="52575"/>
                  <a:pt x="1007809" y="49715"/>
                </a:cubicBezTo>
                <a:cubicBezTo>
                  <a:pt x="1007809" y="46809"/>
                  <a:pt x="1008377" y="44154"/>
                  <a:pt x="1009512" y="41748"/>
                </a:cubicBezTo>
                <a:cubicBezTo>
                  <a:pt x="1010649" y="39296"/>
                  <a:pt x="1012284" y="37208"/>
                  <a:pt x="1014415" y="35482"/>
                </a:cubicBezTo>
                <a:cubicBezTo>
                  <a:pt x="1016550" y="33756"/>
                  <a:pt x="1019139" y="32418"/>
                  <a:pt x="1022179" y="31464"/>
                </a:cubicBezTo>
                <a:cubicBezTo>
                  <a:pt x="1025268" y="30510"/>
                  <a:pt x="1028717" y="30032"/>
                  <a:pt x="1032532" y="30032"/>
                </a:cubicBezTo>
                <a:cubicBezTo>
                  <a:pt x="1034438" y="30032"/>
                  <a:pt x="1036278" y="30169"/>
                  <a:pt x="1038050" y="30441"/>
                </a:cubicBezTo>
                <a:cubicBezTo>
                  <a:pt x="1039864" y="30715"/>
                  <a:pt x="1041499" y="31055"/>
                  <a:pt x="1042953" y="31464"/>
                </a:cubicBezTo>
                <a:cubicBezTo>
                  <a:pt x="1044405" y="31873"/>
                  <a:pt x="1045631" y="32327"/>
                  <a:pt x="1046631" y="32827"/>
                </a:cubicBezTo>
                <a:cubicBezTo>
                  <a:pt x="1047628" y="33281"/>
                  <a:pt x="1048331" y="33690"/>
                  <a:pt x="1048740" y="34053"/>
                </a:cubicBezTo>
                <a:cubicBezTo>
                  <a:pt x="1049194" y="34370"/>
                  <a:pt x="1049514" y="34710"/>
                  <a:pt x="1049694" y="35073"/>
                </a:cubicBezTo>
                <a:cubicBezTo>
                  <a:pt x="1049877" y="35390"/>
                  <a:pt x="1050011" y="35799"/>
                  <a:pt x="1050103" y="36299"/>
                </a:cubicBezTo>
                <a:cubicBezTo>
                  <a:pt x="1050194" y="36753"/>
                  <a:pt x="1050263" y="37345"/>
                  <a:pt x="1050308" y="38070"/>
                </a:cubicBezTo>
                <a:cubicBezTo>
                  <a:pt x="1050397" y="38751"/>
                  <a:pt x="1050443" y="39614"/>
                  <a:pt x="1050443" y="40657"/>
                </a:cubicBezTo>
                <a:cubicBezTo>
                  <a:pt x="1050443" y="41882"/>
                  <a:pt x="1050397" y="42883"/>
                  <a:pt x="1050308" y="43654"/>
                </a:cubicBezTo>
                <a:cubicBezTo>
                  <a:pt x="1050263" y="44426"/>
                  <a:pt x="1050148" y="45040"/>
                  <a:pt x="1049966" y="45494"/>
                </a:cubicBezTo>
                <a:cubicBezTo>
                  <a:pt x="1049831" y="45949"/>
                  <a:pt x="1049625" y="46266"/>
                  <a:pt x="1049354" y="46446"/>
                </a:cubicBezTo>
                <a:cubicBezTo>
                  <a:pt x="1049083" y="46583"/>
                  <a:pt x="1048763" y="46652"/>
                  <a:pt x="1048400" y="46652"/>
                </a:cubicBezTo>
                <a:cubicBezTo>
                  <a:pt x="1047991" y="46652"/>
                  <a:pt x="1047357" y="46423"/>
                  <a:pt x="1046494" y="45971"/>
                </a:cubicBezTo>
                <a:cubicBezTo>
                  <a:pt x="1045631" y="45471"/>
                  <a:pt x="1044542" y="44948"/>
                  <a:pt x="1043225" y="44403"/>
                </a:cubicBezTo>
                <a:cubicBezTo>
                  <a:pt x="1041953" y="43860"/>
                  <a:pt x="1040456" y="43360"/>
                  <a:pt x="1038730" y="42905"/>
                </a:cubicBezTo>
                <a:cubicBezTo>
                  <a:pt x="1037050" y="42405"/>
                  <a:pt x="1035121" y="42157"/>
                  <a:pt x="1032941" y="42157"/>
                </a:cubicBezTo>
                <a:cubicBezTo>
                  <a:pt x="1031397" y="42157"/>
                  <a:pt x="1030057" y="42314"/>
                  <a:pt x="1028923" y="42634"/>
                </a:cubicBezTo>
                <a:cubicBezTo>
                  <a:pt x="1027788" y="42951"/>
                  <a:pt x="1026857" y="43405"/>
                  <a:pt x="1026131" y="43994"/>
                </a:cubicBezTo>
                <a:cubicBezTo>
                  <a:pt x="1025402" y="44586"/>
                  <a:pt x="1024860" y="45289"/>
                  <a:pt x="1024497" y="46106"/>
                </a:cubicBezTo>
                <a:cubicBezTo>
                  <a:pt x="1024134" y="46877"/>
                  <a:pt x="1023951" y="47717"/>
                  <a:pt x="1023951" y="48626"/>
                </a:cubicBezTo>
                <a:cubicBezTo>
                  <a:pt x="1023951" y="50035"/>
                  <a:pt x="1024382" y="51215"/>
                  <a:pt x="1025245" y="52167"/>
                </a:cubicBezTo>
                <a:cubicBezTo>
                  <a:pt x="1026108" y="53121"/>
                  <a:pt x="1027243" y="53961"/>
                  <a:pt x="1028651" y="54687"/>
                </a:cubicBezTo>
                <a:cubicBezTo>
                  <a:pt x="1030057" y="55413"/>
                  <a:pt x="1031646" y="56096"/>
                  <a:pt x="1033418" y="56730"/>
                </a:cubicBezTo>
                <a:cubicBezTo>
                  <a:pt x="1035232" y="57367"/>
                  <a:pt x="1037050" y="58070"/>
                  <a:pt x="1038867" y="58842"/>
                </a:cubicBezTo>
                <a:cubicBezTo>
                  <a:pt x="1040727" y="59567"/>
                  <a:pt x="1042545" y="60430"/>
                  <a:pt x="1044313" y="61431"/>
                </a:cubicBezTo>
                <a:cubicBezTo>
                  <a:pt x="1046131" y="62428"/>
                  <a:pt x="1047742" y="63654"/>
                  <a:pt x="1049148" y="65108"/>
                </a:cubicBezTo>
                <a:cubicBezTo>
                  <a:pt x="1050557" y="66560"/>
                  <a:pt x="1051691" y="68309"/>
                  <a:pt x="1052554" y="70352"/>
                </a:cubicBezTo>
                <a:cubicBezTo>
                  <a:pt x="1053417" y="72349"/>
                  <a:pt x="1053849" y="74732"/>
                  <a:pt x="1053849" y="77501"/>
                </a:cubicBezTo>
                <a:close/>
                <a:moveTo>
                  <a:pt x="1083884" y="94666"/>
                </a:moveTo>
                <a:cubicBezTo>
                  <a:pt x="1083884" y="95118"/>
                  <a:pt x="1083747" y="95526"/>
                  <a:pt x="1083475" y="95892"/>
                </a:cubicBezTo>
                <a:cubicBezTo>
                  <a:pt x="1083201" y="96209"/>
                  <a:pt x="1082724" y="96481"/>
                  <a:pt x="1082044" y="96709"/>
                </a:cubicBezTo>
                <a:cubicBezTo>
                  <a:pt x="1081409" y="96935"/>
                  <a:pt x="1080546" y="97095"/>
                  <a:pt x="1079455" y="97184"/>
                </a:cubicBezTo>
                <a:cubicBezTo>
                  <a:pt x="1078366" y="97321"/>
                  <a:pt x="1076980" y="97389"/>
                  <a:pt x="1075303" y="97389"/>
                </a:cubicBezTo>
                <a:cubicBezTo>
                  <a:pt x="1073623" y="97389"/>
                  <a:pt x="1072237" y="97321"/>
                  <a:pt x="1071148" y="97184"/>
                </a:cubicBezTo>
                <a:cubicBezTo>
                  <a:pt x="1070057" y="97095"/>
                  <a:pt x="1069174" y="96935"/>
                  <a:pt x="1068491" y="96709"/>
                </a:cubicBezTo>
                <a:cubicBezTo>
                  <a:pt x="1067856" y="96481"/>
                  <a:pt x="1067402" y="96209"/>
                  <a:pt x="1067131" y="95892"/>
                </a:cubicBezTo>
                <a:cubicBezTo>
                  <a:pt x="1066856" y="95526"/>
                  <a:pt x="1066722" y="95118"/>
                  <a:pt x="1066722" y="94666"/>
                </a:cubicBezTo>
                <a:lnTo>
                  <a:pt x="1066722" y="34053"/>
                </a:lnTo>
                <a:cubicBezTo>
                  <a:pt x="1066722" y="33598"/>
                  <a:pt x="1066856" y="33213"/>
                  <a:pt x="1067131" y="32893"/>
                </a:cubicBezTo>
                <a:cubicBezTo>
                  <a:pt x="1067402" y="32530"/>
                  <a:pt x="1067856" y="32235"/>
                  <a:pt x="1068491" y="32010"/>
                </a:cubicBezTo>
                <a:cubicBezTo>
                  <a:pt x="1069174" y="31735"/>
                  <a:pt x="1070057" y="31533"/>
                  <a:pt x="1071148" y="31395"/>
                </a:cubicBezTo>
                <a:cubicBezTo>
                  <a:pt x="1072237" y="31258"/>
                  <a:pt x="1073623" y="31192"/>
                  <a:pt x="1075303" y="31192"/>
                </a:cubicBezTo>
                <a:cubicBezTo>
                  <a:pt x="1076980" y="31192"/>
                  <a:pt x="1078366" y="31258"/>
                  <a:pt x="1079455" y="31395"/>
                </a:cubicBezTo>
                <a:cubicBezTo>
                  <a:pt x="1080546" y="31533"/>
                  <a:pt x="1081409" y="31735"/>
                  <a:pt x="1082044" y="32010"/>
                </a:cubicBezTo>
                <a:cubicBezTo>
                  <a:pt x="1082724" y="32235"/>
                  <a:pt x="1083201" y="32530"/>
                  <a:pt x="1083475" y="32893"/>
                </a:cubicBezTo>
                <a:cubicBezTo>
                  <a:pt x="1083747" y="33213"/>
                  <a:pt x="1083884" y="33598"/>
                  <a:pt x="1083884" y="34053"/>
                </a:cubicBezTo>
                <a:lnTo>
                  <a:pt x="1083884" y="94666"/>
                </a:lnTo>
                <a:close/>
                <a:moveTo>
                  <a:pt x="1085176" y="13347"/>
                </a:moveTo>
                <a:cubicBezTo>
                  <a:pt x="1085176" y="16799"/>
                  <a:pt x="1084473" y="19182"/>
                  <a:pt x="1083067" y="20500"/>
                </a:cubicBezTo>
                <a:cubicBezTo>
                  <a:pt x="1081658" y="21817"/>
                  <a:pt x="1079046" y="22474"/>
                  <a:pt x="1075234" y="22474"/>
                </a:cubicBezTo>
                <a:cubicBezTo>
                  <a:pt x="1071374" y="22474"/>
                  <a:pt x="1068765" y="21837"/>
                  <a:pt x="1067402" y="20568"/>
                </a:cubicBezTo>
                <a:cubicBezTo>
                  <a:pt x="1066085" y="19297"/>
                  <a:pt x="1065427" y="17002"/>
                  <a:pt x="1065427" y="13687"/>
                </a:cubicBezTo>
                <a:cubicBezTo>
                  <a:pt x="1065427" y="10238"/>
                  <a:pt x="1066108" y="7855"/>
                  <a:pt x="1067471" y="6538"/>
                </a:cubicBezTo>
                <a:cubicBezTo>
                  <a:pt x="1068876" y="5175"/>
                  <a:pt x="1071511" y="4495"/>
                  <a:pt x="1075369" y="4495"/>
                </a:cubicBezTo>
                <a:cubicBezTo>
                  <a:pt x="1079183" y="4495"/>
                  <a:pt x="1081772" y="5152"/>
                  <a:pt x="1083133" y="6469"/>
                </a:cubicBezTo>
                <a:cubicBezTo>
                  <a:pt x="1084496" y="7741"/>
                  <a:pt x="1085176" y="10033"/>
                  <a:pt x="1085176" y="13347"/>
                </a:cubicBezTo>
                <a:close/>
                <a:moveTo>
                  <a:pt x="1143746" y="77501"/>
                </a:moveTo>
                <a:cubicBezTo>
                  <a:pt x="1143746" y="80953"/>
                  <a:pt x="1143089" y="83996"/>
                  <a:pt x="1141771" y="86628"/>
                </a:cubicBezTo>
                <a:cubicBezTo>
                  <a:pt x="1140500" y="89263"/>
                  <a:pt x="1138685" y="91463"/>
                  <a:pt x="1136322" y="93235"/>
                </a:cubicBezTo>
                <a:cubicBezTo>
                  <a:pt x="1133962" y="95006"/>
                  <a:pt x="1131170" y="96321"/>
                  <a:pt x="1127947" y="97184"/>
                </a:cubicBezTo>
                <a:cubicBezTo>
                  <a:pt x="1124723" y="98092"/>
                  <a:pt x="1121226" y="98547"/>
                  <a:pt x="1117460" y="98547"/>
                </a:cubicBezTo>
                <a:cubicBezTo>
                  <a:pt x="1115188" y="98547"/>
                  <a:pt x="1113008" y="98364"/>
                  <a:pt x="1110922" y="98001"/>
                </a:cubicBezTo>
                <a:cubicBezTo>
                  <a:pt x="1108879" y="97684"/>
                  <a:pt x="1107038" y="97275"/>
                  <a:pt x="1105404" y="96775"/>
                </a:cubicBezTo>
                <a:cubicBezTo>
                  <a:pt x="1103769" y="96232"/>
                  <a:pt x="1102406" y="95686"/>
                  <a:pt x="1101318" y="95140"/>
                </a:cubicBezTo>
                <a:cubicBezTo>
                  <a:pt x="1100229" y="94598"/>
                  <a:pt x="1099435" y="94097"/>
                  <a:pt x="1098934" y="93643"/>
                </a:cubicBezTo>
                <a:cubicBezTo>
                  <a:pt x="1098434" y="93143"/>
                  <a:pt x="1098049" y="92394"/>
                  <a:pt x="1097777" y="91397"/>
                </a:cubicBezTo>
                <a:cubicBezTo>
                  <a:pt x="1097503" y="90351"/>
                  <a:pt x="1097369" y="88831"/>
                  <a:pt x="1097369" y="86834"/>
                </a:cubicBezTo>
                <a:cubicBezTo>
                  <a:pt x="1097369" y="85516"/>
                  <a:pt x="1097414" y="84471"/>
                  <a:pt x="1097503" y="83699"/>
                </a:cubicBezTo>
                <a:cubicBezTo>
                  <a:pt x="1097594" y="82882"/>
                  <a:pt x="1097731" y="82247"/>
                  <a:pt x="1097912" y="81793"/>
                </a:cubicBezTo>
                <a:cubicBezTo>
                  <a:pt x="1098094" y="81293"/>
                  <a:pt x="1098320" y="80976"/>
                  <a:pt x="1098594" y="80839"/>
                </a:cubicBezTo>
                <a:cubicBezTo>
                  <a:pt x="1098866" y="80659"/>
                  <a:pt x="1099206" y="80567"/>
                  <a:pt x="1099615" y="80567"/>
                </a:cubicBezTo>
                <a:cubicBezTo>
                  <a:pt x="1100115" y="80567"/>
                  <a:pt x="1100840" y="80862"/>
                  <a:pt x="1101795" y="81453"/>
                </a:cubicBezTo>
                <a:cubicBezTo>
                  <a:pt x="1102792" y="81996"/>
                  <a:pt x="1104018" y="82610"/>
                  <a:pt x="1105472" y="83290"/>
                </a:cubicBezTo>
                <a:cubicBezTo>
                  <a:pt x="1106924" y="83973"/>
                  <a:pt x="1108604" y="84608"/>
                  <a:pt x="1110513" y="85199"/>
                </a:cubicBezTo>
                <a:cubicBezTo>
                  <a:pt x="1112465" y="85788"/>
                  <a:pt x="1114665" y="86082"/>
                  <a:pt x="1117117" y="86082"/>
                </a:cubicBezTo>
                <a:cubicBezTo>
                  <a:pt x="1118663" y="86082"/>
                  <a:pt x="1120023" y="85925"/>
                  <a:pt x="1121203" y="85608"/>
                </a:cubicBezTo>
                <a:cubicBezTo>
                  <a:pt x="1122429" y="85288"/>
                  <a:pt x="1123475" y="84836"/>
                  <a:pt x="1124338" y="84245"/>
                </a:cubicBezTo>
                <a:cubicBezTo>
                  <a:pt x="1125246" y="83653"/>
                  <a:pt x="1125926" y="82905"/>
                  <a:pt x="1126381" y="81996"/>
                </a:cubicBezTo>
                <a:cubicBezTo>
                  <a:pt x="1126835" y="81090"/>
                  <a:pt x="1127061" y="80044"/>
                  <a:pt x="1127061" y="78864"/>
                </a:cubicBezTo>
                <a:cubicBezTo>
                  <a:pt x="1127061" y="77501"/>
                  <a:pt x="1126629" y="76344"/>
                  <a:pt x="1125766" y="75392"/>
                </a:cubicBezTo>
                <a:cubicBezTo>
                  <a:pt x="1124949" y="74392"/>
                  <a:pt x="1123838" y="73529"/>
                  <a:pt x="1122429" y="72803"/>
                </a:cubicBezTo>
                <a:cubicBezTo>
                  <a:pt x="1121069" y="72078"/>
                  <a:pt x="1119503" y="71395"/>
                  <a:pt x="1117731" y="70760"/>
                </a:cubicBezTo>
                <a:cubicBezTo>
                  <a:pt x="1116005" y="70123"/>
                  <a:pt x="1114211" y="69420"/>
                  <a:pt x="1112350" y="68649"/>
                </a:cubicBezTo>
                <a:cubicBezTo>
                  <a:pt x="1110536" y="67877"/>
                  <a:pt x="1108741" y="66991"/>
                  <a:pt x="1106970" y="65994"/>
                </a:cubicBezTo>
                <a:cubicBezTo>
                  <a:pt x="1105244" y="64994"/>
                  <a:pt x="1103678" y="63768"/>
                  <a:pt x="1102272" y="62316"/>
                </a:cubicBezTo>
                <a:cubicBezTo>
                  <a:pt x="1100909" y="60862"/>
                  <a:pt x="1099797" y="59113"/>
                  <a:pt x="1098934" y="57070"/>
                </a:cubicBezTo>
                <a:cubicBezTo>
                  <a:pt x="1098117" y="55027"/>
                  <a:pt x="1097709" y="52575"/>
                  <a:pt x="1097709" y="49715"/>
                </a:cubicBezTo>
                <a:cubicBezTo>
                  <a:pt x="1097709" y="46809"/>
                  <a:pt x="1098274" y="44154"/>
                  <a:pt x="1099412" y="41748"/>
                </a:cubicBezTo>
                <a:cubicBezTo>
                  <a:pt x="1100546" y="39296"/>
                  <a:pt x="1102181" y="37208"/>
                  <a:pt x="1104315" y="35482"/>
                </a:cubicBezTo>
                <a:cubicBezTo>
                  <a:pt x="1106447" y="33756"/>
                  <a:pt x="1109036" y="32418"/>
                  <a:pt x="1112079" y="31464"/>
                </a:cubicBezTo>
                <a:cubicBezTo>
                  <a:pt x="1115165" y="30510"/>
                  <a:pt x="1118617" y="30032"/>
                  <a:pt x="1122429" y="30032"/>
                </a:cubicBezTo>
                <a:cubicBezTo>
                  <a:pt x="1124338" y="30032"/>
                  <a:pt x="1126175" y="30169"/>
                  <a:pt x="1127947" y="30441"/>
                </a:cubicBezTo>
                <a:cubicBezTo>
                  <a:pt x="1129761" y="30715"/>
                  <a:pt x="1131396" y="31055"/>
                  <a:pt x="1132850" y="31464"/>
                </a:cubicBezTo>
                <a:cubicBezTo>
                  <a:pt x="1134302" y="31873"/>
                  <a:pt x="1135528" y="32327"/>
                  <a:pt x="1136528" y="32827"/>
                </a:cubicBezTo>
                <a:cubicBezTo>
                  <a:pt x="1137528" y="33281"/>
                  <a:pt x="1138231" y="33690"/>
                  <a:pt x="1138639" y="34053"/>
                </a:cubicBezTo>
                <a:cubicBezTo>
                  <a:pt x="1139094" y="34370"/>
                  <a:pt x="1139411" y="34710"/>
                  <a:pt x="1139591" y="35073"/>
                </a:cubicBezTo>
                <a:cubicBezTo>
                  <a:pt x="1139774" y="35390"/>
                  <a:pt x="1139911" y="35799"/>
                  <a:pt x="1140000" y="36299"/>
                </a:cubicBezTo>
                <a:cubicBezTo>
                  <a:pt x="1140091" y="36753"/>
                  <a:pt x="1140160" y="37345"/>
                  <a:pt x="1140205" y="38070"/>
                </a:cubicBezTo>
                <a:cubicBezTo>
                  <a:pt x="1140297" y="38751"/>
                  <a:pt x="1140343" y="39614"/>
                  <a:pt x="1140343" y="40657"/>
                </a:cubicBezTo>
                <a:cubicBezTo>
                  <a:pt x="1140343" y="41882"/>
                  <a:pt x="1140297" y="42883"/>
                  <a:pt x="1140205" y="43654"/>
                </a:cubicBezTo>
                <a:cubicBezTo>
                  <a:pt x="1140160" y="44426"/>
                  <a:pt x="1140045" y="45040"/>
                  <a:pt x="1139865" y="45494"/>
                </a:cubicBezTo>
                <a:cubicBezTo>
                  <a:pt x="1139728" y="45949"/>
                  <a:pt x="1139525" y="46266"/>
                  <a:pt x="1139251" y="46446"/>
                </a:cubicBezTo>
                <a:cubicBezTo>
                  <a:pt x="1138979" y="46583"/>
                  <a:pt x="1138662" y="46652"/>
                  <a:pt x="1138299" y="46652"/>
                </a:cubicBezTo>
                <a:cubicBezTo>
                  <a:pt x="1137891" y="46652"/>
                  <a:pt x="1137254" y="46423"/>
                  <a:pt x="1136391" y="45971"/>
                </a:cubicBezTo>
                <a:cubicBezTo>
                  <a:pt x="1135528" y="45471"/>
                  <a:pt x="1134439" y="44948"/>
                  <a:pt x="1133122" y="44403"/>
                </a:cubicBezTo>
                <a:cubicBezTo>
                  <a:pt x="1131850" y="43860"/>
                  <a:pt x="1130353" y="43360"/>
                  <a:pt x="1128627" y="42905"/>
                </a:cubicBezTo>
                <a:cubicBezTo>
                  <a:pt x="1126947" y="42405"/>
                  <a:pt x="1125018" y="42157"/>
                  <a:pt x="1122837" y="42157"/>
                </a:cubicBezTo>
                <a:cubicBezTo>
                  <a:pt x="1121294" y="42157"/>
                  <a:pt x="1119954" y="42314"/>
                  <a:pt x="1118820" y="42634"/>
                </a:cubicBezTo>
                <a:cubicBezTo>
                  <a:pt x="1117685" y="42951"/>
                  <a:pt x="1116754" y="43405"/>
                  <a:pt x="1116028" y="43994"/>
                </a:cubicBezTo>
                <a:cubicBezTo>
                  <a:pt x="1115302" y="44586"/>
                  <a:pt x="1114756" y="45289"/>
                  <a:pt x="1114394" y="46106"/>
                </a:cubicBezTo>
                <a:cubicBezTo>
                  <a:pt x="1114031" y="46877"/>
                  <a:pt x="1113848" y="47717"/>
                  <a:pt x="1113848" y="48626"/>
                </a:cubicBezTo>
                <a:cubicBezTo>
                  <a:pt x="1113848" y="50035"/>
                  <a:pt x="1114279" y="51215"/>
                  <a:pt x="1115142" y="52167"/>
                </a:cubicBezTo>
                <a:cubicBezTo>
                  <a:pt x="1116005" y="53121"/>
                  <a:pt x="1117140" y="53961"/>
                  <a:pt x="1118548" y="54687"/>
                </a:cubicBezTo>
                <a:cubicBezTo>
                  <a:pt x="1119954" y="55413"/>
                  <a:pt x="1121546" y="56096"/>
                  <a:pt x="1123315" y="56730"/>
                </a:cubicBezTo>
                <a:cubicBezTo>
                  <a:pt x="1125132" y="57367"/>
                  <a:pt x="1126947" y="58070"/>
                  <a:pt x="1128764" y="58842"/>
                </a:cubicBezTo>
                <a:cubicBezTo>
                  <a:pt x="1130624" y="59567"/>
                  <a:pt x="1132442" y="60430"/>
                  <a:pt x="1134213" y="61431"/>
                </a:cubicBezTo>
                <a:cubicBezTo>
                  <a:pt x="1136028" y="62428"/>
                  <a:pt x="1137639" y="63654"/>
                  <a:pt x="1139048" y="65108"/>
                </a:cubicBezTo>
                <a:cubicBezTo>
                  <a:pt x="1140454" y="66560"/>
                  <a:pt x="1141591" y="68309"/>
                  <a:pt x="1142451" y="70352"/>
                </a:cubicBezTo>
                <a:cubicBezTo>
                  <a:pt x="1143314" y="72349"/>
                  <a:pt x="1143746" y="74732"/>
                  <a:pt x="1143746" y="77501"/>
                </a:cubicBezTo>
                <a:close/>
                <a:moveTo>
                  <a:pt x="1249582" y="63677"/>
                </a:moveTo>
                <a:cubicBezTo>
                  <a:pt x="1249582" y="68854"/>
                  <a:pt x="1248899" y="73575"/>
                  <a:pt x="1247539" y="77844"/>
                </a:cubicBezTo>
                <a:cubicBezTo>
                  <a:pt x="1246176" y="82110"/>
                  <a:pt x="1244110" y="85788"/>
                  <a:pt x="1241341" y="88877"/>
                </a:cubicBezTo>
                <a:cubicBezTo>
                  <a:pt x="1238572" y="91963"/>
                  <a:pt x="1235097" y="94346"/>
                  <a:pt x="1230920" y="96026"/>
                </a:cubicBezTo>
                <a:cubicBezTo>
                  <a:pt x="1226745" y="97706"/>
                  <a:pt x="1221861" y="98547"/>
                  <a:pt x="1216278" y="98547"/>
                </a:cubicBezTo>
                <a:cubicBezTo>
                  <a:pt x="1210874" y="98547"/>
                  <a:pt x="1206176" y="97798"/>
                  <a:pt x="1202182" y="96301"/>
                </a:cubicBezTo>
                <a:cubicBezTo>
                  <a:pt x="1198184" y="94800"/>
                  <a:pt x="1194869" y="92623"/>
                  <a:pt x="1192238" y="89763"/>
                </a:cubicBezTo>
                <a:cubicBezTo>
                  <a:pt x="1189603" y="86902"/>
                  <a:pt x="1187651" y="83382"/>
                  <a:pt x="1186380" y="79204"/>
                </a:cubicBezTo>
                <a:cubicBezTo>
                  <a:pt x="1185108" y="75029"/>
                  <a:pt x="1184474" y="70260"/>
                  <a:pt x="1184474" y="64902"/>
                </a:cubicBezTo>
                <a:cubicBezTo>
                  <a:pt x="1184474" y="59727"/>
                  <a:pt x="1185154" y="55004"/>
                  <a:pt x="1186517" y="50738"/>
                </a:cubicBezTo>
                <a:cubicBezTo>
                  <a:pt x="1187923" y="46423"/>
                  <a:pt x="1190012" y="42745"/>
                  <a:pt x="1192783" y="39705"/>
                </a:cubicBezTo>
                <a:cubicBezTo>
                  <a:pt x="1195552" y="36616"/>
                  <a:pt x="1199001" y="34233"/>
                  <a:pt x="1203133" y="32553"/>
                </a:cubicBezTo>
                <a:cubicBezTo>
                  <a:pt x="1207311" y="30872"/>
                  <a:pt x="1212192" y="30032"/>
                  <a:pt x="1217775" y="30032"/>
                </a:cubicBezTo>
                <a:cubicBezTo>
                  <a:pt x="1223224" y="30032"/>
                  <a:pt x="1227948" y="30784"/>
                  <a:pt x="1231943" y="32281"/>
                </a:cubicBezTo>
                <a:cubicBezTo>
                  <a:pt x="1235937" y="33733"/>
                  <a:pt x="1239229" y="35890"/>
                  <a:pt x="1241818" y="38751"/>
                </a:cubicBezTo>
                <a:cubicBezTo>
                  <a:pt x="1244450" y="41611"/>
                  <a:pt x="1246401" y="45131"/>
                  <a:pt x="1247673" y="49306"/>
                </a:cubicBezTo>
                <a:cubicBezTo>
                  <a:pt x="1248945" y="53484"/>
                  <a:pt x="1249582" y="58273"/>
                  <a:pt x="1249582" y="63677"/>
                </a:cubicBezTo>
                <a:close/>
                <a:moveTo>
                  <a:pt x="1231943" y="64359"/>
                </a:moveTo>
                <a:cubicBezTo>
                  <a:pt x="1231943" y="61362"/>
                  <a:pt x="1231691" y="58616"/>
                  <a:pt x="1231194" y="56118"/>
                </a:cubicBezTo>
                <a:cubicBezTo>
                  <a:pt x="1230740" y="53575"/>
                  <a:pt x="1229945" y="51372"/>
                  <a:pt x="1228808" y="49512"/>
                </a:cubicBezTo>
                <a:cubicBezTo>
                  <a:pt x="1227673" y="47649"/>
                  <a:pt x="1226153" y="46197"/>
                  <a:pt x="1224247" y="45154"/>
                </a:cubicBezTo>
                <a:cubicBezTo>
                  <a:pt x="1222384" y="44108"/>
                  <a:pt x="1220024" y="43585"/>
                  <a:pt x="1217164" y="43585"/>
                </a:cubicBezTo>
                <a:cubicBezTo>
                  <a:pt x="1214620" y="43585"/>
                  <a:pt x="1212397" y="44063"/>
                  <a:pt x="1210488" y="45017"/>
                </a:cubicBezTo>
                <a:cubicBezTo>
                  <a:pt x="1208582" y="45926"/>
                  <a:pt x="1207017" y="47286"/>
                  <a:pt x="1205791" y="49103"/>
                </a:cubicBezTo>
                <a:cubicBezTo>
                  <a:pt x="1204565" y="50875"/>
                  <a:pt x="1203633" y="53029"/>
                  <a:pt x="1202999" y="55573"/>
                </a:cubicBezTo>
                <a:cubicBezTo>
                  <a:pt x="1202407" y="58070"/>
                  <a:pt x="1202113" y="60930"/>
                  <a:pt x="1202113" y="64154"/>
                </a:cubicBezTo>
                <a:cubicBezTo>
                  <a:pt x="1202113" y="67151"/>
                  <a:pt x="1202362" y="69920"/>
                  <a:pt x="1202862" y="72463"/>
                </a:cubicBezTo>
                <a:cubicBezTo>
                  <a:pt x="1203362" y="74961"/>
                  <a:pt x="1204156" y="77138"/>
                  <a:pt x="1205245" y="79001"/>
                </a:cubicBezTo>
                <a:cubicBezTo>
                  <a:pt x="1206379" y="80862"/>
                  <a:pt x="1207902" y="82316"/>
                  <a:pt x="1209808" y="83359"/>
                </a:cubicBezTo>
                <a:cubicBezTo>
                  <a:pt x="1211714" y="84359"/>
                  <a:pt x="1214075" y="84856"/>
                  <a:pt x="1216892" y="84856"/>
                </a:cubicBezTo>
                <a:cubicBezTo>
                  <a:pt x="1219478" y="84856"/>
                  <a:pt x="1221727" y="84405"/>
                  <a:pt x="1223633" y="83496"/>
                </a:cubicBezTo>
                <a:cubicBezTo>
                  <a:pt x="1225539" y="82542"/>
                  <a:pt x="1227108" y="81179"/>
                  <a:pt x="1228334" y="79410"/>
                </a:cubicBezTo>
                <a:cubicBezTo>
                  <a:pt x="1229559" y="77638"/>
                  <a:pt x="1230465" y="75504"/>
                  <a:pt x="1231057" y="73006"/>
                </a:cubicBezTo>
                <a:cubicBezTo>
                  <a:pt x="1231648" y="70466"/>
                  <a:pt x="1231943" y="67583"/>
                  <a:pt x="1231943" y="64359"/>
                </a:cubicBezTo>
                <a:close/>
                <a:moveTo>
                  <a:pt x="1321159" y="94666"/>
                </a:moveTo>
                <a:cubicBezTo>
                  <a:pt x="1321159" y="95118"/>
                  <a:pt x="1321022" y="95526"/>
                  <a:pt x="1320751" y="95892"/>
                </a:cubicBezTo>
                <a:cubicBezTo>
                  <a:pt x="1320479" y="96209"/>
                  <a:pt x="1320025" y="96481"/>
                  <a:pt x="1319388" y="96709"/>
                </a:cubicBezTo>
                <a:cubicBezTo>
                  <a:pt x="1318753" y="96935"/>
                  <a:pt x="1317868" y="97095"/>
                  <a:pt x="1316733" y="97184"/>
                </a:cubicBezTo>
                <a:cubicBezTo>
                  <a:pt x="1315642" y="97321"/>
                  <a:pt x="1314281" y="97389"/>
                  <a:pt x="1312647" y="97389"/>
                </a:cubicBezTo>
                <a:cubicBezTo>
                  <a:pt x="1310967" y="97389"/>
                  <a:pt x="1309558" y="97321"/>
                  <a:pt x="1308424" y="97184"/>
                </a:cubicBezTo>
                <a:cubicBezTo>
                  <a:pt x="1307335" y="97095"/>
                  <a:pt x="1306472" y="96935"/>
                  <a:pt x="1305835" y="96709"/>
                </a:cubicBezTo>
                <a:cubicBezTo>
                  <a:pt x="1305200" y="96481"/>
                  <a:pt x="1304746" y="96209"/>
                  <a:pt x="1304474" y="95892"/>
                </a:cubicBezTo>
                <a:cubicBezTo>
                  <a:pt x="1304200" y="95526"/>
                  <a:pt x="1304066" y="95118"/>
                  <a:pt x="1304066" y="94666"/>
                </a:cubicBezTo>
                <a:lnTo>
                  <a:pt x="1304066" y="59999"/>
                </a:lnTo>
                <a:cubicBezTo>
                  <a:pt x="1304066" y="57047"/>
                  <a:pt x="1303837" y="54733"/>
                  <a:pt x="1303383" y="53052"/>
                </a:cubicBezTo>
                <a:cubicBezTo>
                  <a:pt x="1302974" y="51372"/>
                  <a:pt x="1302363" y="49943"/>
                  <a:pt x="1301546" y="48763"/>
                </a:cubicBezTo>
                <a:cubicBezTo>
                  <a:pt x="1300728" y="47537"/>
                  <a:pt x="1299660" y="46606"/>
                  <a:pt x="1298345" y="45971"/>
                </a:cubicBezTo>
                <a:cubicBezTo>
                  <a:pt x="1297074" y="45289"/>
                  <a:pt x="1295573" y="44948"/>
                  <a:pt x="1293850" y="44948"/>
                </a:cubicBezTo>
                <a:cubicBezTo>
                  <a:pt x="1291670" y="44948"/>
                  <a:pt x="1289467" y="45743"/>
                  <a:pt x="1287244" y="47332"/>
                </a:cubicBezTo>
                <a:cubicBezTo>
                  <a:pt x="1285018" y="48920"/>
                  <a:pt x="1282703" y="51238"/>
                  <a:pt x="1280297" y="54278"/>
                </a:cubicBezTo>
                <a:lnTo>
                  <a:pt x="1280297" y="94666"/>
                </a:lnTo>
                <a:cubicBezTo>
                  <a:pt x="1280297" y="95118"/>
                  <a:pt x="1280160" y="95526"/>
                  <a:pt x="1279889" y="95892"/>
                </a:cubicBezTo>
                <a:cubicBezTo>
                  <a:pt x="1279614" y="96209"/>
                  <a:pt x="1279140" y="96481"/>
                  <a:pt x="1278457" y="96709"/>
                </a:cubicBezTo>
                <a:cubicBezTo>
                  <a:pt x="1277823" y="96935"/>
                  <a:pt x="1276960" y="97095"/>
                  <a:pt x="1275868" y="97184"/>
                </a:cubicBezTo>
                <a:cubicBezTo>
                  <a:pt x="1274779" y="97321"/>
                  <a:pt x="1273396" y="97389"/>
                  <a:pt x="1271716" y="97389"/>
                </a:cubicBezTo>
                <a:cubicBezTo>
                  <a:pt x="1270036" y="97389"/>
                  <a:pt x="1268650" y="97321"/>
                  <a:pt x="1267561" y="97184"/>
                </a:cubicBezTo>
                <a:cubicBezTo>
                  <a:pt x="1266470" y="97095"/>
                  <a:pt x="1265587" y="96935"/>
                  <a:pt x="1264904" y="96709"/>
                </a:cubicBezTo>
                <a:cubicBezTo>
                  <a:pt x="1264269" y="96481"/>
                  <a:pt x="1263815" y="96209"/>
                  <a:pt x="1263544" y="95892"/>
                </a:cubicBezTo>
                <a:cubicBezTo>
                  <a:pt x="1263269" y="95526"/>
                  <a:pt x="1263135" y="95118"/>
                  <a:pt x="1263135" y="94666"/>
                </a:cubicBezTo>
                <a:lnTo>
                  <a:pt x="1263135" y="33916"/>
                </a:lnTo>
                <a:cubicBezTo>
                  <a:pt x="1263135" y="33461"/>
                  <a:pt x="1263246" y="33076"/>
                  <a:pt x="1263475" y="32758"/>
                </a:cubicBezTo>
                <a:cubicBezTo>
                  <a:pt x="1263701" y="32395"/>
                  <a:pt x="1264109" y="32098"/>
                  <a:pt x="1264701" y="31873"/>
                </a:cubicBezTo>
                <a:cubicBezTo>
                  <a:pt x="1265290" y="31647"/>
                  <a:pt x="1266041" y="31487"/>
                  <a:pt x="1266947" y="31395"/>
                </a:cubicBezTo>
                <a:cubicBezTo>
                  <a:pt x="1267901" y="31258"/>
                  <a:pt x="1269081" y="31192"/>
                  <a:pt x="1270490" y="31192"/>
                </a:cubicBezTo>
                <a:cubicBezTo>
                  <a:pt x="1271942" y="31192"/>
                  <a:pt x="1273145" y="31258"/>
                  <a:pt x="1274099" y="31395"/>
                </a:cubicBezTo>
                <a:cubicBezTo>
                  <a:pt x="1275051" y="31487"/>
                  <a:pt x="1275779" y="31647"/>
                  <a:pt x="1276277" y="31873"/>
                </a:cubicBezTo>
                <a:cubicBezTo>
                  <a:pt x="1276822" y="32098"/>
                  <a:pt x="1277208" y="32395"/>
                  <a:pt x="1277437" y="32758"/>
                </a:cubicBezTo>
                <a:cubicBezTo>
                  <a:pt x="1277663" y="33076"/>
                  <a:pt x="1277777" y="33461"/>
                  <a:pt x="1277777" y="33916"/>
                </a:cubicBezTo>
                <a:lnTo>
                  <a:pt x="1277777" y="40931"/>
                </a:lnTo>
                <a:cubicBezTo>
                  <a:pt x="1281137" y="37299"/>
                  <a:pt x="1284541" y="34573"/>
                  <a:pt x="1287992" y="32758"/>
                </a:cubicBezTo>
                <a:cubicBezTo>
                  <a:pt x="1291487" y="30941"/>
                  <a:pt x="1295119" y="30032"/>
                  <a:pt x="1298888" y="30032"/>
                </a:cubicBezTo>
                <a:cubicBezTo>
                  <a:pt x="1303020" y="30032"/>
                  <a:pt x="1306495" y="30715"/>
                  <a:pt x="1309309" y="32075"/>
                </a:cubicBezTo>
                <a:cubicBezTo>
                  <a:pt x="1312170" y="33438"/>
                  <a:pt x="1314461" y="35302"/>
                  <a:pt x="1316187" y="37662"/>
                </a:cubicBezTo>
                <a:cubicBezTo>
                  <a:pt x="1317959" y="39976"/>
                  <a:pt x="1319231" y="42702"/>
                  <a:pt x="1320002" y="45834"/>
                </a:cubicBezTo>
                <a:cubicBezTo>
                  <a:pt x="1320774" y="48966"/>
                  <a:pt x="1321159" y="52735"/>
                  <a:pt x="1321159" y="57139"/>
                </a:cubicBezTo>
                <a:lnTo>
                  <a:pt x="1321159" y="94666"/>
                </a:lnTo>
                <a:close/>
                <a:moveTo>
                  <a:pt x="1427130" y="94666"/>
                </a:moveTo>
                <a:cubicBezTo>
                  <a:pt x="1427130" y="95163"/>
                  <a:pt x="1427015" y="95595"/>
                  <a:pt x="1426790" y="95958"/>
                </a:cubicBezTo>
                <a:cubicBezTo>
                  <a:pt x="1426561" y="96278"/>
                  <a:pt x="1426175" y="96549"/>
                  <a:pt x="1425632" y="96775"/>
                </a:cubicBezTo>
                <a:cubicBezTo>
                  <a:pt x="1425087" y="97004"/>
                  <a:pt x="1424338" y="97161"/>
                  <a:pt x="1423384" y="97252"/>
                </a:cubicBezTo>
                <a:cubicBezTo>
                  <a:pt x="1422475" y="97344"/>
                  <a:pt x="1421341" y="97389"/>
                  <a:pt x="1419977" y="97389"/>
                </a:cubicBezTo>
                <a:cubicBezTo>
                  <a:pt x="1418526" y="97389"/>
                  <a:pt x="1417346" y="97344"/>
                  <a:pt x="1416437" y="97252"/>
                </a:cubicBezTo>
                <a:cubicBezTo>
                  <a:pt x="1415528" y="97161"/>
                  <a:pt x="1414780" y="97004"/>
                  <a:pt x="1414191" y="96775"/>
                </a:cubicBezTo>
                <a:cubicBezTo>
                  <a:pt x="1413645" y="96549"/>
                  <a:pt x="1413237" y="96278"/>
                  <a:pt x="1412965" y="95958"/>
                </a:cubicBezTo>
                <a:cubicBezTo>
                  <a:pt x="1412737" y="95595"/>
                  <a:pt x="1412622" y="95163"/>
                  <a:pt x="1412622" y="94666"/>
                </a:cubicBezTo>
                <a:lnTo>
                  <a:pt x="1412622" y="87922"/>
                </a:lnTo>
                <a:cubicBezTo>
                  <a:pt x="1409490" y="91283"/>
                  <a:pt x="1406199" y="93892"/>
                  <a:pt x="1402747" y="95755"/>
                </a:cubicBezTo>
                <a:cubicBezTo>
                  <a:pt x="1399343" y="97615"/>
                  <a:pt x="1395552" y="98547"/>
                  <a:pt x="1391374" y="98547"/>
                </a:cubicBezTo>
                <a:cubicBezTo>
                  <a:pt x="1386745" y="98547"/>
                  <a:pt x="1382816" y="97661"/>
                  <a:pt x="1379592" y="95892"/>
                </a:cubicBezTo>
                <a:cubicBezTo>
                  <a:pt x="1376415" y="94075"/>
                  <a:pt x="1373803" y="91646"/>
                  <a:pt x="1371760" y="88603"/>
                </a:cubicBezTo>
                <a:cubicBezTo>
                  <a:pt x="1369763" y="85562"/>
                  <a:pt x="1368311" y="82019"/>
                  <a:pt x="1367402" y="77978"/>
                </a:cubicBezTo>
                <a:cubicBezTo>
                  <a:pt x="1366494" y="73892"/>
                  <a:pt x="1366039" y="69603"/>
                  <a:pt x="1366039" y="65108"/>
                </a:cubicBezTo>
                <a:cubicBezTo>
                  <a:pt x="1366039" y="59705"/>
                  <a:pt x="1366608" y="54847"/>
                  <a:pt x="1367742" y="50532"/>
                </a:cubicBezTo>
                <a:cubicBezTo>
                  <a:pt x="1368923" y="46220"/>
                  <a:pt x="1370626" y="42542"/>
                  <a:pt x="1372852" y="39499"/>
                </a:cubicBezTo>
                <a:cubicBezTo>
                  <a:pt x="1375075" y="36459"/>
                  <a:pt x="1377844" y="34119"/>
                  <a:pt x="1381158" y="32484"/>
                </a:cubicBezTo>
                <a:cubicBezTo>
                  <a:pt x="1384473" y="30850"/>
                  <a:pt x="1388288" y="30032"/>
                  <a:pt x="1392600" y="30032"/>
                </a:cubicBezTo>
                <a:cubicBezTo>
                  <a:pt x="1396006" y="30032"/>
                  <a:pt x="1399092" y="30738"/>
                  <a:pt x="1401864" y="32144"/>
                </a:cubicBezTo>
                <a:cubicBezTo>
                  <a:pt x="1404633" y="33507"/>
                  <a:pt x="1407379" y="35527"/>
                  <a:pt x="1410105" y="38205"/>
                </a:cubicBezTo>
                <a:lnTo>
                  <a:pt x="1410105" y="5312"/>
                </a:lnTo>
                <a:cubicBezTo>
                  <a:pt x="1410105" y="4858"/>
                  <a:pt x="1410216" y="4449"/>
                  <a:pt x="1410445" y="4086"/>
                </a:cubicBezTo>
                <a:cubicBezTo>
                  <a:pt x="1410716" y="3723"/>
                  <a:pt x="1411171" y="3426"/>
                  <a:pt x="1411805" y="3200"/>
                </a:cubicBezTo>
                <a:cubicBezTo>
                  <a:pt x="1412488" y="2929"/>
                  <a:pt x="1413374" y="2723"/>
                  <a:pt x="1414462" y="2589"/>
                </a:cubicBezTo>
                <a:cubicBezTo>
                  <a:pt x="1415551" y="2452"/>
                  <a:pt x="1416937" y="2383"/>
                  <a:pt x="1418617" y="2383"/>
                </a:cubicBezTo>
                <a:cubicBezTo>
                  <a:pt x="1420298" y="2383"/>
                  <a:pt x="1421681" y="2452"/>
                  <a:pt x="1422772" y="2589"/>
                </a:cubicBezTo>
                <a:cubicBezTo>
                  <a:pt x="1423861" y="2723"/>
                  <a:pt x="1424724" y="2929"/>
                  <a:pt x="1425358" y="3200"/>
                </a:cubicBezTo>
                <a:cubicBezTo>
                  <a:pt x="1425995" y="3426"/>
                  <a:pt x="1426450" y="3723"/>
                  <a:pt x="1426721" y="4086"/>
                </a:cubicBezTo>
                <a:cubicBezTo>
                  <a:pt x="1426993" y="4449"/>
                  <a:pt x="1427130" y="4858"/>
                  <a:pt x="1427130" y="5312"/>
                </a:cubicBezTo>
                <a:lnTo>
                  <a:pt x="1427130" y="94666"/>
                </a:lnTo>
                <a:close/>
                <a:moveTo>
                  <a:pt x="1410105" y="54075"/>
                </a:moveTo>
                <a:cubicBezTo>
                  <a:pt x="1407653" y="50986"/>
                  <a:pt x="1405290" y="48626"/>
                  <a:pt x="1403021" y="46992"/>
                </a:cubicBezTo>
                <a:cubicBezTo>
                  <a:pt x="1400795" y="45357"/>
                  <a:pt x="1398458" y="44540"/>
                  <a:pt x="1396006" y="44540"/>
                </a:cubicBezTo>
                <a:cubicBezTo>
                  <a:pt x="1393780" y="44540"/>
                  <a:pt x="1391851" y="45108"/>
                  <a:pt x="1390217" y="46243"/>
                </a:cubicBezTo>
                <a:cubicBezTo>
                  <a:pt x="1388628" y="47332"/>
                  <a:pt x="1387333" y="48809"/>
                  <a:pt x="1386336" y="50669"/>
                </a:cubicBezTo>
                <a:cubicBezTo>
                  <a:pt x="1385382" y="52529"/>
                  <a:pt x="1384656" y="54618"/>
                  <a:pt x="1384156" y="56936"/>
                </a:cubicBezTo>
                <a:cubicBezTo>
                  <a:pt x="1383702" y="59205"/>
                  <a:pt x="1383476" y="61542"/>
                  <a:pt x="1383476" y="63951"/>
                </a:cubicBezTo>
                <a:cubicBezTo>
                  <a:pt x="1383476" y="66491"/>
                  <a:pt x="1383679" y="68966"/>
                  <a:pt x="1384087" y="71372"/>
                </a:cubicBezTo>
                <a:cubicBezTo>
                  <a:pt x="1384496" y="73781"/>
                  <a:pt x="1385153" y="75935"/>
                  <a:pt x="1386062" y="77844"/>
                </a:cubicBezTo>
                <a:cubicBezTo>
                  <a:pt x="1387016" y="79704"/>
                  <a:pt x="1388265" y="81202"/>
                  <a:pt x="1389808" y="82339"/>
                </a:cubicBezTo>
                <a:cubicBezTo>
                  <a:pt x="1391351" y="83473"/>
                  <a:pt x="1393306" y="84039"/>
                  <a:pt x="1395666" y="84039"/>
                </a:cubicBezTo>
                <a:cubicBezTo>
                  <a:pt x="1396846" y="84039"/>
                  <a:pt x="1397980" y="83882"/>
                  <a:pt x="1399069" y="83565"/>
                </a:cubicBezTo>
                <a:cubicBezTo>
                  <a:pt x="1400206" y="83202"/>
                  <a:pt x="1401341" y="82633"/>
                  <a:pt x="1402475" y="81862"/>
                </a:cubicBezTo>
                <a:cubicBezTo>
                  <a:pt x="1403655" y="81090"/>
                  <a:pt x="1404858" y="80090"/>
                  <a:pt x="1406084" y="78864"/>
                </a:cubicBezTo>
                <a:cubicBezTo>
                  <a:pt x="1407310" y="77593"/>
                  <a:pt x="1408650" y="76050"/>
                  <a:pt x="1410105" y="74232"/>
                </a:cubicBezTo>
                <a:lnTo>
                  <a:pt x="1410105" y="54075"/>
                </a:lnTo>
                <a:close/>
                <a:moveTo>
                  <a:pt x="1461523" y="94666"/>
                </a:moveTo>
                <a:cubicBezTo>
                  <a:pt x="1461523" y="95118"/>
                  <a:pt x="1461386" y="95526"/>
                  <a:pt x="1461114" y="95892"/>
                </a:cubicBezTo>
                <a:cubicBezTo>
                  <a:pt x="1460843" y="96209"/>
                  <a:pt x="1460365" y="96481"/>
                  <a:pt x="1459682" y="96709"/>
                </a:cubicBezTo>
                <a:cubicBezTo>
                  <a:pt x="1459048" y="96935"/>
                  <a:pt x="1458185" y="97095"/>
                  <a:pt x="1457096" y="97184"/>
                </a:cubicBezTo>
                <a:cubicBezTo>
                  <a:pt x="1456005" y="97321"/>
                  <a:pt x="1454622" y="97389"/>
                  <a:pt x="1452942" y="97389"/>
                </a:cubicBezTo>
                <a:cubicBezTo>
                  <a:pt x="1451261" y="97389"/>
                  <a:pt x="1449875" y="97321"/>
                  <a:pt x="1448787" y="97184"/>
                </a:cubicBezTo>
                <a:cubicBezTo>
                  <a:pt x="1447698" y="97095"/>
                  <a:pt x="1446812" y="96935"/>
                  <a:pt x="1446129" y="96709"/>
                </a:cubicBezTo>
                <a:cubicBezTo>
                  <a:pt x="1445495" y="96481"/>
                  <a:pt x="1445041" y="96209"/>
                  <a:pt x="1444769" y="95892"/>
                </a:cubicBezTo>
                <a:cubicBezTo>
                  <a:pt x="1444495" y="95526"/>
                  <a:pt x="1444361" y="95118"/>
                  <a:pt x="1444361" y="94666"/>
                </a:cubicBezTo>
                <a:lnTo>
                  <a:pt x="1444361" y="34053"/>
                </a:lnTo>
                <a:cubicBezTo>
                  <a:pt x="1444361" y="33598"/>
                  <a:pt x="1444495" y="33213"/>
                  <a:pt x="1444769" y="32893"/>
                </a:cubicBezTo>
                <a:cubicBezTo>
                  <a:pt x="1445041" y="32530"/>
                  <a:pt x="1445495" y="32235"/>
                  <a:pt x="1446129" y="32010"/>
                </a:cubicBezTo>
                <a:cubicBezTo>
                  <a:pt x="1446812" y="31735"/>
                  <a:pt x="1447698" y="31533"/>
                  <a:pt x="1448787" y="31395"/>
                </a:cubicBezTo>
                <a:cubicBezTo>
                  <a:pt x="1449875" y="31258"/>
                  <a:pt x="1451261" y="31192"/>
                  <a:pt x="1452942" y="31192"/>
                </a:cubicBezTo>
                <a:cubicBezTo>
                  <a:pt x="1454622" y="31192"/>
                  <a:pt x="1456005" y="31258"/>
                  <a:pt x="1457096" y="31395"/>
                </a:cubicBezTo>
                <a:cubicBezTo>
                  <a:pt x="1458185" y="31533"/>
                  <a:pt x="1459048" y="31735"/>
                  <a:pt x="1459682" y="32010"/>
                </a:cubicBezTo>
                <a:cubicBezTo>
                  <a:pt x="1460365" y="32235"/>
                  <a:pt x="1460843" y="32530"/>
                  <a:pt x="1461114" y="32893"/>
                </a:cubicBezTo>
                <a:cubicBezTo>
                  <a:pt x="1461386" y="33213"/>
                  <a:pt x="1461523" y="33598"/>
                  <a:pt x="1461523" y="34053"/>
                </a:cubicBezTo>
                <a:lnTo>
                  <a:pt x="1461523" y="94666"/>
                </a:lnTo>
                <a:close/>
                <a:moveTo>
                  <a:pt x="1462817" y="13347"/>
                </a:moveTo>
                <a:cubicBezTo>
                  <a:pt x="1462817" y="16799"/>
                  <a:pt x="1462111" y="19182"/>
                  <a:pt x="1460705" y="20500"/>
                </a:cubicBezTo>
                <a:cubicBezTo>
                  <a:pt x="1459297" y="21817"/>
                  <a:pt x="1456688" y="22474"/>
                  <a:pt x="1452873" y="22474"/>
                </a:cubicBezTo>
                <a:cubicBezTo>
                  <a:pt x="1449013" y="22474"/>
                  <a:pt x="1446404" y="21837"/>
                  <a:pt x="1445041" y="20568"/>
                </a:cubicBezTo>
                <a:cubicBezTo>
                  <a:pt x="1443723" y="19297"/>
                  <a:pt x="1443066" y="17002"/>
                  <a:pt x="1443066" y="13687"/>
                </a:cubicBezTo>
                <a:cubicBezTo>
                  <a:pt x="1443066" y="10238"/>
                  <a:pt x="1443746" y="7855"/>
                  <a:pt x="1445109" y="6538"/>
                </a:cubicBezTo>
                <a:cubicBezTo>
                  <a:pt x="1446518" y="5175"/>
                  <a:pt x="1449150" y="4495"/>
                  <a:pt x="1453010" y="4495"/>
                </a:cubicBezTo>
                <a:cubicBezTo>
                  <a:pt x="1456822" y="4495"/>
                  <a:pt x="1459411" y="5152"/>
                  <a:pt x="1460774" y="6469"/>
                </a:cubicBezTo>
                <a:cubicBezTo>
                  <a:pt x="1462134" y="7741"/>
                  <a:pt x="1462817" y="10033"/>
                  <a:pt x="1462817" y="13347"/>
                </a:cubicBezTo>
                <a:close/>
                <a:moveTo>
                  <a:pt x="1515258" y="10761"/>
                </a:moveTo>
                <a:cubicBezTo>
                  <a:pt x="1515258" y="12076"/>
                  <a:pt x="1515212" y="13145"/>
                  <a:pt x="1515121" y="13962"/>
                </a:cubicBezTo>
                <a:cubicBezTo>
                  <a:pt x="1515029" y="14733"/>
                  <a:pt x="1514892" y="15345"/>
                  <a:pt x="1514712" y="15799"/>
                </a:cubicBezTo>
                <a:cubicBezTo>
                  <a:pt x="1514529" y="16208"/>
                  <a:pt x="1514326" y="16505"/>
                  <a:pt x="1514098" y="16685"/>
                </a:cubicBezTo>
                <a:cubicBezTo>
                  <a:pt x="1513872" y="16822"/>
                  <a:pt x="1513623" y="16891"/>
                  <a:pt x="1513349" y="16891"/>
                </a:cubicBezTo>
                <a:cubicBezTo>
                  <a:pt x="1513032" y="16891"/>
                  <a:pt x="1512669" y="16822"/>
                  <a:pt x="1512260" y="16685"/>
                </a:cubicBezTo>
                <a:cubicBezTo>
                  <a:pt x="1511898" y="16505"/>
                  <a:pt x="1511420" y="16322"/>
                  <a:pt x="1510829" y="16139"/>
                </a:cubicBezTo>
                <a:cubicBezTo>
                  <a:pt x="1510286" y="15959"/>
                  <a:pt x="1509626" y="15799"/>
                  <a:pt x="1508854" y="15665"/>
                </a:cubicBezTo>
                <a:cubicBezTo>
                  <a:pt x="1508083" y="15482"/>
                  <a:pt x="1507174" y="15390"/>
                  <a:pt x="1506131" y="15390"/>
                </a:cubicBezTo>
                <a:cubicBezTo>
                  <a:pt x="1504905" y="15390"/>
                  <a:pt x="1503839" y="15596"/>
                  <a:pt x="1502931" y="16005"/>
                </a:cubicBezTo>
                <a:cubicBezTo>
                  <a:pt x="1502068" y="16368"/>
                  <a:pt x="1501342" y="16979"/>
                  <a:pt x="1500750" y="17842"/>
                </a:cubicBezTo>
                <a:cubicBezTo>
                  <a:pt x="1500159" y="18659"/>
                  <a:pt x="1499730" y="19751"/>
                  <a:pt x="1499456" y="21111"/>
                </a:cubicBezTo>
                <a:cubicBezTo>
                  <a:pt x="1499185" y="22429"/>
                  <a:pt x="1499047" y="24063"/>
                  <a:pt x="1499047" y="26015"/>
                </a:cubicBezTo>
                <a:lnTo>
                  <a:pt x="1499047" y="31601"/>
                </a:lnTo>
                <a:lnTo>
                  <a:pt x="1510149" y="31601"/>
                </a:lnTo>
                <a:cubicBezTo>
                  <a:pt x="1510557" y="31601"/>
                  <a:pt x="1510920" y="31713"/>
                  <a:pt x="1511237" y="31941"/>
                </a:cubicBezTo>
                <a:cubicBezTo>
                  <a:pt x="1511603" y="32167"/>
                  <a:pt x="1511898" y="32553"/>
                  <a:pt x="1512123" y="33098"/>
                </a:cubicBezTo>
                <a:cubicBezTo>
                  <a:pt x="1512352" y="33598"/>
                  <a:pt x="1512509" y="34301"/>
                  <a:pt x="1512600" y="35210"/>
                </a:cubicBezTo>
                <a:cubicBezTo>
                  <a:pt x="1512738" y="36119"/>
                  <a:pt x="1512806" y="37230"/>
                  <a:pt x="1512806" y="38548"/>
                </a:cubicBezTo>
                <a:cubicBezTo>
                  <a:pt x="1512806" y="41045"/>
                  <a:pt x="1512578" y="42837"/>
                  <a:pt x="1512123" y="43928"/>
                </a:cubicBezTo>
                <a:cubicBezTo>
                  <a:pt x="1511669" y="44971"/>
                  <a:pt x="1511012" y="45494"/>
                  <a:pt x="1510149" y="45494"/>
                </a:cubicBezTo>
                <a:lnTo>
                  <a:pt x="1499047" y="45494"/>
                </a:lnTo>
                <a:lnTo>
                  <a:pt x="1499047" y="94666"/>
                </a:lnTo>
                <a:cubicBezTo>
                  <a:pt x="1499047" y="95118"/>
                  <a:pt x="1498913" y="95526"/>
                  <a:pt x="1498639" y="95892"/>
                </a:cubicBezTo>
                <a:cubicBezTo>
                  <a:pt x="1498367" y="96209"/>
                  <a:pt x="1497913" y="96481"/>
                  <a:pt x="1497279" y="96709"/>
                </a:cubicBezTo>
                <a:cubicBezTo>
                  <a:pt x="1496641" y="96935"/>
                  <a:pt x="1495756" y="97095"/>
                  <a:pt x="1494621" y="97184"/>
                </a:cubicBezTo>
                <a:cubicBezTo>
                  <a:pt x="1493487" y="97321"/>
                  <a:pt x="1492101" y="97389"/>
                  <a:pt x="1490466" y="97389"/>
                </a:cubicBezTo>
                <a:cubicBezTo>
                  <a:pt x="1488832" y="97389"/>
                  <a:pt x="1487449" y="97321"/>
                  <a:pt x="1486311" y="97184"/>
                </a:cubicBezTo>
                <a:cubicBezTo>
                  <a:pt x="1485223" y="97095"/>
                  <a:pt x="1484337" y="96935"/>
                  <a:pt x="1483657" y="96709"/>
                </a:cubicBezTo>
                <a:cubicBezTo>
                  <a:pt x="1483020" y="96481"/>
                  <a:pt x="1482565" y="96209"/>
                  <a:pt x="1482294" y="95892"/>
                </a:cubicBezTo>
                <a:cubicBezTo>
                  <a:pt x="1482068" y="95526"/>
                  <a:pt x="1481954" y="95118"/>
                  <a:pt x="1481954" y="94666"/>
                </a:cubicBezTo>
                <a:lnTo>
                  <a:pt x="1481954" y="45494"/>
                </a:lnTo>
                <a:lnTo>
                  <a:pt x="1474327" y="45494"/>
                </a:lnTo>
                <a:cubicBezTo>
                  <a:pt x="1473464" y="45494"/>
                  <a:pt x="1472804" y="44971"/>
                  <a:pt x="1472350" y="43928"/>
                </a:cubicBezTo>
                <a:cubicBezTo>
                  <a:pt x="1471941" y="42837"/>
                  <a:pt x="1471738" y="41045"/>
                  <a:pt x="1471738" y="38548"/>
                </a:cubicBezTo>
                <a:cubicBezTo>
                  <a:pt x="1471738" y="37230"/>
                  <a:pt x="1471784" y="36119"/>
                  <a:pt x="1471875" y="35210"/>
                </a:cubicBezTo>
                <a:cubicBezTo>
                  <a:pt x="1472010" y="34301"/>
                  <a:pt x="1472170" y="33598"/>
                  <a:pt x="1472350" y="33098"/>
                </a:cubicBezTo>
                <a:cubicBezTo>
                  <a:pt x="1472578" y="32553"/>
                  <a:pt x="1472850" y="32167"/>
                  <a:pt x="1473167" y="31941"/>
                </a:cubicBezTo>
                <a:cubicBezTo>
                  <a:pt x="1473533" y="31713"/>
                  <a:pt x="1473941" y="31601"/>
                  <a:pt x="1474393" y="31601"/>
                </a:cubicBezTo>
                <a:lnTo>
                  <a:pt x="1481954" y="31601"/>
                </a:lnTo>
                <a:lnTo>
                  <a:pt x="1481954" y="26492"/>
                </a:lnTo>
                <a:cubicBezTo>
                  <a:pt x="1481954" y="22360"/>
                  <a:pt x="1482362" y="18751"/>
                  <a:pt x="1483180" y="15665"/>
                </a:cubicBezTo>
                <a:cubicBezTo>
                  <a:pt x="1483997" y="12530"/>
                  <a:pt x="1485268" y="9944"/>
                  <a:pt x="1486994" y="7901"/>
                </a:cubicBezTo>
                <a:cubicBezTo>
                  <a:pt x="1488763" y="5812"/>
                  <a:pt x="1490989" y="4243"/>
                  <a:pt x="1493667" y="3200"/>
                </a:cubicBezTo>
                <a:cubicBezTo>
                  <a:pt x="1496393" y="2157"/>
                  <a:pt x="1499593" y="1634"/>
                  <a:pt x="1503271" y="1634"/>
                </a:cubicBezTo>
                <a:cubicBezTo>
                  <a:pt x="1505042" y="1634"/>
                  <a:pt x="1506720" y="1792"/>
                  <a:pt x="1508311" y="2112"/>
                </a:cubicBezTo>
                <a:cubicBezTo>
                  <a:pt x="1509900" y="2383"/>
                  <a:pt x="1511149" y="2700"/>
                  <a:pt x="1512055" y="3063"/>
                </a:cubicBezTo>
                <a:cubicBezTo>
                  <a:pt x="1512963" y="3383"/>
                  <a:pt x="1513578" y="3700"/>
                  <a:pt x="1513895" y="4018"/>
                </a:cubicBezTo>
                <a:cubicBezTo>
                  <a:pt x="1514212" y="4289"/>
                  <a:pt x="1514461" y="4721"/>
                  <a:pt x="1514644" y="5312"/>
                </a:cubicBezTo>
                <a:cubicBezTo>
                  <a:pt x="1514872" y="5858"/>
                  <a:pt x="1515029" y="6584"/>
                  <a:pt x="1515121" y="7492"/>
                </a:cubicBezTo>
                <a:cubicBezTo>
                  <a:pt x="1515212" y="8352"/>
                  <a:pt x="1515258" y="9444"/>
                  <a:pt x="1515258" y="10761"/>
                </a:cubicBezTo>
                <a:close/>
                <a:moveTo>
                  <a:pt x="1559389" y="10761"/>
                </a:moveTo>
                <a:cubicBezTo>
                  <a:pt x="1559389" y="12076"/>
                  <a:pt x="1559343" y="13145"/>
                  <a:pt x="1559252" y="13962"/>
                </a:cubicBezTo>
                <a:cubicBezTo>
                  <a:pt x="1559161" y="14733"/>
                  <a:pt x="1559026" y="15345"/>
                  <a:pt x="1558843" y="15799"/>
                </a:cubicBezTo>
                <a:cubicBezTo>
                  <a:pt x="1558663" y="16208"/>
                  <a:pt x="1558458" y="16505"/>
                  <a:pt x="1558232" y="16685"/>
                </a:cubicBezTo>
                <a:cubicBezTo>
                  <a:pt x="1558003" y="16822"/>
                  <a:pt x="1557755" y="16891"/>
                  <a:pt x="1557480" y="16891"/>
                </a:cubicBezTo>
                <a:cubicBezTo>
                  <a:pt x="1557163" y="16891"/>
                  <a:pt x="1556800" y="16822"/>
                  <a:pt x="1556392" y="16685"/>
                </a:cubicBezTo>
                <a:cubicBezTo>
                  <a:pt x="1556029" y="16505"/>
                  <a:pt x="1555552" y="16322"/>
                  <a:pt x="1554963" y="16139"/>
                </a:cubicBezTo>
                <a:cubicBezTo>
                  <a:pt x="1554417" y="15959"/>
                  <a:pt x="1553760" y="15799"/>
                  <a:pt x="1552986" y="15665"/>
                </a:cubicBezTo>
                <a:cubicBezTo>
                  <a:pt x="1552214" y="15482"/>
                  <a:pt x="1551305" y="15390"/>
                  <a:pt x="1550262" y="15390"/>
                </a:cubicBezTo>
                <a:cubicBezTo>
                  <a:pt x="1549036" y="15390"/>
                  <a:pt x="1547971" y="15596"/>
                  <a:pt x="1547062" y="16005"/>
                </a:cubicBezTo>
                <a:cubicBezTo>
                  <a:pt x="1546199" y="16368"/>
                  <a:pt x="1545473" y="16979"/>
                  <a:pt x="1544882" y="17842"/>
                </a:cubicBezTo>
                <a:cubicBezTo>
                  <a:pt x="1544293" y="18659"/>
                  <a:pt x="1543862" y="19751"/>
                  <a:pt x="1543587" y="21111"/>
                </a:cubicBezTo>
                <a:cubicBezTo>
                  <a:pt x="1543316" y="22429"/>
                  <a:pt x="1543179" y="24063"/>
                  <a:pt x="1543179" y="26015"/>
                </a:cubicBezTo>
                <a:lnTo>
                  <a:pt x="1543179" y="31601"/>
                </a:lnTo>
                <a:lnTo>
                  <a:pt x="1554280" y="31601"/>
                </a:lnTo>
                <a:cubicBezTo>
                  <a:pt x="1554689" y="31601"/>
                  <a:pt x="1555052" y="31713"/>
                  <a:pt x="1555372" y="31941"/>
                </a:cubicBezTo>
                <a:cubicBezTo>
                  <a:pt x="1555734" y="32167"/>
                  <a:pt x="1556029" y="32553"/>
                  <a:pt x="1556255" y="33098"/>
                </a:cubicBezTo>
                <a:cubicBezTo>
                  <a:pt x="1556483" y="33598"/>
                  <a:pt x="1556640" y="34301"/>
                  <a:pt x="1556732" y="35210"/>
                </a:cubicBezTo>
                <a:cubicBezTo>
                  <a:pt x="1556869" y="36119"/>
                  <a:pt x="1556937" y="37230"/>
                  <a:pt x="1556937" y="38548"/>
                </a:cubicBezTo>
                <a:cubicBezTo>
                  <a:pt x="1556937" y="41045"/>
                  <a:pt x="1556709" y="42837"/>
                  <a:pt x="1556255" y="43928"/>
                </a:cubicBezTo>
                <a:cubicBezTo>
                  <a:pt x="1555803" y="44971"/>
                  <a:pt x="1555143" y="45494"/>
                  <a:pt x="1554280" y="45494"/>
                </a:cubicBezTo>
                <a:lnTo>
                  <a:pt x="1543179" y="45494"/>
                </a:lnTo>
                <a:lnTo>
                  <a:pt x="1543179" y="94666"/>
                </a:lnTo>
                <a:cubicBezTo>
                  <a:pt x="1543179" y="95118"/>
                  <a:pt x="1543044" y="95526"/>
                  <a:pt x="1542770" y="95892"/>
                </a:cubicBezTo>
                <a:cubicBezTo>
                  <a:pt x="1542499" y="96209"/>
                  <a:pt x="1542044" y="96481"/>
                  <a:pt x="1541410" y="96709"/>
                </a:cubicBezTo>
                <a:cubicBezTo>
                  <a:pt x="1540773" y="96935"/>
                  <a:pt x="1539887" y="97095"/>
                  <a:pt x="1538752" y="97184"/>
                </a:cubicBezTo>
                <a:cubicBezTo>
                  <a:pt x="1537618" y="97321"/>
                  <a:pt x="1536232" y="97389"/>
                  <a:pt x="1534598" y="97389"/>
                </a:cubicBezTo>
                <a:cubicBezTo>
                  <a:pt x="1532963" y="97389"/>
                  <a:pt x="1531580" y="97321"/>
                  <a:pt x="1530443" y="97184"/>
                </a:cubicBezTo>
                <a:cubicBezTo>
                  <a:pt x="1529354" y="97095"/>
                  <a:pt x="1528468" y="96935"/>
                  <a:pt x="1527788" y="96709"/>
                </a:cubicBezTo>
                <a:cubicBezTo>
                  <a:pt x="1527151" y="96481"/>
                  <a:pt x="1526699" y="96209"/>
                  <a:pt x="1526425" y="95892"/>
                </a:cubicBezTo>
                <a:cubicBezTo>
                  <a:pt x="1526199" y="95526"/>
                  <a:pt x="1526085" y="95118"/>
                  <a:pt x="1526085" y="94666"/>
                </a:cubicBezTo>
                <a:lnTo>
                  <a:pt x="1526085" y="45494"/>
                </a:lnTo>
                <a:lnTo>
                  <a:pt x="1518458" y="45494"/>
                </a:lnTo>
                <a:cubicBezTo>
                  <a:pt x="1517595" y="45494"/>
                  <a:pt x="1516938" y="44971"/>
                  <a:pt x="1516484" y="43928"/>
                </a:cubicBezTo>
                <a:cubicBezTo>
                  <a:pt x="1516075" y="42837"/>
                  <a:pt x="1515869" y="41045"/>
                  <a:pt x="1515869" y="38548"/>
                </a:cubicBezTo>
                <a:cubicBezTo>
                  <a:pt x="1515869" y="37230"/>
                  <a:pt x="1515915" y="36119"/>
                  <a:pt x="1516007" y="35210"/>
                </a:cubicBezTo>
                <a:cubicBezTo>
                  <a:pt x="1516141" y="34301"/>
                  <a:pt x="1516301" y="33598"/>
                  <a:pt x="1516484" y="33098"/>
                </a:cubicBezTo>
                <a:cubicBezTo>
                  <a:pt x="1516710" y="32553"/>
                  <a:pt x="1516981" y="32167"/>
                  <a:pt x="1517301" y="31941"/>
                </a:cubicBezTo>
                <a:cubicBezTo>
                  <a:pt x="1517664" y="31713"/>
                  <a:pt x="1518073" y="31601"/>
                  <a:pt x="1518527" y="31601"/>
                </a:cubicBezTo>
                <a:lnTo>
                  <a:pt x="1526085" y="31601"/>
                </a:lnTo>
                <a:lnTo>
                  <a:pt x="1526085" y="26492"/>
                </a:lnTo>
                <a:cubicBezTo>
                  <a:pt x="1526085" y="22360"/>
                  <a:pt x="1526494" y="18751"/>
                  <a:pt x="1527311" y="15665"/>
                </a:cubicBezTo>
                <a:cubicBezTo>
                  <a:pt x="1528128" y="12530"/>
                  <a:pt x="1529400" y="9944"/>
                  <a:pt x="1531126" y="7901"/>
                </a:cubicBezTo>
                <a:cubicBezTo>
                  <a:pt x="1532894" y="5812"/>
                  <a:pt x="1535120" y="4243"/>
                  <a:pt x="1537798" y="3200"/>
                </a:cubicBezTo>
                <a:cubicBezTo>
                  <a:pt x="1540524" y="2157"/>
                  <a:pt x="1543724" y="1634"/>
                  <a:pt x="1547402" y="1634"/>
                </a:cubicBezTo>
                <a:cubicBezTo>
                  <a:pt x="1549174" y="1634"/>
                  <a:pt x="1550854" y="1792"/>
                  <a:pt x="1552443" y="2112"/>
                </a:cubicBezTo>
                <a:cubicBezTo>
                  <a:pt x="1554031" y="2383"/>
                  <a:pt x="1555280" y="2700"/>
                  <a:pt x="1556189" y="3063"/>
                </a:cubicBezTo>
                <a:cubicBezTo>
                  <a:pt x="1557095" y="3383"/>
                  <a:pt x="1557709" y="3700"/>
                  <a:pt x="1558026" y="4018"/>
                </a:cubicBezTo>
                <a:cubicBezTo>
                  <a:pt x="1558343" y="4289"/>
                  <a:pt x="1558595" y="4721"/>
                  <a:pt x="1558775" y="5312"/>
                </a:cubicBezTo>
                <a:cubicBezTo>
                  <a:pt x="1559003" y="5858"/>
                  <a:pt x="1559161" y="6584"/>
                  <a:pt x="1559252" y="7492"/>
                </a:cubicBezTo>
                <a:cubicBezTo>
                  <a:pt x="1559343" y="8352"/>
                  <a:pt x="1559389" y="9444"/>
                  <a:pt x="1559389" y="10761"/>
                </a:cubicBezTo>
                <a:close/>
                <a:moveTo>
                  <a:pt x="1620545" y="62519"/>
                </a:moveTo>
                <a:cubicBezTo>
                  <a:pt x="1620545" y="64608"/>
                  <a:pt x="1620068" y="66151"/>
                  <a:pt x="1619117" y="67151"/>
                </a:cubicBezTo>
                <a:cubicBezTo>
                  <a:pt x="1618208" y="68149"/>
                  <a:pt x="1616936" y="68649"/>
                  <a:pt x="1615302" y="68649"/>
                </a:cubicBezTo>
                <a:lnTo>
                  <a:pt x="1578320" y="68649"/>
                </a:lnTo>
                <a:cubicBezTo>
                  <a:pt x="1578320" y="71237"/>
                  <a:pt x="1578617" y="73598"/>
                  <a:pt x="1579206" y="75732"/>
                </a:cubicBezTo>
                <a:cubicBezTo>
                  <a:pt x="1579843" y="77821"/>
                  <a:pt x="1580818" y="79613"/>
                  <a:pt x="1582135" y="81113"/>
                </a:cubicBezTo>
                <a:cubicBezTo>
                  <a:pt x="1583498" y="82565"/>
                  <a:pt x="1585224" y="83676"/>
                  <a:pt x="1587313" y="84448"/>
                </a:cubicBezTo>
                <a:cubicBezTo>
                  <a:pt x="1589444" y="85222"/>
                  <a:pt x="1591988" y="85608"/>
                  <a:pt x="1594939" y="85608"/>
                </a:cubicBezTo>
                <a:cubicBezTo>
                  <a:pt x="1597937" y="85608"/>
                  <a:pt x="1600569" y="85402"/>
                  <a:pt x="1602840" y="84993"/>
                </a:cubicBezTo>
                <a:cubicBezTo>
                  <a:pt x="1605109" y="84539"/>
                  <a:pt x="1607061" y="84062"/>
                  <a:pt x="1608695" y="83565"/>
                </a:cubicBezTo>
                <a:cubicBezTo>
                  <a:pt x="1610376" y="83019"/>
                  <a:pt x="1611761" y="82542"/>
                  <a:pt x="1612850" y="82133"/>
                </a:cubicBezTo>
                <a:cubicBezTo>
                  <a:pt x="1613939" y="81679"/>
                  <a:pt x="1614825" y="81453"/>
                  <a:pt x="1615508" y="81453"/>
                </a:cubicBezTo>
                <a:cubicBezTo>
                  <a:pt x="1615916" y="81453"/>
                  <a:pt x="1616256" y="81544"/>
                  <a:pt x="1616528" y="81725"/>
                </a:cubicBezTo>
                <a:cubicBezTo>
                  <a:pt x="1616799" y="81862"/>
                  <a:pt x="1617028" y="82133"/>
                  <a:pt x="1617208" y="82542"/>
                </a:cubicBezTo>
                <a:cubicBezTo>
                  <a:pt x="1617391" y="82950"/>
                  <a:pt x="1617505" y="83542"/>
                  <a:pt x="1617551" y="84313"/>
                </a:cubicBezTo>
                <a:cubicBezTo>
                  <a:pt x="1617639" y="85039"/>
                  <a:pt x="1617685" y="85971"/>
                  <a:pt x="1617685" y="87105"/>
                </a:cubicBezTo>
                <a:cubicBezTo>
                  <a:pt x="1617685" y="88105"/>
                  <a:pt x="1617662" y="88965"/>
                  <a:pt x="1617616" y="89694"/>
                </a:cubicBezTo>
                <a:cubicBezTo>
                  <a:pt x="1617574" y="90374"/>
                  <a:pt x="1617505" y="90966"/>
                  <a:pt x="1617414" y="91463"/>
                </a:cubicBezTo>
                <a:cubicBezTo>
                  <a:pt x="1617322" y="91963"/>
                  <a:pt x="1617188" y="92394"/>
                  <a:pt x="1617005" y="92757"/>
                </a:cubicBezTo>
                <a:cubicBezTo>
                  <a:pt x="1616822" y="93074"/>
                  <a:pt x="1616573" y="93395"/>
                  <a:pt x="1616256" y="93712"/>
                </a:cubicBezTo>
                <a:cubicBezTo>
                  <a:pt x="1615982" y="94029"/>
                  <a:pt x="1615188" y="94460"/>
                  <a:pt x="1613873" y="95006"/>
                </a:cubicBezTo>
                <a:cubicBezTo>
                  <a:pt x="1612556" y="95549"/>
                  <a:pt x="1610876" y="96095"/>
                  <a:pt x="1608833" y="96641"/>
                </a:cubicBezTo>
                <a:cubicBezTo>
                  <a:pt x="1606789" y="97138"/>
                  <a:pt x="1604452" y="97569"/>
                  <a:pt x="1601817" y="97935"/>
                </a:cubicBezTo>
                <a:cubicBezTo>
                  <a:pt x="1599186" y="98344"/>
                  <a:pt x="1596368" y="98547"/>
                  <a:pt x="1593373" y="98547"/>
                </a:cubicBezTo>
                <a:cubicBezTo>
                  <a:pt x="1587970" y="98547"/>
                  <a:pt x="1583226" y="97867"/>
                  <a:pt x="1579137" y="96503"/>
                </a:cubicBezTo>
                <a:cubicBezTo>
                  <a:pt x="1575097" y="95140"/>
                  <a:pt x="1571716" y="93074"/>
                  <a:pt x="1568990" y="90306"/>
                </a:cubicBezTo>
                <a:cubicBezTo>
                  <a:pt x="1566267" y="87537"/>
                  <a:pt x="1564224" y="84039"/>
                  <a:pt x="1562861" y="79819"/>
                </a:cubicBezTo>
                <a:cubicBezTo>
                  <a:pt x="1561544" y="75595"/>
                  <a:pt x="1560887" y="70646"/>
                  <a:pt x="1560887" y="64971"/>
                </a:cubicBezTo>
                <a:cubicBezTo>
                  <a:pt x="1560887" y="59567"/>
                  <a:pt x="1561589" y="54710"/>
                  <a:pt x="1562998" y="50398"/>
                </a:cubicBezTo>
                <a:cubicBezTo>
                  <a:pt x="1564404" y="46037"/>
                  <a:pt x="1566447" y="42360"/>
                  <a:pt x="1569128" y="39365"/>
                </a:cubicBezTo>
                <a:cubicBezTo>
                  <a:pt x="1571805" y="36322"/>
                  <a:pt x="1575051" y="34007"/>
                  <a:pt x="1578866" y="32418"/>
                </a:cubicBezTo>
                <a:cubicBezTo>
                  <a:pt x="1582726" y="30830"/>
                  <a:pt x="1587061" y="30032"/>
                  <a:pt x="1591873" y="30032"/>
                </a:cubicBezTo>
                <a:cubicBezTo>
                  <a:pt x="1596960" y="30032"/>
                  <a:pt x="1601294" y="30784"/>
                  <a:pt x="1604883" y="32281"/>
                </a:cubicBezTo>
                <a:cubicBezTo>
                  <a:pt x="1608515" y="33779"/>
                  <a:pt x="1611487" y="35867"/>
                  <a:pt x="1613805" y="38548"/>
                </a:cubicBezTo>
                <a:cubicBezTo>
                  <a:pt x="1616119" y="41179"/>
                  <a:pt x="1617822" y="44314"/>
                  <a:pt x="1618911" y="47946"/>
                </a:cubicBezTo>
                <a:cubicBezTo>
                  <a:pt x="1620002" y="51578"/>
                  <a:pt x="1620545" y="55527"/>
                  <a:pt x="1620545" y="59796"/>
                </a:cubicBezTo>
                <a:lnTo>
                  <a:pt x="1620545" y="62519"/>
                </a:lnTo>
                <a:close/>
                <a:moveTo>
                  <a:pt x="1603929" y="57616"/>
                </a:moveTo>
                <a:cubicBezTo>
                  <a:pt x="1604066" y="52804"/>
                  <a:pt x="1603089" y="49035"/>
                  <a:pt x="1601000" y="46312"/>
                </a:cubicBezTo>
                <a:cubicBezTo>
                  <a:pt x="1598957" y="43540"/>
                  <a:pt x="1595779" y="42157"/>
                  <a:pt x="1591465" y="42157"/>
                </a:cubicBezTo>
                <a:cubicBezTo>
                  <a:pt x="1589287" y="42157"/>
                  <a:pt x="1587378" y="42565"/>
                  <a:pt x="1585744" y="43383"/>
                </a:cubicBezTo>
                <a:cubicBezTo>
                  <a:pt x="1584155" y="44200"/>
                  <a:pt x="1582818" y="45311"/>
                  <a:pt x="1581726" y="46720"/>
                </a:cubicBezTo>
                <a:cubicBezTo>
                  <a:pt x="1580683" y="48080"/>
                  <a:pt x="1579866" y="49715"/>
                  <a:pt x="1579275" y="51624"/>
                </a:cubicBezTo>
                <a:cubicBezTo>
                  <a:pt x="1578729" y="53484"/>
                  <a:pt x="1578412" y="55481"/>
                  <a:pt x="1578320" y="57616"/>
                </a:cubicBezTo>
                <a:lnTo>
                  <a:pt x="1603929" y="57616"/>
                </a:lnTo>
                <a:close/>
                <a:moveTo>
                  <a:pt x="1673669" y="39568"/>
                </a:moveTo>
                <a:cubicBezTo>
                  <a:pt x="1673669" y="41202"/>
                  <a:pt x="1673623" y="42542"/>
                  <a:pt x="1673532" y="43585"/>
                </a:cubicBezTo>
                <a:cubicBezTo>
                  <a:pt x="1673441" y="44631"/>
                  <a:pt x="1673303" y="45449"/>
                  <a:pt x="1673123" y="46037"/>
                </a:cubicBezTo>
                <a:cubicBezTo>
                  <a:pt x="1672941" y="46629"/>
                  <a:pt x="1672692" y="47037"/>
                  <a:pt x="1672375" y="47263"/>
                </a:cubicBezTo>
                <a:cubicBezTo>
                  <a:pt x="1672100" y="47492"/>
                  <a:pt x="1671738" y="47606"/>
                  <a:pt x="1671283" y="47606"/>
                </a:cubicBezTo>
                <a:cubicBezTo>
                  <a:pt x="1670920" y="47606"/>
                  <a:pt x="1670512" y="47537"/>
                  <a:pt x="1670057" y="47400"/>
                </a:cubicBezTo>
                <a:cubicBezTo>
                  <a:pt x="1669603" y="47217"/>
                  <a:pt x="1669083" y="47037"/>
                  <a:pt x="1668491" y="46854"/>
                </a:cubicBezTo>
                <a:cubicBezTo>
                  <a:pt x="1667948" y="46674"/>
                  <a:pt x="1667334" y="46514"/>
                  <a:pt x="1666654" y="46380"/>
                </a:cubicBezTo>
                <a:cubicBezTo>
                  <a:pt x="1665971" y="46197"/>
                  <a:pt x="1665222" y="46106"/>
                  <a:pt x="1664405" y="46106"/>
                </a:cubicBezTo>
                <a:cubicBezTo>
                  <a:pt x="1663451" y="46106"/>
                  <a:pt x="1662499" y="46312"/>
                  <a:pt x="1661545" y="46720"/>
                </a:cubicBezTo>
                <a:cubicBezTo>
                  <a:pt x="1660590" y="47083"/>
                  <a:pt x="1659593" y="47672"/>
                  <a:pt x="1658547" y="48489"/>
                </a:cubicBezTo>
                <a:cubicBezTo>
                  <a:pt x="1657550" y="49306"/>
                  <a:pt x="1656484" y="50398"/>
                  <a:pt x="1655347" y="51758"/>
                </a:cubicBezTo>
                <a:cubicBezTo>
                  <a:pt x="1654258" y="53121"/>
                  <a:pt x="1653078" y="54801"/>
                  <a:pt x="1651806" y="56799"/>
                </a:cubicBezTo>
                <a:lnTo>
                  <a:pt x="1651806" y="94666"/>
                </a:lnTo>
                <a:cubicBezTo>
                  <a:pt x="1651806" y="95118"/>
                  <a:pt x="1651669" y="95526"/>
                  <a:pt x="1651398" y="95892"/>
                </a:cubicBezTo>
                <a:cubicBezTo>
                  <a:pt x="1651126" y="96209"/>
                  <a:pt x="1650649" y="96481"/>
                  <a:pt x="1649966" y="96709"/>
                </a:cubicBezTo>
                <a:cubicBezTo>
                  <a:pt x="1649332" y="96935"/>
                  <a:pt x="1648469" y="97095"/>
                  <a:pt x="1647380" y="97184"/>
                </a:cubicBezTo>
                <a:cubicBezTo>
                  <a:pt x="1646289" y="97321"/>
                  <a:pt x="1644906" y="97389"/>
                  <a:pt x="1643225" y="97389"/>
                </a:cubicBezTo>
                <a:cubicBezTo>
                  <a:pt x="1641545" y="97389"/>
                  <a:pt x="1640159" y="97321"/>
                  <a:pt x="1639071" y="97184"/>
                </a:cubicBezTo>
                <a:cubicBezTo>
                  <a:pt x="1637982" y="97095"/>
                  <a:pt x="1637096" y="96935"/>
                  <a:pt x="1636416" y="96709"/>
                </a:cubicBezTo>
                <a:cubicBezTo>
                  <a:pt x="1635779" y="96481"/>
                  <a:pt x="1635324" y="96209"/>
                  <a:pt x="1635053" y="95892"/>
                </a:cubicBezTo>
                <a:cubicBezTo>
                  <a:pt x="1634781" y="95526"/>
                  <a:pt x="1634644" y="95118"/>
                  <a:pt x="1634644" y="94666"/>
                </a:cubicBezTo>
                <a:lnTo>
                  <a:pt x="1634644" y="33916"/>
                </a:lnTo>
                <a:cubicBezTo>
                  <a:pt x="1634644" y="33461"/>
                  <a:pt x="1634759" y="33076"/>
                  <a:pt x="1634984" y="32758"/>
                </a:cubicBezTo>
                <a:cubicBezTo>
                  <a:pt x="1635213" y="32395"/>
                  <a:pt x="1635619" y="32098"/>
                  <a:pt x="1636210" y="31873"/>
                </a:cubicBezTo>
                <a:cubicBezTo>
                  <a:pt x="1636802" y="31647"/>
                  <a:pt x="1637550" y="31487"/>
                  <a:pt x="1638459" y="31395"/>
                </a:cubicBezTo>
                <a:cubicBezTo>
                  <a:pt x="1639411" y="31258"/>
                  <a:pt x="1640591" y="31192"/>
                  <a:pt x="1642000" y="31192"/>
                </a:cubicBezTo>
                <a:cubicBezTo>
                  <a:pt x="1643451" y="31192"/>
                  <a:pt x="1644654" y="31258"/>
                  <a:pt x="1645609" y="31395"/>
                </a:cubicBezTo>
                <a:cubicBezTo>
                  <a:pt x="1646563" y="31487"/>
                  <a:pt x="1647289" y="31647"/>
                  <a:pt x="1647789" y="31873"/>
                </a:cubicBezTo>
                <a:cubicBezTo>
                  <a:pt x="1648332" y="32098"/>
                  <a:pt x="1648717" y="32395"/>
                  <a:pt x="1648946" y="32758"/>
                </a:cubicBezTo>
                <a:cubicBezTo>
                  <a:pt x="1649172" y="33076"/>
                  <a:pt x="1649286" y="33461"/>
                  <a:pt x="1649286" y="33916"/>
                </a:cubicBezTo>
                <a:lnTo>
                  <a:pt x="1649286" y="41474"/>
                </a:lnTo>
                <a:cubicBezTo>
                  <a:pt x="1650875" y="39205"/>
                  <a:pt x="1652375" y="37345"/>
                  <a:pt x="1653781" y="35890"/>
                </a:cubicBezTo>
                <a:cubicBezTo>
                  <a:pt x="1655190" y="34393"/>
                  <a:pt x="1656527" y="33213"/>
                  <a:pt x="1657799" y="32350"/>
                </a:cubicBezTo>
                <a:cubicBezTo>
                  <a:pt x="1659070" y="31487"/>
                  <a:pt x="1660342" y="30895"/>
                  <a:pt x="1661613" y="30578"/>
                </a:cubicBezTo>
                <a:cubicBezTo>
                  <a:pt x="1662885" y="30215"/>
                  <a:pt x="1664157" y="30032"/>
                  <a:pt x="1665428" y="30032"/>
                </a:cubicBezTo>
                <a:cubicBezTo>
                  <a:pt x="1666017" y="30032"/>
                  <a:pt x="1666654" y="30078"/>
                  <a:pt x="1667334" y="30169"/>
                </a:cubicBezTo>
                <a:cubicBezTo>
                  <a:pt x="1668014" y="30215"/>
                  <a:pt x="1668720" y="30330"/>
                  <a:pt x="1669446" y="30510"/>
                </a:cubicBezTo>
                <a:cubicBezTo>
                  <a:pt x="1670172" y="30647"/>
                  <a:pt x="1670809" y="30830"/>
                  <a:pt x="1671352" y="31055"/>
                </a:cubicBezTo>
                <a:cubicBezTo>
                  <a:pt x="1671898" y="31238"/>
                  <a:pt x="1672283" y="31441"/>
                  <a:pt x="1672509" y="31667"/>
                </a:cubicBezTo>
                <a:cubicBezTo>
                  <a:pt x="1672783" y="31895"/>
                  <a:pt x="1672963" y="32144"/>
                  <a:pt x="1673055" y="32418"/>
                </a:cubicBezTo>
                <a:cubicBezTo>
                  <a:pt x="1673192" y="32690"/>
                  <a:pt x="1673303" y="33076"/>
                  <a:pt x="1673395" y="33576"/>
                </a:cubicBezTo>
                <a:cubicBezTo>
                  <a:pt x="1673486" y="34030"/>
                  <a:pt x="1673555" y="34733"/>
                  <a:pt x="1673601" y="35687"/>
                </a:cubicBezTo>
                <a:cubicBezTo>
                  <a:pt x="1673646" y="36639"/>
                  <a:pt x="1673669" y="37933"/>
                  <a:pt x="1673669" y="39568"/>
                </a:cubicBezTo>
                <a:close/>
                <a:moveTo>
                  <a:pt x="1738774" y="62519"/>
                </a:moveTo>
                <a:cubicBezTo>
                  <a:pt x="1738774" y="64608"/>
                  <a:pt x="1738300" y="66151"/>
                  <a:pt x="1737346" y="67151"/>
                </a:cubicBezTo>
                <a:cubicBezTo>
                  <a:pt x="1736437" y="68149"/>
                  <a:pt x="1735165" y="68649"/>
                  <a:pt x="1733531" y="68649"/>
                </a:cubicBezTo>
                <a:lnTo>
                  <a:pt x="1696552" y="68649"/>
                </a:lnTo>
                <a:cubicBezTo>
                  <a:pt x="1696552" y="71237"/>
                  <a:pt x="1696846" y="73598"/>
                  <a:pt x="1697435" y="75732"/>
                </a:cubicBezTo>
                <a:cubicBezTo>
                  <a:pt x="1698072" y="77821"/>
                  <a:pt x="1699049" y="79613"/>
                  <a:pt x="1700364" y="81113"/>
                </a:cubicBezTo>
                <a:cubicBezTo>
                  <a:pt x="1701727" y="82565"/>
                  <a:pt x="1703453" y="83676"/>
                  <a:pt x="1705542" y="84448"/>
                </a:cubicBezTo>
                <a:cubicBezTo>
                  <a:pt x="1707673" y="85222"/>
                  <a:pt x="1710217" y="85608"/>
                  <a:pt x="1713168" y="85608"/>
                </a:cubicBezTo>
                <a:cubicBezTo>
                  <a:pt x="1716166" y="85608"/>
                  <a:pt x="1718798" y="85402"/>
                  <a:pt x="1721069" y="84993"/>
                </a:cubicBezTo>
                <a:cubicBezTo>
                  <a:pt x="1723338" y="84539"/>
                  <a:pt x="1725290" y="84062"/>
                  <a:pt x="1726924" y="83565"/>
                </a:cubicBezTo>
                <a:cubicBezTo>
                  <a:pt x="1728605" y="83019"/>
                  <a:pt x="1729991" y="82542"/>
                  <a:pt x="1731079" y="82133"/>
                </a:cubicBezTo>
                <a:cubicBezTo>
                  <a:pt x="1732171" y="81679"/>
                  <a:pt x="1733054" y="81453"/>
                  <a:pt x="1733737" y="81453"/>
                </a:cubicBezTo>
                <a:cubicBezTo>
                  <a:pt x="1734145" y="81453"/>
                  <a:pt x="1734485" y="81544"/>
                  <a:pt x="1734757" y="81725"/>
                </a:cubicBezTo>
                <a:cubicBezTo>
                  <a:pt x="1735031" y="81862"/>
                  <a:pt x="1735257" y="82133"/>
                  <a:pt x="1735440" y="82542"/>
                </a:cubicBezTo>
                <a:cubicBezTo>
                  <a:pt x="1735620" y="82950"/>
                  <a:pt x="1735734" y="83542"/>
                  <a:pt x="1735780" y="84313"/>
                </a:cubicBezTo>
                <a:cubicBezTo>
                  <a:pt x="1735868" y="85039"/>
                  <a:pt x="1735914" y="85971"/>
                  <a:pt x="1735914" y="87105"/>
                </a:cubicBezTo>
                <a:cubicBezTo>
                  <a:pt x="1735914" y="88105"/>
                  <a:pt x="1735891" y="88965"/>
                  <a:pt x="1735848" y="89694"/>
                </a:cubicBezTo>
                <a:cubicBezTo>
                  <a:pt x="1735803" y="90374"/>
                  <a:pt x="1735734" y="90966"/>
                  <a:pt x="1735643" y="91463"/>
                </a:cubicBezTo>
                <a:cubicBezTo>
                  <a:pt x="1735551" y="91963"/>
                  <a:pt x="1735417" y="92394"/>
                  <a:pt x="1735234" y="92757"/>
                </a:cubicBezTo>
                <a:cubicBezTo>
                  <a:pt x="1735051" y="93074"/>
                  <a:pt x="1734803" y="93395"/>
                  <a:pt x="1734485" y="93712"/>
                </a:cubicBezTo>
                <a:cubicBezTo>
                  <a:pt x="1734214" y="94029"/>
                  <a:pt x="1733417" y="94460"/>
                  <a:pt x="1732102" y="95006"/>
                </a:cubicBezTo>
                <a:cubicBezTo>
                  <a:pt x="1730785" y="95549"/>
                  <a:pt x="1729105" y="96095"/>
                  <a:pt x="1727062" y="96641"/>
                </a:cubicBezTo>
                <a:cubicBezTo>
                  <a:pt x="1725018" y="97138"/>
                  <a:pt x="1722681" y="97569"/>
                  <a:pt x="1720046" y="97935"/>
                </a:cubicBezTo>
                <a:cubicBezTo>
                  <a:pt x="1717415" y="98344"/>
                  <a:pt x="1714600" y="98547"/>
                  <a:pt x="1711602" y="98547"/>
                </a:cubicBezTo>
                <a:cubicBezTo>
                  <a:pt x="1706199" y="98547"/>
                  <a:pt x="1701456" y="97867"/>
                  <a:pt x="1697369" y="96503"/>
                </a:cubicBezTo>
                <a:cubicBezTo>
                  <a:pt x="1693326" y="95140"/>
                  <a:pt x="1689946" y="93074"/>
                  <a:pt x="1687219" y="90306"/>
                </a:cubicBezTo>
                <a:cubicBezTo>
                  <a:pt x="1684496" y="87537"/>
                  <a:pt x="1682453" y="84039"/>
                  <a:pt x="1681090" y="79819"/>
                </a:cubicBezTo>
                <a:cubicBezTo>
                  <a:pt x="1679776" y="75595"/>
                  <a:pt x="1679116" y="70646"/>
                  <a:pt x="1679116" y="64971"/>
                </a:cubicBezTo>
                <a:cubicBezTo>
                  <a:pt x="1679116" y="59567"/>
                  <a:pt x="1679821" y="54710"/>
                  <a:pt x="1681227" y="50398"/>
                </a:cubicBezTo>
                <a:cubicBezTo>
                  <a:pt x="1682636" y="46037"/>
                  <a:pt x="1684679" y="42360"/>
                  <a:pt x="1687357" y="39365"/>
                </a:cubicBezTo>
                <a:cubicBezTo>
                  <a:pt x="1690037" y="36322"/>
                  <a:pt x="1693283" y="34007"/>
                  <a:pt x="1697095" y="32418"/>
                </a:cubicBezTo>
                <a:cubicBezTo>
                  <a:pt x="1700955" y="30830"/>
                  <a:pt x="1705290" y="30032"/>
                  <a:pt x="1710102" y="30032"/>
                </a:cubicBezTo>
                <a:cubicBezTo>
                  <a:pt x="1715189" y="30032"/>
                  <a:pt x="1719523" y="30784"/>
                  <a:pt x="1723113" y="32281"/>
                </a:cubicBezTo>
                <a:cubicBezTo>
                  <a:pt x="1726744" y="33779"/>
                  <a:pt x="1729719" y="35867"/>
                  <a:pt x="1732034" y="38548"/>
                </a:cubicBezTo>
                <a:cubicBezTo>
                  <a:pt x="1734348" y="41179"/>
                  <a:pt x="1736051" y="44314"/>
                  <a:pt x="1737140" y="47946"/>
                </a:cubicBezTo>
                <a:cubicBezTo>
                  <a:pt x="1738232" y="51578"/>
                  <a:pt x="1738774" y="55527"/>
                  <a:pt x="1738774" y="59796"/>
                </a:cubicBezTo>
                <a:lnTo>
                  <a:pt x="1738774" y="62519"/>
                </a:lnTo>
                <a:close/>
                <a:moveTo>
                  <a:pt x="1722158" y="57616"/>
                </a:moveTo>
                <a:cubicBezTo>
                  <a:pt x="1722295" y="52804"/>
                  <a:pt x="1721318" y="49035"/>
                  <a:pt x="1719229" y="46312"/>
                </a:cubicBezTo>
                <a:cubicBezTo>
                  <a:pt x="1717186" y="43540"/>
                  <a:pt x="1714009" y="42157"/>
                  <a:pt x="1709694" y="42157"/>
                </a:cubicBezTo>
                <a:cubicBezTo>
                  <a:pt x="1707516" y="42157"/>
                  <a:pt x="1705607" y="42565"/>
                  <a:pt x="1703973" y="43383"/>
                </a:cubicBezTo>
                <a:cubicBezTo>
                  <a:pt x="1702384" y="44200"/>
                  <a:pt x="1701047" y="45311"/>
                  <a:pt x="1699955" y="46720"/>
                </a:cubicBezTo>
                <a:cubicBezTo>
                  <a:pt x="1698912" y="48080"/>
                  <a:pt x="1698095" y="49715"/>
                  <a:pt x="1697504" y="51624"/>
                </a:cubicBezTo>
                <a:cubicBezTo>
                  <a:pt x="1696961" y="53484"/>
                  <a:pt x="1696641" y="55481"/>
                  <a:pt x="1696552" y="57616"/>
                </a:cubicBezTo>
                <a:lnTo>
                  <a:pt x="1722158" y="57616"/>
                </a:lnTo>
                <a:close/>
                <a:moveTo>
                  <a:pt x="1810898" y="94666"/>
                </a:moveTo>
                <a:cubicBezTo>
                  <a:pt x="1810898" y="95118"/>
                  <a:pt x="1810763" y="95526"/>
                  <a:pt x="1810489" y="95892"/>
                </a:cubicBezTo>
                <a:cubicBezTo>
                  <a:pt x="1810218" y="96209"/>
                  <a:pt x="1809763" y="96481"/>
                  <a:pt x="1809129" y="96709"/>
                </a:cubicBezTo>
                <a:cubicBezTo>
                  <a:pt x="1808492" y="96935"/>
                  <a:pt x="1807606" y="97095"/>
                  <a:pt x="1806471" y="97184"/>
                </a:cubicBezTo>
                <a:cubicBezTo>
                  <a:pt x="1805383" y="97321"/>
                  <a:pt x="1804020" y="97389"/>
                  <a:pt x="1802385" y="97389"/>
                </a:cubicBezTo>
                <a:cubicBezTo>
                  <a:pt x="1800705" y="97389"/>
                  <a:pt x="1799296" y="97321"/>
                  <a:pt x="1798162" y="97184"/>
                </a:cubicBezTo>
                <a:cubicBezTo>
                  <a:pt x="1797073" y="97095"/>
                  <a:pt x="1796210" y="96935"/>
                  <a:pt x="1795576" y="96709"/>
                </a:cubicBezTo>
                <a:cubicBezTo>
                  <a:pt x="1794939" y="96481"/>
                  <a:pt x="1794484" y="96209"/>
                  <a:pt x="1794213" y="95892"/>
                </a:cubicBezTo>
                <a:cubicBezTo>
                  <a:pt x="1793941" y="95526"/>
                  <a:pt x="1793804" y="95118"/>
                  <a:pt x="1793804" y="94666"/>
                </a:cubicBezTo>
                <a:lnTo>
                  <a:pt x="1793804" y="59999"/>
                </a:lnTo>
                <a:cubicBezTo>
                  <a:pt x="1793804" y="57047"/>
                  <a:pt x="1793578" y="54733"/>
                  <a:pt x="1793124" y="53052"/>
                </a:cubicBezTo>
                <a:cubicBezTo>
                  <a:pt x="1792715" y="51372"/>
                  <a:pt x="1792101" y="49943"/>
                  <a:pt x="1791284" y="48763"/>
                </a:cubicBezTo>
                <a:cubicBezTo>
                  <a:pt x="1790467" y="47537"/>
                  <a:pt x="1789401" y="46606"/>
                  <a:pt x="1788083" y="45971"/>
                </a:cubicBezTo>
                <a:cubicBezTo>
                  <a:pt x="1786812" y="45289"/>
                  <a:pt x="1785315" y="44948"/>
                  <a:pt x="1783589" y="44948"/>
                </a:cubicBezTo>
                <a:cubicBezTo>
                  <a:pt x="1781408" y="44948"/>
                  <a:pt x="1779208" y="45743"/>
                  <a:pt x="1776982" y="47332"/>
                </a:cubicBezTo>
                <a:cubicBezTo>
                  <a:pt x="1774756" y="48920"/>
                  <a:pt x="1772442" y="51238"/>
                  <a:pt x="1770036" y="54278"/>
                </a:cubicBezTo>
                <a:lnTo>
                  <a:pt x="1770036" y="94666"/>
                </a:lnTo>
                <a:cubicBezTo>
                  <a:pt x="1770036" y="95118"/>
                  <a:pt x="1769898" y="95526"/>
                  <a:pt x="1769627" y="95892"/>
                </a:cubicBezTo>
                <a:cubicBezTo>
                  <a:pt x="1769355" y="96209"/>
                  <a:pt x="1768878" y="96481"/>
                  <a:pt x="1768198" y="96709"/>
                </a:cubicBezTo>
                <a:cubicBezTo>
                  <a:pt x="1767561" y="96935"/>
                  <a:pt x="1766698" y="97095"/>
                  <a:pt x="1765609" y="97184"/>
                </a:cubicBezTo>
                <a:cubicBezTo>
                  <a:pt x="1764518" y="97321"/>
                  <a:pt x="1763135" y="97389"/>
                  <a:pt x="1761454" y="97389"/>
                </a:cubicBezTo>
                <a:cubicBezTo>
                  <a:pt x="1759774" y="97389"/>
                  <a:pt x="1758388" y="97321"/>
                  <a:pt x="1757300" y="97184"/>
                </a:cubicBezTo>
                <a:cubicBezTo>
                  <a:pt x="1756211" y="97095"/>
                  <a:pt x="1755325" y="96935"/>
                  <a:pt x="1754645" y="96709"/>
                </a:cubicBezTo>
                <a:cubicBezTo>
                  <a:pt x="1754008" y="96481"/>
                  <a:pt x="1753553" y="96209"/>
                  <a:pt x="1753282" y="95892"/>
                </a:cubicBezTo>
                <a:cubicBezTo>
                  <a:pt x="1753011" y="95526"/>
                  <a:pt x="1752873" y="95118"/>
                  <a:pt x="1752873" y="94666"/>
                </a:cubicBezTo>
                <a:lnTo>
                  <a:pt x="1752873" y="33916"/>
                </a:lnTo>
                <a:cubicBezTo>
                  <a:pt x="1752873" y="33461"/>
                  <a:pt x="1752988" y="33076"/>
                  <a:pt x="1753213" y="32758"/>
                </a:cubicBezTo>
                <a:cubicBezTo>
                  <a:pt x="1753442" y="32395"/>
                  <a:pt x="1753851" y="32098"/>
                  <a:pt x="1754439" y="31873"/>
                </a:cubicBezTo>
                <a:cubicBezTo>
                  <a:pt x="1755031" y="31647"/>
                  <a:pt x="1755779" y="31487"/>
                  <a:pt x="1756688" y="31395"/>
                </a:cubicBezTo>
                <a:cubicBezTo>
                  <a:pt x="1757640" y="31258"/>
                  <a:pt x="1758820" y="31192"/>
                  <a:pt x="1760229" y="31192"/>
                </a:cubicBezTo>
                <a:cubicBezTo>
                  <a:pt x="1761680" y="31192"/>
                  <a:pt x="1762883" y="31258"/>
                  <a:pt x="1763838" y="31395"/>
                </a:cubicBezTo>
                <a:cubicBezTo>
                  <a:pt x="1764792" y="31487"/>
                  <a:pt x="1765518" y="31647"/>
                  <a:pt x="1766018" y="31873"/>
                </a:cubicBezTo>
                <a:cubicBezTo>
                  <a:pt x="1766564" y="32098"/>
                  <a:pt x="1766949" y="32395"/>
                  <a:pt x="1767175" y="32758"/>
                </a:cubicBezTo>
                <a:cubicBezTo>
                  <a:pt x="1767401" y="33076"/>
                  <a:pt x="1767515" y="33461"/>
                  <a:pt x="1767515" y="33916"/>
                </a:cubicBezTo>
                <a:lnTo>
                  <a:pt x="1767515" y="40931"/>
                </a:lnTo>
                <a:cubicBezTo>
                  <a:pt x="1770876" y="37299"/>
                  <a:pt x="1774282" y="34573"/>
                  <a:pt x="1777731" y="32758"/>
                </a:cubicBezTo>
                <a:cubicBezTo>
                  <a:pt x="1781228" y="30941"/>
                  <a:pt x="1784860" y="30032"/>
                  <a:pt x="1788629" y="30032"/>
                </a:cubicBezTo>
                <a:cubicBezTo>
                  <a:pt x="1792761" y="30032"/>
                  <a:pt x="1796233" y="30715"/>
                  <a:pt x="1799048" y="32075"/>
                </a:cubicBezTo>
                <a:cubicBezTo>
                  <a:pt x="1801908" y="33438"/>
                  <a:pt x="1804203" y="35302"/>
                  <a:pt x="1805926" y="37662"/>
                </a:cubicBezTo>
                <a:cubicBezTo>
                  <a:pt x="1807697" y="39976"/>
                  <a:pt x="1808969" y="42702"/>
                  <a:pt x="1809740" y="45834"/>
                </a:cubicBezTo>
                <a:cubicBezTo>
                  <a:pt x="1810512" y="48966"/>
                  <a:pt x="1810898" y="52735"/>
                  <a:pt x="1810898" y="57139"/>
                </a:cubicBezTo>
                <a:lnTo>
                  <a:pt x="1810898" y="94666"/>
                </a:lnTo>
                <a:close/>
                <a:moveTo>
                  <a:pt x="1862384" y="88671"/>
                </a:moveTo>
                <a:cubicBezTo>
                  <a:pt x="1862384" y="90668"/>
                  <a:pt x="1862250" y="92214"/>
                  <a:pt x="1861976" y="93303"/>
                </a:cubicBezTo>
                <a:cubicBezTo>
                  <a:pt x="1861750" y="94346"/>
                  <a:pt x="1861433" y="95095"/>
                  <a:pt x="1861024" y="95549"/>
                </a:cubicBezTo>
                <a:cubicBezTo>
                  <a:pt x="1860615" y="95958"/>
                  <a:pt x="1860001" y="96343"/>
                  <a:pt x="1859184" y="96709"/>
                </a:cubicBezTo>
                <a:cubicBezTo>
                  <a:pt x="1858412" y="97026"/>
                  <a:pt x="1857481" y="97298"/>
                  <a:pt x="1856392" y="97526"/>
                </a:cubicBezTo>
                <a:cubicBezTo>
                  <a:pt x="1855349" y="97798"/>
                  <a:pt x="1854189" y="98001"/>
                  <a:pt x="1852917" y="98138"/>
                </a:cubicBezTo>
                <a:cubicBezTo>
                  <a:pt x="1851691" y="98275"/>
                  <a:pt x="1850446" y="98344"/>
                  <a:pt x="1849174" y="98344"/>
                </a:cubicBezTo>
                <a:cubicBezTo>
                  <a:pt x="1845768" y="98344"/>
                  <a:pt x="1842816" y="97912"/>
                  <a:pt x="1840319" y="97049"/>
                </a:cubicBezTo>
                <a:cubicBezTo>
                  <a:pt x="1837821" y="96186"/>
                  <a:pt x="1835755" y="94869"/>
                  <a:pt x="1834121" y="93097"/>
                </a:cubicBezTo>
                <a:cubicBezTo>
                  <a:pt x="1832486" y="91283"/>
                  <a:pt x="1831283" y="89011"/>
                  <a:pt x="1830512" y="86288"/>
                </a:cubicBezTo>
                <a:cubicBezTo>
                  <a:pt x="1829740" y="83565"/>
                  <a:pt x="1829354" y="80341"/>
                  <a:pt x="1829354" y="76618"/>
                </a:cubicBezTo>
                <a:lnTo>
                  <a:pt x="1829354" y="45494"/>
                </a:lnTo>
                <a:lnTo>
                  <a:pt x="1822068" y="45494"/>
                </a:lnTo>
                <a:cubicBezTo>
                  <a:pt x="1821205" y="45494"/>
                  <a:pt x="1820548" y="44971"/>
                  <a:pt x="1820093" y="43928"/>
                </a:cubicBezTo>
                <a:cubicBezTo>
                  <a:pt x="1819639" y="42837"/>
                  <a:pt x="1819410" y="41045"/>
                  <a:pt x="1819410" y="38548"/>
                </a:cubicBezTo>
                <a:cubicBezTo>
                  <a:pt x="1819410" y="37230"/>
                  <a:pt x="1819456" y="36119"/>
                  <a:pt x="1819547" y="35210"/>
                </a:cubicBezTo>
                <a:cubicBezTo>
                  <a:pt x="1819685" y="34301"/>
                  <a:pt x="1819865" y="33598"/>
                  <a:pt x="1820093" y="33098"/>
                </a:cubicBezTo>
                <a:cubicBezTo>
                  <a:pt x="1820319" y="32553"/>
                  <a:pt x="1820590" y="32167"/>
                  <a:pt x="1820910" y="31941"/>
                </a:cubicBezTo>
                <a:cubicBezTo>
                  <a:pt x="1821273" y="31713"/>
                  <a:pt x="1821682" y="31601"/>
                  <a:pt x="1822136" y="31601"/>
                </a:cubicBezTo>
                <a:lnTo>
                  <a:pt x="1829354" y="31601"/>
                </a:lnTo>
                <a:lnTo>
                  <a:pt x="1829354" y="18048"/>
                </a:lnTo>
                <a:cubicBezTo>
                  <a:pt x="1829354" y="17594"/>
                  <a:pt x="1829469" y="17185"/>
                  <a:pt x="1829694" y="16822"/>
                </a:cubicBezTo>
                <a:cubicBezTo>
                  <a:pt x="1829969" y="16459"/>
                  <a:pt x="1830420" y="16162"/>
                  <a:pt x="1831057" y="15936"/>
                </a:cubicBezTo>
                <a:cubicBezTo>
                  <a:pt x="1831738" y="15665"/>
                  <a:pt x="1832623" y="15482"/>
                  <a:pt x="1833712" y="15390"/>
                </a:cubicBezTo>
                <a:cubicBezTo>
                  <a:pt x="1834849" y="15256"/>
                  <a:pt x="1836232" y="15188"/>
                  <a:pt x="1837867" y="15188"/>
                </a:cubicBezTo>
                <a:cubicBezTo>
                  <a:pt x="1839547" y="15188"/>
                  <a:pt x="1840933" y="15256"/>
                  <a:pt x="1842022" y="15390"/>
                </a:cubicBezTo>
                <a:cubicBezTo>
                  <a:pt x="1843156" y="15482"/>
                  <a:pt x="1844042" y="15665"/>
                  <a:pt x="1844679" y="15936"/>
                </a:cubicBezTo>
                <a:cubicBezTo>
                  <a:pt x="1845313" y="16162"/>
                  <a:pt x="1845768" y="16459"/>
                  <a:pt x="1846039" y="16822"/>
                </a:cubicBezTo>
                <a:cubicBezTo>
                  <a:pt x="1846314" y="17185"/>
                  <a:pt x="1846448" y="17594"/>
                  <a:pt x="1846448" y="18048"/>
                </a:cubicBezTo>
                <a:lnTo>
                  <a:pt x="1846448" y="31601"/>
                </a:lnTo>
                <a:lnTo>
                  <a:pt x="1859661" y="31601"/>
                </a:lnTo>
                <a:cubicBezTo>
                  <a:pt x="1860115" y="31601"/>
                  <a:pt x="1860501" y="31713"/>
                  <a:pt x="1860818" y="31941"/>
                </a:cubicBezTo>
                <a:cubicBezTo>
                  <a:pt x="1861181" y="32167"/>
                  <a:pt x="1861478" y="32553"/>
                  <a:pt x="1861704" y="33098"/>
                </a:cubicBezTo>
                <a:cubicBezTo>
                  <a:pt x="1861930" y="33598"/>
                  <a:pt x="1862090" y="34301"/>
                  <a:pt x="1862181" y="35210"/>
                </a:cubicBezTo>
                <a:cubicBezTo>
                  <a:pt x="1862318" y="36119"/>
                  <a:pt x="1862384" y="37230"/>
                  <a:pt x="1862384" y="38548"/>
                </a:cubicBezTo>
                <a:cubicBezTo>
                  <a:pt x="1862384" y="41045"/>
                  <a:pt x="1862158" y="42837"/>
                  <a:pt x="1861704" y="43928"/>
                </a:cubicBezTo>
                <a:cubicBezTo>
                  <a:pt x="1861250" y="44971"/>
                  <a:pt x="1860593" y="45494"/>
                  <a:pt x="1859730" y="45494"/>
                </a:cubicBezTo>
                <a:lnTo>
                  <a:pt x="1846448" y="45494"/>
                </a:lnTo>
                <a:lnTo>
                  <a:pt x="1846448" y="74029"/>
                </a:lnTo>
                <a:cubicBezTo>
                  <a:pt x="1846448" y="77344"/>
                  <a:pt x="1846971" y="79841"/>
                  <a:pt x="1848014" y="81522"/>
                </a:cubicBezTo>
                <a:cubicBezTo>
                  <a:pt x="1849060" y="83156"/>
                  <a:pt x="1850920" y="83973"/>
                  <a:pt x="1853600" y="83973"/>
                </a:cubicBezTo>
                <a:cubicBezTo>
                  <a:pt x="1854509" y="83973"/>
                  <a:pt x="1855326" y="83905"/>
                  <a:pt x="1856052" y="83768"/>
                </a:cubicBezTo>
                <a:cubicBezTo>
                  <a:pt x="1856778" y="83588"/>
                  <a:pt x="1857412" y="83405"/>
                  <a:pt x="1857958" y="83222"/>
                </a:cubicBezTo>
                <a:cubicBezTo>
                  <a:pt x="1858549" y="82996"/>
                  <a:pt x="1859027" y="82813"/>
                  <a:pt x="1859390" y="82679"/>
                </a:cubicBezTo>
                <a:cubicBezTo>
                  <a:pt x="1859798" y="82496"/>
                  <a:pt x="1860161" y="82405"/>
                  <a:pt x="1860478" y="82405"/>
                </a:cubicBezTo>
                <a:cubicBezTo>
                  <a:pt x="1860750" y="82405"/>
                  <a:pt x="1861001" y="82496"/>
                  <a:pt x="1861227" y="82679"/>
                </a:cubicBezTo>
                <a:cubicBezTo>
                  <a:pt x="1861501" y="82813"/>
                  <a:pt x="1861704" y="83133"/>
                  <a:pt x="1861841" y="83630"/>
                </a:cubicBezTo>
                <a:cubicBezTo>
                  <a:pt x="1861976" y="84085"/>
                  <a:pt x="1862090" y="84722"/>
                  <a:pt x="1862181" y="85539"/>
                </a:cubicBezTo>
                <a:cubicBezTo>
                  <a:pt x="1862318" y="86357"/>
                  <a:pt x="1862384" y="87399"/>
                  <a:pt x="1862384" y="88671"/>
                </a:cubicBezTo>
                <a:close/>
                <a:moveTo>
                  <a:pt x="1962225" y="33847"/>
                </a:moveTo>
                <a:cubicBezTo>
                  <a:pt x="1962225" y="34076"/>
                  <a:pt x="1962202" y="34347"/>
                  <a:pt x="1962160" y="34664"/>
                </a:cubicBezTo>
                <a:cubicBezTo>
                  <a:pt x="1962160" y="34982"/>
                  <a:pt x="1962114" y="35344"/>
                  <a:pt x="1962022" y="35753"/>
                </a:cubicBezTo>
                <a:cubicBezTo>
                  <a:pt x="1961977" y="36119"/>
                  <a:pt x="1961885" y="36550"/>
                  <a:pt x="1961751" y="37047"/>
                </a:cubicBezTo>
                <a:cubicBezTo>
                  <a:pt x="1961659" y="37548"/>
                  <a:pt x="1961522" y="38116"/>
                  <a:pt x="1961342" y="38751"/>
                </a:cubicBezTo>
                <a:lnTo>
                  <a:pt x="1943089" y="93712"/>
                </a:lnTo>
                <a:cubicBezTo>
                  <a:pt x="1942863" y="94483"/>
                  <a:pt x="1942546" y="95118"/>
                  <a:pt x="1942134" y="95618"/>
                </a:cubicBezTo>
                <a:cubicBezTo>
                  <a:pt x="1941771" y="96072"/>
                  <a:pt x="1941137" y="96435"/>
                  <a:pt x="1940228" y="96709"/>
                </a:cubicBezTo>
                <a:cubicBezTo>
                  <a:pt x="1939365" y="96981"/>
                  <a:pt x="1938162" y="97161"/>
                  <a:pt x="1936619" y="97252"/>
                </a:cubicBezTo>
                <a:cubicBezTo>
                  <a:pt x="1935122" y="97344"/>
                  <a:pt x="1933144" y="97389"/>
                  <a:pt x="1930693" y="97389"/>
                </a:cubicBezTo>
                <a:cubicBezTo>
                  <a:pt x="1928287" y="97389"/>
                  <a:pt x="1926312" y="97321"/>
                  <a:pt x="1924769" y="97184"/>
                </a:cubicBezTo>
                <a:cubicBezTo>
                  <a:pt x="1923272" y="97095"/>
                  <a:pt x="1922092" y="96912"/>
                  <a:pt x="1921229" y="96641"/>
                </a:cubicBezTo>
                <a:cubicBezTo>
                  <a:pt x="1920366" y="96366"/>
                  <a:pt x="1919729" y="96003"/>
                  <a:pt x="1919320" y="95549"/>
                </a:cubicBezTo>
                <a:cubicBezTo>
                  <a:pt x="1918957" y="95052"/>
                  <a:pt x="1918663" y="94438"/>
                  <a:pt x="1918434" y="93712"/>
                </a:cubicBezTo>
                <a:lnTo>
                  <a:pt x="1900183" y="38751"/>
                </a:lnTo>
                <a:cubicBezTo>
                  <a:pt x="1899912" y="37842"/>
                  <a:pt x="1899683" y="37025"/>
                  <a:pt x="1899503" y="36299"/>
                </a:cubicBezTo>
                <a:cubicBezTo>
                  <a:pt x="1899366" y="35573"/>
                  <a:pt x="1899275" y="35050"/>
                  <a:pt x="1899229" y="34733"/>
                </a:cubicBezTo>
                <a:cubicBezTo>
                  <a:pt x="1899229" y="34416"/>
                  <a:pt x="1899229" y="34119"/>
                  <a:pt x="1899229" y="33847"/>
                </a:cubicBezTo>
                <a:cubicBezTo>
                  <a:pt x="1899229" y="33393"/>
                  <a:pt x="1899343" y="33007"/>
                  <a:pt x="1899572" y="32690"/>
                </a:cubicBezTo>
                <a:cubicBezTo>
                  <a:pt x="1899843" y="32327"/>
                  <a:pt x="1900298" y="32033"/>
                  <a:pt x="1900932" y="31804"/>
                </a:cubicBezTo>
                <a:cubicBezTo>
                  <a:pt x="1901569" y="31578"/>
                  <a:pt x="1902432" y="31418"/>
                  <a:pt x="1903521" y="31327"/>
                </a:cubicBezTo>
                <a:cubicBezTo>
                  <a:pt x="1904655" y="31238"/>
                  <a:pt x="1906064" y="31192"/>
                  <a:pt x="1907744" y="31192"/>
                </a:cubicBezTo>
                <a:cubicBezTo>
                  <a:pt x="1909604" y="31192"/>
                  <a:pt x="1911102" y="31258"/>
                  <a:pt x="1912239" y="31395"/>
                </a:cubicBezTo>
                <a:cubicBezTo>
                  <a:pt x="1913373" y="31487"/>
                  <a:pt x="1914259" y="31647"/>
                  <a:pt x="1914894" y="31873"/>
                </a:cubicBezTo>
                <a:cubicBezTo>
                  <a:pt x="1915574" y="32055"/>
                  <a:pt x="1916051" y="32350"/>
                  <a:pt x="1916325" y="32758"/>
                </a:cubicBezTo>
                <a:cubicBezTo>
                  <a:pt x="1916597" y="33121"/>
                  <a:pt x="1916822" y="33576"/>
                  <a:pt x="1917005" y="34119"/>
                </a:cubicBezTo>
                <a:lnTo>
                  <a:pt x="1930830" y="78727"/>
                </a:lnTo>
                <a:lnTo>
                  <a:pt x="1931239" y="80430"/>
                </a:lnTo>
                <a:lnTo>
                  <a:pt x="1931647" y="78727"/>
                </a:lnTo>
                <a:lnTo>
                  <a:pt x="1945269" y="34119"/>
                </a:lnTo>
                <a:cubicBezTo>
                  <a:pt x="1945403" y="33576"/>
                  <a:pt x="1945609" y="33121"/>
                  <a:pt x="1945880" y="32758"/>
                </a:cubicBezTo>
                <a:cubicBezTo>
                  <a:pt x="1946200" y="32350"/>
                  <a:pt x="1946675" y="32055"/>
                  <a:pt x="1947312" y="31873"/>
                </a:cubicBezTo>
                <a:cubicBezTo>
                  <a:pt x="1947946" y="31647"/>
                  <a:pt x="1948786" y="31487"/>
                  <a:pt x="1949832" y="31395"/>
                </a:cubicBezTo>
                <a:cubicBezTo>
                  <a:pt x="1950921" y="31258"/>
                  <a:pt x="1952330" y="31192"/>
                  <a:pt x="1954053" y="31192"/>
                </a:cubicBezTo>
                <a:cubicBezTo>
                  <a:pt x="1955733" y="31192"/>
                  <a:pt x="1957096" y="31238"/>
                  <a:pt x="1958139" y="31327"/>
                </a:cubicBezTo>
                <a:cubicBezTo>
                  <a:pt x="1959231" y="31418"/>
                  <a:pt x="1960071" y="31578"/>
                  <a:pt x="1960659" y="31804"/>
                </a:cubicBezTo>
                <a:cubicBezTo>
                  <a:pt x="1961251" y="32033"/>
                  <a:pt x="1961659" y="32327"/>
                  <a:pt x="1961885" y="32690"/>
                </a:cubicBezTo>
                <a:cubicBezTo>
                  <a:pt x="1962114" y="33007"/>
                  <a:pt x="1962225" y="33393"/>
                  <a:pt x="1962225" y="33847"/>
                </a:cubicBezTo>
                <a:close/>
                <a:moveTo>
                  <a:pt x="2022021" y="94869"/>
                </a:moveTo>
                <a:cubicBezTo>
                  <a:pt x="2022021" y="95503"/>
                  <a:pt x="2021796" y="96003"/>
                  <a:pt x="2021341" y="96366"/>
                </a:cubicBezTo>
                <a:cubicBezTo>
                  <a:pt x="2020887" y="96729"/>
                  <a:pt x="2020161" y="96981"/>
                  <a:pt x="2019161" y="97118"/>
                </a:cubicBezTo>
                <a:cubicBezTo>
                  <a:pt x="2018209" y="97298"/>
                  <a:pt x="2016778" y="97389"/>
                  <a:pt x="2014872" y="97389"/>
                </a:cubicBezTo>
                <a:cubicBezTo>
                  <a:pt x="2012829" y="97389"/>
                  <a:pt x="2011329" y="97298"/>
                  <a:pt x="2010377" y="97118"/>
                </a:cubicBezTo>
                <a:cubicBezTo>
                  <a:pt x="2009468" y="96981"/>
                  <a:pt x="2008811" y="96729"/>
                  <a:pt x="2008402" y="96366"/>
                </a:cubicBezTo>
                <a:cubicBezTo>
                  <a:pt x="2008040" y="96003"/>
                  <a:pt x="2007857" y="95503"/>
                  <a:pt x="2007857" y="94869"/>
                </a:cubicBezTo>
                <a:lnTo>
                  <a:pt x="2007857" y="90034"/>
                </a:lnTo>
                <a:cubicBezTo>
                  <a:pt x="2005359" y="92712"/>
                  <a:pt x="2002499" y="94800"/>
                  <a:pt x="1999276" y="96301"/>
                </a:cubicBezTo>
                <a:cubicBezTo>
                  <a:pt x="1996098" y="97798"/>
                  <a:pt x="1992555" y="98547"/>
                  <a:pt x="1988651" y="98547"/>
                </a:cubicBezTo>
                <a:cubicBezTo>
                  <a:pt x="1985428" y="98547"/>
                  <a:pt x="1982453" y="98115"/>
                  <a:pt x="1979730" y="97252"/>
                </a:cubicBezTo>
                <a:cubicBezTo>
                  <a:pt x="1977050" y="96435"/>
                  <a:pt x="1974713" y="95209"/>
                  <a:pt x="1972715" y="93575"/>
                </a:cubicBezTo>
                <a:cubicBezTo>
                  <a:pt x="1970763" y="91894"/>
                  <a:pt x="1969240" y="89828"/>
                  <a:pt x="1968152" y="87377"/>
                </a:cubicBezTo>
                <a:cubicBezTo>
                  <a:pt x="1967063" y="84925"/>
                  <a:pt x="1966517" y="82065"/>
                  <a:pt x="1966517" y="78796"/>
                </a:cubicBezTo>
                <a:cubicBezTo>
                  <a:pt x="1966517" y="75255"/>
                  <a:pt x="1967197" y="72189"/>
                  <a:pt x="1968560" y="69603"/>
                </a:cubicBezTo>
                <a:cubicBezTo>
                  <a:pt x="1969969" y="66968"/>
                  <a:pt x="1972032" y="64811"/>
                  <a:pt x="1974758" y="63134"/>
                </a:cubicBezTo>
                <a:cubicBezTo>
                  <a:pt x="1977527" y="61408"/>
                  <a:pt x="1980956" y="60136"/>
                  <a:pt x="1985042" y="59319"/>
                </a:cubicBezTo>
                <a:cubicBezTo>
                  <a:pt x="1989129" y="58502"/>
                  <a:pt x="1993872" y="58093"/>
                  <a:pt x="1999276" y="58093"/>
                </a:cubicBezTo>
                <a:lnTo>
                  <a:pt x="2005199" y="58093"/>
                </a:lnTo>
                <a:lnTo>
                  <a:pt x="2005199" y="54415"/>
                </a:lnTo>
                <a:cubicBezTo>
                  <a:pt x="2005199" y="52509"/>
                  <a:pt x="2004996" y="50852"/>
                  <a:pt x="2004588" y="49443"/>
                </a:cubicBezTo>
                <a:cubicBezTo>
                  <a:pt x="2004225" y="47992"/>
                  <a:pt x="2003588" y="46789"/>
                  <a:pt x="2002682" y="45834"/>
                </a:cubicBezTo>
                <a:cubicBezTo>
                  <a:pt x="2001819" y="44880"/>
                  <a:pt x="2000639" y="44177"/>
                  <a:pt x="1999138" y="43723"/>
                </a:cubicBezTo>
                <a:cubicBezTo>
                  <a:pt x="1997687" y="43268"/>
                  <a:pt x="1995869" y="43043"/>
                  <a:pt x="1993692" y="43043"/>
                </a:cubicBezTo>
                <a:cubicBezTo>
                  <a:pt x="1990832" y="43043"/>
                  <a:pt x="1988266" y="43360"/>
                  <a:pt x="1985994" y="43994"/>
                </a:cubicBezTo>
                <a:cubicBezTo>
                  <a:pt x="1983771" y="44631"/>
                  <a:pt x="1981796" y="45334"/>
                  <a:pt x="1980070" y="46106"/>
                </a:cubicBezTo>
                <a:cubicBezTo>
                  <a:pt x="1978344" y="46877"/>
                  <a:pt x="1976893" y="47583"/>
                  <a:pt x="1975710" y="48217"/>
                </a:cubicBezTo>
                <a:cubicBezTo>
                  <a:pt x="1974575" y="48852"/>
                  <a:pt x="1973644" y="49172"/>
                  <a:pt x="1972918" y="49172"/>
                </a:cubicBezTo>
                <a:cubicBezTo>
                  <a:pt x="1972421" y="49172"/>
                  <a:pt x="1971966" y="49012"/>
                  <a:pt x="1971558" y="48695"/>
                </a:cubicBezTo>
                <a:cubicBezTo>
                  <a:pt x="1971195" y="48377"/>
                  <a:pt x="1970875" y="47923"/>
                  <a:pt x="1970603" y="47332"/>
                </a:cubicBezTo>
                <a:cubicBezTo>
                  <a:pt x="1970378" y="46743"/>
                  <a:pt x="1970195" y="46014"/>
                  <a:pt x="1970058" y="45154"/>
                </a:cubicBezTo>
                <a:cubicBezTo>
                  <a:pt x="1969923" y="44291"/>
                  <a:pt x="1969855" y="43337"/>
                  <a:pt x="1969855" y="42291"/>
                </a:cubicBezTo>
                <a:cubicBezTo>
                  <a:pt x="1969855" y="40885"/>
                  <a:pt x="1969969" y="39774"/>
                  <a:pt x="1970195" y="38956"/>
                </a:cubicBezTo>
                <a:cubicBezTo>
                  <a:pt x="1970421" y="38139"/>
                  <a:pt x="1970852" y="37410"/>
                  <a:pt x="1971489" y="36776"/>
                </a:cubicBezTo>
                <a:cubicBezTo>
                  <a:pt x="1972124" y="36096"/>
                  <a:pt x="1973235" y="35367"/>
                  <a:pt x="1974827" y="34596"/>
                </a:cubicBezTo>
                <a:cubicBezTo>
                  <a:pt x="1976416" y="33779"/>
                  <a:pt x="1978276" y="33030"/>
                  <a:pt x="1980410" y="32350"/>
                </a:cubicBezTo>
                <a:cubicBezTo>
                  <a:pt x="1982545" y="31667"/>
                  <a:pt x="1984860" y="31124"/>
                  <a:pt x="1987357" y="30715"/>
                </a:cubicBezTo>
                <a:cubicBezTo>
                  <a:pt x="1989900" y="30261"/>
                  <a:pt x="1992509" y="30032"/>
                  <a:pt x="1995189" y="30032"/>
                </a:cubicBezTo>
                <a:cubicBezTo>
                  <a:pt x="1999956" y="30032"/>
                  <a:pt x="2004019" y="30510"/>
                  <a:pt x="2007379" y="31464"/>
                </a:cubicBezTo>
                <a:cubicBezTo>
                  <a:pt x="2010786" y="32373"/>
                  <a:pt x="2013577" y="33801"/>
                  <a:pt x="2015758" y="35753"/>
                </a:cubicBezTo>
                <a:cubicBezTo>
                  <a:pt x="2017935" y="37662"/>
                  <a:pt x="2019524" y="40136"/>
                  <a:pt x="2020524" y="43177"/>
                </a:cubicBezTo>
                <a:cubicBezTo>
                  <a:pt x="2021524" y="46220"/>
                  <a:pt x="2022021" y="49829"/>
                  <a:pt x="2022021" y="54007"/>
                </a:cubicBezTo>
                <a:lnTo>
                  <a:pt x="2022021" y="94869"/>
                </a:lnTo>
                <a:close/>
                <a:moveTo>
                  <a:pt x="2005199" y="68854"/>
                </a:moveTo>
                <a:lnTo>
                  <a:pt x="1998661" y="68854"/>
                </a:lnTo>
                <a:cubicBezTo>
                  <a:pt x="1995892" y="68854"/>
                  <a:pt x="1993532" y="69057"/>
                  <a:pt x="1991580" y="69466"/>
                </a:cubicBezTo>
                <a:cubicBezTo>
                  <a:pt x="1989626" y="69874"/>
                  <a:pt x="1988037" y="70489"/>
                  <a:pt x="1986811" y="71306"/>
                </a:cubicBezTo>
                <a:cubicBezTo>
                  <a:pt x="1985585" y="72123"/>
                  <a:pt x="1984679" y="73121"/>
                  <a:pt x="1984088" y="74301"/>
                </a:cubicBezTo>
                <a:cubicBezTo>
                  <a:pt x="1983542" y="75438"/>
                  <a:pt x="1983271" y="76752"/>
                  <a:pt x="1983271" y="78253"/>
                </a:cubicBezTo>
                <a:cubicBezTo>
                  <a:pt x="1983271" y="80793"/>
                  <a:pt x="1984065" y="82793"/>
                  <a:pt x="1985654" y="84245"/>
                </a:cubicBezTo>
                <a:cubicBezTo>
                  <a:pt x="1987288" y="85696"/>
                  <a:pt x="1989537" y="86425"/>
                  <a:pt x="1992398" y="86425"/>
                </a:cubicBezTo>
                <a:cubicBezTo>
                  <a:pt x="1994804" y="86425"/>
                  <a:pt x="1997004" y="85811"/>
                  <a:pt x="1999004" y="84585"/>
                </a:cubicBezTo>
                <a:cubicBezTo>
                  <a:pt x="2001047" y="83359"/>
                  <a:pt x="2003113" y="81567"/>
                  <a:pt x="2005199" y="79204"/>
                </a:cubicBezTo>
                <a:lnTo>
                  <a:pt x="2005199" y="68854"/>
                </a:lnTo>
                <a:close/>
                <a:moveTo>
                  <a:pt x="2078140" y="39568"/>
                </a:moveTo>
                <a:cubicBezTo>
                  <a:pt x="2078140" y="41202"/>
                  <a:pt x="2078094" y="42542"/>
                  <a:pt x="2078005" y="43585"/>
                </a:cubicBezTo>
                <a:cubicBezTo>
                  <a:pt x="2077914" y="44631"/>
                  <a:pt x="2077777" y="45449"/>
                  <a:pt x="2077597" y="46037"/>
                </a:cubicBezTo>
                <a:cubicBezTo>
                  <a:pt x="2077414" y="46629"/>
                  <a:pt x="2077165" y="47037"/>
                  <a:pt x="2076845" y="47263"/>
                </a:cubicBezTo>
                <a:cubicBezTo>
                  <a:pt x="2076574" y="47492"/>
                  <a:pt x="2076211" y="47606"/>
                  <a:pt x="2075757" y="47606"/>
                </a:cubicBezTo>
                <a:cubicBezTo>
                  <a:pt x="2075394" y="47606"/>
                  <a:pt x="2074985" y="47537"/>
                  <a:pt x="2074531" y="47400"/>
                </a:cubicBezTo>
                <a:cubicBezTo>
                  <a:pt x="2074076" y="47217"/>
                  <a:pt x="2073553" y="47037"/>
                  <a:pt x="2072965" y="46854"/>
                </a:cubicBezTo>
                <a:cubicBezTo>
                  <a:pt x="2072419" y="46674"/>
                  <a:pt x="2071808" y="46514"/>
                  <a:pt x="2071125" y="46380"/>
                </a:cubicBezTo>
                <a:cubicBezTo>
                  <a:pt x="2070444" y="46197"/>
                  <a:pt x="2069696" y="46106"/>
                  <a:pt x="2068879" y="46106"/>
                </a:cubicBezTo>
                <a:cubicBezTo>
                  <a:pt x="2067924" y="46106"/>
                  <a:pt x="2066970" y="46312"/>
                  <a:pt x="2066018" y="46720"/>
                </a:cubicBezTo>
                <a:cubicBezTo>
                  <a:pt x="2065064" y="47083"/>
                  <a:pt x="2064067" y="47672"/>
                  <a:pt x="2063021" y="48489"/>
                </a:cubicBezTo>
                <a:cubicBezTo>
                  <a:pt x="2062023" y="49306"/>
                  <a:pt x="2060955" y="50398"/>
                  <a:pt x="2059820" y="51758"/>
                </a:cubicBezTo>
                <a:cubicBezTo>
                  <a:pt x="2058732" y="53121"/>
                  <a:pt x="2057551" y="54801"/>
                  <a:pt x="2056280" y="56799"/>
                </a:cubicBezTo>
                <a:lnTo>
                  <a:pt x="2056280" y="94666"/>
                </a:lnTo>
                <a:cubicBezTo>
                  <a:pt x="2056280" y="95118"/>
                  <a:pt x="2056143" y="95526"/>
                  <a:pt x="2055871" y="95892"/>
                </a:cubicBezTo>
                <a:cubicBezTo>
                  <a:pt x="2055597" y="96209"/>
                  <a:pt x="2055120" y="96481"/>
                  <a:pt x="2054440" y="96709"/>
                </a:cubicBezTo>
                <a:cubicBezTo>
                  <a:pt x="2053805" y="96935"/>
                  <a:pt x="2052942" y="97095"/>
                  <a:pt x="2051851" y="97184"/>
                </a:cubicBezTo>
                <a:cubicBezTo>
                  <a:pt x="2050762" y="97321"/>
                  <a:pt x="2049376" y="97389"/>
                  <a:pt x="2047699" y="97389"/>
                </a:cubicBezTo>
                <a:cubicBezTo>
                  <a:pt x="2046019" y="97389"/>
                  <a:pt x="2044633" y="97321"/>
                  <a:pt x="2043544" y="97184"/>
                </a:cubicBezTo>
                <a:cubicBezTo>
                  <a:pt x="2042452" y="97095"/>
                  <a:pt x="2041569" y="96935"/>
                  <a:pt x="2040887" y="96709"/>
                </a:cubicBezTo>
                <a:cubicBezTo>
                  <a:pt x="2040252" y="96481"/>
                  <a:pt x="2039798" y="96209"/>
                  <a:pt x="2039526" y="95892"/>
                </a:cubicBezTo>
                <a:cubicBezTo>
                  <a:pt x="2039252" y="95526"/>
                  <a:pt x="2039118" y="95118"/>
                  <a:pt x="2039118" y="94666"/>
                </a:cubicBezTo>
                <a:lnTo>
                  <a:pt x="2039118" y="33916"/>
                </a:lnTo>
                <a:cubicBezTo>
                  <a:pt x="2039118" y="33461"/>
                  <a:pt x="2039229" y="33076"/>
                  <a:pt x="2039458" y="32758"/>
                </a:cubicBezTo>
                <a:cubicBezTo>
                  <a:pt x="2039683" y="32395"/>
                  <a:pt x="2040092" y="32098"/>
                  <a:pt x="2040684" y="31873"/>
                </a:cubicBezTo>
                <a:cubicBezTo>
                  <a:pt x="2041272" y="31647"/>
                  <a:pt x="2042021" y="31487"/>
                  <a:pt x="2042930" y="31395"/>
                </a:cubicBezTo>
                <a:cubicBezTo>
                  <a:pt x="2043884" y="31258"/>
                  <a:pt x="2045064" y="31192"/>
                  <a:pt x="2046473" y="31192"/>
                </a:cubicBezTo>
                <a:cubicBezTo>
                  <a:pt x="2047925" y="31192"/>
                  <a:pt x="2049128" y="31258"/>
                  <a:pt x="2050082" y="31395"/>
                </a:cubicBezTo>
                <a:cubicBezTo>
                  <a:pt x="2051033" y="31487"/>
                  <a:pt x="2051762" y="31647"/>
                  <a:pt x="2052259" y="31873"/>
                </a:cubicBezTo>
                <a:cubicBezTo>
                  <a:pt x="2052805" y="32098"/>
                  <a:pt x="2053191" y="32395"/>
                  <a:pt x="2053420" y="32758"/>
                </a:cubicBezTo>
                <a:cubicBezTo>
                  <a:pt x="2053645" y="33076"/>
                  <a:pt x="2053760" y="33461"/>
                  <a:pt x="2053760" y="33916"/>
                </a:cubicBezTo>
                <a:lnTo>
                  <a:pt x="2053760" y="41474"/>
                </a:lnTo>
                <a:cubicBezTo>
                  <a:pt x="2055348" y="39205"/>
                  <a:pt x="2056846" y="37345"/>
                  <a:pt x="2058254" y="35890"/>
                </a:cubicBezTo>
                <a:cubicBezTo>
                  <a:pt x="2059660" y="34393"/>
                  <a:pt x="2061000" y="33213"/>
                  <a:pt x="2062272" y="32350"/>
                </a:cubicBezTo>
                <a:cubicBezTo>
                  <a:pt x="2063544" y="31487"/>
                  <a:pt x="2064815" y="30895"/>
                  <a:pt x="2066087" y="30578"/>
                </a:cubicBezTo>
                <a:cubicBezTo>
                  <a:pt x="2067358" y="30215"/>
                  <a:pt x="2068630" y="30032"/>
                  <a:pt x="2069899" y="30032"/>
                </a:cubicBezTo>
                <a:cubicBezTo>
                  <a:pt x="2070490" y="30032"/>
                  <a:pt x="2071125" y="30078"/>
                  <a:pt x="2071808" y="30169"/>
                </a:cubicBezTo>
                <a:cubicBezTo>
                  <a:pt x="2072488" y="30215"/>
                  <a:pt x="2073191" y="30330"/>
                  <a:pt x="2073919" y="30510"/>
                </a:cubicBezTo>
                <a:cubicBezTo>
                  <a:pt x="2074645" y="30647"/>
                  <a:pt x="2075279" y="30830"/>
                  <a:pt x="2075825" y="31055"/>
                </a:cubicBezTo>
                <a:cubicBezTo>
                  <a:pt x="2076371" y="31238"/>
                  <a:pt x="2076757" y="31441"/>
                  <a:pt x="2076982" y="31667"/>
                </a:cubicBezTo>
                <a:cubicBezTo>
                  <a:pt x="2077254" y="31895"/>
                  <a:pt x="2077437" y="32144"/>
                  <a:pt x="2077528" y="32418"/>
                </a:cubicBezTo>
                <a:cubicBezTo>
                  <a:pt x="2077663" y="32690"/>
                  <a:pt x="2077777" y="33076"/>
                  <a:pt x="2077868" y="33576"/>
                </a:cubicBezTo>
                <a:cubicBezTo>
                  <a:pt x="2077960" y="34030"/>
                  <a:pt x="2078025" y="34733"/>
                  <a:pt x="2078071" y="35687"/>
                </a:cubicBezTo>
                <a:cubicBezTo>
                  <a:pt x="2078117" y="36639"/>
                  <a:pt x="2078140" y="37933"/>
                  <a:pt x="2078140" y="39568"/>
                </a:cubicBezTo>
                <a:close/>
                <a:moveTo>
                  <a:pt x="2105857" y="94666"/>
                </a:moveTo>
                <a:cubicBezTo>
                  <a:pt x="2105857" y="95118"/>
                  <a:pt x="2105723" y="95526"/>
                  <a:pt x="2105449" y="95892"/>
                </a:cubicBezTo>
                <a:cubicBezTo>
                  <a:pt x="2105177" y="96209"/>
                  <a:pt x="2104700" y="96481"/>
                  <a:pt x="2104020" y="96709"/>
                </a:cubicBezTo>
                <a:cubicBezTo>
                  <a:pt x="2103386" y="96935"/>
                  <a:pt x="2102523" y="97095"/>
                  <a:pt x="2101431" y="97184"/>
                </a:cubicBezTo>
                <a:cubicBezTo>
                  <a:pt x="2100343" y="97321"/>
                  <a:pt x="2098957" y="97389"/>
                  <a:pt x="2097276" y="97389"/>
                </a:cubicBezTo>
                <a:cubicBezTo>
                  <a:pt x="2095599" y="97389"/>
                  <a:pt x="2094213" y="97321"/>
                  <a:pt x="2093124" y="97184"/>
                </a:cubicBezTo>
                <a:cubicBezTo>
                  <a:pt x="2092033" y="97095"/>
                  <a:pt x="2091147" y="96935"/>
                  <a:pt x="2090467" y="96709"/>
                </a:cubicBezTo>
                <a:cubicBezTo>
                  <a:pt x="2089833" y="96481"/>
                  <a:pt x="2089378" y="96209"/>
                  <a:pt x="2089104" y="95892"/>
                </a:cubicBezTo>
                <a:cubicBezTo>
                  <a:pt x="2088833" y="95526"/>
                  <a:pt x="2088695" y="95118"/>
                  <a:pt x="2088695" y="94666"/>
                </a:cubicBezTo>
                <a:lnTo>
                  <a:pt x="2088695" y="34053"/>
                </a:lnTo>
                <a:cubicBezTo>
                  <a:pt x="2088695" y="33598"/>
                  <a:pt x="2088833" y="33213"/>
                  <a:pt x="2089104" y="32893"/>
                </a:cubicBezTo>
                <a:cubicBezTo>
                  <a:pt x="2089378" y="32530"/>
                  <a:pt x="2089833" y="32235"/>
                  <a:pt x="2090467" y="32010"/>
                </a:cubicBezTo>
                <a:cubicBezTo>
                  <a:pt x="2091147" y="31735"/>
                  <a:pt x="2092033" y="31533"/>
                  <a:pt x="2093124" y="31395"/>
                </a:cubicBezTo>
                <a:cubicBezTo>
                  <a:pt x="2094213" y="31258"/>
                  <a:pt x="2095599" y="31192"/>
                  <a:pt x="2097276" y="31192"/>
                </a:cubicBezTo>
                <a:cubicBezTo>
                  <a:pt x="2098957" y="31192"/>
                  <a:pt x="2100343" y="31258"/>
                  <a:pt x="2101431" y="31395"/>
                </a:cubicBezTo>
                <a:cubicBezTo>
                  <a:pt x="2102523" y="31533"/>
                  <a:pt x="2103386" y="31735"/>
                  <a:pt x="2104020" y="32010"/>
                </a:cubicBezTo>
                <a:cubicBezTo>
                  <a:pt x="2104700" y="32235"/>
                  <a:pt x="2105177" y="32530"/>
                  <a:pt x="2105449" y="32893"/>
                </a:cubicBezTo>
                <a:cubicBezTo>
                  <a:pt x="2105723" y="33213"/>
                  <a:pt x="2105857" y="33598"/>
                  <a:pt x="2105857" y="34053"/>
                </a:cubicBezTo>
                <a:lnTo>
                  <a:pt x="2105857" y="94666"/>
                </a:lnTo>
                <a:close/>
                <a:moveTo>
                  <a:pt x="2107152" y="13347"/>
                </a:moveTo>
                <a:cubicBezTo>
                  <a:pt x="2107152" y="16799"/>
                  <a:pt x="2106449" y="19182"/>
                  <a:pt x="2105040" y="20500"/>
                </a:cubicBezTo>
                <a:cubicBezTo>
                  <a:pt x="2103634" y="21817"/>
                  <a:pt x="2101023" y="22474"/>
                  <a:pt x="2097211" y="22474"/>
                </a:cubicBezTo>
                <a:cubicBezTo>
                  <a:pt x="2093350" y="22474"/>
                  <a:pt x="2090738" y="21837"/>
                  <a:pt x="2089378" y="20568"/>
                </a:cubicBezTo>
                <a:cubicBezTo>
                  <a:pt x="2088061" y="19297"/>
                  <a:pt x="2087404" y="17002"/>
                  <a:pt x="2087404" y="13687"/>
                </a:cubicBezTo>
                <a:cubicBezTo>
                  <a:pt x="2087404" y="10238"/>
                  <a:pt x="2088084" y="7855"/>
                  <a:pt x="2089447" y="6538"/>
                </a:cubicBezTo>
                <a:cubicBezTo>
                  <a:pt x="2090853" y="5175"/>
                  <a:pt x="2093487" y="4495"/>
                  <a:pt x="2097345" y="4495"/>
                </a:cubicBezTo>
                <a:cubicBezTo>
                  <a:pt x="2101160" y="4495"/>
                  <a:pt x="2103749" y="5152"/>
                  <a:pt x="2105109" y="6469"/>
                </a:cubicBezTo>
                <a:cubicBezTo>
                  <a:pt x="2106472" y="7741"/>
                  <a:pt x="2107152" y="10033"/>
                  <a:pt x="2107152" y="13347"/>
                </a:cubicBezTo>
                <a:close/>
                <a:moveTo>
                  <a:pt x="2174712" y="94869"/>
                </a:moveTo>
                <a:cubicBezTo>
                  <a:pt x="2174712" y="95503"/>
                  <a:pt x="2174486" y="96003"/>
                  <a:pt x="2174032" y="96366"/>
                </a:cubicBezTo>
                <a:cubicBezTo>
                  <a:pt x="2173577" y="96729"/>
                  <a:pt x="2172852" y="96981"/>
                  <a:pt x="2171851" y="97118"/>
                </a:cubicBezTo>
                <a:cubicBezTo>
                  <a:pt x="2170900" y="97298"/>
                  <a:pt x="2169468" y="97389"/>
                  <a:pt x="2167562" y="97389"/>
                </a:cubicBezTo>
                <a:cubicBezTo>
                  <a:pt x="2165519" y="97389"/>
                  <a:pt x="2164019" y="97298"/>
                  <a:pt x="2163067" y="97118"/>
                </a:cubicBezTo>
                <a:cubicBezTo>
                  <a:pt x="2162159" y="96981"/>
                  <a:pt x="2161502" y="96729"/>
                  <a:pt x="2161093" y="96366"/>
                </a:cubicBezTo>
                <a:cubicBezTo>
                  <a:pt x="2160727" y="96003"/>
                  <a:pt x="2160547" y="95503"/>
                  <a:pt x="2160547" y="94869"/>
                </a:cubicBezTo>
                <a:lnTo>
                  <a:pt x="2160547" y="90034"/>
                </a:lnTo>
                <a:cubicBezTo>
                  <a:pt x="2158050" y="92712"/>
                  <a:pt x="2155189" y="94800"/>
                  <a:pt x="2151966" y="96301"/>
                </a:cubicBezTo>
                <a:cubicBezTo>
                  <a:pt x="2148789" y="97798"/>
                  <a:pt x="2145245" y="98547"/>
                  <a:pt x="2141342" y="98547"/>
                </a:cubicBezTo>
                <a:cubicBezTo>
                  <a:pt x="2138119" y="98547"/>
                  <a:pt x="2135144" y="98115"/>
                  <a:pt x="2132421" y="97252"/>
                </a:cubicBezTo>
                <a:cubicBezTo>
                  <a:pt x="2129740" y="96435"/>
                  <a:pt x="2127403" y="95209"/>
                  <a:pt x="2125406" y="93575"/>
                </a:cubicBezTo>
                <a:cubicBezTo>
                  <a:pt x="2123451" y="91894"/>
                  <a:pt x="2121931" y="89828"/>
                  <a:pt x="2120842" y="87377"/>
                </a:cubicBezTo>
                <a:cubicBezTo>
                  <a:pt x="2119751" y="84925"/>
                  <a:pt x="2119208" y="82065"/>
                  <a:pt x="2119208" y="78796"/>
                </a:cubicBezTo>
                <a:cubicBezTo>
                  <a:pt x="2119208" y="75255"/>
                  <a:pt x="2119888" y="72189"/>
                  <a:pt x="2121251" y="69603"/>
                </a:cubicBezTo>
                <a:cubicBezTo>
                  <a:pt x="2122657" y="66968"/>
                  <a:pt x="2124723" y="64811"/>
                  <a:pt x="2127449" y="63134"/>
                </a:cubicBezTo>
                <a:cubicBezTo>
                  <a:pt x="2130218" y="61408"/>
                  <a:pt x="2133647" y="60136"/>
                  <a:pt x="2137733" y="59319"/>
                </a:cubicBezTo>
                <a:cubicBezTo>
                  <a:pt x="2141819" y="58502"/>
                  <a:pt x="2146563" y="58093"/>
                  <a:pt x="2151966" y="58093"/>
                </a:cubicBezTo>
                <a:lnTo>
                  <a:pt x="2157890" y="58093"/>
                </a:lnTo>
                <a:lnTo>
                  <a:pt x="2157890" y="54415"/>
                </a:lnTo>
                <a:cubicBezTo>
                  <a:pt x="2157890" y="52509"/>
                  <a:pt x="2157687" y="50852"/>
                  <a:pt x="2157278" y="49443"/>
                </a:cubicBezTo>
                <a:cubicBezTo>
                  <a:pt x="2156915" y="47992"/>
                  <a:pt x="2156278" y="46789"/>
                  <a:pt x="2155369" y="45834"/>
                </a:cubicBezTo>
                <a:cubicBezTo>
                  <a:pt x="2154509" y="44880"/>
                  <a:pt x="2153326" y="44177"/>
                  <a:pt x="2151829" y="43723"/>
                </a:cubicBezTo>
                <a:cubicBezTo>
                  <a:pt x="2150377" y="43268"/>
                  <a:pt x="2148560" y="43043"/>
                  <a:pt x="2146380" y="43043"/>
                </a:cubicBezTo>
                <a:cubicBezTo>
                  <a:pt x="2143519" y="43043"/>
                  <a:pt x="2140956" y="43360"/>
                  <a:pt x="2138684" y="43994"/>
                </a:cubicBezTo>
                <a:cubicBezTo>
                  <a:pt x="2136461" y="44631"/>
                  <a:pt x="2134484" y="45334"/>
                  <a:pt x="2132761" y="46106"/>
                </a:cubicBezTo>
                <a:cubicBezTo>
                  <a:pt x="2131035" y="46877"/>
                  <a:pt x="2129583" y="47583"/>
                  <a:pt x="2128400" y="48217"/>
                </a:cubicBezTo>
                <a:cubicBezTo>
                  <a:pt x="2127266" y="48852"/>
                  <a:pt x="2126334" y="49172"/>
                  <a:pt x="2125609" y="49172"/>
                </a:cubicBezTo>
                <a:cubicBezTo>
                  <a:pt x="2125108" y="49172"/>
                  <a:pt x="2124657" y="49012"/>
                  <a:pt x="2124248" y="48695"/>
                </a:cubicBezTo>
                <a:cubicBezTo>
                  <a:pt x="2123883" y="48377"/>
                  <a:pt x="2123565" y="47923"/>
                  <a:pt x="2123294" y="47332"/>
                </a:cubicBezTo>
                <a:cubicBezTo>
                  <a:pt x="2123065" y="46743"/>
                  <a:pt x="2122885" y="46014"/>
                  <a:pt x="2122748" y="45154"/>
                </a:cubicBezTo>
                <a:cubicBezTo>
                  <a:pt x="2122614" y="44291"/>
                  <a:pt x="2122545" y="43337"/>
                  <a:pt x="2122545" y="42291"/>
                </a:cubicBezTo>
                <a:cubicBezTo>
                  <a:pt x="2122545" y="40885"/>
                  <a:pt x="2122657" y="39774"/>
                  <a:pt x="2122885" y="38956"/>
                </a:cubicBezTo>
                <a:cubicBezTo>
                  <a:pt x="2123111" y="38139"/>
                  <a:pt x="2123543" y="37410"/>
                  <a:pt x="2124180" y="36776"/>
                </a:cubicBezTo>
                <a:cubicBezTo>
                  <a:pt x="2124814" y="36096"/>
                  <a:pt x="2125926" y="35367"/>
                  <a:pt x="2127517" y="34596"/>
                </a:cubicBezTo>
                <a:cubicBezTo>
                  <a:pt x="2129106" y="33779"/>
                  <a:pt x="2130966" y="33030"/>
                  <a:pt x="2133101" y="32350"/>
                </a:cubicBezTo>
                <a:cubicBezTo>
                  <a:pt x="2135235" y="31667"/>
                  <a:pt x="2137550" y="31124"/>
                  <a:pt x="2140047" y="30715"/>
                </a:cubicBezTo>
                <a:cubicBezTo>
                  <a:pt x="2142591" y="30261"/>
                  <a:pt x="2145200" y="30032"/>
                  <a:pt x="2147880" y="30032"/>
                </a:cubicBezTo>
                <a:cubicBezTo>
                  <a:pt x="2152646" y="30032"/>
                  <a:pt x="2156710" y="30510"/>
                  <a:pt x="2160070" y="31464"/>
                </a:cubicBezTo>
                <a:cubicBezTo>
                  <a:pt x="2163476" y="32373"/>
                  <a:pt x="2166268" y="33801"/>
                  <a:pt x="2168448" y="35753"/>
                </a:cubicBezTo>
                <a:cubicBezTo>
                  <a:pt x="2170626" y="37662"/>
                  <a:pt x="2172214" y="40136"/>
                  <a:pt x="2173214" y="43177"/>
                </a:cubicBezTo>
                <a:cubicBezTo>
                  <a:pt x="2174212" y="46220"/>
                  <a:pt x="2174712" y="49829"/>
                  <a:pt x="2174712" y="54007"/>
                </a:cubicBezTo>
                <a:lnTo>
                  <a:pt x="2174712" y="94869"/>
                </a:lnTo>
                <a:close/>
                <a:moveTo>
                  <a:pt x="2157890" y="68854"/>
                </a:moveTo>
                <a:lnTo>
                  <a:pt x="2151352" y="68854"/>
                </a:lnTo>
                <a:cubicBezTo>
                  <a:pt x="2148583" y="68854"/>
                  <a:pt x="2146223" y="69057"/>
                  <a:pt x="2144271" y="69466"/>
                </a:cubicBezTo>
                <a:cubicBezTo>
                  <a:pt x="2142316" y="69874"/>
                  <a:pt x="2140728" y="70489"/>
                  <a:pt x="2139502" y="71306"/>
                </a:cubicBezTo>
                <a:cubicBezTo>
                  <a:pt x="2138276" y="72123"/>
                  <a:pt x="2137367" y="73121"/>
                  <a:pt x="2136778" y="74301"/>
                </a:cubicBezTo>
                <a:cubicBezTo>
                  <a:pt x="2136233" y="75438"/>
                  <a:pt x="2135961" y="76752"/>
                  <a:pt x="2135961" y="78253"/>
                </a:cubicBezTo>
                <a:cubicBezTo>
                  <a:pt x="2135961" y="80793"/>
                  <a:pt x="2136756" y="82793"/>
                  <a:pt x="2138344" y="84245"/>
                </a:cubicBezTo>
                <a:cubicBezTo>
                  <a:pt x="2139979" y="85696"/>
                  <a:pt x="2142228" y="86425"/>
                  <a:pt x="2145088" y="86425"/>
                </a:cubicBezTo>
                <a:cubicBezTo>
                  <a:pt x="2147494" y="86425"/>
                  <a:pt x="2149694" y="85811"/>
                  <a:pt x="2151692" y="84585"/>
                </a:cubicBezTo>
                <a:cubicBezTo>
                  <a:pt x="2153735" y="83359"/>
                  <a:pt x="2155801" y="81567"/>
                  <a:pt x="2157890" y="79204"/>
                </a:cubicBezTo>
                <a:lnTo>
                  <a:pt x="2157890" y="68854"/>
                </a:lnTo>
                <a:close/>
                <a:moveTo>
                  <a:pt x="2226473" y="88671"/>
                </a:moveTo>
                <a:cubicBezTo>
                  <a:pt x="2226473" y="90668"/>
                  <a:pt x="2226335" y="92214"/>
                  <a:pt x="2226064" y="93303"/>
                </a:cubicBezTo>
                <a:cubicBezTo>
                  <a:pt x="2225835" y="94346"/>
                  <a:pt x="2225518" y="95095"/>
                  <a:pt x="2225110" y="95549"/>
                </a:cubicBezTo>
                <a:cubicBezTo>
                  <a:pt x="2224701" y="95958"/>
                  <a:pt x="2224089" y="96343"/>
                  <a:pt x="2223272" y="96709"/>
                </a:cubicBezTo>
                <a:cubicBezTo>
                  <a:pt x="2222501" y="97026"/>
                  <a:pt x="2221569" y="97298"/>
                  <a:pt x="2220478" y="97526"/>
                </a:cubicBezTo>
                <a:cubicBezTo>
                  <a:pt x="2219435" y="97798"/>
                  <a:pt x="2218277" y="98001"/>
                  <a:pt x="2217006" y="98138"/>
                </a:cubicBezTo>
                <a:cubicBezTo>
                  <a:pt x="2215780" y="98275"/>
                  <a:pt x="2214531" y="98344"/>
                  <a:pt x="2213259" y="98344"/>
                </a:cubicBezTo>
                <a:cubicBezTo>
                  <a:pt x="2209853" y="98344"/>
                  <a:pt x="2206904" y="97912"/>
                  <a:pt x="2204407" y="97049"/>
                </a:cubicBezTo>
                <a:cubicBezTo>
                  <a:pt x="2201909" y="96186"/>
                  <a:pt x="2199844" y="94869"/>
                  <a:pt x="2198209" y="93097"/>
                </a:cubicBezTo>
                <a:cubicBezTo>
                  <a:pt x="2196575" y="91283"/>
                  <a:pt x="2195372" y="89011"/>
                  <a:pt x="2194600" y="86288"/>
                </a:cubicBezTo>
                <a:cubicBezTo>
                  <a:pt x="2193828" y="83565"/>
                  <a:pt x="2193440" y="80341"/>
                  <a:pt x="2193440" y="76618"/>
                </a:cubicBezTo>
                <a:lnTo>
                  <a:pt x="2193440" y="45494"/>
                </a:lnTo>
                <a:lnTo>
                  <a:pt x="2186153" y="45494"/>
                </a:lnTo>
                <a:cubicBezTo>
                  <a:pt x="2185290" y="45494"/>
                  <a:pt x="2184633" y="44971"/>
                  <a:pt x="2184179" y="43928"/>
                </a:cubicBezTo>
                <a:cubicBezTo>
                  <a:pt x="2183724" y="42837"/>
                  <a:pt x="2183499" y="41045"/>
                  <a:pt x="2183499" y="38548"/>
                </a:cubicBezTo>
                <a:cubicBezTo>
                  <a:pt x="2183499" y="37230"/>
                  <a:pt x="2183544" y="36119"/>
                  <a:pt x="2183633" y="35210"/>
                </a:cubicBezTo>
                <a:cubicBezTo>
                  <a:pt x="2183770" y="34301"/>
                  <a:pt x="2183953" y="33598"/>
                  <a:pt x="2184179" y="33098"/>
                </a:cubicBezTo>
                <a:cubicBezTo>
                  <a:pt x="2184407" y="32553"/>
                  <a:pt x="2184679" y="32167"/>
                  <a:pt x="2184996" y="31941"/>
                </a:cubicBezTo>
                <a:cubicBezTo>
                  <a:pt x="2185359" y="31713"/>
                  <a:pt x="2185767" y="31601"/>
                  <a:pt x="2186222" y="31601"/>
                </a:cubicBezTo>
                <a:lnTo>
                  <a:pt x="2193440" y="31601"/>
                </a:lnTo>
                <a:lnTo>
                  <a:pt x="2193440" y="18048"/>
                </a:lnTo>
                <a:cubicBezTo>
                  <a:pt x="2193440" y="17594"/>
                  <a:pt x="2193554" y="17185"/>
                  <a:pt x="2193783" y="16822"/>
                </a:cubicBezTo>
                <a:cubicBezTo>
                  <a:pt x="2194054" y="16459"/>
                  <a:pt x="2194509" y="16162"/>
                  <a:pt x="2195143" y="15936"/>
                </a:cubicBezTo>
                <a:cubicBezTo>
                  <a:pt x="2195826" y="15665"/>
                  <a:pt x="2196709" y="15482"/>
                  <a:pt x="2197800" y="15390"/>
                </a:cubicBezTo>
                <a:cubicBezTo>
                  <a:pt x="2198935" y="15256"/>
                  <a:pt x="2200321" y="15188"/>
                  <a:pt x="2201955" y="15188"/>
                </a:cubicBezTo>
                <a:cubicBezTo>
                  <a:pt x="2203635" y="15188"/>
                  <a:pt x="2205018" y="15256"/>
                  <a:pt x="2206107" y="15390"/>
                </a:cubicBezTo>
                <a:cubicBezTo>
                  <a:pt x="2207244" y="15482"/>
                  <a:pt x="2208130" y="15665"/>
                  <a:pt x="2208765" y="15936"/>
                </a:cubicBezTo>
                <a:cubicBezTo>
                  <a:pt x="2209399" y="16162"/>
                  <a:pt x="2209853" y="16459"/>
                  <a:pt x="2210128" y="16822"/>
                </a:cubicBezTo>
                <a:cubicBezTo>
                  <a:pt x="2210399" y="17185"/>
                  <a:pt x="2210536" y="17594"/>
                  <a:pt x="2210536" y="18048"/>
                </a:cubicBezTo>
                <a:lnTo>
                  <a:pt x="2210536" y="31601"/>
                </a:lnTo>
                <a:lnTo>
                  <a:pt x="2223747" y="31601"/>
                </a:lnTo>
                <a:cubicBezTo>
                  <a:pt x="2224201" y="31601"/>
                  <a:pt x="2224587" y="31713"/>
                  <a:pt x="2224907" y="31941"/>
                </a:cubicBezTo>
                <a:cubicBezTo>
                  <a:pt x="2225270" y="32167"/>
                  <a:pt x="2225564" y="32553"/>
                  <a:pt x="2225790" y="33098"/>
                </a:cubicBezTo>
                <a:cubicBezTo>
                  <a:pt x="2226018" y="33598"/>
                  <a:pt x="2226175" y="34301"/>
                  <a:pt x="2226267" y="35210"/>
                </a:cubicBezTo>
                <a:cubicBezTo>
                  <a:pt x="2226404" y="36119"/>
                  <a:pt x="2226473" y="37230"/>
                  <a:pt x="2226473" y="38548"/>
                </a:cubicBezTo>
                <a:cubicBezTo>
                  <a:pt x="2226473" y="41045"/>
                  <a:pt x="2226244" y="42837"/>
                  <a:pt x="2225790" y="43928"/>
                </a:cubicBezTo>
                <a:cubicBezTo>
                  <a:pt x="2225338" y="44971"/>
                  <a:pt x="2224678" y="45494"/>
                  <a:pt x="2223815" y="45494"/>
                </a:cubicBezTo>
                <a:lnTo>
                  <a:pt x="2210536" y="45494"/>
                </a:lnTo>
                <a:lnTo>
                  <a:pt x="2210536" y="74029"/>
                </a:lnTo>
                <a:cubicBezTo>
                  <a:pt x="2210536" y="77344"/>
                  <a:pt x="2211056" y="79841"/>
                  <a:pt x="2212102" y="81522"/>
                </a:cubicBezTo>
                <a:cubicBezTo>
                  <a:pt x="2213145" y="83156"/>
                  <a:pt x="2215008" y="83973"/>
                  <a:pt x="2217686" y="83973"/>
                </a:cubicBezTo>
                <a:cubicBezTo>
                  <a:pt x="2218594" y="83973"/>
                  <a:pt x="2219412" y="83905"/>
                  <a:pt x="2220137" y="83768"/>
                </a:cubicBezTo>
                <a:cubicBezTo>
                  <a:pt x="2220866" y="83588"/>
                  <a:pt x="2221501" y="83405"/>
                  <a:pt x="2222046" y="83222"/>
                </a:cubicBezTo>
                <a:cubicBezTo>
                  <a:pt x="2222635" y="82996"/>
                  <a:pt x="2223112" y="82813"/>
                  <a:pt x="2223475" y="82679"/>
                </a:cubicBezTo>
                <a:cubicBezTo>
                  <a:pt x="2223884" y="82496"/>
                  <a:pt x="2224247" y="82405"/>
                  <a:pt x="2224564" y="82405"/>
                </a:cubicBezTo>
                <a:cubicBezTo>
                  <a:pt x="2224838" y="82405"/>
                  <a:pt x="2225087" y="82496"/>
                  <a:pt x="2225315" y="82679"/>
                </a:cubicBezTo>
                <a:cubicBezTo>
                  <a:pt x="2225587" y="82813"/>
                  <a:pt x="2225790" y="83133"/>
                  <a:pt x="2225927" y="83630"/>
                </a:cubicBezTo>
                <a:cubicBezTo>
                  <a:pt x="2226064" y="84085"/>
                  <a:pt x="2226178" y="84722"/>
                  <a:pt x="2226267" y="85539"/>
                </a:cubicBezTo>
                <a:cubicBezTo>
                  <a:pt x="2226404" y="86357"/>
                  <a:pt x="2226473" y="87399"/>
                  <a:pt x="2226473" y="88671"/>
                </a:cubicBezTo>
                <a:close/>
                <a:moveTo>
                  <a:pt x="2256031" y="94666"/>
                </a:moveTo>
                <a:cubicBezTo>
                  <a:pt x="2256031" y="95118"/>
                  <a:pt x="2255893" y="95526"/>
                  <a:pt x="2255622" y="95892"/>
                </a:cubicBezTo>
                <a:cubicBezTo>
                  <a:pt x="2255348" y="96209"/>
                  <a:pt x="2254870" y="96481"/>
                  <a:pt x="2254190" y="96709"/>
                </a:cubicBezTo>
                <a:cubicBezTo>
                  <a:pt x="2253556" y="96935"/>
                  <a:pt x="2252693" y="97095"/>
                  <a:pt x="2251601" y="97184"/>
                </a:cubicBezTo>
                <a:cubicBezTo>
                  <a:pt x="2250513" y="97321"/>
                  <a:pt x="2249127" y="97389"/>
                  <a:pt x="2247449" y="97389"/>
                </a:cubicBezTo>
                <a:cubicBezTo>
                  <a:pt x="2245769" y="97389"/>
                  <a:pt x="2244383" y="97321"/>
                  <a:pt x="2243295" y="97184"/>
                </a:cubicBezTo>
                <a:cubicBezTo>
                  <a:pt x="2242203" y="97095"/>
                  <a:pt x="2241317" y="96935"/>
                  <a:pt x="2240637" y="96709"/>
                </a:cubicBezTo>
                <a:cubicBezTo>
                  <a:pt x="2240003" y="96481"/>
                  <a:pt x="2239548" y="96209"/>
                  <a:pt x="2239274" y="95892"/>
                </a:cubicBezTo>
                <a:cubicBezTo>
                  <a:pt x="2239003" y="95526"/>
                  <a:pt x="2238866" y="95118"/>
                  <a:pt x="2238866" y="94666"/>
                </a:cubicBezTo>
                <a:lnTo>
                  <a:pt x="2238866" y="34053"/>
                </a:lnTo>
                <a:cubicBezTo>
                  <a:pt x="2238866" y="33598"/>
                  <a:pt x="2239003" y="33213"/>
                  <a:pt x="2239274" y="32893"/>
                </a:cubicBezTo>
                <a:cubicBezTo>
                  <a:pt x="2239548" y="32530"/>
                  <a:pt x="2240003" y="32235"/>
                  <a:pt x="2240637" y="32010"/>
                </a:cubicBezTo>
                <a:cubicBezTo>
                  <a:pt x="2241317" y="31735"/>
                  <a:pt x="2242203" y="31533"/>
                  <a:pt x="2243295" y="31395"/>
                </a:cubicBezTo>
                <a:cubicBezTo>
                  <a:pt x="2244383" y="31258"/>
                  <a:pt x="2245769" y="31192"/>
                  <a:pt x="2247449" y="31192"/>
                </a:cubicBezTo>
                <a:cubicBezTo>
                  <a:pt x="2249127" y="31192"/>
                  <a:pt x="2250513" y="31258"/>
                  <a:pt x="2251601" y="31395"/>
                </a:cubicBezTo>
                <a:cubicBezTo>
                  <a:pt x="2252693" y="31533"/>
                  <a:pt x="2253556" y="31735"/>
                  <a:pt x="2254190" y="32010"/>
                </a:cubicBezTo>
                <a:cubicBezTo>
                  <a:pt x="2254870" y="32235"/>
                  <a:pt x="2255348" y="32530"/>
                  <a:pt x="2255622" y="32893"/>
                </a:cubicBezTo>
                <a:cubicBezTo>
                  <a:pt x="2255893" y="33213"/>
                  <a:pt x="2256031" y="33598"/>
                  <a:pt x="2256031" y="34053"/>
                </a:cubicBezTo>
                <a:lnTo>
                  <a:pt x="2256031" y="94666"/>
                </a:lnTo>
                <a:close/>
                <a:moveTo>
                  <a:pt x="2257322" y="13347"/>
                </a:moveTo>
                <a:cubicBezTo>
                  <a:pt x="2257322" y="16799"/>
                  <a:pt x="2256619" y="19182"/>
                  <a:pt x="2255213" y="20500"/>
                </a:cubicBezTo>
                <a:cubicBezTo>
                  <a:pt x="2253805" y="21817"/>
                  <a:pt x="2251193" y="22474"/>
                  <a:pt x="2247381" y="22474"/>
                </a:cubicBezTo>
                <a:cubicBezTo>
                  <a:pt x="2243520" y="22474"/>
                  <a:pt x="2240909" y="21837"/>
                  <a:pt x="2239548" y="20568"/>
                </a:cubicBezTo>
                <a:cubicBezTo>
                  <a:pt x="2238231" y="19297"/>
                  <a:pt x="2237574" y="17002"/>
                  <a:pt x="2237574" y="13687"/>
                </a:cubicBezTo>
                <a:cubicBezTo>
                  <a:pt x="2237574" y="10238"/>
                  <a:pt x="2238254" y="7855"/>
                  <a:pt x="2239617" y="6538"/>
                </a:cubicBezTo>
                <a:cubicBezTo>
                  <a:pt x="2241023" y="5175"/>
                  <a:pt x="2243658" y="4495"/>
                  <a:pt x="2247515" y="4495"/>
                </a:cubicBezTo>
                <a:cubicBezTo>
                  <a:pt x="2251330" y="4495"/>
                  <a:pt x="2253919" y="5152"/>
                  <a:pt x="2255279" y="6469"/>
                </a:cubicBezTo>
                <a:cubicBezTo>
                  <a:pt x="2256642" y="7741"/>
                  <a:pt x="2257322" y="10033"/>
                  <a:pt x="2257322" y="13347"/>
                </a:cubicBezTo>
                <a:close/>
                <a:moveTo>
                  <a:pt x="2334555" y="63677"/>
                </a:moveTo>
                <a:cubicBezTo>
                  <a:pt x="2334555" y="68854"/>
                  <a:pt x="2333872" y="73575"/>
                  <a:pt x="2332512" y="77844"/>
                </a:cubicBezTo>
                <a:cubicBezTo>
                  <a:pt x="2331148" y="82110"/>
                  <a:pt x="2329083" y="85788"/>
                  <a:pt x="2326314" y="88877"/>
                </a:cubicBezTo>
                <a:cubicBezTo>
                  <a:pt x="2323545" y="91963"/>
                  <a:pt x="2320070" y="94346"/>
                  <a:pt x="2315892" y="96026"/>
                </a:cubicBezTo>
                <a:cubicBezTo>
                  <a:pt x="2311717" y="97706"/>
                  <a:pt x="2306834" y="98547"/>
                  <a:pt x="2301250" y="98547"/>
                </a:cubicBezTo>
                <a:cubicBezTo>
                  <a:pt x="2295847" y="98547"/>
                  <a:pt x="2291149" y="97798"/>
                  <a:pt x="2287152" y="96301"/>
                </a:cubicBezTo>
                <a:cubicBezTo>
                  <a:pt x="2283157" y="94800"/>
                  <a:pt x="2279842" y="92623"/>
                  <a:pt x="2277210" y="89763"/>
                </a:cubicBezTo>
                <a:cubicBezTo>
                  <a:pt x="2274576" y="86902"/>
                  <a:pt x="2272624" y="83382"/>
                  <a:pt x="2271352" y="79204"/>
                </a:cubicBezTo>
                <a:cubicBezTo>
                  <a:pt x="2270081" y="75029"/>
                  <a:pt x="2269447" y="70260"/>
                  <a:pt x="2269447" y="64902"/>
                </a:cubicBezTo>
                <a:cubicBezTo>
                  <a:pt x="2269447" y="59727"/>
                  <a:pt x="2270127" y="55004"/>
                  <a:pt x="2271490" y="50738"/>
                </a:cubicBezTo>
                <a:cubicBezTo>
                  <a:pt x="2272896" y="46423"/>
                  <a:pt x="2274984" y="42745"/>
                  <a:pt x="2277753" y="39705"/>
                </a:cubicBezTo>
                <a:cubicBezTo>
                  <a:pt x="2280525" y="36616"/>
                  <a:pt x="2283974" y="34233"/>
                  <a:pt x="2288106" y="32553"/>
                </a:cubicBezTo>
                <a:cubicBezTo>
                  <a:pt x="2292284" y="30872"/>
                  <a:pt x="2297164" y="30032"/>
                  <a:pt x="2302748" y="30032"/>
                </a:cubicBezTo>
                <a:cubicBezTo>
                  <a:pt x="2308197" y="30032"/>
                  <a:pt x="2312918" y="30784"/>
                  <a:pt x="2316915" y="32281"/>
                </a:cubicBezTo>
                <a:cubicBezTo>
                  <a:pt x="2320910" y="33733"/>
                  <a:pt x="2324202" y="35890"/>
                  <a:pt x="2326791" y="38751"/>
                </a:cubicBezTo>
                <a:cubicBezTo>
                  <a:pt x="2329423" y="41611"/>
                  <a:pt x="2331377" y="45131"/>
                  <a:pt x="2332646" y="49306"/>
                </a:cubicBezTo>
                <a:cubicBezTo>
                  <a:pt x="2333917" y="53484"/>
                  <a:pt x="2334555" y="58273"/>
                  <a:pt x="2334555" y="63677"/>
                </a:cubicBezTo>
                <a:close/>
                <a:moveTo>
                  <a:pt x="2316915" y="64359"/>
                </a:moveTo>
                <a:cubicBezTo>
                  <a:pt x="2316915" y="61362"/>
                  <a:pt x="2316664" y="58616"/>
                  <a:pt x="2316167" y="56118"/>
                </a:cubicBezTo>
                <a:cubicBezTo>
                  <a:pt x="2315712" y="53575"/>
                  <a:pt x="2314918" y="51372"/>
                  <a:pt x="2313781" y="49512"/>
                </a:cubicBezTo>
                <a:cubicBezTo>
                  <a:pt x="2312646" y="47649"/>
                  <a:pt x="2311126" y="46197"/>
                  <a:pt x="2309220" y="45154"/>
                </a:cubicBezTo>
                <a:cubicBezTo>
                  <a:pt x="2307357" y="44108"/>
                  <a:pt x="2304997" y="43585"/>
                  <a:pt x="2302136" y="43585"/>
                </a:cubicBezTo>
                <a:cubicBezTo>
                  <a:pt x="2299593" y="43585"/>
                  <a:pt x="2297370" y="44063"/>
                  <a:pt x="2295461" y="45017"/>
                </a:cubicBezTo>
                <a:cubicBezTo>
                  <a:pt x="2293555" y="45926"/>
                  <a:pt x="2291989" y="47286"/>
                  <a:pt x="2290763" y="49103"/>
                </a:cubicBezTo>
                <a:cubicBezTo>
                  <a:pt x="2289538" y="50875"/>
                  <a:pt x="2288606" y="53029"/>
                  <a:pt x="2287972" y="55573"/>
                </a:cubicBezTo>
                <a:cubicBezTo>
                  <a:pt x="2287380" y="58070"/>
                  <a:pt x="2287086" y="60930"/>
                  <a:pt x="2287086" y="64154"/>
                </a:cubicBezTo>
                <a:cubicBezTo>
                  <a:pt x="2287086" y="67151"/>
                  <a:pt x="2287334" y="69920"/>
                  <a:pt x="2287835" y="72463"/>
                </a:cubicBezTo>
                <a:cubicBezTo>
                  <a:pt x="2288335" y="74961"/>
                  <a:pt x="2289129" y="77138"/>
                  <a:pt x="2290218" y="79001"/>
                </a:cubicBezTo>
                <a:cubicBezTo>
                  <a:pt x="2291352" y="80862"/>
                  <a:pt x="2292875" y="82316"/>
                  <a:pt x="2294781" y="83359"/>
                </a:cubicBezTo>
                <a:cubicBezTo>
                  <a:pt x="2296687" y="84359"/>
                  <a:pt x="2299047" y="84856"/>
                  <a:pt x="2301865" y="84856"/>
                </a:cubicBezTo>
                <a:cubicBezTo>
                  <a:pt x="2304451" y="84856"/>
                  <a:pt x="2306700" y="84405"/>
                  <a:pt x="2308606" y="83496"/>
                </a:cubicBezTo>
                <a:cubicBezTo>
                  <a:pt x="2310512" y="82542"/>
                  <a:pt x="2312080" y="81179"/>
                  <a:pt x="2313306" y="79410"/>
                </a:cubicBezTo>
                <a:cubicBezTo>
                  <a:pt x="2314532" y="77638"/>
                  <a:pt x="2315438" y="75504"/>
                  <a:pt x="2316029" y="73006"/>
                </a:cubicBezTo>
                <a:cubicBezTo>
                  <a:pt x="2316621" y="70466"/>
                  <a:pt x="2316915" y="67583"/>
                  <a:pt x="2316915" y="64359"/>
                </a:cubicBezTo>
                <a:close/>
                <a:moveTo>
                  <a:pt x="2406132" y="94666"/>
                </a:moveTo>
                <a:cubicBezTo>
                  <a:pt x="2406132" y="95118"/>
                  <a:pt x="2405995" y="95526"/>
                  <a:pt x="2405724" y="95892"/>
                </a:cubicBezTo>
                <a:cubicBezTo>
                  <a:pt x="2405449" y="96209"/>
                  <a:pt x="2404998" y="96481"/>
                  <a:pt x="2404361" y="96709"/>
                </a:cubicBezTo>
                <a:cubicBezTo>
                  <a:pt x="2403726" y="96935"/>
                  <a:pt x="2402840" y="97095"/>
                  <a:pt x="2401706" y="97184"/>
                </a:cubicBezTo>
                <a:cubicBezTo>
                  <a:pt x="2400614" y="97321"/>
                  <a:pt x="2399254" y="97389"/>
                  <a:pt x="2397620" y="97389"/>
                </a:cubicBezTo>
                <a:cubicBezTo>
                  <a:pt x="2395939" y="97389"/>
                  <a:pt x="2394531" y="97321"/>
                  <a:pt x="2393396" y="97184"/>
                </a:cubicBezTo>
                <a:cubicBezTo>
                  <a:pt x="2392308" y="97095"/>
                  <a:pt x="2391445" y="96935"/>
                  <a:pt x="2390807" y="96709"/>
                </a:cubicBezTo>
                <a:cubicBezTo>
                  <a:pt x="2390173" y="96481"/>
                  <a:pt x="2389719" y="96209"/>
                  <a:pt x="2389447" y="95892"/>
                </a:cubicBezTo>
                <a:cubicBezTo>
                  <a:pt x="2389173" y="95526"/>
                  <a:pt x="2389039" y="95118"/>
                  <a:pt x="2389039" y="94666"/>
                </a:cubicBezTo>
                <a:lnTo>
                  <a:pt x="2389039" y="59999"/>
                </a:lnTo>
                <a:cubicBezTo>
                  <a:pt x="2389039" y="57047"/>
                  <a:pt x="2388810" y="54733"/>
                  <a:pt x="2388356" y="53052"/>
                </a:cubicBezTo>
                <a:cubicBezTo>
                  <a:pt x="2387947" y="51372"/>
                  <a:pt x="2387336" y="49943"/>
                  <a:pt x="2386518" y="48763"/>
                </a:cubicBezTo>
                <a:cubicBezTo>
                  <a:pt x="2385701" y="47537"/>
                  <a:pt x="2384632" y="46606"/>
                  <a:pt x="2383318" y="45971"/>
                </a:cubicBezTo>
                <a:cubicBezTo>
                  <a:pt x="2382046" y="45289"/>
                  <a:pt x="2380546" y="44948"/>
                  <a:pt x="2378820" y="44948"/>
                </a:cubicBezTo>
                <a:cubicBezTo>
                  <a:pt x="2376643" y="44948"/>
                  <a:pt x="2374440" y="45743"/>
                  <a:pt x="2372216" y="47332"/>
                </a:cubicBezTo>
                <a:cubicBezTo>
                  <a:pt x="2369990" y="48920"/>
                  <a:pt x="2367676" y="51238"/>
                  <a:pt x="2365270" y="54278"/>
                </a:cubicBezTo>
                <a:lnTo>
                  <a:pt x="2365270" y="94666"/>
                </a:lnTo>
                <a:cubicBezTo>
                  <a:pt x="2365270" y="95118"/>
                  <a:pt x="2365133" y="95526"/>
                  <a:pt x="2364861" y="95892"/>
                </a:cubicBezTo>
                <a:cubicBezTo>
                  <a:pt x="2364587" y="96209"/>
                  <a:pt x="2364110" y="96481"/>
                  <a:pt x="2363430" y="96709"/>
                </a:cubicBezTo>
                <a:cubicBezTo>
                  <a:pt x="2362795" y="96935"/>
                  <a:pt x="2361932" y="97095"/>
                  <a:pt x="2360841" y="97184"/>
                </a:cubicBezTo>
                <a:cubicBezTo>
                  <a:pt x="2359752" y="97321"/>
                  <a:pt x="2358369" y="97389"/>
                  <a:pt x="2356689" y="97389"/>
                </a:cubicBezTo>
                <a:cubicBezTo>
                  <a:pt x="2355009" y="97389"/>
                  <a:pt x="2353623" y="97321"/>
                  <a:pt x="2352534" y="97184"/>
                </a:cubicBezTo>
                <a:cubicBezTo>
                  <a:pt x="2351442" y="97095"/>
                  <a:pt x="2350559" y="96935"/>
                  <a:pt x="2349877" y="96709"/>
                </a:cubicBezTo>
                <a:cubicBezTo>
                  <a:pt x="2349242" y="96481"/>
                  <a:pt x="2348788" y="96209"/>
                  <a:pt x="2348516" y="95892"/>
                </a:cubicBezTo>
                <a:cubicBezTo>
                  <a:pt x="2348242" y="95526"/>
                  <a:pt x="2348108" y="95118"/>
                  <a:pt x="2348108" y="94666"/>
                </a:cubicBezTo>
                <a:lnTo>
                  <a:pt x="2348108" y="33916"/>
                </a:lnTo>
                <a:cubicBezTo>
                  <a:pt x="2348108" y="33461"/>
                  <a:pt x="2348219" y="33076"/>
                  <a:pt x="2348448" y="32758"/>
                </a:cubicBezTo>
                <a:cubicBezTo>
                  <a:pt x="2348674" y="32395"/>
                  <a:pt x="2349082" y="32098"/>
                  <a:pt x="2349674" y="31873"/>
                </a:cubicBezTo>
                <a:cubicBezTo>
                  <a:pt x="2350262" y="31647"/>
                  <a:pt x="2351011" y="31487"/>
                  <a:pt x="2351920" y="31395"/>
                </a:cubicBezTo>
                <a:cubicBezTo>
                  <a:pt x="2352874" y="31258"/>
                  <a:pt x="2354054" y="31192"/>
                  <a:pt x="2355463" y="31192"/>
                </a:cubicBezTo>
                <a:cubicBezTo>
                  <a:pt x="2356915" y="31192"/>
                  <a:pt x="2358118" y="31258"/>
                  <a:pt x="2359072" y="31395"/>
                </a:cubicBezTo>
                <a:cubicBezTo>
                  <a:pt x="2360024" y="31487"/>
                  <a:pt x="2360752" y="31647"/>
                  <a:pt x="2361249" y="31873"/>
                </a:cubicBezTo>
                <a:cubicBezTo>
                  <a:pt x="2361795" y="32098"/>
                  <a:pt x="2362181" y="32395"/>
                  <a:pt x="2362410" y="32758"/>
                </a:cubicBezTo>
                <a:cubicBezTo>
                  <a:pt x="2362635" y="33076"/>
                  <a:pt x="2362750" y="33461"/>
                  <a:pt x="2362750" y="33916"/>
                </a:cubicBezTo>
                <a:lnTo>
                  <a:pt x="2362750" y="40931"/>
                </a:lnTo>
                <a:cubicBezTo>
                  <a:pt x="2366110" y="37299"/>
                  <a:pt x="2369513" y="34573"/>
                  <a:pt x="2372965" y="32758"/>
                </a:cubicBezTo>
                <a:cubicBezTo>
                  <a:pt x="2376460" y="30941"/>
                  <a:pt x="2380092" y="30032"/>
                  <a:pt x="2383861" y="30032"/>
                </a:cubicBezTo>
                <a:cubicBezTo>
                  <a:pt x="2387993" y="30032"/>
                  <a:pt x="2391467" y="30715"/>
                  <a:pt x="2394282" y="32075"/>
                </a:cubicBezTo>
                <a:cubicBezTo>
                  <a:pt x="2397142" y="33438"/>
                  <a:pt x="2399434" y="35302"/>
                  <a:pt x="2401160" y="37662"/>
                </a:cubicBezTo>
                <a:cubicBezTo>
                  <a:pt x="2402932" y="39976"/>
                  <a:pt x="2404203" y="42702"/>
                  <a:pt x="2404975" y="45834"/>
                </a:cubicBezTo>
                <a:cubicBezTo>
                  <a:pt x="2405746" y="48966"/>
                  <a:pt x="2406132" y="52735"/>
                  <a:pt x="2406132" y="57139"/>
                </a:cubicBezTo>
                <a:lnTo>
                  <a:pt x="2406132" y="94666"/>
                </a:lnTo>
                <a:close/>
                <a:moveTo>
                  <a:pt x="2465722" y="77501"/>
                </a:moveTo>
                <a:cubicBezTo>
                  <a:pt x="2465722" y="80953"/>
                  <a:pt x="2465065" y="83996"/>
                  <a:pt x="2463748" y="86628"/>
                </a:cubicBezTo>
                <a:cubicBezTo>
                  <a:pt x="2462476" y="89263"/>
                  <a:pt x="2460659" y="91463"/>
                  <a:pt x="2458299" y="93235"/>
                </a:cubicBezTo>
                <a:cubicBezTo>
                  <a:pt x="2455938" y="95006"/>
                  <a:pt x="2453147" y="96321"/>
                  <a:pt x="2449923" y="97184"/>
                </a:cubicBezTo>
                <a:cubicBezTo>
                  <a:pt x="2446700" y="98092"/>
                  <a:pt x="2443203" y="98547"/>
                  <a:pt x="2439433" y="98547"/>
                </a:cubicBezTo>
                <a:cubicBezTo>
                  <a:pt x="2437165" y="98547"/>
                  <a:pt x="2434984" y="98364"/>
                  <a:pt x="2432896" y="98001"/>
                </a:cubicBezTo>
                <a:cubicBezTo>
                  <a:pt x="2430852" y="97684"/>
                  <a:pt x="2429015" y="97275"/>
                  <a:pt x="2427381" y="96775"/>
                </a:cubicBezTo>
                <a:cubicBezTo>
                  <a:pt x="2425746" y="96232"/>
                  <a:pt x="2424383" y="95686"/>
                  <a:pt x="2423294" y="95140"/>
                </a:cubicBezTo>
                <a:cubicBezTo>
                  <a:pt x="2422206" y="94598"/>
                  <a:pt x="2421408" y="94097"/>
                  <a:pt x="2420911" y="93643"/>
                </a:cubicBezTo>
                <a:cubicBezTo>
                  <a:pt x="2420411" y="93143"/>
                  <a:pt x="2420025" y="92394"/>
                  <a:pt x="2419751" y="91397"/>
                </a:cubicBezTo>
                <a:cubicBezTo>
                  <a:pt x="2419480" y="90351"/>
                  <a:pt x="2419345" y="88831"/>
                  <a:pt x="2419345" y="86834"/>
                </a:cubicBezTo>
                <a:cubicBezTo>
                  <a:pt x="2419345" y="85516"/>
                  <a:pt x="2419388" y="84471"/>
                  <a:pt x="2419480" y="83699"/>
                </a:cubicBezTo>
                <a:cubicBezTo>
                  <a:pt x="2419571" y="82882"/>
                  <a:pt x="2419708" y="82247"/>
                  <a:pt x="2419888" y="81793"/>
                </a:cubicBezTo>
                <a:cubicBezTo>
                  <a:pt x="2420071" y="81293"/>
                  <a:pt x="2420297" y="80976"/>
                  <a:pt x="2420571" y="80839"/>
                </a:cubicBezTo>
                <a:cubicBezTo>
                  <a:pt x="2420843" y="80659"/>
                  <a:pt x="2421183" y="80567"/>
                  <a:pt x="2421591" y="80567"/>
                </a:cubicBezTo>
                <a:cubicBezTo>
                  <a:pt x="2422091" y="80567"/>
                  <a:pt x="2422817" y="80862"/>
                  <a:pt x="2423772" y="81453"/>
                </a:cubicBezTo>
                <a:cubicBezTo>
                  <a:pt x="2424769" y="81996"/>
                  <a:pt x="2425995" y="82610"/>
                  <a:pt x="2427449" y="83290"/>
                </a:cubicBezTo>
                <a:cubicBezTo>
                  <a:pt x="2428901" y="83973"/>
                  <a:pt x="2430581" y="84608"/>
                  <a:pt x="2432487" y="85199"/>
                </a:cubicBezTo>
                <a:cubicBezTo>
                  <a:pt x="2434441" y="85788"/>
                  <a:pt x="2436642" y="86082"/>
                  <a:pt x="2439093" y="86082"/>
                </a:cubicBezTo>
                <a:cubicBezTo>
                  <a:pt x="2440639" y="86082"/>
                  <a:pt x="2441999" y="85925"/>
                  <a:pt x="2443180" y="85608"/>
                </a:cubicBezTo>
                <a:cubicBezTo>
                  <a:pt x="2444406" y="85288"/>
                  <a:pt x="2445451" y="84836"/>
                  <a:pt x="2446314" y="84245"/>
                </a:cubicBezTo>
                <a:cubicBezTo>
                  <a:pt x="2447220" y="83653"/>
                  <a:pt x="2447903" y="82905"/>
                  <a:pt x="2448357" y="81996"/>
                </a:cubicBezTo>
                <a:cubicBezTo>
                  <a:pt x="2448812" y="81090"/>
                  <a:pt x="2449038" y="80044"/>
                  <a:pt x="2449038" y="78864"/>
                </a:cubicBezTo>
                <a:cubicBezTo>
                  <a:pt x="2449038" y="77501"/>
                  <a:pt x="2448606" y="76344"/>
                  <a:pt x="2447743" y="75392"/>
                </a:cubicBezTo>
                <a:cubicBezTo>
                  <a:pt x="2446926" y="74392"/>
                  <a:pt x="2445814" y="73529"/>
                  <a:pt x="2444406" y="72803"/>
                </a:cubicBezTo>
                <a:cubicBezTo>
                  <a:pt x="2443045" y="72078"/>
                  <a:pt x="2441477" y="71395"/>
                  <a:pt x="2439708" y="70760"/>
                </a:cubicBezTo>
                <a:cubicBezTo>
                  <a:pt x="2437982" y="70123"/>
                  <a:pt x="2436187" y="69420"/>
                  <a:pt x="2434327" y="68649"/>
                </a:cubicBezTo>
                <a:cubicBezTo>
                  <a:pt x="2432510" y="67877"/>
                  <a:pt x="2430718" y="66991"/>
                  <a:pt x="2428946" y="65994"/>
                </a:cubicBezTo>
                <a:cubicBezTo>
                  <a:pt x="2427221" y="64994"/>
                  <a:pt x="2425655" y="63768"/>
                  <a:pt x="2424249" y="62316"/>
                </a:cubicBezTo>
                <a:cubicBezTo>
                  <a:pt x="2422886" y="60862"/>
                  <a:pt x="2421774" y="59113"/>
                  <a:pt x="2420911" y="57070"/>
                </a:cubicBezTo>
                <a:cubicBezTo>
                  <a:pt x="2420094" y="55027"/>
                  <a:pt x="2419685" y="52575"/>
                  <a:pt x="2419685" y="49715"/>
                </a:cubicBezTo>
                <a:cubicBezTo>
                  <a:pt x="2419685" y="46809"/>
                  <a:pt x="2420251" y="44154"/>
                  <a:pt x="2421388" y="41748"/>
                </a:cubicBezTo>
                <a:cubicBezTo>
                  <a:pt x="2422523" y="39296"/>
                  <a:pt x="2424157" y="37208"/>
                  <a:pt x="2426292" y="35482"/>
                </a:cubicBezTo>
                <a:cubicBezTo>
                  <a:pt x="2428424" y="33756"/>
                  <a:pt x="2431012" y="32418"/>
                  <a:pt x="2434056" y="31464"/>
                </a:cubicBezTo>
                <a:cubicBezTo>
                  <a:pt x="2437142" y="30510"/>
                  <a:pt x="2440594" y="30032"/>
                  <a:pt x="2444406" y="30032"/>
                </a:cubicBezTo>
                <a:cubicBezTo>
                  <a:pt x="2446314" y="30032"/>
                  <a:pt x="2448152" y="30169"/>
                  <a:pt x="2449923" y="30441"/>
                </a:cubicBezTo>
                <a:cubicBezTo>
                  <a:pt x="2451738" y="30715"/>
                  <a:pt x="2453372" y="31055"/>
                  <a:pt x="2454827" y="31464"/>
                </a:cubicBezTo>
                <a:cubicBezTo>
                  <a:pt x="2456278" y="31873"/>
                  <a:pt x="2457504" y="32327"/>
                  <a:pt x="2458504" y="32827"/>
                </a:cubicBezTo>
                <a:cubicBezTo>
                  <a:pt x="2459502" y="33281"/>
                  <a:pt x="2460207" y="33690"/>
                  <a:pt x="2460616" y="34053"/>
                </a:cubicBezTo>
                <a:cubicBezTo>
                  <a:pt x="2461070" y="34370"/>
                  <a:pt x="2461388" y="34710"/>
                  <a:pt x="2461568" y="35073"/>
                </a:cubicBezTo>
                <a:cubicBezTo>
                  <a:pt x="2461751" y="35390"/>
                  <a:pt x="2461888" y="35799"/>
                  <a:pt x="2461976" y="36299"/>
                </a:cubicBezTo>
                <a:cubicBezTo>
                  <a:pt x="2462068" y="36753"/>
                  <a:pt x="2462136" y="37345"/>
                  <a:pt x="2462182" y="38070"/>
                </a:cubicBezTo>
                <a:cubicBezTo>
                  <a:pt x="2462273" y="38751"/>
                  <a:pt x="2462319" y="39614"/>
                  <a:pt x="2462319" y="40657"/>
                </a:cubicBezTo>
                <a:cubicBezTo>
                  <a:pt x="2462319" y="41882"/>
                  <a:pt x="2462273" y="42883"/>
                  <a:pt x="2462182" y="43654"/>
                </a:cubicBezTo>
                <a:cubicBezTo>
                  <a:pt x="2462136" y="44426"/>
                  <a:pt x="2462022" y="45040"/>
                  <a:pt x="2461842" y="45494"/>
                </a:cubicBezTo>
                <a:cubicBezTo>
                  <a:pt x="2461705" y="45949"/>
                  <a:pt x="2461499" y="46266"/>
                  <a:pt x="2461228" y="46446"/>
                </a:cubicBezTo>
                <a:cubicBezTo>
                  <a:pt x="2460956" y="46583"/>
                  <a:pt x="2460639" y="46652"/>
                  <a:pt x="2460273" y="46652"/>
                </a:cubicBezTo>
                <a:cubicBezTo>
                  <a:pt x="2459865" y="46652"/>
                  <a:pt x="2459230" y="46423"/>
                  <a:pt x="2458367" y="45971"/>
                </a:cubicBezTo>
                <a:cubicBezTo>
                  <a:pt x="2457504" y="45471"/>
                  <a:pt x="2456416" y="44948"/>
                  <a:pt x="2455098" y="44403"/>
                </a:cubicBezTo>
                <a:cubicBezTo>
                  <a:pt x="2453827" y="43860"/>
                  <a:pt x="2452329" y="43360"/>
                  <a:pt x="2450603" y="42905"/>
                </a:cubicBezTo>
                <a:cubicBezTo>
                  <a:pt x="2448923" y="42405"/>
                  <a:pt x="2446994" y="42157"/>
                  <a:pt x="2444814" y="42157"/>
                </a:cubicBezTo>
                <a:cubicBezTo>
                  <a:pt x="2443271" y="42157"/>
                  <a:pt x="2441931" y="42314"/>
                  <a:pt x="2440796" y="42634"/>
                </a:cubicBezTo>
                <a:cubicBezTo>
                  <a:pt x="2439662" y="42951"/>
                  <a:pt x="2438731" y="43405"/>
                  <a:pt x="2438005" y="43994"/>
                </a:cubicBezTo>
                <a:cubicBezTo>
                  <a:pt x="2437279" y="44586"/>
                  <a:pt x="2436733" y="45289"/>
                  <a:pt x="2436370" y="46106"/>
                </a:cubicBezTo>
                <a:cubicBezTo>
                  <a:pt x="2436007" y="46877"/>
                  <a:pt x="2435824" y="47717"/>
                  <a:pt x="2435824" y="48626"/>
                </a:cubicBezTo>
                <a:cubicBezTo>
                  <a:pt x="2435824" y="50035"/>
                  <a:pt x="2436256" y="51215"/>
                  <a:pt x="2437119" y="52167"/>
                </a:cubicBezTo>
                <a:cubicBezTo>
                  <a:pt x="2437982" y="53121"/>
                  <a:pt x="2439116" y="53961"/>
                  <a:pt x="2440525" y="54687"/>
                </a:cubicBezTo>
                <a:cubicBezTo>
                  <a:pt x="2441931" y="55413"/>
                  <a:pt x="2443520" y="56096"/>
                  <a:pt x="2445291" y="56730"/>
                </a:cubicBezTo>
                <a:cubicBezTo>
                  <a:pt x="2447109" y="57367"/>
                  <a:pt x="2448923" y="58070"/>
                  <a:pt x="2450741" y="58842"/>
                </a:cubicBezTo>
                <a:cubicBezTo>
                  <a:pt x="2452601" y="59567"/>
                  <a:pt x="2454418" y="60430"/>
                  <a:pt x="2456187" y="61431"/>
                </a:cubicBezTo>
                <a:cubicBezTo>
                  <a:pt x="2458004" y="62428"/>
                  <a:pt x="2459616" y="63654"/>
                  <a:pt x="2461025" y="65108"/>
                </a:cubicBezTo>
                <a:cubicBezTo>
                  <a:pt x="2462431" y="66560"/>
                  <a:pt x="2463568" y="68309"/>
                  <a:pt x="2464428" y="70352"/>
                </a:cubicBezTo>
                <a:cubicBezTo>
                  <a:pt x="2465291" y="72349"/>
                  <a:pt x="2465722" y="74732"/>
                  <a:pt x="2465722" y="77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D7D01-65A5-4292-B61C-A6563AC7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801" y="1114077"/>
            <a:ext cx="247108" cy="247107"/>
          </a:xfrm>
          <a:custGeom xmlns:a="http://schemas.openxmlformats.org/drawingml/2006/main">
            <a:pathLst>
              <a:path w="247108" h="247107">
                <a:moveTo>
                  <a:pt x="0" y="247107"/>
                </a:moveTo>
                <a:lnTo>
                  <a:pt x="0" y="0"/>
                </a:lnTo>
                <a:lnTo>
                  <a:pt x="247108" y="0"/>
                </a:lnTo>
                <a:lnTo>
                  <a:pt x="247108" y="247107"/>
                </a:lnTo>
                <a:lnTo>
                  <a:pt x="0" y="24710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dea2003774913"/>
          <a:stretch xmlns:a="http://schemas.openxmlformats.org/drawingml/2006/main"/>
        </p:blipFill>
        <p:spPr>
          <a:xfrm xmlns:a="http://schemas.openxmlformats.org/drawingml/2006/main">
            <a:off x="5244801" y="1114077"/>
            <a:ext cx="247107" cy="247107"/>
          </a:xfrm>
          <a:prstGeom xmlns:a="http://schemas.openxmlformats.org/drawingml/2006/main" prst="rect">
            <a:avLst/>
          </a:prstGeom>
        </p:spPr>
      </p:pic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3A291-9C97-4BD6-823A-9DCDCE44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343" y="1114077"/>
            <a:ext cx="247107" cy="247107"/>
          </a:xfrm>
          <a:custGeom xmlns:a="http://schemas.openxmlformats.org/drawingml/2006/main">
            <a:pathLst>
              <a:path w="247107" h="247107">
                <a:moveTo>
                  <a:pt x="0" y="247107"/>
                </a:moveTo>
                <a:lnTo>
                  <a:pt x="0" y="0"/>
                </a:lnTo>
                <a:lnTo>
                  <a:pt x="247107" y="0"/>
                </a:lnTo>
                <a:lnTo>
                  <a:pt x="247107" y="247107"/>
                </a:lnTo>
                <a:lnTo>
                  <a:pt x="0" y="24710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85123c938483e"/>
          <a:stretch xmlns:a="http://schemas.openxmlformats.org/drawingml/2006/main"/>
        </p:blipFill>
        <p:spPr>
          <a:xfrm xmlns:a="http://schemas.openxmlformats.org/drawingml/2006/main">
            <a:off x="7587343" y="1114077"/>
            <a:ext cx="247107" cy="247107"/>
          </a:xfrm>
          <a:prstGeom xmlns:a="http://schemas.openxmlformats.org/drawingml/2006/main" prst="rect">
            <a:avLst/>
          </a:prstGeom>
        </p:spPr>
      </p:pic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5B297-344A-4854-B386-AFB6DA57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016" y="1394766"/>
            <a:ext cx="1120492" cy="183134"/>
          </a:xfrm>
          <a:custGeom xmlns:a="http://schemas.openxmlformats.org/drawingml/2006/main">
            <a:pathLst>
              <a:path w="1120492" h="183134">
                <a:moveTo>
                  <a:pt x="0" y="183134"/>
                </a:moveTo>
                <a:lnTo>
                  <a:pt x="0" y="0"/>
                </a:lnTo>
                <a:lnTo>
                  <a:pt x="1120492" y="0"/>
                </a:lnTo>
                <a:lnTo>
                  <a:pt x="1120492" y="183134"/>
                </a:lnTo>
                <a:lnTo>
                  <a:pt x="0" y="183134"/>
                </a:lnTo>
                <a:close/>
              </a:path>
            </a:pathLst>
          </a:custGeom>
          <a:solidFill xmlns:a="http://schemas.openxmlformats.org/drawingml/2006/main">
            <a:srgbClr val="C00000">
              <a:alpha val="4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C07CD-16B6-4830-93FD-2947722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667" y="1444783"/>
            <a:ext cx="987635" cy="80090"/>
          </a:xfrm>
          <a:custGeom xmlns:a="http://schemas.openxmlformats.org/drawingml/2006/main">
            <a:pathLst>
              <a:path w="987635" h="80090">
                <a:moveTo>
                  <a:pt x="45154" y="58433"/>
                </a:moveTo>
                <a:cubicBezTo>
                  <a:pt x="45154" y="61839"/>
                  <a:pt x="44517" y="64902"/>
                  <a:pt x="43245" y="67626"/>
                </a:cubicBezTo>
                <a:cubicBezTo>
                  <a:pt x="41977" y="70306"/>
                  <a:pt x="40205" y="72575"/>
                  <a:pt x="37933" y="74438"/>
                </a:cubicBezTo>
                <a:cubicBezTo>
                  <a:pt x="35710" y="76298"/>
                  <a:pt x="33076" y="77707"/>
                  <a:pt x="30035" y="78658"/>
                </a:cubicBezTo>
                <a:cubicBezTo>
                  <a:pt x="26992" y="79613"/>
                  <a:pt x="23723" y="80090"/>
                  <a:pt x="20228" y="80090"/>
                </a:cubicBezTo>
                <a:cubicBezTo>
                  <a:pt x="17777" y="80090"/>
                  <a:pt x="15482" y="79884"/>
                  <a:pt x="13347" y="79476"/>
                </a:cubicBezTo>
                <a:cubicBezTo>
                  <a:pt x="11261" y="79067"/>
                  <a:pt x="9398" y="78570"/>
                  <a:pt x="7764" y="77978"/>
                </a:cubicBezTo>
                <a:cubicBezTo>
                  <a:pt x="6129" y="77344"/>
                  <a:pt x="4746" y="76707"/>
                  <a:pt x="3609" y="76072"/>
                </a:cubicBezTo>
                <a:cubicBezTo>
                  <a:pt x="2475" y="75435"/>
                  <a:pt x="1680" y="74892"/>
                  <a:pt x="1226" y="74438"/>
                </a:cubicBezTo>
                <a:cubicBezTo>
                  <a:pt x="817" y="73984"/>
                  <a:pt x="500" y="73415"/>
                  <a:pt x="271" y="72735"/>
                </a:cubicBezTo>
                <a:cubicBezTo>
                  <a:pt x="91" y="72009"/>
                  <a:pt x="0" y="71055"/>
                  <a:pt x="0" y="69874"/>
                </a:cubicBezTo>
                <a:cubicBezTo>
                  <a:pt x="0" y="69057"/>
                  <a:pt x="23" y="68377"/>
                  <a:pt x="69" y="67831"/>
                </a:cubicBezTo>
                <a:cubicBezTo>
                  <a:pt x="160" y="67240"/>
                  <a:pt x="271" y="66785"/>
                  <a:pt x="409" y="66468"/>
                </a:cubicBezTo>
                <a:cubicBezTo>
                  <a:pt x="592" y="66105"/>
                  <a:pt x="794" y="65880"/>
                  <a:pt x="1023" y="65788"/>
                </a:cubicBezTo>
                <a:cubicBezTo>
                  <a:pt x="1249" y="65651"/>
                  <a:pt x="1520" y="65582"/>
                  <a:pt x="1840" y="65582"/>
                </a:cubicBezTo>
                <a:cubicBezTo>
                  <a:pt x="2337" y="65582"/>
                  <a:pt x="3066" y="65903"/>
                  <a:pt x="4018" y="66537"/>
                </a:cubicBezTo>
                <a:cubicBezTo>
                  <a:pt x="5018" y="67174"/>
                  <a:pt x="6266" y="67877"/>
                  <a:pt x="7764" y="68649"/>
                </a:cubicBezTo>
                <a:cubicBezTo>
                  <a:pt x="9307" y="69374"/>
                  <a:pt x="11147" y="70077"/>
                  <a:pt x="13282" y="70760"/>
                </a:cubicBezTo>
                <a:cubicBezTo>
                  <a:pt x="15413" y="71395"/>
                  <a:pt x="17865" y="71712"/>
                  <a:pt x="20637" y="71712"/>
                </a:cubicBezTo>
                <a:cubicBezTo>
                  <a:pt x="22769" y="71712"/>
                  <a:pt x="24700" y="71440"/>
                  <a:pt x="26426" y="70895"/>
                </a:cubicBezTo>
                <a:cubicBezTo>
                  <a:pt x="28195" y="70306"/>
                  <a:pt x="29718" y="69512"/>
                  <a:pt x="30987" y="68511"/>
                </a:cubicBezTo>
                <a:cubicBezTo>
                  <a:pt x="32258" y="67468"/>
                  <a:pt x="33236" y="66197"/>
                  <a:pt x="33916" y="64700"/>
                </a:cubicBezTo>
                <a:cubicBezTo>
                  <a:pt x="34599" y="63154"/>
                  <a:pt x="34939" y="61408"/>
                  <a:pt x="34939" y="59453"/>
                </a:cubicBezTo>
                <a:cubicBezTo>
                  <a:pt x="34939" y="57410"/>
                  <a:pt x="34461" y="55664"/>
                  <a:pt x="33507" y="54210"/>
                </a:cubicBezTo>
                <a:cubicBezTo>
                  <a:pt x="32598" y="52712"/>
                  <a:pt x="31352" y="51418"/>
                  <a:pt x="29761" y="50329"/>
                </a:cubicBezTo>
                <a:cubicBezTo>
                  <a:pt x="28218" y="49192"/>
                  <a:pt x="26446" y="48172"/>
                  <a:pt x="24449" y="47263"/>
                </a:cubicBezTo>
                <a:cubicBezTo>
                  <a:pt x="22497" y="46312"/>
                  <a:pt x="20477" y="45357"/>
                  <a:pt x="18388" y="44403"/>
                </a:cubicBezTo>
                <a:cubicBezTo>
                  <a:pt x="16299" y="43405"/>
                  <a:pt x="14279" y="42337"/>
                  <a:pt x="12327" y="41202"/>
                </a:cubicBezTo>
                <a:cubicBezTo>
                  <a:pt x="10376" y="40022"/>
                  <a:pt x="8604" y="38636"/>
                  <a:pt x="7015" y="37047"/>
                </a:cubicBezTo>
                <a:cubicBezTo>
                  <a:pt x="5472" y="35459"/>
                  <a:pt x="4223" y="33598"/>
                  <a:pt x="3269" y="31464"/>
                </a:cubicBezTo>
                <a:cubicBezTo>
                  <a:pt x="2315" y="29284"/>
                  <a:pt x="1840" y="26718"/>
                  <a:pt x="1840" y="23769"/>
                </a:cubicBezTo>
                <a:cubicBezTo>
                  <a:pt x="1840" y="20680"/>
                  <a:pt x="2383" y="17934"/>
                  <a:pt x="3475" y="15528"/>
                </a:cubicBezTo>
                <a:cubicBezTo>
                  <a:pt x="4609" y="13122"/>
                  <a:pt x="6152" y="11121"/>
                  <a:pt x="8104" y="9533"/>
                </a:cubicBezTo>
                <a:cubicBezTo>
                  <a:pt x="10101" y="7898"/>
                  <a:pt x="12464" y="6649"/>
                  <a:pt x="15188" y="5789"/>
                </a:cubicBezTo>
                <a:cubicBezTo>
                  <a:pt x="17957" y="4926"/>
                  <a:pt x="20931" y="4495"/>
                  <a:pt x="24109" y="4495"/>
                </a:cubicBezTo>
                <a:cubicBezTo>
                  <a:pt x="25743" y="4495"/>
                  <a:pt x="27378" y="4652"/>
                  <a:pt x="29012" y="4972"/>
                </a:cubicBezTo>
                <a:cubicBezTo>
                  <a:pt x="30647" y="5244"/>
                  <a:pt x="32190" y="5629"/>
                  <a:pt x="33644" y="6129"/>
                </a:cubicBezTo>
                <a:cubicBezTo>
                  <a:pt x="35142" y="6584"/>
                  <a:pt x="36459" y="7104"/>
                  <a:pt x="37593" y="7695"/>
                </a:cubicBezTo>
                <a:cubicBezTo>
                  <a:pt x="38728" y="8241"/>
                  <a:pt x="39456" y="8693"/>
                  <a:pt x="39774" y="9058"/>
                </a:cubicBezTo>
                <a:cubicBezTo>
                  <a:pt x="40136" y="9421"/>
                  <a:pt x="40362" y="9716"/>
                  <a:pt x="40454" y="9941"/>
                </a:cubicBezTo>
                <a:cubicBezTo>
                  <a:pt x="40591" y="10124"/>
                  <a:pt x="40705" y="10396"/>
                  <a:pt x="40794" y="10758"/>
                </a:cubicBezTo>
                <a:cubicBezTo>
                  <a:pt x="40885" y="11079"/>
                  <a:pt x="40931" y="11464"/>
                  <a:pt x="40931" y="11919"/>
                </a:cubicBezTo>
                <a:cubicBezTo>
                  <a:pt x="40977" y="12370"/>
                  <a:pt x="40999" y="12939"/>
                  <a:pt x="40999" y="13619"/>
                </a:cubicBezTo>
                <a:cubicBezTo>
                  <a:pt x="40999" y="14302"/>
                  <a:pt x="40977" y="14913"/>
                  <a:pt x="40931" y="15459"/>
                </a:cubicBezTo>
                <a:cubicBezTo>
                  <a:pt x="40885" y="16005"/>
                  <a:pt x="40794" y="16456"/>
                  <a:pt x="40659" y="16822"/>
                </a:cubicBezTo>
                <a:cubicBezTo>
                  <a:pt x="40568" y="17185"/>
                  <a:pt x="40408" y="17456"/>
                  <a:pt x="40182" y="17639"/>
                </a:cubicBezTo>
                <a:cubicBezTo>
                  <a:pt x="39999" y="17774"/>
                  <a:pt x="39774" y="17842"/>
                  <a:pt x="39502" y="17842"/>
                </a:cubicBezTo>
                <a:cubicBezTo>
                  <a:pt x="39093" y="17842"/>
                  <a:pt x="38433" y="17594"/>
                  <a:pt x="37525" y="17094"/>
                </a:cubicBezTo>
                <a:cubicBezTo>
                  <a:pt x="36665" y="16548"/>
                  <a:pt x="35573" y="15959"/>
                  <a:pt x="34256" y="15322"/>
                </a:cubicBezTo>
                <a:cubicBezTo>
                  <a:pt x="32987" y="14642"/>
                  <a:pt x="31464" y="14027"/>
                  <a:pt x="29695" y="13485"/>
                </a:cubicBezTo>
                <a:cubicBezTo>
                  <a:pt x="27923" y="12893"/>
                  <a:pt x="25949" y="12599"/>
                  <a:pt x="23769" y="12599"/>
                </a:cubicBezTo>
                <a:cubicBezTo>
                  <a:pt x="21726" y="12599"/>
                  <a:pt x="19954" y="12893"/>
                  <a:pt x="18457" y="13485"/>
                </a:cubicBezTo>
                <a:cubicBezTo>
                  <a:pt x="16959" y="14027"/>
                  <a:pt x="15711" y="14756"/>
                  <a:pt x="14710" y="15662"/>
                </a:cubicBezTo>
                <a:cubicBezTo>
                  <a:pt x="13713" y="16571"/>
                  <a:pt x="12962" y="17662"/>
                  <a:pt x="12464" y="18931"/>
                </a:cubicBezTo>
                <a:cubicBezTo>
                  <a:pt x="12010" y="20157"/>
                  <a:pt x="11781" y="21451"/>
                  <a:pt x="11781" y="22814"/>
                </a:cubicBezTo>
                <a:cubicBezTo>
                  <a:pt x="11781" y="24857"/>
                  <a:pt x="12236" y="26629"/>
                  <a:pt x="13145" y="28126"/>
                </a:cubicBezTo>
                <a:cubicBezTo>
                  <a:pt x="14099" y="29578"/>
                  <a:pt x="15348" y="30872"/>
                  <a:pt x="16891" y="32007"/>
                </a:cubicBezTo>
                <a:cubicBezTo>
                  <a:pt x="18479" y="33144"/>
                  <a:pt x="20274" y="34187"/>
                  <a:pt x="22271" y="35142"/>
                </a:cubicBezTo>
                <a:cubicBezTo>
                  <a:pt x="24314" y="36093"/>
                  <a:pt x="26358" y="37047"/>
                  <a:pt x="28401" y="38002"/>
                </a:cubicBezTo>
                <a:cubicBezTo>
                  <a:pt x="30490" y="38953"/>
                  <a:pt x="32533" y="40022"/>
                  <a:pt x="34530" y="41202"/>
                </a:cubicBezTo>
                <a:cubicBezTo>
                  <a:pt x="36573" y="42337"/>
                  <a:pt x="38365" y="43700"/>
                  <a:pt x="39911" y="45289"/>
                </a:cubicBezTo>
                <a:cubicBezTo>
                  <a:pt x="41499" y="46832"/>
                  <a:pt x="42771" y="48672"/>
                  <a:pt x="43723" y="50806"/>
                </a:cubicBezTo>
                <a:cubicBezTo>
                  <a:pt x="44677" y="52938"/>
                  <a:pt x="45154" y="55481"/>
                  <a:pt x="45154" y="58433"/>
                </a:cubicBezTo>
                <a:close/>
                <a:moveTo>
                  <a:pt x="105553" y="51486"/>
                </a:moveTo>
                <a:cubicBezTo>
                  <a:pt x="105553" y="55664"/>
                  <a:pt x="104985" y="59499"/>
                  <a:pt x="103850" y="62996"/>
                </a:cubicBezTo>
                <a:cubicBezTo>
                  <a:pt x="102761" y="66491"/>
                  <a:pt x="101127" y="69512"/>
                  <a:pt x="98947" y="72055"/>
                </a:cubicBezTo>
                <a:cubicBezTo>
                  <a:pt x="96812" y="74552"/>
                  <a:pt x="94089" y="76527"/>
                  <a:pt x="90774" y="77978"/>
                </a:cubicBezTo>
                <a:cubicBezTo>
                  <a:pt x="87505" y="79387"/>
                  <a:pt x="83713" y="80090"/>
                  <a:pt x="79401" y="80090"/>
                </a:cubicBezTo>
                <a:cubicBezTo>
                  <a:pt x="75224" y="80090"/>
                  <a:pt x="71569" y="79476"/>
                  <a:pt x="68437" y="78250"/>
                </a:cubicBezTo>
                <a:cubicBezTo>
                  <a:pt x="65348" y="76981"/>
                  <a:pt x="62759" y="75164"/>
                  <a:pt x="60673" y="72803"/>
                </a:cubicBezTo>
                <a:cubicBezTo>
                  <a:pt x="58584" y="70397"/>
                  <a:pt x="57016" y="67491"/>
                  <a:pt x="55973" y="64085"/>
                </a:cubicBezTo>
                <a:cubicBezTo>
                  <a:pt x="54973" y="60679"/>
                  <a:pt x="54475" y="56821"/>
                  <a:pt x="54475" y="52507"/>
                </a:cubicBezTo>
                <a:cubicBezTo>
                  <a:pt x="54475" y="48332"/>
                  <a:pt x="54995" y="44494"/>
                  <a:pt x="56041" y="40997"/>
                </a:cubicBezTo>
                <a:cubicBezTo>
                  <a:pt x="57130" y="37502"/>
                  <a:pt x="58764" y="34504"/>
                  <a:pt x="60945" y="32007"/>
                </a:cubicBezTo>
                <a:cubicBezTo>
                  <a:pt x="63125" y="29467"/>
                  <a:pt x="65848" y="27492"/>
                  <a:pt x="69117" y="26083"/>
                </a:cubicBezTo>
                <a:cubicBezTo>
                  <a:pt x="72386" y="24675"/>
                  <a:pt x="76178" y="23972"/>
                  <a:pt x="80490" y="23972"/>
                </a:cubicBezTo>
                <a:cubicBezTo>
                  <a:pt x="84713" y="23972"/>
                  <a:pt x="88368" y="24609"/>
                  <a:pt x="91454" y="25878"/>
                </a:cubicBezTo>
                <a:cubicBezTo>
                  <a:pt x="94589" y="27103"/>
                  <a:pt x="97198" y="28921"/>
                  <a:pt x="99287" y="31327"/>
                </a:cubicBezTo>
                <a:cubicBezTo>
                  <a:pt x="101376" y="33687"/>
                  <a:pt x="102941" y="36570"/>
                  <a:pt x="103987" y="39976"/>
                </a:cubicBezTo>
                <a:cubicBezTo>
                  <a:pt x="105030" y="43383"/>
                  <a:pt x="105553" y="47217"/>
                  <a:pt x="105553" y="51486"/>
                </a:cubicBezTo>
                <a:close/>
                <a:moveTo>
                  <a:pt x="95678" y="52098"/>
                </a:moveTo>
                <a:cubicBezTo>
                  <a:pt x="95678" y="49329"/>
                  <a:pt x="95406" y="46720"/>
                  <a:pt x="94860" y="44268"/>
                </a:cubicBezTo>
                <a:cubicBezTo>
                  <a:pt x="94360" y="41817"/>
                  <a:pt x="93520" y="39659"/>
                  <a:pt x="92340" y="37796"/>
                </a:cubicBezTo>
                <a:cubicBezTo>
                  <a:pt x="91206" y="35936"/>
                  <a:pt x="89617" y="34481"/>
                  <a:pt x="87574" y="33438"/>
                </a:cubicBezTo>
                <a:cubicBezTo>
                  <a:pt x="85576" y="32350"/>
                  <a:pt x="83079" y="31804"/>
                  <a:pt x="80081" y="31804"/>
                </a:cubicBezTo>
                <a:cubicBezTo>
                  <a:pt x="77358" y="31804"/>
                  <a:pt x="74998" y="32304"/>
                  <a:pt x="72998" y="33301"/>
                </a:cubicBezTo>
                <a:cubicBezTo>
                  <a:pt x="71000" y="34256"/>
                  <a:pt x="69366" y="35642"/>
                  <a:pt x="68094" y="37456"/>
                </a:cubicBezTo>
                <a:cubicBezTo>
                  <a:pt x="66823" y="39228"/>
                  <a:pt x="65871" y="41362"/>
                  <a:pt x="65234" y="43860"/>
                </a:cubicBezTo>
                <a:cubicBezTo>
                  <a:pt x="64600" y="46312"/>
                  <a:pt x="64282" y="48989"/>
                  <a:pt x="64282" y="51895"/>
                </a:cubicBezTo>
                <a:cubicBezTo>
                  <a:pt x="64282" y="54664"/>
                  <a:pt x="64531" y="57299"/>
                  <a:pt x="65031" y="59796"/>
                </a:cubicBezTo>
                <a:cubicBezTo>
                  <a:pt x="65577" y="62248"/>
                  <a:pt x="66437" y="64402"/>
                  <a:pt x="67620" y="66265"/>
                </a:cubicBezTo>
                <a:cubicBezTo>
                  <a:pt x="68800" y="68080"/>
                  <a:pt x="70389" y="69534"/>
                  <a:pt x="72386" y="70623"/>
                </a:cubicBezTo>
                <a:cubicBezTo>
                  <a:pt x="74384" y="71669"/>
                  <a:pt x="76881" y="72189"/>
                  <a:pt x="79879" y="72189"/>
                </a:cubicBezTo>
                <a:cubicBezTo>
                  <a:pt x="82602" y="72189"/>
                  <a:pt x="84962" y="71712"/>
                  <a:pt x="86959" y="70760"/>
                </a:cubicBezTo>
                <a:cubicBezTo>
                  <a:pt x="88957" y="69760"/>
                  <a:pt x="90591" y="68377"/>
                  <a:pt x="91863" y="66605"/>
                </a:cubicBezTo>
                <a:cubicBezTo>
                  <a:pt x="93180" y="64788"/>
                  <a:pt x="94135" y="62656"/>
                  <a:pt x="94723" y="60205"/>
                </a:cubicBezTo>
                <a:cubicBezTo>
                  <a:pt x="95360" y="57753"/>
                  <a:pt x="95678" y="55050"/>
                  <a:pt x="95678" y="52098"/>
                </a:cubicBezTo>
                <a:close/>
                <a:moveTo>
                  <a:pt x="195087" y="77570"/>
                </a:moveTo>
                <a:cubicBezTo>
                  <a:pt x="195087" y="77887"/>
                  <a:pt x="194996" y="78161"/>
                  <a:pt x="194813" y="78387"/>
                </a:cubicBezTo>
                <a:cubicBezTo>
                  <a:pt x="194679" y="78570"/>
                  <a:pt x="194427" y="78750"/>
                  <a:pt x="194064" y="78933"/>
                </a:cubicBezTo>
                <a:cubicBezTo>
                  <a:pt x="193747" y="79067"/>
                  <a:pt x="193270" y="79158"/>
                  <a:pt x="192636" y="79204"/>
                </a:cubicBezTo>
                <a:cubicBezTo>
                  <a:pt x="192044" y="79296"/>
                  <a:pt x="191295" y="79341"/>
                  <a:pt x="190387" y="79341"/>
                </a:cubicBezTo>
                <a:cubicBezTo>
                  <a:pt x="189432" y="79341"/>
                  <a:pt x="188661" y="79296"/>
                  <a:pt x="188072" y="79204"/>
                </a:cubicBezTo>
                <a:cubicBezTo>
                  <a:pt x="187481" y="79158"/>
                  <a:pt x="187003" y="79067"/>
                  <a:pt x="186640" y="78933"/>
                </a:cubicBezTo>
                <a:cubicBezTo>
                  <a:pt x="186278" y="78750"/>
                  <a:pt x="186006" y="78570"/>
                  <a:pt x="185823" y="78387"/>
                </a:cubicBezTo>
                <a:cubicBezTo>
                  <a:pt x="185689" y="78161"/>
                  <a:pt x="185620" y="77887"/>
                  <a:pt x="185620" y="77570"/>
                </a:cubicBezTo>
                <a:lnTo>
                  <a:pt x="185620" y="46583"/>
                </a:lnTo>
                <a:cubicBezTo>
                  <a:pt x="185620" y="44403"/>
                  <a:pt x="185437" y="42428"/>
                  <a:pt x="185075" y="40657"/>
                </a:cubicBezTo>
                <a:cubicBezTo>
                  <a:pt x="184712" y="38888"/>
                  <a:pt x="184097" y="37365"/>
                  <a:pt x="183237" y="36093"/>
                </a:cubicBezTo>
                <a:cubicBezTo>
                  <a:pt x="182420" y="34779"/>
                  <a:pt x="181351" y="33779"/>
                  <a:pt x="180034" y="33098"/>
                </a:cubicBezTo>
                <a:cubicBezTo>
                  <a:pt x="178765" y="32415"/>
                  <a:pt x="177265" y="32075"/>
                  <a:pt x="175539" y="32075"/>
                </a:cubicBezTo>
                <a:cubicBezTo>
                  <a:pt x="173362" y="32075"/>
                  <a:pt x="171181" y="32916"/>
                  <a:pt x="169001" y="34596"/>
                </a:cubicBezTo>
                <a:cubicBezTo>
                  <a:pt x="166869" y="36230"/>
                  <a:pt x="164483" y="38659"/>
                  <a:pt x="161852" y="41882"/>
                </a:cubicBezTo>
                <a:lnTo>
                  <a:pt x="161852" y="77570"/>
                </a:lnTo>
                <a:cubicBezTo>
                  <a:pt x="161852" y="77887"/>
                  <a:pt x="161783" y="78161"/>
                  <a:pt x="161646" y="78387"/>
                </a:cubicBezTo>
                <a:cubicBezTo>
                  <a:pt x="161512" y="78570"/>
                  <a:pt x="161260" y="78750"/>
                  <a:pt x="160897" y="78933"/>
                </a:cubicBezTo>
                <a:cubicBezTo>
                  <a:pt x="160534" y="79067"/>
                  <a:pt x="160034" y="79158"/>
                  <a:pt x="159400" y="79204"/>
                </a:cubicBezTo>
                <a:cubicBezTo>
                  <a:pt x="158808" y="79296"/>
                  <a:pt x="158060" y="79341"/>
                  <a:pt x="157151" y="79341"/>
                </a:cubicBezTo>
                <a:cubicBezTo>
                  <a:pt x="156288" y="79341"/>
                  <a:pt x="155539" y="79296"/>
                  <a:pt x="154905" y="79204"/>
                </a:cubicBezTo>
                <a:cubicBezTo>
                  <a:pt x="154268" y="79158"/>
                  <a:pt x="153771" y="79067"/>
                  <a:pt x="153405" y="78933"/>
                </a:cubicBezTo>
                <a:cubicBezTo>
                  <a:pt x="153088" y="78750"/>
                  <a:pt x="152862" y="78570"/>
                  <a:pt x="152725" y="78387"/>
                </a:cubicBezTo>
                <a:cubicBezTo>
                  <a:pt x="152588" y="78161"/>
                  <a:pt x="152522" y="77887"/>
                  <a:pt x="152522" y="77570"/>
                </a:cubicBezTo>
                <a:lnTo>
                  <a:pt x="152522" y="46583"/>
                </a:lnTo>
                <a:cubicBezTo>
                  <a:pt x="152522" y="44403"/>
                  <a:pt x="152293" y="42428"/>
                  <a:pt x="151839" y="40657"/>
                </a:cubicBezTo>
                <a:cubicBezTo>
                  <a:pt x="151430" y="38888"/>
                  <a:pt x="150819" y="37365"/>
                  <a:pt x="150002" y="36093"/>
                </a:cubicBezTo>
                <a:cubicBezTo>
                  <a:pt x="149184" y="34779"/>
                  <a:pt x="148139" y="33779"/>
                  <a:pt x="146867" y="33098"/>
                </a:cubicBezTo>
                <a:cubicBezTo>
                  <a:pt x="145598" y="32415"/>
                  <a:pt x="144098" y="32075"/>
                  <a:pt x="142372" y="32075"/>
                </a:cubicBezTo>
                <a:cubicBezTo>
                  <a:pt x="140195" y="32075"/>
                  <a:pt x="138014" y="32916"/>
                  <a:pt x="135834" y="34596"/>
                </a:cubicBezTo>
                <a:cubicBezTo>
                  <a:pt x="133657" y="36230"/>
                  <a:pt x="131274" y="38659"/>
                  <a:pt x="128685" y="41882"/>
                </a:cubicBezTo>
                <a:lnTo>
                  <a:pt x="128685" y="77570"/>
                </a:lnTo>
                <a:cubicBezTo>
                  <a:pt x="128685" y="77887"/>
                  <a:pt x="128593" y="78161"/>
                  <a:pt x="128413" y="78387"/>
                </a:cubicBezTo>
                <a:cubicBezTo>
                  <a:pt x="128276" y="78570"/>
                  <a:pt x="128027" y="78750"/>
                  <a:pt x="127662" y="78933"/>
                </a:cubicBezTo>
                <a:cubicBezTo>
                  <a:pt x="127344" y="79067"/>
                  <a:pt x="126890" y="79158"/>
                  <a:pt x="126302" y="79204"/>
                </a:cubicBezTo>
                <a:cubicBezTo>
                  <a:pt x="125710" y="79296"/>
                  <a:pt x="124938" y="79341"/>
                  <a:pt x="123984" y="79341"/>
                </a:cubicBezTo>
                <a:cubicBezTo>
                  <a:pt x="123078" y="79341"/>
                  <a:pt x="122304" y="79296"/>
                  <a:pt x="121669" y="79204"/>
                </a:cubicBezTo>
                <a:cubicBezTo>
                  <a:pt x="121078" y="79158"/>
                  <a:pt x="120604" y="79067"/>
                  <a:pt x="120241" y="78933"/>
                </a:cubicBezTo>
                <a:cubicBezTo>
                  <a:pt x="119875" y="78750"/>
                  <a:pt x="119626" y="78570"/>
                  <a:pt x="119489" y="78387"/>
                </a:cubicBezTo>
                <a:cubicBezTo>
                  <a:pt x="119355" y="78161"/>
                  <a:pt x="119286" y="77887"/>
                  <a:pt x="119286" y="77570"/>
                </a:cubicBezTo>
                <a:lnTo>
                  <a:pt x="119286" y="26492"/>
                </a:lnTo>
                <a:cubicBezTo>
                  <a:pt x="119286" y="26220"/>
                  <a:pt x="119332" y="25992"/>
                  <a:pt x="119423" y="25812"/>
                </a:cubicBezTo>
                <a:cubicBezTo>
                  <a:pt x="119558" y="25583"/>
                  <a:pt x="119786" y="25380"/>
                  <a:pt x="120104" y="25197"/>
                </a:cubicBezTo>
                <a:cubicBezTo>
                  <a:pt x="120466" y="25017"/>
                  <a:pt x="120921" y="24903"/>
                  <a:pt x="121467" y="24857"/>
                </a:cubicBezTo>
                <a:cubicBezTo>
                  <a:pt x="122010" y="24812"/>
                  <a:pt x="122712" y="24789"/>
                  <a:pt x="123575" y="24789"/>
                </a:cubicBezTo>
                <a:cubicBezTo>
                  <a:pt x="124393" y="24789"/>
                  <a:pt x="125076" y="24812"/>
                  <a:pt x="125619" y="24857"/>
                </a:cubicBezTo>
                <a:cubicBezTo>
                  <a:pt x="126164" y="24903"/>
                  <a:pt x="126596" y="25017"/>
                  <a:pt x="126913" y="25197"/>
                </a:cubicBezTo>
                <a:cubicBezTo>
                  <a:pt x="127230" y="25380"/>
                  <a:pt x="127459" y="25583"/>
                  <a:pt x="127596" y="25812"/>
                </a:cubicBezTo>
                <a:cubicBezTo>
                  <a:pt x="127730" y="25992"/>
                  <a:pt x="127799" y="26220"/>
                  <a:pt x="127799" y="26492"/>
                </a:cubicBezTo>
                <a:lnTo>
                  <a:pt x="127799" y="33301"/>
                </a:lnTo>
                <a:cubicBezTo>
                  <a:pt x="130659" y="30078"/>
                  <a:pt x="133428" y="27718"/>
                  <a:pt x="136108" y="26220"/>
                </a:cubicBezTo>
                <a:cubicBezTo>
                  <a:pt x="138832" y="24720"/>
                  <a:pt x="141578" y="23972"/>
                  <a:pt x="144349" y="23972"/>
                </a:cubicBezTo>
                <a:cubicBezTo>
                  <a:pt x="146438" y="23972"/>
                  <a:pt x="148321" y="24220"/>
                  <a:pt x="150002" y="24720"/>
                </a:cubicBezTo>
                <a:cubicBezTo>
                  <a:pt x="151728" y="25220"/>
                  <a:pt x="153225" y="25923"/>
                  <a:pt x="154496" y="26832"/>
                </a:cubicBezTo>
                <a:cubicBezTo>
                  <a:pt x="155768" y="27695"/>
                  <a:pt x="156857" y="28738"/>
                  <a:pt x="157765" y="29964"/>
                </a:cubicBezTo>
                <a:cubicBezTo>
                  <a:pt x="158674" y="31190"/>
                  <a:pt x="159446" y="32553"/>
                  <a:pt x="160080" y="34050"/>
                </a:cubicBezTo>
                <a:cubicBezTo>
                  <a:pt x="161760" y="32190"/>
                  <a:pt x="163372" y="30624"/>
                  <a:pt x="164915" y="29352"/>
                </a:cubicBezTo>
                <a:cubicBezTo>
                  <a:pt x="166461" y="28081"/>
                  <a:pt x="167935" y="27061"/>
                  <a:pt x="169344" y="26286"/>
                </a:cubicBezTo>
                <a:cubicBezTo>
                  <a:pt x="170750" y="25469"/>
                  <a:pt x="172113" y="24880"/>
                  <a:pt x="173430" y="24517"/>
                </a:cubicBezTo>
                <a:cubicBezTo>
                  <a:pt x="174790" y="24154"/>
                  <a:pt x="176153" y="23972"/>
                  <a:pt x="177516" y="23972"/>
                </a:cubicBezTo>
                <a:cubicBezTo>
                  <a:pt x="180828" y="23972"/>
                  <a:pt x="183600" y="24563"/>
                  <a:pt x="185823" y="25743"/>
                </a:cubicBezTo>
                <a:cubicBezTo>
                  <a:pt x="188049" y="26878"/>
                  <a:pt x="189841" y="28421"/>
                  <a:pt x="191204" y="30372"/>
                </a:cubicBezTo>
                <a:cubicBezTo>
                  <a:pt x="192613" y="32281"/>
                  <a:pt x="193610" y="34527"/>
                  <a:pt x="194201" y="37116"/>
                </a:cubicBezTo>
                <a:cubicBezTo>
                  <a:pt x="194790" y="39705"/>
                  <a:pt x="195087" y="42428"/>
                  <a:pt x="195087" y="45289"/>
                </a:cubicBezTo>
                <a:lnTo>
                  <a:pt x="195087" y="77570"/>
                </a:lnTo>
                <a:close/>
                <a:moveTo>
                  <a:pt x="255686" y="49852"/>
                </a:moveTo>
                <a:cubicBezTo>
                  <a:pt x="255686" y="51304"/>
                  <a:pt x="255323" y="52349"/>
                  <a:pt x="254595" y="52984"/>
                </a:cubicBezTo>
                <a:cubicBezTo>
                  <a:pt x="253869" y="53621"/>
                  <a:pt x="253029" y="53938"/>
                  <a:pt x="252077" y="53938"/>
                </a:cubicBezTo>
                <a:lnTo>
                  <a:pt x="218567" y="53938"/>
                </a:lnTo>
                <a:cubicBezTo>
                  <a:pt x="218567" y="56753"/>
                  <a:pt x="218842" y="59296"/>
                  <a:pt x="219385" y="61565"/>
                </a:cubicBezTo>
                <a:cubicBezTo>
                  <a:pt x="219976" y="63837"/>
                  <a:pt x="220930" y="65788"/>
                  <a:pt x="222248" y="67423"/>
                </a:cubicBezTo>
                <a:cubicBezTo>
                  <a:pt x="223608" y="69057"/>
                  <a:pt x="225334" y="70306"/>
                  <a:pt x="227423" y="71169"/>
                </a:cubicBezTo>
                <a:cubicBezTo>
                  <a:pt x="229557" y="72032"/>
                  <a:pt x="232143" y="72463"/>
                  <a:pt x="235187" y="72463"/>
                </a:cubicBezTo>
                <a:cubicBezTo>
                  <a:pt x="237638" y="72463"/>
                  <a:pt x="239796" y="72280"/>
                  <a:pt x="241656" y="71918"/>
                </a:cubicBezTo>
                <a:cubicBezTo>
                  <a:pt x="243562" y="71509"/>
                  <a:pt x="245196" y="71055"/>
                  <a:pt x="246559" y="70555"/>
                </a:cubicBezTo>
                <a:cubicBezTo>
                  <a:pt x="247968" y="70057"/>
                  <a:pt x="249103" y="69626"/>
                  <a:pt x="249966" y="69260"/>
                </a:cubicBezTo>
                <a:cubicBezTo>
                  <a:pt x="250874" y="68851"/>
                  <a:pt x="251554" y="68649"/>
                  <a:pt x="252009" y="68649"/>
                </a:cubicBezTo>
                <a:cubicBezTo>
                  <a:pt x="252280" y="68649"/>
                  <a:pt x="252509" y="68717"/>
                  <a:pt x="252689" y="68851"/>
                </a:cubicBezTo>
                <a:cubicBezTo>
                  <a:pt x="252917" y="68943"/>
                  <a:pt x="253074" y="69126"/>
                  <a:pt x="253166" y="69397"/>
                </a:cubicBezTo>
                <a:cubicBezTo>
                  <a:pt x="253303" y="69669"/>
                  <a:pt x="253392" y="70057"/>
                  <a:pt x="253437" y="70555"/>
                </a:cubicBezTo>
                <a:cubicBezTo>
                  <a:pt x="253529" y="71009"/>
                  <a:pt x="253575" y="71578"/>
                  <a:pt x="253575" y="72258"/>
                </a:cubicBezTo>
                <a:cubicBezTo>
                  <a:pt x="253575" y="72758"/>
                  <a:pt x="253552" y="73189"/>
                  <a:pt x="253506" y="73552"/>
                </a:cubicBezTo>
                <a:cubicBezTo>
                  <a:pt x="253460" y="73915"/>
                  <a:pt x="253392" y="74232"/>
                  <a:pt x="253303" y="74506"/>
                </a:cubicBezTo>
                <a:cubicBezTo>
                  <a:pt x="253257" y="74778"/>
                  <a:pt x="253166" y="75027"/>
                  <a:pt x="253029" y="75255"/>
                </a:cubicBezTo>
                <a:cubicBezTo>
                  <a:pt x="252940" y="75481"/>
                  <a:pt x="252780" y="75709"/>
                  <a:pt x="252552" y="75935"/>
                </a:cubicBezTo>
                <a:cubicBezTo>
                  <a:pt x="252326" y="76118"/>
                  <a:pt x="251691" y="76458"/>
                  <a:pt x="250646" y="76958"/>
                </a:cubicBezTo>
                <a:cubicBezTo>
                  <a:pt x="249648" y="77413"/>
                  <a:pt x="248331" y="77864"/>
                  <a:pt x="246697" y="78318"/>
                </a:cubicBezTo>
                <a:cubicBezTo>
                  <a:pt x="245108" y="78773"/>
                  <a:pt x="243245" y="79181"/>
                  <a:pt x="241110" y="79544"/>
                </a:cubicBezTo>
                <a:cubicBezTo>
                  <a:pt x="238978" y="79907"/>
                  <a:pt x="236684" y="80090"/>
                  <a:pt x="234232" y="80090"/>
                </a:cubicBezTo>
                <a:cubicBezTo>
                  <a:pt x="230054" y="80090"/>
                  <a:pt x="226377" y="79499"/>
                  <a:pt x="223199" y="78318"/>
                </a:cubicBezTo>
                <a:cubicBezTo>
                  <a:pt x="220068" y="77138"/>
                  <a:pt x="217410" y="75412"/>
                  <a:pt x="215233" y="73143"/>
                </a:cubicBezTo>
                <a:cubicBezTo>
                  <a:pt x="213098" y="70829"/>
                  <a:pt x="211464" y="67923"/>
                  <a:pt x="210329" y="64425"/>
                </a:cubicBezTo>
                <a:cubicBezTo>
                  <a:pt x="209238" y="60930"/>
                  <a:pt x="208695" y="56890"/>
                  <a:pt x="208695" y="52304"/>
                </a:cubicBezTo>
                <a:cubicBezTo>
                  <a:pt x="208695" y="47900"/>
                  <a:pt x="209260" y="43948"/>
                  <a:pt x="210395" y="40454"/>
                </a:cubicBezTo>
                <a:cubicBezTo>
                  <a:pt x="211532" y="36956"/>
                  <a:pt x="213167" y="33984"/>
                  <a:pt x="215298" y="31533"/>
                </a:cubicBezTo>
                <a:cubicBezTo>
                  <a:pt x="217479" y="29081"/>
                  <a:pt x="220068" y="27218"/>
                  <a:pt x="223065" y="25946"/>
                </a:cubicBezTo>
                <a:cubicBezTo>
                  <a:pt x="226105" y="24629"/>
                  <a:pt x="229489" y="23972"/>
                  <a:pt x="233212" y="23972"/>
                </a:cubicBezTo>
                <a:cubicBezTo>
                  <a:pt x="237253" y="23972"/>
                  <a:pt x="240679" y="24629"/>
                  <a:pt x="243496" y="25946"/>
                </a:cubicBezTo>
                <a:cubicBezTo>
                  <a:pt x="246311" y="27218"/>
                  <a:pt x="248625" y="28944"/>
                  <a:pt x="250443" y="31124"/>
                </a:cubicBezTo>
                <a:cubicBezTo>
                  <a:pt x="252257" y="33256"/>
                  <a:pt x="253575" y="35799"/>
                  <a:pt x="254392" y="38751"/>
                </a:cubicBezTo>
                <a:cubicBezTo>
                  <a:pt x="255255" y="41702"/>
                  <a:pt x="255686" y="44834"/>
                  <a:pt x="255686" y="48149"/>
                </a:cubicBezTo>
                <a:lnTo>
                  <a:pt x="255686" y="49852"/>
                </a:lnTo>
                <a:close/>
                <a:moveTo>
                  <a:pt x="246288" y="47060"/>
                </a:moveTo>
                <a:cubicBezTo>
                  <a:pt x="246379" y="42157"/>
                  <a:pt x="245288" y="38296"/>
                  <a:pt x="243019" y="35482"/>
                </a:cubicBezTo>
                <a:cubicBezTo>
                  <a:pt x="240747" y="32667"/>
                  <a:pt x="237344" y="31258"/>
                  <a:pt x="232803" y="31258"/>
                </a:cubicBezTo>
                <a:cubicBezTo>
                  <a:pt x="230532" y="31258"/>
                  <a:pt x="228511" y="31713"/>
                  <a:pt x="226743" y="32621"/>
                </a:cubicBezTo>
                <a:cubicBezTo>
                  <a:pt x="225017" y="33484"/>
                  <a:pt x="223562" y="34641"/>
                  <a:pt x="222382" y="36093"/>
                </a:cubicBezTo>
                <a:cubicBezTo>
                  <a:pt x="221202" y="37502"/>
                  <a:pt x="220293" y="39159"/>
                  <a:pt x="219659" y="41065"/>
                </a:cubicBezTo>
                <a:cubicBezTo>
                  <a:pt x="219022" y="42974"/>
                  <a:pt x="218659" y="44971"/>
                  <a:pt x="218567" y="47060"/>
                </a:cubicBezTo>
                <a:lnTo>
                  <a:pt x="246288" y="47060"/>
                </a:lnTo>
                <a:close/>
                <a:moveTo>
                  <a:pt x="343166" y="51349"/>
                </a:moveTo>
                <a:cubicBezTo>
                  <a:pt x="343166" y="55798"/>
                  <a:pt x="342691" y="59796"/>
                  <a:pt x="341737" y="63336"/>
                </a:cubicBezTo>
                <a:cubicBezTo>
                  <a:pt x="340783" y="66877"/>
                  <a:pt x="339354" y="69897"/>
                  <a:pt x="337445" y="72395"/>
                </a:cubicBezTo>
                <a:cubicBezTo>
                  <a:pt x="335585" y="74892"/>
                  <a:pt x="333293" y="76798"/>
                  <a:pt x="330567" y="78115"/>
                </a:cubicBezTo>
                <a:cubicBezTo>
                  <a:pt x="327844" y="79433"/>
                  <a:pt x="324735" y="80090"/>
                  <a:pt x="321237" y="80090"/>
                </a:cubicBezTo>
                <a:cubicBezTo>
                  <a:pt x="319603" y="80090"/>
                  <a:pt x="318083" y="79930"/>
                  <a:pt x="316674" y="79613"/>
                </a:cubicBezTo>
                <a:cubicBezTo>
                  <a:pt x="315314" y="79296"/>
                  <a:pt x="313974" y="78773"/>
                  <a:pt x="312656" y="78047"/>
                </a:cubicBezTo>
                <a:cubicBezTo>
                  <a:pt x="311339" y="77321"/>
                  <a:pt x="310022" y="76412"/>
                  <a:pt x="308707" y="75324"/>
                </a:cubicBezTo>
                <a:cubicBezTo>
                  <a:pt x="307390" y="74232"/>
                  <a:pt x="305981" y="72918"/>
                  <a:pt x="304484" y="71372"/>
                </a:cubicBezTo>
                <a:lnTo>
                  <a:pt x="304484" y="77570"/>
                </a:lnTo>
                <a:cubicBezTo>
                  <a:pt x="304484" y="77887"/>
                  <a:pt x="304392" y="78161"/>
                  <a:pt x="304212" y="78387"/>
                </a:cubicBezTo>
                <a:cubicBezTo>
                  <a:pt x="304075" y="78616"/>
                  <a:pt x="303827" y="78796"/>
                  <a:pt x="303461" y="78933"/>
                </a:cubicBezTo>
                <a:cubicBezTo>
                  <a:pt x="303144" y="79067"/>
                  <a:pt x="302735" y="79158"/>
                  <a:pt x="302235" y="79204"/>
                </a:cubicBezTo>
                <a:cubicBezTo>
                  <a:pt x="301738" y="79296"/>
                  <a:pt x="301078" y="79341"/>
                  <a:pt x="300260" y="79341"/>
                </a:cubicBezTo>
                <a:cubicBezTo>
                  <a:pt x="299535" y="79341"/>
                  <a:pt x="298900" y="79296"/>
                  <a:pt x="298354" y="79204"/>
                </a:cubicBezTo>
                <a:cubicBezTo>
                  <a:pt x="297809" y="79158"/>
                  <a:pt x="297354" y="79067"/>
                  <a:pt x="296991" y="78933"/>
                </a:cubicBezTo>
                <a:cubicBezTo>
                  <a:pt x="296674" y="78796"/>
                  <a:pt x="296448" y="78616"/>
                  <a:pt x="296311" y="78387"/>
                </a:cubicBezTo>
                <a:cubicBezTo>
                  <a:pt x="296220" y="78161"/>
                  <a:pt x="296174" y="77887"/>
                  <a:pt x="296174" y="77570"/>
                </a:cubicBezTo>
                <a:lnTo>
                  <a:pt x="296174" y="1769"/>
                </a:lnTo>
                <a:cubicBezTo>
                  <a:pt x="296174" y="1497"/>
                  <a:pt x="296243" y="1249"/>
                  <a:pt x="296380" y="1020"/>
                </a:cubicBezTo>
                <a:cubicBezTo>
                  <a:pt x="296514" y="794"/>
                  <a:pt x="296766" y="612"/>
                  <a:pt x="297129" y="477"/>
                </a:cubicBezTo>
                <a:cubicBezTo>
                  <a:pt x="297491" y="294"/>
                  <a:pt x="297969" y="180"/>
                  <a:pt x="298557" y="134"/>
                </a:cubicBezTo>
                <a:cubicBezTo>
                  <a:pt x="299195" y="46"/>
                  <a:pt x="299966" y="0"/>
                  <a:pt x="300875" y="0"/>
                </a:cubicBezTo>
                <a:cubicBezTo>
                  <a:pt x="301826" y="0"/>
                  <a:pt x="302601" y="46"/>
                  <a:pt x="303189" y="134"/>
                </a:cubicBezTo>
                <a:cubicBezTo>
                  <a:pt x="303781" y="180"/>
                  <a:pt x="304235" y="294"/>
                  <a:pt x="304552" y="477"/>
                </a:cubicBezTo>
                <a:cubicBezTo>
                  <a:pt x="304915" y="612"/>
                  <a:pt x="305164" y="794"/>
                  <a:pt x="305301" y="1020"/>
                </a:cubicBezTo>
                <a:cubicBezTo>
                  <a:pt x="305484" y="1249"/>
                  <a:pt x="305572" y="1497"/>
                  <a:pt x="305572" y="1769"/>
                </a:cubicBezTo>
                <a:lnTo>
                  <a:pt x="305572" y="32350"/>
                </a:lnTo>
                <a:cubicBezTo>
                  <a:pt x="307073" y="30804"/>
                  <a:pt x="308524" y="29512"/>
                  <a:pt x="309933" y="28466"/>
                </a:cubicBezTo>
                <a:cubicBezTo>
                  <a:pt x="311385" y="27378"/>
                  <a:pt x="312793" y="26515"/>
                  <a:pt x="314154" y="25878"/>
                </a:cubicBezTo>
                <a:cubicBezTo>
                  <a:pt x="315517" y="25197"/>
                  <a:pt x="316880" y="24720"/>
                  <a:pt x="318240" y="24449"/>
                </a:cubicBezTo>
                <a:cubicBezTo>
                  <a:pt x="319603" y="24132"/>
                  <a:pt x="321034" y="23972"/>
                  <a:pt x="322532" y="23972"/>
                </a:cubicBezTo>
                <a:cubicBezTo>
                  <a:pt x="326255" y="23972"/>
                  <a:pt x="329410" y="24720"/>
                  <a:pt x="331999" y="26220"/>
                </a:cubicBezTo>
                <a:cubicBezTo>
                  <a:pt x="334630" y="27672"/>
                  <a:pt x="336765" y="29647"/>
                  <a:pt x="338399" y="32144"/>
                </a:cubicBezTo>
                <a:cubicBezTo>
                  <a:pt x="340080" y="34596"/>
                  <a:pt x="341283" y="37502"/>
                  <a:pt x="342008" y="40862"/>
                </a:cubicBezTo>
                <a:cubicBezTo>
                  <a:pt x="342780" y="44177"/>
                  <a:pt x="343166" y="47672"/>
                  <a:pt x="343166" y="51349"/>
                </a:cubicBezTo>
                <a:close/>
                <a:moveTo>
                  <a:pt x="333293" y="52441"/>
                </a:moveTo>
                <a:cubicBezTo>
                  <a:pt x="333293" y="49852"/>
                  <a:pt x="333087" y="47332"/>
                  <a:pt x="332679" y="44880"/>
                </a:cubicBezTo>
                <a:cubicBezTo>
                  <a:pt x="332316" y="42382"/>
                  <a:pt x="331636" y="40202"/>
                  <a:pt x="330636" y="38342"/>
                </a:cubicBezTo>
                <a:cubicBezTo>
                  <a:pt x="329638" y="36436"/>
                  <a:pt x="328321" y="34913"/>
                  <a:pt x="326687" y="33779"/>
                </a:cubicBezTo>
                <a:cubicBezTo>
                  <a:pt x="325098" y="32598"/>
                  <a:pt x="323078" y="32007"/>
                  <a:pt x="320626" y="32007"/>
                </a:cubicBezTo>
                <a:cubicBezTo>
                  <a:pt x="319443" y="32007"/>
                  <a:pt x="318263" y="32190"/>
                  <a:pt x="317082" y="32553"/>
                </a:cubicBezTo>
                <a:cubicBezTo>
                  <a:pt x="315902" y="32870"/>
                  <a:pt x="314699" y="33438"/>
                  <a:pt x="313473" y="34256"/>
                </a:cubicBezTo>
                <a:cubicBezTo>
                  <a:pt x="312293" y="35027"/>
                  <a:pt x="311045" y="36050"/>
                  <a:pt x="309727" y="37319"/>
                </a:cubicBezTo>
                <a:cubicBezTo>
                  <a:pt x="308410" y="38545"/>
                  <a:pt x="307027" y="40114"/>
                  <a:pt x="305572" y="42020"/>
                </a:cubicBezTo>
                <a:lnTo>
                  <a:pt x="305572" y="62382"/>
                </a:lnTo>
                <a:cubicBezTo>
                  <a:pt x="308161" y="65517"/>
                  <a:pt x="310613" y="67923"/>
                  <a:pt x="312928" y="69603"/>
                </a:cubicBezTo>
                <a:cubicBezTo>
                  <a:pt x="315291" y="71237"/>
                  <a:pt x="317743" y="72055"/>
                  <a:pt x="320283" y="72055"/>
                </a:cubicBezTo>
                <a:cubicBezTo>
                  <a:pt x="322600" y="72055"/>
                  <a:pt x="324598" y="71486"/>
                  <a:pt x="326278" y="70352"/>
                </a:cubicBezTo>
                <a:cubicBezTo>
                  <a:pt x="327958" y="69217"/>
                  <a:pt x="329295" y="67717"/>
                  <a:pt x="330296" y="65857"/>
                </a:cubicBezTo>
                <a:cubicBezTo>
                  <a:pt x="331339" y="63948"/>
                  <a:pt x="332090" y="61839"/>
                  <a:pt x="332542" y="59522"/>
                </a:cubicBezTo>
                <a:cubicBezTo>
                  <a:pt x="333042" y="57207"/>
                  <a:pt x="333293" y="54847"/>
                  <a:pt x="333293" y="52441"/>
                </a:cubicBezTo>
                <a:close/>
                <a:moveTo>
                  <a:pt x="387117" y="29898"/>
                </a:moveTo>
                <a:cubicBezTo>
                  <a:pt x="387117" y="30715"/>
                  <a:pt x="387094" y="31418"/>
                  <a:pt x="387048" y="32007"/>
                </a:cubicBezTo>
                <a:cubicBezTo>
                  <a:pt x="387003" y="32553"/>
                  <a:pt x="386911" y="32984"/>
                  <a:pt x="386777" y="33301"/>
                </a:cubicBezTo>
                <a:cubicBezTo>
                  <a:pt x="386685" y="33621"/>
                  <a:pt x="386548" y="33870"/>
                  <a:pt x="386368" y="34050"/>
                </a:cubicBezTo>
                <a:cubicBezTo>
                  <a:pt x="386185" y="34233"/>
                  <a:pt x="385960" y="34324"/>
                  <a:pt x="385685" y="34324"/>
                </a:cubicBezTo>
                <a:cubicBezTo>
                  <a:pt x="385368" y="34324"/>
                  <a:pt x="384982" y="34233"/>
                  <a:pt x="384528" y="34050"/>
                </a:cubicBezTo>
                <a:cubicBezTo>
                  <a:pt x="384119" y="33870"/>
                  <a:pt x="383642" y="33710"/>
                  <a:pt x="383096" y="33576"/>
                </a:cubicBezTo>
                <a:cubicBezTo>
                  <a:pt x="382554" y="33393"/>
                  <a:pt x="381939" y="33233"/>
                  <a:pt x="381259" y="33098"/>
                </a:cubicBezTo>
                <a:cubicBezTo>
                  <a:pt x="380579" y="32916"/>
                  <a:pt x="379827" y="32824"/>
                  <a:pt x="379010" y="32824"/>
                </a:cubicBezTo>
                <a:cubicBezTo>
                  <a:pt x="378104" y="32824"/>
                  <a:pt x="377196" y="33030"/>
                  <a:pt x="376287" y="33438"/>
                </a:cubicBezTo>
                <a:cubicBezTo>
                  <a:pt x="375378" y="33801"/>
                  <a:pt x="374404" y="34416"/>
                  <a:pt x="373358" y="35276"/>
                </a:cubicBezTo>
                <a:cubicBezTo>
                  <a:pt x="372361" y="36139"/>
                  <a:pt x="371315" y="37299"/>
                  <a:pt x="370226" y="38751"/>
                </a:cubicBezTo>
                <a:cubicBezTo>
                  <a:pt x="369138" y="40159"/>
                  <a:pt x="367935" y="41905"/>
                  <a:pt x="366617" y="43994"/>
                </a:cubicBezTo>
                <a:lnTo>
                  <a:pt x="366617" y="77570"/>
                </a:lnTo>
                <a:cubicBezTo>
                  <a:pt x="366617" y="77887"/>
                  <a:pt x="366526" y="78161"/>
                  <a:pt x="366343" y="78387"/>
                </a:cubicBezTo>
                <a:cubicBezTo>
                  <a:pt x="366209" y="78570"/>
                  <a:pt x="365957" y="78750"/>
                  <a:pt x="365594" y="78933"/>
                </a:cubicBezTo>
                <a:cubicBezTo>
                  <a:pt x="365277" y="79067"/>
                  <a:pt x="364823" y="79158"/>
                  <a:pt x="364234" y="79204"/>
                </a:cubicBezTo>
                <a:cubicBezTo>
                  <a:pt x="363643" y="79296"/>
                  <a:pt x="362871" y="79341"/>
                  <a:pt x="361917" y="79341"/>
                </a:cubicBezTo>
                <a:cubicBezTo>
                  <a:pt x="361008" y="79341"/>
                  <a:pt x="360236" y="79296"/>
                  <a:pt x="359602" y="79204"/>
                </a:cubicBezTo>
                <a:cubicBezTo>
                  <a:pt x="359011" y="79158"/>
                  <a:pt x="358536" y="79067"/>
                  <a:pt x="358170" y="78933"/>
                </a:cubicBezTo>
                <a:cubicBezTo>
                  <a:pt x="357808" y="78750"/>
                  <a:pt x="357559" y="78570"/>
                  <a:pt x="357422" y="78387"/>
                </a:cubicBezTo>
                <a:cubicBezTo>
                  <a:pt x="357288" y="78161"/>
                  <a:pt x="357219" y="77887"/>
                  <a:pt x="357219" y="77570"/>
                </a:cubicBezTo>
                <a:lnTo>
                  <a:pt x="357219" y="26492"/>
                </a:lnTo>
                <a:cubicBezTo>
                  <a:pt x="357219" y="26220"/>
                  <a:pt x="357265" y="25992"/>
                  <a:pt x="357353" y="25812"/>
                </a:cubicBezTo>
                <a:cubicBezTo>
                  <a:pt x="357490" y="25583"/>
                  <a:pt x="357719" y="25380"/>
                  <a:pt x="358036" y="25197"/>
                </a:cubicBezTo>
                <a:cubicBezTo>
                  <a:pt x="358399" y="25017"/>
                  <a:pt x="358853" y="24903"/>
                  <a:pt x="359396" y="24857"/>
                </a:cubicBezTo>
                <a:cubicBezTo>
                  <a:pt x="359942" y="24812"/>
                  <a:pt x="360645" y="24789"/>
                  <a:pt x="361508" y="24789"/>
                </a:cubicBezTo>
                <a:cubicBezTo>
                  <a:pt x="362325" y="24789"/>
                  <a:pt x="363008" y="24812"/>
                  <a:pt x="363551" y="24857"/>
                </a:cubicBezTo>
                <a:cubicBezTo>
                  <a:pt x="364097" y="24903"/>
                  <a:pt x="364528" y="25017"/>
                  <a:pt x="364846" y="25197"/>
                </a:cubicBezTo>
                <a:cubicBezTo>
                  <a:pt x="365163" y="25380"/>
                  <a:pt x="365391" y="25583"/>
                  <a:pt x="365526" y="25812"/>
                </a:cubicBezTo>
                <a:cubicBezTo>
                  <a:pt x="365663" y="25992"/>
                  <a:pt x="365731" y="26220"/>
                  <a:pt x="365731" y="26492"/>
                </a:cubicBezTo>
                <a:lnTo>
                  <a:pt x="365731" y="33984"/>
                </a:lnTo>
                <a:cubicBezTo>
                  <a:pt x="367094" y="31941"/>
                  <a:pt x="368386" y="30284"/>
                  <a:pt x="369612" y="29012"/>
                </a:cubicBezTo>
                <a:cubicBezTo>
                  <a:pt x="370883" y="27695"/>
                  <a:pt x="372064" y="26675"/>
                  <a:pt x="373155" y="25946"/>
                </a:cubicBezTo>
                <a:cubicBezTo>
                  <a:pt x="374244" y="25175"/>
                  <a:pt x="375313" y="24652"/>
                  <a:pt x="376356" y="24380"/>
                </a:cubicBezTo>
                <a:cubicBezTo>
                  <a:pt x="377444" y="24109"/>
                  <a:pt x="378536" y="23972"/>
                  <a:pt x="379625" y="23972"/>
                </a:cubicBezTo>
                <a:cubicBezTo>
                  <a:pt x="380125" y="23972"/>
                  <a:pt x="380690" y="23994"/>
                  <a:pt x="381328" y="24040"/>
                </a:cubicBezTo>
                <a:cubicBezTo>
                  <a:pt x="381962" y="24086"/>
                  <a:pt x="382622" y="24200"/>
                  <a:pt x="383302" y="24380"/>
                </a:cubicBezTo>
                <a:cubicBezTo>
                  <a:pt x="383982" y="24517"/>
                  <a:pt x="384597" y="24675"/>
                  <a:pt x="385142" y="24857"/>
                </a:cubicBezTo>
                <a:cubicBezTo>
                  <a:pt x="385685" y="25037"/>
                  <a:pt x="386071" y="25243"/>
                  <a:pt x="386300" y="25469"/>
                </a:cubicBezTo>
                <a:cubicBezTo>
                  <a:pt x="386525" y="25652"/>
                  <a:pt x="386663" y="25835"/>
                  <a:pt x="386708" y="26015"/>
                </a:cubicBezTo>
                <a:cubicBezTo>
                  <a:pt x="386797" y="26152"/>
                  <a:pt x="386865" y="26355"/>
                  <a:pt x="386911" y="26629"/>
                </a:cubicBezTo>
                <a:cubicBezTo>
                  <a:pt x="387003" y="26901"/>
                  <a:pt x="387048" y="27286"/>
                  <a:pt x="387048" y="27786"/>
                </a:cubicBezTo>
                <a:cubicBezTo>
                  <a:pt x="387094" y="28286"/>
                  <a:pt x="387117" y="28989"/>
                  <a:pt x="387117" y="29898"/>
                </a:cubicBezTo>
                <a:close/>
                <a:moveTo>
                  <a:pt x="407122" y="77570"/>
                </a:moveTo>
                <a:cubicBezTo>
                  <a:pt x="407122" y="77887"/>
                  <a:pt x="407031" y="78161"/>
                  <a:pt x="406851" y="78387"/>
                </a:cubicBezTo>
                <a:cubicBezTo>
                  <a:pt x="406714" y="78570"/>
                  <a:pt x="406465" y="78750"/>
                  <a:pt x="406102" y="78933"/>
                </a:cubicBezTo>
                <a:cubicBezTo>
                  <a:pt x="405782" y="79067"/>
                  <a:pt x="405331" y="79158"/>
                  <a:pt x="404739" y="79204"/>
                </a:cubicBezTo>
                <a:cubicBezTo>
                  <a:pt x="404148" y="79296"/>
                  <a:pt x="403376" y="79341"/>
                  <a:pt x="402425" y="79341"/>
                </a:cubicBezTo>
                <a:cubicBezTo>
                  <a:pt x="401516" y="79341"/>
                  <a:pt x="400744" y="79296"/>
                  <a:pt x="400107" y="79204"/>
                </a:cubicBezTo>
                <a:cubicBezTo>
                  <a:pt x="399519" y="79158"/>
                  <a:pt x="399041" y="79067"/>
                  <a:pt x="398678" y="78933"/>
                </a:cubicBezTo>
                <a:cubicBezTo>
                  <a:pt x="398315" y="78750"/>
                  <a:pt x="398064" y="78570"/>
                  <a:pt x="397930" y="78387"/>
                </a:cubicBezTo>
                <a:cubicBezTo>
                  <a:pt x="397793" y="78161"/>
                  <a:pt x="397724" y="77887"/>
                  <a:pt x="397724" y="77570"/>
                </a:cubicBezTo>
                <a:lnTo>
                  <a:pt x="397724" y="26492"/>
                </a:lnTo>
                <a:cubicBezTo>
                  <a:pt x="397724" y="26263"/>
                  <a:pt x="397793" y="26038"/>
                  <a:pt x="397930" y="25812"/>
                </a:cubicBezTo>
                <a:cubicBezTo>
                  <a:pt x="398064" y="25583"/>
                  <a:pt x="398315" y="25403"/>
                  <a:pt x="398678" y="25266"/>
                </a:cubicBezTo>
                <a:cubicBezTo>
                  <a:pt x="399041" y="25083"/>
                  <a:pt x="399519" y="24972"/>
                  <a:pt x="400107" y="24926"/>
                </a:cubicBezTo>
                <a:cubicBezTo>
                  <a:pt x="400744" y="24835"/>
                  <a:pt x="401516" y="24789"/>
                  <a:pt x="402425" y="24789"/>
                </a:cubicBezTo>
                <a:cubicBezTo>
                  <a:pt x="403376" y="24789"/>
                  <a:pt x="404148" y="24835"/>
                  <a:pt x="404739" y="24926"/>
                </a:cubicBezTo>
                <a:cubicBezTo>
                  <a:pt x="405331" y="24972"/>
                  <a:pt x="405782" y="25083"/>
                  <a:pt x="406102" y="25266"/>
                </a:cubicBezTo>
                <a:cubicBezTo>
                  <a:pt x="406465" y="25403"/>
                  <a:pt x="406714" y="25583"/>
                  <a:pt x="406851" y="25812"/>
                </a:cubicBezTo>
                <a:cubicBezTo>
                  <a:pt x="407031" y="26038"/>
                  <a:pt x="407122" y="26266"/>
                  <a:pt x="407122" y="26492"/>
                </a:cubicBezTo>
                <a:lnTo>
                  <a:pt x="407122" y="77570"/>
                </a:lnTo>
                <a:close/>
                <a:moveTo>
                  <a:pt x="408214" y="9261"/>
                </a:moveTo>
                <a:cubicBezTo>
                  <a:pt x="408214" y="11487"/>
                  <a:pt x="407782" y="13007"/>
                  <a:pt x="406919" y="13825"/>
                </a:cubicBezTo>
                <a:cubicBezTo>
                  <a:pt x="406102" y="14596"/>
                  <a:pt x="404579" y="14982"/>
                  <a:pt x="402356" y="14982"/>
                </a:cubicBezTo>
                <a:cubicBezTo>
                  <a:pt x="400176" y="14982"/>
                  <a:pt x="398678" y="14596"/>
                  <a:pt x="397861" y="13825"/>
                </a:cubicBezTo>
                <a:cubicBezTo>
                  <a:pt x="397044" y="13007"/>
                  <a:pt x="396635" y="11530"/>
                  <a:pt x="396635" y="9398"/>
                </a:cubicBezTo>
                <a:cubicBezTo>
                  <a:pt x="396635" y="7218"/>
                  <a:pt x="397044" y="5744"/>
                  <a:pt x="397861" y="4972"/>
                </a:cubicBezTo>
                <a:cubicBezTo>
                  <a:pt x="398678" y="4155"/>
                  <a:pt x="400221" y="3746"/>
                  <a:pt x="402493" y="3746"/>
                </a:cubicBezTo>
                <a:cubicBezTo>
                  <a:pt x="404671" y="3746"/>
                  <a:pt x="406171" y="4132"/>
                  <a:pt x="406988" y="4903"/>
                </a:cubicBezTo>
                <a:cubicBezTo>
                  <a:pt x="407805" y="5675"/>
                  <a:pt x="408214" y="7127"/>
                  <a:pt x="408214" y="9261"/>
                </a:cubicBezTo>
                <a:close/>
                <a:moveTo>
                  <a:pt x="461098" y="69806"/>
                </a:moveTo>
                <a:cubicBezTo>
                  <a:pt x="461098" y="70443"/>
                  <a:pt x="461075" y="71009"/>
                  <a:pt x="461029" y="71509"/>
                </a:cubicBezTo>
                <a:cubicBezTo>
                  <a:pt x="461029" y="71963"/>
                  <a:pt x="460983" y="72349"/>
                  <a:pt x="460892" y="72666"/>
                </a:cubicBezTo>
                <a:cubicBezTo>
                  <a:pt x="460800" y="72983"/>
                  <a:pt x="460689" y="73281"/>
                  <a:pt x="460552" y="73552"/>
                </a:cubicBezTo>
                <a:cubicBezTo>
                  <a:pt x="460415" y="73778"/>
                  <a:pt x="460098" y="74144"/>
                  <a:pt x="459597" y="74641"/>
                </a:cubicBezTo>
                <a:cubicBezTo>
                  <a:pt x="459143" y="75095"/>
                  <a:pt x="458349" y="75687"/>
                  <a:pt x="457214" y="76412"/>
                </a:cubicBezTo>
                <a:cubicBezTo>
                  <a:pt x="456080" y="77092"/>
                  <a:pt x="454785" y="77707"/>
                  <a:pt x="453334" y="78250"/>
                </a:cubicBezTo>
                <a:cubicBezTo>
                  <a:pt x="451925" y="78796"/>
                  <a:pt x="450382" y="79227"/>
                  <a:pt x="448702" y="79544"/>
                </a:cubicBezTo>
                <a:cubicBezTo>
                  <a:pt x="447067" y="79907"/>
                  <a:pt x="445364" y="80090"/>
                  <a:pt x="443593" y="80090"/>
                </a:cubicBezTo>
                <a:cubicBezTo>
                  <a:pt x="439915" y="80090"/>
                  <a:pt x="436646" y="79499"/>
                  <a:pt x="433786" y="78318"/>
                </a:cubicBezTo>
                <a:cubicBezTo>
                  <a:pt x="430971" y="77092"/>
                  <a:pt x="428611" y="75324"/>
                  <a:pt x="426705" y="73006"/>
                </a:cubicBezTo>
                <a:cubicBezTo>
                  <a:pt x="424796" y="70646"/>
                  <a:pt x="423344" y="67786"/>
                  <a:pt x="422344" y="64425"/>
                </a:cubicBezTo>
                <a:cubicBezTo>
                  <a:pt x="421347" y="61022"/>
                  <a:pt x="420847" y="57093"/>
                  <a:pt x="420847" y="52644"/>
                </a:cubicBezTo>
                <a:cubicBezTo>
                  <a:pt x="420847" y="47649"/>
                  <a:pt x="421461" y="43360"/>
                  <a:pt x="422687" y="39771"/>
                </a:cubicBezTo>
                <a:cubicBezTo>
                  <a:pt x="423913" y="36139"/>
                  <a:pt x="425590" y="33167"/>
                  <a:pt x="427725" y="30850"/>
                </a:cubicBezTo>
                <a:cubicBezTo>
                  <a:pt x="429859" y="28535"/>
                  <a:pt x="432380" y="26832"/>
                  <a:pt x="435286" y="25743"/>
                </a:cubicBezTo>
                <a:cubicBezTo>
                  <a:pt x="438192" y="24609"/>
                  <a:pt x="441324" y="24040"/>
                  <a:pt x="444684" y="24040"/>
                </a:cubicBezTo>
                <a:cubicBezTo>
                  <a:pt x="446319" y="24040"/>
                  <a:pt x="447885" y="24200"/>
                  <a:pt x="449382" y="24517"/>
                </a:cubicBezTo>
                <a:cubicBezTo>
                  <a:pt x="450928" y="24789"/>
                  <a:pt x="452334" y="25175"/>
                  <a:pt x="453605" y="25675"/>
                </a:cubicBezTo>
                <a:cubicBezTo>
                  <a:pt x="454923" y="26175"/>
                  <a:pt x="456080" y="26740"/>
                  <a:pt x="457077" y="27378"/>
                </a:cubicBezTo>
                <a:cubicBezTo>
                  <a:pt x="458077" y="28012"/>
                  <a:pt x="458803" y="28558"/>
                  <a:pt x="459257" y="29012"/>
                </a:cubicBezTo>
                <a:cubicBezTo>
                  <a:pt x="459712" y="29467"/>
                  <a:pt x="460006" y="29829"/>
                  <a:pt x="460143" y="30101"/>
                </a:cubicBezTo>
                <a:cubicBezTo>
                  <a:pt x="460326" y="30372"/>
                  <a:pt x="460460" y="30692"/>
                  <a:pt x="460552" y="31055"/>
                </a:cubicBezTo>
                <a:cubicBezTo>
                  <a:pt x="460689" y="31418"/>
                  <a:pt x="460778" y="31827"/>
                  <a:pt x="460823" y="32281"/>
                </a:cubicBezTo>
                <a:cubicBezTo>
                  <a:pt x="460869" y="32736"/>
                  <a:pt x="460892" y="33301"/>
                  <a:pt x="460892" y="33984"/>
                </a:cubicBezTo>
                <a:cubicBezTo>
                  <a:pt x="460892" y="35436"/>
                  <a:pt x="460712" y="36459"/>
                  <a:pt x="460346" y="37047"/>
                </a:cubicBezTo>
                <a:cubicBezTo>
                  <a:pt x="460029" y="37639"/>
                  <a:pt x="459620" y="37933"/>
                  <a:pt x="459120" y="37933"/>
                </a:cubicBezTo>
                <a:cubicBezTo>
                  <a:pt x="458577" y="37933"/>
                  <a:pt x="457917" y="37616"/>
                  <a:pt x="457146" y="36979"/>
                </a:cubicBezTo>
                <a:cubicBezTo>
                  <a:pt x="456420" y="36345"/>
                  <a:pt x="455488" y="35664"/>
                  <a:pt x="454354" y="34936"/>
                </a:cubicBezTo>
                <a:cubicBezTo>
                  <a:pt x="453220" y="34164"/>
                  <a:pt x="451834" y="33484"/>
                  <a:pt x="450199" y="32893"/>
                </a:cubicBezTo>
                <a:cubicBezTo>
                  <a:pt x="448610" y="32258"/>
                  <a:pt x="446727" y="31941"/>
                  <a:pt x="444547" y="31941"/>
                </a:cubicBezTo>
                <a:cubicBezTo>
                  <a:pt x="440052" y="31941"/>
                  <a:pt x="436603" y="33664"/>
                  <a:pt x="434194" y="37116"/>
                </a:cubicBezTo>
                <a:cubicBezTo>
                  <a:pt x="431788" y="40568"/>
                  <a:pt x="430585" y="45583"/>
                  <a:pt x="430585" y="52167"/>
                </a:cubicBezTo>
                <a:cubicBezTo>
                  <a:pt x="430585" y="55435"/>
                  <a:pt x="430902" y="58319"/>
                  <a:pt x="431540" y="60816"/>
                </a:cubicBezTo>
                <a:cubicBezTo>
                  <a:pt x="432174" y="63314"/>
                  <a:pt x="433083" y="65402"/>
                  <a:pt x="434263" y="67083"/>
                </a:cubicBezTo>
                <a:cubicBezTo>
                  <a:pt x="435489" y="68717"/>
                  <a:pt x="436989" y="69943"/>
                  <a:pt x="438758" y="70760"/>
                </a:cubicBezTo>
                <a:cubicBezTo>
                  <a:pt x="440529" y="71578"/>
                  <a:pt x="442550" y="71986"/>
                  <a:pt x="444818" y="71986"/>
                </a:cubicBezTo>
                <a:cubicBezTo>
                  <a:pt x="446953" y="71986"/>
                  <a:pt x="448839" y="71646"/>
                  <a:pt x="450473" y="70963"/>
                </a:cubicBezTo>
                <a:cubicBezTo>
                  <a:pt x="452108" y="70283"/>
                  <a:pt x="453514" y="69534"/>
                  <a:pt x="454694" y="68717"/>
                </a:cubicBezTo>
                <a:cubicBezTo>
                  <a:pt x="455874" y="67900"/>
                  <a:pt x="456874" y="67174"/>
                  <a:pt x="457691" y="66537"/>
                </a:cubicBezTo>
                <a:cubicBezTo>
                  <a:pt x="458509" y="65857"/>
                  <a:pt x="459143" y="65517"/>
                  <a:pt x="459597" y="65517"/>
                </a:cubicBezTo>
                <a:cubicBezTo>
                  <a:pt x="459872" y="65517"/>
                  <a:pt x="460098" y="65582"/>
                  <a:pt x="460280" y="65720"/>
                </a:cubicBezTo>
                <a:cubicBezTo>
                  <a:pt x="460460" y="65857"/>
                  <a:pt x="460620" y="66105"/>
                  <a:pt x="460755" y="66468"/>
                </a:cubicBezTo>
                <a:cubicBezTo>
                  <a:pt x="460892" y="66831"/>
                  <a:pt x="460983" y="67286"/>
                  <a:pt x="461029" y="67831"/>
                </a:cubicBezTo>
                <a:cubicBezTo>
                  <a:pt x="461075" y="68377"/>
                  <a:pt x="461098" y="69034"/>
                  <a:pt x="461098" y="69806"/>
                </a:cubicBezTo>
                <a:close/>
                <a:moveTo>
                  <a:pt x="515470" y="77501"/>
                </a:moveTo>
                <a:cubicBezTo>
                  <a:pt x="515470" y="77821"/>
                  <a:pt x="515379" y="78093"/>
                  <a:pt x="515199" y="78318"/>
                </a:cubicBezTo>
                <a:cubicBezTo>
                  <a:pt x="515062" y="78547"/>
                  <a:pt x="514813" y="78750"/>
                  <a:pt x="514450" y="78933"/>
                </a:cubicBezTo>
                <a:cubicBezTo>
                  <a:pt x="514130" y="79067"/>
                  <a:pt x="513633" y="79158"/>
                  <a:pt x="512950" y="79204"/>
                </a:cubicBezTo>
                <a:cubicBezTo>
                  <a:pt x="512315" y="79296"/>
                  <a:pt x="511521" y="79341"/>
                  <a:pt x="510567" y="79341"/>
                </a:cubicBezTo>
                <a:cubicBezTo>
                  <a:pt x="509524" y="79341"/>
                  <a:pt x="508661" y="79296"/>
                  <a:pt x="507978" y="79204"/>
                </a:cubicBezTo>
                <a:cubicBezTo>
                  <a:pt x="507343" y="79158"/>
                  <a:pt x="506798" y="79090"/>
                  <a:pt x="506343" y="79001"/>
                </a:cubicBezTo>
                <a:cubicBezTo>
                  <a:pt x="505889" y="78864"/>
                  <a:pt x="505503" y="78681"/>
                  <a:pt x="505186" y="78456"/>
                </a:cubicBezTo>
                <a:cubicBezTo>
                  <a:pt x="504915" y="78184"/>
                  <a:pt x="504663" y="77864"/>
                  <a:pt x="504437" y="77501"/>
                </a:cubicBezTo>
                <a:lnTo>
                  <a:pt x="482918" y="49306"/>
                </a:lnTo>
                <a:lnTo>
                  <a:pt x="482918" y="77570"/>
                </a:lnTo>
                <a:cubicBezTo>
                  <a:pt x="482918" y="77887"/>
                  <a:pt x="482826" y="78161"/>
                  <a:pt x="482643" y="78387"/>
                </a:cubicBezTo>
                <a:cubicBezTo>
                  <a:pt x="482509" y="78570"/>
                  <a:pt x="482257" y="78750"/>
                  <a:pt x="481895" y="78933"/>
                </a:cubicBezTo>
                <a:cubicBezTo>
                  <a:pt x="481577" y="79067"/>
                  <a:pt x="481123" y="79158"/>
                  <a:pt x="480531" y="79204"/>
                </a:cubicBezTo>
                <a:cubicBezTo>
                  <a:pt x="479943" y="79296"/>
                  <a:pt x="479171" y="79341"/>
                  <a:pt x="478217" y="79341"/>
                </a:cubicBezTo>
                <a:cubicBezTo>
                  <a:pt x="477308" y="79341"/>
                  <a:pt x="476537" y="79296"/>
                  <a:pt x="475902" y="79204"/>
                </a:cubicBezTo>
                <a:cubicBezTo>
                  <a:pt x="475311" y="79158"/>
                  <a:pt x="474834" y="79067"/>
                  <a:pt x="474471" y="78933"/>
                </a:cubicBezTo>
                <a:cubicBezTo>
                  <a:pt x="474108" y="78750"/>
                  <a:pt x="473859" y="78570"/>
                  <a:pt x="473722" y="78387"/>
                </a:cubicBezTo>
                <a:cubicBezTo>
                  <a:pt x="473585" y="78161"/>
                  <a:pt x="473519" y="77887"/>
                  <a:pt x="473519" y="77570"/>
                </a:cubicBezTo>
                <a:lnTo>
                  <a:pt x="473519" y="1769"/>
                </a:lnTo>
                <a:cubicBezTo>
                  <a:pt x="473519" y="1497"/>
                  <a:pt x="473585" y="1249"/>
                  <a:pt x="473722" y="1020"/>
                </a:cubicBezTo>
                <a:cubicBezTo>
                  <a:pt x="473859" y="794"/>
                  <a:pt x="474108" y="612"/>
                  <a:pt x="474471" y="477"/>
                </a:cubicBezTo>
                <a:cubicBezTo>
                  <a:pt x="474834" y="294"/>
                  <a:pt x="475311" y="180"/>
                  <a:pt x="475902" y="134"/>
                </a:cubicBezTo>
                <a:cubicBezTo>
                  <a:pt x="476537" y="46"/>
                  <a:pt x="477308" y="0"/>
                  <a:pt x="478217" y="0"/>
                </a:cubicBezTo>
                <a:cubicBezTo>
                  <a:pt x="479171" y="0"/>
                  <a:pt x="479943" y="46"/>
                  <a:pt x="480531" y="134"/>
                </a:cubicBezTo>
                <a:cubicBezTo>
                  <a:pt x="481123" y="180"/>
                  <a:pt x="481577" y="294"/>
                  <a:pt x="481895" y="477"/>
                </a:cubicBezTo>
                <a:cubicBezTo>
                  <a:pt x="482257" y="612"/>
                  <a:pt x="482509" y="794"/>
                  <a:pt x="482643" y="1020"/>
                </a:cubicBezTo>
                <a:cubicBezTo>
                  <a:pt x="482826" y="1249"/>
                  <a:pt x="482918" y="1497"/>
                  <a:pt x="482918" y="1769"/>
                </a:cubicBezTo>
                <a:lnTo>
                  <a:pt x="482918" y="47946"/>
                </a:lnTo>
                <a:lnTo>
                  <a:pt x="502188" y="26763"/>
                </a:lnTo>
                <a:cubicBezTo>
                  <a:pt x="502509" y="26355"/>
                  <a:pt x="502826" y="26038"/>
                  <a:pt x="503143" y="25812"/>
                </a:cubicBezTo>
                <a:cubicBezTo>
                  <a:pt x="503506" y="25583"/>
                  <a:pt x="503914" y="25380"/>
                  <a:pt x="504369" y="25197"/>
                </a:cubicBezTo>
                <a:cubicBezTo>
                  <a:pt x="504869" y="25017"/>
                  <a:pt x="505437" y="24903"/>
                  <a:pt x="506072" y="24857"/>
                </a:cubicBezTo>
                <a:cubicBezTo>
                  <a:pt x="506706" y="24812"/>
                  <a:pt x="507481" y="24789"/>
                  <a:pt x="508386" y="24789"/>
                </a:cubicBezTo>
                <a:cubicBezTo>
                  <a:pt x="509341" y="24789"/>
                  <a:pt x="510135" y="24812"/>
                  <a:pt x="510772" y="24857"/>
                </a:cubicBezTo>
                <a:cubicBezTo>
                  <a:pt x="511407" y="24903"/>
                  <a:pt x="511930" y="24995"/>
                  <a:pt x="512338" y="25129"/>
                </a:cubicBezTo>
                <a:cubicBezTo>
                  <a:pt x="512747" y="25266"/>
                  <a:pt x="513018" y="25446"/>
                  <a:pt x="513156" y="25675"/>
                </a:cubicBezTo>
                <a:cubicBezTo>
                  <a:pt x="513336" y="25855"/>
                  <a:pt x="513427" y="26129"/>
                  <a:pt x="513427" y="26492"/>
                </a:cubicBezTo>
                <a:cubicBezTo>
                  <a:pt x="513427" y="26946"/>
                  <a:pt x="513290" y="27401"/>
                  <a:pt x="513018" y="27855"/>
                </a:cubicBezTo>
                <a:cubicBezTo>
                  <a:pt x="512793" y="28309"/>
                  <a:pt x="512407" y="28829"/>
                  <a:pt x="511861" y="29421"/>
                </a:cubicBezTo>
                <a:lnTo>
                  <a:pt x="493336" y="47946"/>
                </a:lnTo>
                <a:lnTo>
                  <a:pt x="514107" y="74846"/>
                </a:lnTo>
                <a:cubicBezTo>
                  <a:pt x="514607" y="75481"/>
                  <a:pt x="514947" y="76004"/>
                  <a:pt x="515130" y="76412"/>
                </a:cubicBezTo>
                <a:cubicBezTo>
                  <a:pt x="515356" y="76821"/>
                  <a:pt x="515470" y="77184"/>
                  <a:pt x="515470" y="77501"/>
                </a:cubicBezTo>
                <a:close/>
                <a:moveTo>
                  <a:pt x="557333" y="63677"/>
                </a:moveTo>
                <a:cubicBezTo>
                  <a:pt x="557333" y="66311"/>
                  <a:pt x="556858" y="68649"/>
                  <a:pt x="555904" y="70692"/>
                </a:cubicBezTo>
                <a:cubicBezTo>
                  <a:pt x="554949" y="72735"/>
                  <a:pt x="553566" y="74461"/>
                  <a:pt x="551749" y="75867"/>
                </a:cubicBezTo>
                <a:cubicBezTo>
                  <a:pt x="549977" y="77230"/>
                  <a:pt x="547868" y="78273"/>
                  <a:pt x="545417" y="79001"/>
                </a:cubicBezTo>
                <a:cubicBezTo>
                  <a:pt x="542965" y="79727"/>
                  <a:pt x="540262" y="80090"/>
                  <a:pt x="537310" y="80090"/>
                </a:cubicBezTo>
                <a:cubicBezTo>
                  <a:pt x="535496" y="80090"/>
                  <a:pt x="533770" y="79930"/>
                  <a:pt x="532135" y="79613"/>
                </a:cubicBezTo>
                <a:cubicBezTo>
                  <a:pt x="530501" y="79341"/>
                  <a:pt x="529026" y="79001"/>
                  <a:pt x="527709" y="78593"/>
                </a:cubicBezTo>
                <a:cubicBezTo>
                  <a:pt x="526392" y="78138"/>
                  <a:pt x="525280" y="77684"/>
                  <a:pt x="524371" y="77230"/>
                </a:cubicBezTo>
                <a:cubicBezTo>
                  <a:pt x="523463" y="76730"/>
                  <a:pt x="522805" y="76298"/>
                  <a:pt x="522397" y="75935"/>
                </a:cubicBezTo>
                <a:cubicBezTo>
                  <a:pt x="521988" y="75572"/>
                  <a:pt x="521671" y="75049"/>
                  <a:pt x="521442" y="74369"/>
                </a:cubicBezTo>
                <a:cubicBezTo>
                  <a:pt x="521262" y="73689"/>
                  <a:pt x="521171" y="72758"/>
                  <a:pt x="521171" y="71578"/>
                </a:cubicBezTo>
                <a:cubicBezTo>
                  <a:pt x="521171" y="70852"/>
                  <a:pt x="521217" y="70237"/>
                  <a:pt x="521308" y="69737"/>
                </a:cubicBezTo>
                <a:cubicBezTo>
                  <a:pt x="521397" y="69237"/>
                  <a:pt x="521488" y="68851"/>
                  <a:pt x="521579" y="68580"/>
                </a:cubicBezTo>
                <a:cubicBezTo>
                  <a:pt x="521717" y="68263"/>
                  <a:pt x="521874" y="68034"/>
                  <a:pt x="522057" y="67900"/>
                </a:cubicBezTo>
                <a:cubicBezTo>
                  <a:pt x="522282" y="67763"/>
                  <a:pt x="522534" y="67694"/>
                  <a:pt x="522805" y="67694"/>
                </a:cubicBezTo>
                <a:cubicBezTo>
                  <a:pt x="523214" y="67694"/>
                  <a:pt x="523825" y="67968"/>
                  <a:pt x="524643" y="68511"/>
                </a:cubicBezTo>
                <a:cubicBezTo>
                  <a:pt x="525460" y="69011"/>
                  <a:pt x="526460" y="69557"/>
                  <a:pt x="527640" y="70146"/>
                </a:cubicBezTo>
                <a:cubicBezTo>
                  <a:pt x="528820" y="70737"/>
                  <a:pt x="530229" y="71303"/>
                  <a:pt x="531864" y="71849"/>
                </a:cubicBezTo>
                <a:cubicBezTo>
                  <a:pt x="533498" y="72349"/>
                  <a:pt x="535381" y="72598"/>
                  <a:pt x="537516" y="72598"/>
                </a:cubicBezTo>
                <a:cubicBezTo>
                  <a:pt x="539105" y="72598"/>
                  <a:pt x="540536" y="72440"/>
                  <a:pt x="541805" y="72120"/>
                </a:cubicBezTo>
                <a:cubicBezTo>
                  <a:pt x="543076" y="71758"/>
                  <a:pt x="544191" y="71260"/>
                  <a:pt x="545142" y="70623"/>
                </a:cubicBezTo>
                <a:cubicBezTo>
                  <a:pt x="546097" y="69943"/>
                  <a:pt x="546823" y="69103"/>
                  <a:pt x="547323" y="68103"/>
                </a:cubicBezTo>
                <a:cubicBezTo>
                  <a:pt x="547823" y="67060"/>
                  <a:pt x="548071" y="65834"/>
                  <a:pt x="548071" y="64425"/>
                </a:cubicBezTo>
                <a:cubicBezTo>
                  <a:pt x="548071" y="62974"/>
                  <a:pt x="547708" y="61771"/>
                  <a:pt x="546983" y="60816"/>
                </a:cubicBezTo>
                <a:cubicBezTo>
                  <a:pt x="546257" y="59819"/>
                  <a:pt x="545280" y="58956"/>
                  <a:pt x="544054" y="58227"/>
                </a:cubicBezTo>
                <a:cubicBezTo>
                  <a:pt x="542874" y="57456"/>
                  <a:pt x="541511" y="56776"/>
                  <a:pt x="539967" y="56184"/>
                </a:cubicBezTo>
                <a:cubicBezTo>
                  <a:pt x="538470" y="55596"/>
                  <a:pt x="536901" y="54981"/>
                  <a:pt x="535267" y="54347"/>
                </a:cubicBezTo>
                <a:cubicBezTo>
                  <a:pt x="533678" y="53667"/>
                  <a:pt x="532112" y="52938"/>
                  <a:pt x="530569" y="52167"/>
                </a:cubicBezTo>
                <a:cubicBezTo>
                  <a:pt x="529072" y="51349"/>
                  <a:pt x="527709" y="50352"/>
                  <a:pt x="526483" y="49172"/>
                </a:cubicBezTo>
                <a:cubicBezTo>
                  <a:pt x="525257" y="47989"/>
                  <a:pt x="524280" y="46583"/>
                  <a:pt x="523554" y="44948"/>
                </a:cubicBezTo>
                <a:cubicBezTo>
                  <a:pt x="522828" y="43314"/>
                  <a:pt x="522465" y="41362"/>
                  <a:pt x="522465" y="39091"/>
                </a:cubicBezTo>
                <a:cubicBezTo>
                  <a:pt x="522465" y="37093"/>
                  <a:pt x="522851" y="35187"/>
                  <a:pt x="523623" y="33370"/>
                </a:cubicBezTo>
                <a:cubicBezTo>
                  <a:pt x="524394" y="31510"/>
                  <a:pt x="525551" y="29898"/>
                  <a:pt x="527094" y="28535"/>
                </a:cubicBezTo>
                <a:cubicBezTo>
                  <a:pt x="528640" y="27172"/>
                  <a:pt x="530569" y="26083"/>
                  <a:pt x="532884" y="25266"/>
                </a:cubicBezTo>
                <a:cubicBezTo>
                  <a:pt x="535244" y="24403"/>
                  <a:pt x="537970" y="23972"/>
                  <a:pt x="541056" y="23972"/>
                </a:cubicBezTo>
                <a:cubicBezTo>
                  <a:pt x="542419" y="23972"/>
                  <a:pt x="543782" y="24086"/>
                  <a:pt x="545142" y="24312"/>
                </a:cubicBezTo>
                <a:cubicBezTo>
                  <a:pt x="546505" y="24540"/>
                  <a:pt x="547731" y="24835"/>
                  <a:pt x="548820" y="25197"/>
                </a:cubicBezTo>
                <a:cubicBezTo>
                  <a:pt x="549912" y="25515"/>
                  <a:pt x="550840" y="25878"/>
                  <a:pt x="551612" y="26286"/>
                </a:cubicBezTo>
                <a:cubicBezTo>
                  <a:pt x="552386" y="26652"/>
                  <a:pt x="552975" y="26992"/>
                  <a:pt x="553383" y="27309"/>
                </a:cubicBezTo>
                <a:cubicBezTo>
                  <a:pt x="553792" y="27626"/>
                  <a:pt x="554064" y="27901"/>
                  <a:pt x="554201" y="28126"/>
                </a:cubicBezTo>
                <a:cubicBezTo>
                  <a:pt x="554338" y="28352"/>
                  <a:pt x="554429" y="28604"/>
                  <a:pt x="554472" y="28875"/>
                </a:cubicBezTo>
                <a:cubicBezTo>
                  <a:pt x="554518" y="29146"/>
                  <a:pt x="554564" y="29512"/>
                  <a:pt x="554609" y="29964"/>
                </a:cubicBezTo>
                <a:cubicBezTo>
                  <a:pt x="554701" y="30372"/>
                  <a:pt x="554746" y="30872"/>
                  <a:pt x="554746" y="31464"/>
                </a:cubicBezTo>
                <a:cubicBezTo>
                  <a:pt x="554746" y="32098"/>
                  <a:pt x="554701" y="32667"/>
                  <a:pt x="554609" y="33167"/>
                </a:cubicBezTo>
                <a:cubicBezTo>
                  <a:pt x="554564" y="33621"/>
                  <a:pt x="554472" y="34007"/>
                  <a:pt x="554338" y="34324"/>
                </a:cubicBezTo>
                <a:cubicBezTo>
                  <a:pt x="554201" y="34596"/>
                  <a:pt x="554044" y="34801"/>
                  <a:pt x="553861" y="34936"/>
                </a:cubicBezTo>
                <a:cubicBezTo>
                  <a:pt x="553678" y="35073"/>
                  <a:pt x="553475" y="35142"/>
                  <a:pt x="553246" y="35142"/>
                </a:cubicBezTo>
                <a:cubicBezTo>
                  <a:pt x="552929" y="35142"/>
                  <a:pt x="552429" y="34936"/>
                  <a:pt x="551749" y="34527"/>
                </a:cubicBezTo>
                <a:cubicBezTo>
                  <a:pt x="551115" y="34119"/>
                  <a:pt x="550274" y="33687"/>
                  <a:pt x="549229" y="33233"/>
                </a:cubicBezTo>
                <a:cubicBezTo>
                  <a:pt x="548231" y="32736"/>
                  <a:pt x="547051" y="32281"/>
                  <a:pt x="545688" y="31873"/>
                </a:cubicBezTo>
                <a:cubicBezTo>
                  <a:pt x="544325" y="31464"/>
                  <a:pt x="542736" y="31258"/>
                  <a:pt x="540922" y="31258"/>
                </a:cubicBezTo>
                <a:cubicBezTo>
                  <a:pt x="539330" y="31258"/>
                  <a:pt x="537924" y="31441"/>
                  <a:pt x="536699" y="31804"/>
                </a:cubicBezTo>
                <a:cubicBezTo>
                  <a:pt x="535518" y="32121"/>
                  <a:pt x="534541" y="32621"/>
                  <a:pt x="533770" y="33301"/>
                </a:cubicBezTo>
                <a:cubicBezTo>
                  <a:pt x="532998" y="33984"/>
                  <a:pt x="532407" y="34779"/>
                  <a:pt x="531998" y="35684"/>
                </a:cubicBezTo>
                <a:cubicBezTo>
                  <a:pt x="531589" y="36593"/>
                  <a:pt x="531386" y="37570"/>
                  <a:pt x="531386" y="38613"/>
                </a:cubicBezTo>
                <a:cubicBezTo>
                  <a:pt x="531386" y="40068"/>
                  <a:pt x="531772" y="41317"/>
                  <a:pt x="532544" y="42360"/>
                </a:cubicBezTo>
                <a:cubicBezTo>
                  <a:pt x="533315" y="43360"/>
                  <a:pt x="534292" y="44246"/>
                  <a:pt x="535473" y="45017"/>
                </a:cubicBezTo>
                <a:cubicBezTo>
                  <a:pt x="536699" y="45743"/>
                  <a:pt x="538084" y="46423"/>
                  <a:pt x="539627" y="47060"/>
                </a:cubicBezTo>
                <a:cubicBezTo>
                  <a:pt x="541170" y="47649"/>
                  <a:pt x="542736" y="48263"/>
                  <a:pt x="544325" y="48898"/>
                </a:cubicBezTo>
                <a:cubicBezTo>
                  <a:pt x="545960" y="49535"/>
                  <a:pt x="547548" y="50261"/>
                  <a:pt x="549094" y="51078"/>
                </a:cubicBezTo>
                <a:cubicBezTo>
                  <a:pt x="550683" y="51849"/>
                  <a:pt x="552089" y="52804"/>
                  <a:pt x="553315" y="53938"/>
                </a:cubicBezTo>
                <a:cubicBezTo>
                  <a:pt x="554541" y="55073"/>
                  <a:pt x="555518" y="56436"/>
                  <a:pt x="556244" y="58024"/>
                </a:cubicBezTo>
                <a:cubicBezTo>
                  <a:pt x="556970" y="59613"/>
                  <a:pt x="557333" y="61496"/>
                  <a:pt x="557333" y="63677"/>
                </a:cubicBezTo>
                <a:close/>
                <a:moveTo>
                  <a:pt x="640757" y="77570"/>
                </a:moveTo>
                <a:cubicBezTo>
                  <a:pt x="640757" y="77887"/>
                  <a:pt x="640689" y="78161"/>
                  <a:pt x="640551" y="78387"/>
                </a:cubicBezTo>
                <a:cubicBezTo>
                  <a:pt x="640417" y="78570"/>
                  <a:pt x="640166" y="78750"/>
                  <a:pt x="639803" y="78933"/>
                </a:cubicBezTo>
                <a:cubicBezTo>
                  <a:pt x="639486" y="79067"/>
                  <a:pt x="639054" y="79158"/>
                  <a:pt x="638508" y="79204"/>
                </a:cubicBezTo>
                <a:cubicBezTo>
                  <a:pt x="637965" y="79296"/>
                  <a:pt x="637283" y="79341"/>
                  <a:pt x="636465" y="79341"/>
                </a:cubicBezTo>
                <a:cubicBezTo>
                  <a:pt x="635602" y="79341"/>
                  <a:pt x="634899" y="79296"/>
                  <a:pt x="634354" y="79204"/>
                </a:cubicBezTo>
                <a:cubicBezTo>
                  <a:pt x="633811" y="79158"/>
                  <a:pt x="633379" y="79067"/>
                  <a:pt x="633062" y="78933"/>
                </a:cubicBezTo>
                <a:cubicBezTo>
                  <a:pt x="632742" y="78750"/>
                  <a:pt x="632516" y="78570"/>
                  <a:pt x="632379" y="78387"/>
                </a:cubicBezTo>
                <a:cubicBezTo>
                  <a:pt x="632288" y="78161"/>
                  <a:pt x="632245" y="77887"/>
                  <a:pt x="632245" y="77570"/>
                </a:cubicBezTo>
                <a:lnTo>
                  <a:pt x="632245" y="70829"/>
                </a:lnTo>
                <a:cubicBezTo>
                  <a:pt x="629339" y="74052"/>
                  <a:pt x="626455" y="76412"/>
                  <a:pt x="623595" y="77910"/>
                </a:cubicBezTo>
                <a:cubicBezTo>
                  <a:pt x="620780" y="79364"/>
                  <a:pt x="617920" y="80090"/>
                  <a:pt x="615014" y="80090"/>
                </a:cubicBezTo>
                <a:cubicBezTo>
                  <a:pt x="611608" y="80090"/>
                  <a:pt x="608725" y="79521"/>
                  <a:pt x="606364" y="78387"/>
                </a:cubicBezTo>
                <a:cubicBezTo>
                  <a:pt x="604047" y="77253"/>
                  <a:pt x="602164" y="75709"/>
                  <a:pt x="600712" y="73755"/>
                </a:cubicBezTo>
                <a:cubicBezTo>
                  <a:pt x="599303" y="71803"/>
                  <a:pt x="598283" y="69534"/>
                  <a:pt x="597646" y="66946"/>
                </a:cubicBezTo>
                <a:cubicBezTo>
                  <a:pt x="597012" y="64357"/>
                  <a:pt x="596692" y="61202"/>
                  <a:pt x="596692" y="57479"/>
                </a:cubicBezTo>
                <a:lnTo>
                  <a:pt x="596692" y="26492"/>
                </a:lnTo>
                <a:cubicBezTo>
                  <a:pt x="596692" y="26220"/>
                  <a:pt x="596760" y="25992"/>
                  <a:pt x="596897" y="25812"/>
                </a:cubicBezTo>
                <a:cubicBezTo>
                  <a:pt x="597035" y="25583"/>
                  <a:pt x="597283" y="25380"/>
                  <a:pt x="597646" y="25197"/>
                </a:cubicBezTo>
                <a:cubicBezTo>
                  <a:pt x="598055" y="25017"/>
                  <a:pt x="598555" y="24903"/>
                  <a:pt x="599143" y="24857"/>
                </a:cubicBezTo>
                <a:cubicBezTo>
                  <a:pt x="599735" y="24812"/>
                  <a:pt x="600484" y="24789"/>
                  <a:pt x="601392" y="24789"/>
                </a:cubicBezTo>
                <a:cubicBezTo>
                  <a:pt x="602301" y="24789"/>
                  <a:pt x="603050" y="24812"/>
                  <a:pt x="603638" y="24857"/>
                </a:cubicBezTo>
                <a:cubicBezTo>
                  <a:pt x="604276" y="24903"/>
                  <a:pt x="604776" y="25017"/>
                  <a:pt x="605138" y="25197"/>
                </a:cubicBezTo>
                <a:cubicBezTo>
                  <a:pt x="605501" y="25380"/>
                  <a:pt x="605750" y="25583"/>
                  <a:pt x="605887" y="25812"/>
                </a:cubicBezTo>
                <a:cubicBezTo>
                  <a:pt x="606070" y="25992"/>
                  <a:pt x="606159" y="26220"/>
                  <a:pt x="606159" y="26492"/>
                </a:cubicBezTo>
                <a:lnTo>
                  <a:pt x="606159" y="56253"/>
                </a:lnTo>
                <a:cubicBezTo>
                  <a:pt x="606159" y="59250"/>
                  <a:pt x="606364" y="61656"/>
                  <a:pt x="606773" y="63474"/>
                </a:cubicBezTo>
                <a:cubicBezTo>
                  <a:pt x="607227" y="65242"/>
                  <a:pt x="607885" y="66765"/>
                  <a:pt x="608748" y="68034"/>
                </a:cubicBezTo>
                <a:cubicBezTo>
                  <a:pt x="609656" y="69306"/>
                  <a:pt x="610791" y="70306"/>
                  <a:pt x="612154" y="71032"/>
                </a:cubicBezTo>
                <a:cubicBezTo>
                  <a:pt x="613514" y="71712"/>
                  <a:pt x="615103" y="72055"/>
                  <a:pt x="616920" y="72055"/>
                </a:cubicBezTo>
                <a:cubicBezTo>
                  <a:pt x="619235" y="72055"/>
                  <a:pt x="621552" y="71215"/>
                  <a:pt x="623867" y="69534"/>
                </a:cubicBezTo>
                <a:cubicBezTo>
                  <a:pt x="626227" y="67854"/>
                  <a:pt x="628701" y="65402"/>
                  <a:pt x="631290" y="62179"/>
                </a:cubicBezTo>
                <a:lnTo>
                  <a:pt x="631290" y="26492"/>
                </a:lnTo>
                <a:cubicBezTo>
                  <a:pt x="631290" y="26220"/>
                  <a:pt x="631359" y="25992"/>
                  <a:pt x="631493" y="25812"/>
                </a:cubicBezTo>
                <a:cubicBezTo>
                  <a:pt x="631630" y="25583"/>
                  <a:pt x="631879" y="25380"/>
                  <a:pt x="632245" y="25197"/>
                </a:cubicBezTo>
                <a:cubicBezTo>
                  <a:pt x="632653" y="25017"/>
                  <a:pt x="633151" y="24903"/>
                  <a:pt x="633742" y="24857"/>
                </a:cubicBezTo>
                <a:cubicBezTo>
                  <a:pt x="634331" y="24812"/>
                  <a:pt x="635105" y="24789"/>
                  <a:pt x="636057" y="24789"/>
                </a:cubicBezTo>
                <a:cubicBezTo>
                  <a:pt x="636965" y="24789"/>
                  <a:pt x="637714" y="24812"/>
                  <a:pt x="638305" y="24857"/>
                </a:cubicBezTo>
                <a:cubicBezTo>
                  <a:pt x="638894" y="24903"/>
                  <a:pt x="639348" y="25017"/>
                  <a:pt x="639666" y="25197"/>
                </a:cubicBezTo>
                <a:cubicBezTo>
                  <a:pt x="640031" y="25380"/>
                  <a:pt x="640303" y="25583"/>
                  <a:pt x="640483" y="25812"/>
                </a:cubicBezTo>
                <a:cubicBezTo>
                  <a:pt x="640666" y="25992"/>
                  <a:pt x="640757" y="26220"/>
                  <a:pt x="640757" y="26492"/>
                </a:cubicBezTo>
                <a:lnTo>
                  <a:pt x="640757" y="77570"/>
                </a:lnTo>
                <a:close/>
                <a:moveTo>
                  <a:pt x="702005" y="77570"/>
                </a:moveTo>
                <a:cubicBezTo>
                  <a:pt x="702005" y="77887"/>
                  <a:pt x="701913" y="78161"/>
                  <a:pt x="701731" y="78387"/>
                </a:cubicBezTo>
                <a:cubicBezTo>
                  <a:pt x="701596" y="78570"/>
                  <a:pt x="701345" y="78750"/>
                  <a:pt x="700982" y="78933"/>
                </a:cubicBezTo>
                <a:cubicBezTo>
                  <a:pt x="700665" y="79067"/>
                  <a:pt x="700210" y="79158"/>
                  <a:pt x="699622" y="79204"/>
                </a:cubicBezTo>
                <a:cubicBezTo>
                  <a:pt x="699030" y="79296"/>
                  <a:pt x="698282" y="79341"/>
                  <a:pt x="697373" y="79341"/>
                </a:cubicBezTo>
                <a:cubicBezTo>
                  <a:pt x="696418" y="79341"/>
                  <a:pt x="695624" y="79296"/>
                  <a:pt x="694990" y="79204"/>
                </a:cubicBezTo>
                <a:cubicBezTo>
                  <a:pt x="694398" y="79158"/>
                  <a:pt x="693921" y="79067"/>
                  <a:pt x="693558" y="78933"/>
                </a:cubicBezTo>
                <a:cubicBezTo>
                  <a:pt x="693241" y="78750"/>
                  <a:pt x="693015" y="78570"/>
                  <a:pt x="692878" y="78387"/>
                </a:cubicBezTo>
                <a:cubicBezTo>
                  <a:pt x="692741" y="78161"/>
                  <a:pt x="692675" y="77887"/>
                  <a:pt x="692675" y="77570"/>
                </a:cubicBezTo>
                <a:lnTo>
                  <a:pt x="692675" y="47672"/>
                </a:lnTo>
                <a:cubicBezTo>
                  <a:pt x="692675" y="44766"/>
                  <a:pt x="692447" y="42428"/>
                  <a:pt x="691992" y="40657"/>
                </a:cubicBezTo>
                <a:cubicBezTo>
                  <a:pt x="691538" y="38888"/>
                  <a:pt x="690858" y="37365"/>
                  <a:pt x="689949" y="36093"/>
                </a:cubicBezTo>
                <a:cubicBezTo>
                  <a:pt x="689086" y="34779"/>
                  <a:pt x="687952" y="33779"/>
                  <a:pt x="686546" y="33098"/>
                </a:cubicBezTo>
                <a:cubicBezTo>
                  <a:pt x="685183" y="32415"/>
                  <a:pt x="683594" y="32075"/>
                  <a:pt x="681777" y="32075"/>
                </a:cubicBezTo>
                <a:cubicBezTo>
                  <a:pt x="679462" y="32075"/>
                  <a:pt x="677125" y="32916"/>
                  <a:pt x="674761" y="34596"/>
                </a:cubicBezTo>
                <a:cubicBezTo>
                  <a:pt x="672447" y="36230"/>
                  <a:pt x="669995" y="38659"/>
                  <a:pt x="667406" y="41882"/>
                </a:cubicBezTo>
                <a:lnTo>
                  <a:pt x="667406" y="77570"/>
                </a:lnTo>
                <a:cubicBezTo>
                  <a:pt x="667406" y="77887"/>
                  <a:pt x="667315" y="78161"/>
                  <a:pt x="667135" y="78387"/>
                </a:cubicBezTo>
                <a:cubicBezTo>
                  <a:pt x="666998" y="78570"/>
                  <a:pt x="666749" y="78750"/>
                  <a:pt x="666386" y="78933"/>
                </a:cubicBezTo>
                <a:cubicBezTo>
                  <a:pt x="666069" y="79067"/>
                  <a:pt x="665615" y="79158"/>
                  <a:pt x="665023" y="79204"/>
                </a:cubicBezTo>
                <a:cubicBezTo>
                  <a:pt x="664434" y="79296"/>
                  <a:pt x="663660" y="79341"/>
                  <a:pt x="662709" y="79341"/>
                </a:cubicBezTo>
                <a:cubicBezTo>
                  <a:pt x="661800" y="79341"/>
                  <a:pt x="661028" y="79296"/>
                  <a:pt x="660391" y="79204"/>
                </a:cubicBezTo>
                <a:cubicBezTo>
                  <a:pt x="659802" y="79158"/>
                  <a:pt x="659325" y="79067"/>
                  <a:pt x="658962" y="78933"/>
                </a:cubicBezTo>
                <a:cubicBezTo>
                  <a:pt x="658599" y="78750"/>
                  <a:pt x="658348" y="78570"/>
                  <a:pt x="658214" y="78387"/>
                </a:cubicBezTo>
                <a:cubicBezTo>
                  <a:pt x="658077" y="78161"/>
                  <a:pt x="658008" y="77887"/>
                  <a:pt x="658008" y="77570"/>
                </a:cubicBezTo>
                <a:lnTo>
                  <a:pt x="658008" y="26492"/>
                </a:lnTo>
                <a:cubicBezTo>
                  <a:pt x="658008" y="26220"/>
                  <a:pt x="658054" y="25992"/>
                  <a:pt x="658145" y="25812"/>
                </a:cubicBezTo>
                <a:cubicBezTo>
                  <a:pt x="658282" y="25583"/>
                  <a:pt x="658508" y="25380"/>
                  <a:pt x="658825" y="25197"/>
                </a:cubicBezTo>
                <a:cubicBezTo>
                  <a:pt x="659188" y="25017"/>
                  <a:pt x="659642" y="24903"/>
                  <a:pt x="660188" y="24857"/>
                </a:cubicBezTo>
                <a:cubicBezTo>
                  <a:pt x="660734" y="24812"/>
                  <a:pt x="661437" y="24789"/>
                  <a:pt x="662300" y="24789"/>
                </a:cubicBezTo>
                <a:cubicBezTo>
                  <a:pt x="663117" y="24789"/>
                  <a:pt x="663797" y="24812"/>
                  <a:pt x="664343" y="24857"/>
                </a:cubicBezTo>
                <a:cubicBezTo>
                  <a:pt x="664886" y="24903"/>
                  <a:pt x="665317" y="25017"/>
                  <a:pt x="665637" y="25197"/>
                </a:cubicBezTo>
                <a:cubicBezTo>
                  <a:pt x="665955" y="25380"/>
                  <a:pt x="666180" y="25583"/>
                  <a:pt x="666318" y="25812"/>
                </a:cubicBezTo>
                <a:cubicBezTo>
                  <a:pt x="666455" y="25992"/>
                  <a:pt x="666520" y="26220"/>
                  <a:pt x="666520" y="26492"/>
                </a:cubicBezTo>
                <a:lnTo>
                  <a:pt x="666520" y="33301"/>
                </a:lnTo>
                <a:cubicBezTo>
                  <a:pt x="669381" y="30078"/>
                  <a:pt x="672241" y="27718"/>
                  <a:pt x="675102" y="26220"/>
                </a:cubicBezTo>
                <a:cubicBezTo>
                  <a:pt x="677962" y="24720"/>
                  <a:pt x="680845" y="23972"/>
                  <a:pt x="683751" y="23972"/>
                </a:cubicBezTo>
                <a:cubicBezTo>
                  <a:pt x="687157" y="23972"/>
                  <a:pt x="690018" y="24563"/>
                  <a:pt x="692332" y="25743"/>
                </a:cubicBezTo>
                <a:cubicBezTo>
                  <a:pt x="694650" y="26878"/>
                  <a:pt x="696533" y="28421"/>
                  <a:pt x="697987" y="30372"/>
                </a:cubicBezTo>
                <a:cubicBezTo>
                  <a:pt x="699439" y="32281"/>
                  <a:pt x="700459" y="34527"/>
                  <a:pt x="701050" y="37116"/>
                </a:cubicBezTo>
                <a:cubicBezTo>
                  <a:pt x="701685" y="39705"/>
                  <a:pt x="702005" y="42814"/>
                  <a:pt x="702005" y="46446"/>
                </a:cubicBezTo>
                <a:lnTo>
                  <a:pt x="702005" y="77570"/>
                </a:lnTo>
                <a:close/>
                <a:moveTo>
                  <a:pt x="751128" y="63677"/>
                </a:moveTo>
                <a:cubicBezTo>
                  <a:pt x="751128" y="66311"/>
                  <a:pt x="750651" y="68649"/>
                  <a:pt x="749699" y="70692"/>
                </a:cubicBezTo>
                <a:cubicBezTo>
                  <a:pt x="748745" y="72735"/>
                  <a:pt x="747362" y="74461"/>
                  <a:pt x="745545" y="75867"/>
                </a:cubicBezTo>
                <a:cubicBezTo>
                  <a:pt x="743773" y="77230"/>
                  <a:pt x="741661" y="78273"/>
                  <a:pt x="739210" y="79001"/>
                </a:cubicBezTo>
                <a:cubicBezTo>
                  <a:pt x="736758" y="79727"/>
                  <a:pt x="734057" y="80090"/>
                  <a:pt x="731106" y="80090"/>
                </a:cubicBezTo>
                <a:cubicBezTo>
                  <a:pt x="729291" y="80090"/>
                  <a:pt x="727565" y="79930"/>
                  <a:pt x="725931" y="79613"/>
                </a:cubicBezTo>
                <a:cubicBezTo>
                  <a:pt x="724296" y="79341"/>
                  <a:pt x="722819" y="79001"/>
                  <a:pt x="721504" y="78593"/>
                </a:cubicBezTo>
                <a:cubicBezTo>
                  <a:pt x="720187" y="78138"/>
                  <a:pt x="719076" y="77684"/>
                  <a:pt x="718167" y="77230"/>
                </a:cubicBezTo>
                <a:cubicBezTo>
                  <a:pt x="717258" y="76730"/>
                  <a:pt x="716601" y="76298"/>
                  <a:pt x="716192" y="75935"/>
                </a:cubicBezTo>
                <a:cubicBezTo>
                  <a:pt x="715784" y="75572"/>
                  <a:pt x="715464" y="75049"/>
                  <a:pt x="715238" y="74369"/>
                </a:cubicBezTo>
                <a:cubicBezTo>
                  <a:pt x="715055" y="73689"/>
                  <a:pt x="714967" y="72758"/>
                  <a:pt x="714967" y="71578"/>
                </a:cubicBezTo>
                <a:cubicBezTo>
                  <a:pt x="714967" y="70852"/>
                  <a:pt x="715012" y="70237"/>
                  <a:pt x="715101" y="69737"/>
                </a:cubicBezTo>
                <a:cubicBezTo>
                  <a:pt x="715192" y="69237"/>
                  <a:pt x="715284" y="68851"/>
                  <a:pt x="715375" y="68580"/>
                </a:cubicBezTo>
                <a:cubicBezTo>
                  <a:pt x="715509" y="68263"/>
                  <a:pt x="715669" y="68034"/>
                  <a:pt x="715849" y="67900"/>
                </a:cubicBezTo>
                <a:cubicBezTo>
                  <a:pt x="716078" y="67763"/>
                  <a:pt x="716327" y="67694"/>
                  <a:pt x="716601" y="67694"/>
                </a:cubicBezTo>
                <a:cubicBezTo>
                  <a:pt x="717010" y="67694"/>
                  <a:pt x="717621" y="67968"/>
                  <a:pt x="718438" y="68511"/>
                </a:cubicBezTo>
                <a:cubicBezTo>
                  <a:pt x="719256" y="69011"/>
                  <a:pt x="720256" y="69557"/>
                  <a:pt x="721436" y="70146"/>
                </a:cubicBezTo>
                <a:cubicBezTo>
                  <a:pt x="722616" y="70737"/>
                  <a:pt x="724025" y="71303"/>
                  <a:pt x="725659" y="71849"/>
                </a:cubicBezTo>
                <a:cubicBezTo>
                  <a:pt x="727294" y="72349"/>
                  <a:pt x="729177" y="72598"/>
                  <a:pt x="731311" y="72598"/>
                </a:cubicBezTo>
                <a:cubicBezTo>
                  <a:pt x="732900" y="72598"/>
                  <a:pt x="734329" y="72440"/>
                  <a:pt x="735601" y="72120"/>
                </a:cubicBezTo>
                <a:cubicBezTo>
                  <a:pt x="736872" y="71758"/>
                  <a:pt x="737984" y="71260"/>
                  <a:pt x="738938" y="70623"/>
                </a:cubicBezTo>
                <a:cubicBezTo>
                  <a:pt x="739892" y="69943"/>
                  <a:pt x="740618" y="69103"/>
                  <a:pt x="741118" y="68103"/>
                </a:cubicBezTo>
                <a:cubicBezTo>
                  <a:pt x="741618" y="67060"/>
                  <a:pt x="741867" y="65834"/>
                  <a:pt x="741867" y="64425"/>
                </a:cubicBezTo>
                <a:cubicBezTo>
                  <a:pt x="741867" y="62974"/>
                  <a:pt x="741504" y="61771"/>
                  <a:pt x="740778" y="60816"/>
                </a:cubicBezTo>
                <a:cubicBezTo>
                  <a:pt x="740050" y="59819"/>
                  <a:pt x="739075" y="58956"/>
                  <a:pt x="737849" y="58227"/>
                </a:cubicBezTo>
                <a:cubicBezTo>
                  <a:pt x="736669" y="57456"/>
                  <a:pt x="735306" y="56776"/>
                  <a:pt x="733763" y="56184"/>
                </a:cubicBezTo>
                <a:cubicBezTo>
                  <a:pt x="732263" y="55596"/>
                  <a:pt x="730697" y="54981"/>
                  <a:pt x="729063" y="54347"/>
                </a:cubicBezTo>
                <a:cubicBezTo>
                  <a:pt x="727474" y="53667"/>
                  <a:pt x="725908" y="52938"/>
                  <a:pt x="724365" y="52167"/>
                </a:cubicBezTo>
                <a:cubicBezTo>
                  <a:pt x="722865" y="51349"/>
                  <a:pt x="721504" y="50352"/>
                  <a:pt x="720279" y="49172"/>
                </a:cubicBezTo>
                <a:cubicBezTo>
                  <a:pt x="719053" y="47989"/>
                  <a:pt x="718075" y="46583"/>
                  <a:pt x="717350" y="44948"/>
                </a:cubicBezTo>
                <a:cubicBezTo>
                  <a:pt x="716624" y="43314"/>
                  <a:pt x="716258" y="41362"/>
                  <a:pt x="716258" y="39091"/>
                </a:cubicBezTo>
                <a:cubicBezTo>
                  <a:pt x="716258" y="37093"/>
                  <a:pt x="716647" y="35187"/>
                  <a:pt x="717418" y="33370"/>
                </a:cubicBezTo>
                <a:cubicBezTo>
                  <a:pt x="718190" y="31510"/>
                  <a:pt x="719347" y="29898"/>
                  <a:pt x="720890" y="28535"/>
                </a:cubicBezTo>
                <a:cubicBezTo>
                  <a:pt x="722433" y="27172"/>
                  <a:pt x="724365" y="26083"/>
                  <a:pt x="726679" y="25266"/>
                </a:cubicBezTo>
                <a:cubicBezTo>
                  <a:pt x="729040" y="24403"/>
                  <a:pt x="731766" y="23972"/>
                  <a:pt x="734852" y="23972"/>
                </a:cubicBezTo>
                <a:cubicBezTo>
                  <a:pt x="736215" y="23972"/>
                  <a:pt x="737575" y="24086"/>
                  <a:pt x="738938" y="24312"/>
                </a:cubicBezTo>
                <a:cubicBezTo>
                  <a:pt x="740301" y="24540"/>
                  <a:pt x="741527" y="24835"/>
                  <a:pt x="742616" y="25197"/>
                </a:cubicBezTo>
                <a:cubicBezTo>
                  <a:pt x="743704" y="25515"/>
                  <a:pt x="744636" y="25878"/>
                  <a:pt x="745407" y="26286"/>
                </a:cubicBezTo>
                <a:cubicBezTo>
                  <a:pt x="746179" y="26652"/>
                  <a:pt x="746770" y="26992"/>
                  <a:pt x="747179" y="27309"/>
                </a:cubicBezTo>
                <a:cubicBezTo>
                  <a:pt x="747588" y="27626"/>
                  <a:pt x="747859" y="27901"/>
                  <a:pt x="747996" y="28126"/>
                </a:cubicBezTo>
                <a:cubicBezTo>
                  <a:pt x="748134" y="28352"/>
                  <a:pt x="748222" y="28604"/>
                  <a:pt x="748268" y="28875"/>
                </a:cubicBezTo>
                <a:cubicBezTo>
                  <a:pt x="748314" y="29146"/>
                  <a:pt x="748359" y="29512"/>
                  <a:pt x="748405" y="29964"/>
                </a:cubicBezTo>
                <a:cubicBezTo>
                  <a:pt x="748496" y="30372"/>
                  <a:pt x="748542" y="30872"/>
                  <a:pt x="748542" y="31464"/>
                </a:cubicBezTo>
                <a:cubicBezTo>
                  <a:pt x="748542" y="32098"/>
                  <a:pt x="748496" y="32667"/>
                  <a:pt x="748405" y="33167"/>
                </a:cubicBezTo>
                <a:cubicBezTo>
                  <a:pt x="748359" y="33621"/>
                  <a:pt x="748268" y="34007"/>
                  <a:pt x="748134" y="34324"/>
                </a:cubicBezTo>
                <a:cubicBezTo>
                  <a:pt x="747996" y="34596"/>
                  <a:pt x="747836" y="34801"/>
                  <a:pt x="747656" y="34936"/>
                </a:cubicBezTo>
                <a:cubicBezTo>
                  <a:pt x="747473" y="35073"/>
                  <a:pt x="747271" y="35142"/>
                  <a:pt x="747042" y="35142"/>
                </a:cubicBezTo>
                <a:cubicBezTo>
                  <a:pt x="746725" y="35142"/>
                  <a:pt x="746225" y="34936"/>
                  <a:pt x="745545" y="34527"/>
                </a:cubicBezTo>
                <a:cubicBezTo>
                  <a:pt x="744907" y="34119"/>
                  <a:pt x="744070" y="33687"/>
                  <a:pt x="743024" y="33233"/>
                </a:cubicBezTo>
                <a:cubicBezTo>
                  <a:pt x="742027" y="32736"/>
                  <a:pt x="740844" y="32281"/>
                  <a:pt x="739484" y="31873"/>
                </a:cubicBezTo>
                <a:cubicBezTo>
                  <a:pt x="738121" y="31464"/>
                  <a:pt x="736532" y="31258"/>
                  <a:pt x="734715" y="31258"/>
                </a:cubicBezTo>
                <a:cubicBezTo>
                  <a:pt x="733126" y="31258"/>
                  <a:pt x="731720" y="31441"/>
                  <a:pt x="730494" y="31804"/>
                </a:cubicBezTo>
                <a:cubicBezTo>
                  <a:pt x="729314" y="32121"/>
                  <a:pt x="728337" y="32621"/>
                  <a:pt x="727565" y="33301"/>
                </a:cubicBezTo>
                <a:cubicBezTo>
                  <a:pt x="726794" y="33984"/>
                  <a:pt x="726202" y="34779"/>
                  <a:pt x="725794" y="35684"/>
                </a:cubicBezTo>
                <a:cubicBezTo>
                  <a:pt x="725385" y="36593"/>
                  <a:pt x="725182" y="37570"/>
                  <a:pt x="725182" y="38613"/>
                </a:cubicBezTo>
                <a:cubicBezTo>
                  <a:pt x="725182" y="40068"/>
                  <a:pt x="725568" y="41317"/>
                  <a:pt x="726339" y="42360"/>
                </a:cubicBezTo>
                <a:cubicBezTo>
                  <a:pt x="727111" y="43360"/>
                  <a:pt x="728088" y="44246"/>
                  <a:pt x="729268" y="45017"/>
                </a:cubicBezTo>
                <a:cubicBezTo>
                  <a:pt x="730494" y="45743"/>
                  <a:pt x="731877" y="46423"/>
                  <a:pt x="733423" y="47060"/>
                </a:cubicBezTo>
                <a:cubicBezTo>
                  <a:pt x="734966" y="47649"/>
                  <a:pt x="736532" y="48263"/>
                  <a:pt x="738121" y="48898"/>
                </a:cubicBezTo>
                <a:cubicBezTo>
                  <a:pt x="739755" y="49535"/>
                  <a:pt x="741344" y="50261"/>
                  <a:pt x="742887" y="51078"/>
                </a:cubicBezTo>
                <a:cubicBezTo>
                  <a:pt x="744479" y="51849"/>
                  <a:pt x="745885" y="52804"/>
                  <a:pt x="747111" y="53938"/>
                </a:cubicBezTo>
                <a:cubicBezTo>
                  <a:pt x="748336" y="55073"/>
                  <a:pt x="749314" y="56436"/>
                  <a:pt x="750039" y="58024"/>
                </a:cubicBezTo>
                <a:cubicBezTo>
                  <a:pt x="750765" y="59613"/>
                  <a:pt x="751128" y="61496"/>
                  <a:pt x="751128" y="63677"/>
                </a:cubicBezTo>
                <a:close/>
                <a:moveTo>
                  <a:pt x="789750" y="73824"/>
                </a:moveTo>
                <a:cubicBezTo>
                  <a:pt x="789750" y="74915"/>
                  <a:pt x="789682" y="75798"/>
                  <a:pt x="789544" y="76481"/>
                </a:cubicBezTo>
                <a:cubicBezTo>
                  <a:pt x="789407" y="77115"/>
                  <a:pt x="789181" y="77593"/>
                  <a:pt x="788864" y="77910"/>
                </a:cubicBezTo>
                <a:cubicBezTo>
                  <a:pt x="788547" y="78184"/>
                  <a:pt x="788093" y="78456"/>
                  <a:pt x="787501" y="78727"/>
                </a:cubicBezTo>
                <a:cubicBezTo>
                  <a:pt x="786913" y="79001"/>
                  <a:pt x="786207" y="79204"/>
                  <a:pt x="785390" y="79341"/>
                </a:cubicBezTo>
                <a:cubicBezTo>
                  <a:pt x="784618" y="79521"/>
                  <a:pt x="783801" y="79659"/>
                  <a:pt x="782938" y="79750"/>
                </a:cubicBezTo>
                <a:cubicBezTo>
                  <a:pt x="782075" y="79884"/>
                  <a:pt x="781212" y="79953"/>
                  <a:pt x="780352" y="79953"/>
                </a:cubicBezTo>
                <a:cubicBezTo>
                  <a:pt x="777717" y="79953"/>
                  <a:pt x="775448" y="79613"/>
                  <a:pt x="773540" y="78933"/>
                </a:cubicBezTo>
                <a:cubicBezTo>
                  <a:pt x="771634" y="78207"/>
                  <a:pt x="770068" y="77138"/>
                  <a:pt x="768842" y="75732"/>
                </a:cubicBezTo>
                <a:cubicBezTo>
                  <a:pt x="767662" y="74324"/>
                  <a:pt x="766799" y="72529"/>
                  <a:pt x="766253" y="70352"/>
                </a:cubicBezTo>
                <a:cubicBezTo>
                  <a:pt x="765707" y="68171"/>
                  <a:pt x="765436" y="65605"/>
                  <a:pt x="765436" y="62656"/>
                </a:cubicBezTo>
                <a:lnTo>
                  <a:pt x="765436" y="32824"/>
                </a:lnTo>
                <a:lnTo>
                  <a:pt x="758286" y="32824"/>
                </a:lnTo>
                <a:cubicBezTo>
                  <a:pt x="757695" y="32824"/>
                  <a:pt x="757217" y="32530"/>
                  <a:pt x="756855" y="31941"/>
                </a:cubicBezTo>
                <a:cubicBezTo>
                  <a:pt x="756537" y="31304"/>
                  <a:pt x="756377" y="30307"/>
                  <a:pt x="756377" y="28944"/>
                </a:cubicBezTo>
                <a:cubicBezTo>
                  <a:pt x="756377" y="28218"/>
                  <a:pt x="756423" y="27626"/>
                  <a:pt x="756515" y="27172"/>
                </a:cubicBezTo>
                <a:cubicBezTo>
                  <a:pt x="756652" y="26675"/>
                  <a:pt x="756786" y="26263"/>
                  <a:pt x="756923" y="25946"/>
                </a:cubicBezTo>
                <a:cubicBezTo>
                  <a:pt x="757060" y="25629"/>
                  <a:pt x="757240" y="25403"/>
                  <a:pt x="757469" y="25266"/>
                </a:cubicBezTo>
                <a:cubicBezTo>
                  <a:pt x="757740" y="25129"/>
                  <a:pt x="758035" y="25060"/>
                  <a:pt x="758352" y="25060"/>
                </a:cubicBezTo>
                <a:lnTo>
                  <a:pt x="765436" y="25060"/>
                </a:lnTo>
                <a:lnTo>
                  <a:pt x="765436" y="12939"/>
                </a:lnTo>
                <a:cubicBezTo>
                  <a:pt x="765436" y="12667"/>
                  <a:pt x="765504" y="12416"/>
                  <a:pt x="765641" y="12190"/>
                </a:cubicBezTo>
                <a:cubicBezTo>
                  <a:pt x="765776" y="11961"/>
                  <a:pt x="766027" y="11759"/>
                  <a:pt x="766390" y="11576"/>
                </a:cubicBezTo>
                <a:cubicBezTo>
                  <a:pt x="766753" y="11396"/>
                  <a:pt x="767230" y="11281"/>
                  <a:pt x="767819" y="11236"/>
                </a:cubicBezTo>
                <a:cubicBezTo>
                  <a:pt x="768410" y="11144"/>
                  <a:pt x="769159" y="11101"/>
                  <a:pt x="770068" y="11101"/>
                </a:cubicBezTo>
                <a:cubicBezTo>
                  <a:pt x="771019" y="11101"/>
                  <a:pt x="771794" y="11144"/>
                  <a:pt x="772382" y="11236"/>
                </a:cubicBezTo>
                <a:cubicBezTo>
                  <a:pt x="773019" y="11281"/>
                  <a:pt x="773494" y="11396"/>
                  <a:pt x="773814" y="11576"/>
                </a:cubicBezTo>
                <a:cubicBezTo>
                  <a:pt x="774177" y="11759"/>
                  <a:pt x="774425" y="11961"/>
                  <a:pt x="774563" y="12190"/>
                </a:cubicBezTo>
                <a:cubicBezTo>
                  <a:pt x="774697" y="12416"/>
                  <a:pt x="774765" y="12667"/>
                  <a:pt x="774765" y="12939"/>
                </a:cubicBezTo>
                <a:lnTo>
                  <a:pt x="774765" y="25060"/>
                </a:lnTo>
                <a:lnTo>
                  <a:pt x="787910" y="25060"/>
                </a:lnTo>
                <a:cubicBezTo>
                  <a:pt x="788181" y="25060"/>
                  <a:pt x="788433" y="25129"/>
                  <a:pt x="788659" y="25266"/>
                </a:cubicBezTo>
                <a:cubicBezTo>
                  <a:pt x="788887" y="25403"/>
                  <a:pt x="789090" y="25629"/>
                  <a:pt x="789273" y="25946"/>
                </a:cubicBezTo>
                <a:cubicBezTo>
                  <a:pt x="789453" y="26263"/>
                  <a:pt x="789567" y="26675"/>
                  <a:pt x="789613" y="27172"/>
                </a:cubicBezTo>
                <a:cubicBezTo>
                  <a:pt x="789704" y="27626"/>
                  <a:pt x="789750" y="28218"/>
                  <a:pt x="789750" y="28944"/>
                </a:cubicBezTo>
                <a:cubicBezTo>
                  <a:pt x="789750" y="30307"/>
                  <a:pt x="789567" y="31304"/>
                  <a:pt x="789204" y="31941"/>
                </a:cubicBezTo>
                <a:cubicBezTo>
                  <a:pt x="788887" y="32530"/>
                  <a:pt x="788456" y="32824"/>
                  <a:pt x="787910" y="32824"/>
                </a:cubicBezTo>
                <a:lnTo>
                  <a:pt x="774765" y="32824"/>
                </a:lnTo>
                <a:lnTo>
                  <a:pt x="774765" y="61293"/>
                </a:lnTo>
                <a:cubicBezTo>
                  <a:pt x="774765" y="64834"/>
                  <a:pt x="775288" y="67514"/>
                  <a:pt x="776331" y="69329"/>
                </a:cubicBezTo>
                <a:cubicBezTo>
                  <a:pt x="777377" y="71100"/>
                  <a:pt x="779237" y="71986"/>
                  <a:pt x="781918" y="71986"/>
                </a:cubicBezTo>
                <a:cubicBezTo>
                  <a:pt x="782826" y="71986"/>
                  <a:pt x="783598" y="71895"/>
                  <a:pt x="784232" y="71712"/>
                </a:cubicBezTo>
                <a:cubicBezTo>
                  <a:pt x="784912" y="71532"/>
                  <a:pt x="785527" y="71349"/>
                  <a:pt x="786073" y="71169"/>
                </a:cubicBezTo>
                <a:cubicBezTo>
                  <a:pt x="786615" y="70986"/>
                  <a:pt x="787070" y="70806"/>
                  <a:pt x="787433" y="70623"/>
                </a:cubicBezTo>
                <a:cubicBezTo>
                  <a:pt x="787796" y="70443"/>
                  <a:pt x="788139" y="70352"/>
                  <a:pt x="788456" y="70352"/>
                </a:cubicBezTo>
                <a:cubicBezTo>
                  <a:pt x="788636" y="70352"/>
                  <a:pt x="788819" y="70420"/>
                  <a:pt x="788999" y="70555"/>
                </a:cubicBezTo>
                <a:cubicBezTo>
                  <a:pt x="789181" y="70646"/>
                  <a:pt x="789319" y="70829"/>
                  <a:pt x="789407" y="71100"/>
                </a:cubicBezTo>
                <a:cubicBezTo>
                  <a:pt x="789499" y="71326"/>
                  <a:pt x="789567" y="71669"/>
                  <a:pt x="789613" y="72120"/>
                </a:cubicBezTo>
                <a:cubicBezTo>
                  <a:pt x="789704" y="72575"/>
                  <a:pt x="789750" y="73143"/>
                  <a:pt x="789750" y="73824"/>
                </a:cubicBezTo>
                <a:close/>
                <a:moveTo>
                  <a:pt x="839168" y="77638"/>
                </a:moveTo>
                <a:cubicBezTo>
                  <a:pt x="839168" y="78093"/>
                  <a:pt x="839008" y="78433"/>
                  <a:pt x="838691" y="78658"/>
                </a:cubicBezTo>
                <a:cubicBezTo>
                  <a:pt x="838416" y="78887"/>
                  <a:pt x="838008" y="79047"/>
                  <a:pt x="837465" y="79136"/>
                </a:cubicBezTo>
                <a:cubicBezTo>
                  <a:pt x="836965" y="79273"/>
                  <a:pt x="836193" y="79341"/>
                  <a:pt x="835147" y="79341"/>
                </a:cubicBezTo>
                <a:cubicBezTo>
                  <a:pt x="834150" y="79341"/>
                  <a:pt x="833356" y="79273"/>
                  <a:pt x="832764" y="79136"/>
                </a:cubicBezTo>
                <a:cubicBezTo>
                  <a:pt x="832221" y="79047"/>
                  <a:pt x="831813" y="78887"/>
                  <a:pt x="831538" y="78658"/>
                </a:cubicBezTo>
                <a:cubicBezTo>
                  <a:pt x="831267" y="78433"/>
                  <a:pt x="831130" y="78093"/>
                  <a:pt x="831130" y="77638"/>
                </a:cubicBezTo>
                <a:lnTo>
                  <a:pt x="831130" y="72529"/>
                </a:lnTo>
                <a:cubicBezTo>
                  <a:pt x="828906" y="74938"/>
                  <a:pt x="826409" y="76798"/>
                  <a:pt x="823637" y="78115"/>
                </a:cubicBezTo>
                <a:cubicBezTo>
                  <a:pt x="820914" y="79433"/>
                  <a:pt x="818031" y="80090"/>
                  <a:pt x="814990" y="80090"/>
                </a:cubicBezTo>
                <a:cubicBezTo>
                  <a:pt x="812264" y="80090"/>
                  <a:pt x="809813" y="79727"/>
                  <a:pt x="807635" y="79001"/>
                </a:cubicBezTo>
                <a:cubicBezTo>
                  <a:pt x="805501" y="78318"/>
                  <a:pt x="803660" y="77321"/>
                  <a:pt x="802117" y="76004"/>
                </a:cubicBezTo>
                <a:cubicBezTo>
                  <a:pt x="800574" y="74686"/>
                  <a:pt x="799371" y="73075"/>
                  <a:pt x="798508" y="71169"/>
                </a:cubicBezTo>
                <a:cubicBezTo>
                  <a:pt x="797691" y="69217"/>
                  <a:pt x="797283" y="67014"/>
                  <a:pt x="797283" y="64562"/>
                </a:cubicBezTo>
                <a:cubicBezTo>
                  <a:pt x="797283" y="61656"/>
                  <a:pt x="797851" y="59159"/>
                  <a:pt x="798986" y="57070"/>
                </a:cubicBezTo>
                <a:cubicBezTo>
                  <a:pt x="800166" y="54935"/>
                  <a:pt x="801846" y="53167"/>
                  <a:pt x="804023" y="51758"/>
                </a:cubicBezTo>
                <a:cubicBezTo>
                  <a:pt x="806249" y="50352"/>
                  <a:pt x="808950" y="49306"/>
                  <a:pt x="812130" y="48626"/>
                </a:cubicBezTo>
                <a:cubicBezTo>
                  <a:pt x="815308" y="47946"/>
                  <a:pt x="818871" y="47603"/>
                  <a:pt x="822820" y="47603"/>
                </a:cubicBezTo>
                <a:lnTo>
                  <a:pt x="829904" y="47603"/>
                </a:lnTo>
                <a:lnTo>
                  <a:pt x="829904" y="43585"/>
                </a:lnTo>
                <a:cubicBezTo>
                  <a:pt x="829904" y="41634"/>
                  <a:pt x="829678" y="39908"/>
                  <a:pt x="829224" y="38411"/>
                </a:cubicBezTo>
                <a:cubicBezTo>
                  <a:pt x="828815" y="36867"/>
                  <a:pt x="828135" y="35596"/>
                  <a:pt x="827181" y="34596"/>
                </a:cubicBezTo>
                <a:cubicBezTo>
                  <a:pt x="826272" y="33598"/>
                  <a:pt x="825069" y="32847"/>
                  <a:pt x="823572" y="32350"/>
                </a:cubicBezTo>
                <a:cubicBezTo>
                  <a:pt x="822117" y="31850"/>
                  <a:pt x="820325" y="31598"/>
                  <a:pt x="818191" y="31598"/>
                </a:cubicBezTo>
                <a:cubicBezTo>
                  <a:pt x="815873" y="31598"/>
                  <a:pt x="813787" y="31873"/>
                  <a:pt x="811924" y="32415"/>
                </a:cubicBezTo>
                <a:cubicBezTo>
                  <a:pt x="810110" y="32961"/>
                  <a:pt x="808518" y="33576"/>
                  <a:pt x="807158" y="34256"/>
                </a:cubicBezTo>
                <a:cubicBezTo>
                  <a:pt x="805795" y="34890"/>
                  <a:pt x="804638" y="35482"/>
                  <a:pt x="803683" y="36027"/>
                </a:cubicBezTo>
                <a:cubicBezTo>
                  <a:pt x="802775" y="36570"/>
                  <a:pt x="802095" y="36845"/>
                  <a:pt x="801640" y="36845"/>
                </a:cubicBezTo>
                <a:cubicBezTo>
                  <a:pt x="801323" y="36845"/>
                  <a:pt x="801052" y="36776"/>
                  <a:pt x="800823" y="36639"/>
                </a:cubicBezTo>
                <a:cubicBezTo>
                  <a:pt x="800597" y="36459"/>
                  <a:pt x="800391" y="36230"/>
                  <a:pt x="800211" y="35959"/>
                </a:cubicBezTo>
                <a:cubicBezTo>
                  <a:pt x="800074" y="35642"/>
                  <a:pt x="799960" y="35256"/>
                  <a:pt x="799871" y="34801"/>
                </a:cubicBezTo>
                <a:cubicBezTo>
                  <a:pt x="799780" y="34301"/>
                  <a:pt x="799734" y="33779"/>
                  <a:pt x="799734" y="33233"/>
                </a:cubicBezTo>
                <a:cubicBezTo>
                  <a:pt x="799734" y="32281"/>
                  <a:pt x="799803" y="31533"/>
                  <a:pt x="799937" y="30987"/>
                </a:cubicBezTo>
                <a:cubicBezTo>
                  <a:pt x="800074" y="30441"/>
                  <a:pt x="800391" y="29921"/>
                  <a:pt x="800892" y="29421"/>
                </a:cubicBezTo>
                <a:cubicBezTo>
                  <a:pt x="801437" y="28921"/>
                  <a:pt x="802323" y="28352"/>
                  <a:pt x="803549" y="27718"/>
                </a:cubicBezTo>
                <a:cubicBezTo>
                  <a:pt x="804818" y="27038"/>
                  <a:pt x="806249" y="26423"/>
                  <a:pt x="807838" y="25878"/>
                </a:cubicBezTo>
                <a:cubicBezTo>
                  <a:pt x="809473" y="25335"/>
                  <a:pt x="811244" y="24880"/>
                  <a:pt x="813150" y="24517"/>
                </a:cubicBezTo>
                <a:cubicBezTo>
                  <a:pt x="815102" y="24154"/>
                  <a:pt x="817079" y="23972"/>
                  <a:pt x="819077" y="23972"/>
                </a:cubicBezTo>
                <a:cubicBezTo>
                  <a:pt x="822709" y="23972"/>
                  <a:pt x="825818" y="24403"/>
                  <a:pt x="828406" y="25266"/>
                </a:cubicBezTo>
                <a:cubicBezTo>
                  <a:pt x="830995" y="26083"/>
                  <a:pt x="833081" y="27286"/>
                  <a:pt x="834673" y="28875"/>
                </a:cubicBezTo>
                <a:cubicBezTo>
                  <a:pt x="836262" y="30464"/>
                  <a:pt x="837396" y="32461"/>
                  <a:pt x="838076" y="34867"/>
                </a:cubicBezTo>
                <a:cubicBezTo>
                  <a:pt x="838802" y="37230"/>
                  <a:pt x="839168" y="39999"/>
                  <a:pt x="839168" y="43177"/>
                </a:cubicBezTo>
                <a:lnTo>
                  <a:pt x="839168" y="77638"/>
                </a:lnTo>
                <a:close/>
                <a:moveTo>
                  <a:pt x="829904" y="54347"/>
                </a:moveTo>
                <a:lnTo>
                  <a:pt x="821868" y="54347"/>
                </a:lnTo>
                <a:cubicBezTo>
                  <a:pt x="819325" y="54347"/>
                  <a:pt x="817099" y="54573"/>
                  <a:pt x="815193" y="55027"/>
                </a:cubicBezTo>
                <a:cubicBezTo>
                  <a:pt x="813287" y="55435"/>
                  <a:pt x="811699" y="56073"/>
                  <a:pt x="810427" y="56936"/>
                </a:cubicBezTo>
                <a:cubicBezTo>
                  <a:pt x="809201" y="57753"/>
                  <a:pt x="808292" y="58773"/>
                  <a:pt x="807701" y="59999"/>
                </a:cubicBezTo>
                <a:cubicBezTo>
                  <a:pt x="807112" y="61179"/>
                  <a:pt x="806818" y="62542"/>
                  <a:pt x="806818" y="64085"/>
                </a:cubicBezTo>
                <a:cubicBezTo>
                  <a:pt x="806818" y="66720"/>
                  <a:pt x="807658" y="68829"/>
                  <a:pt x="809335" y="70420"/>
                </a:cubicBezTo>
                <a:cubicBezTo>
                  <a:pt x="811061" y="71963"/>
                  <a:pt x="813422" y="72735"/>
                  <a:pt x="816419" y="72735"/>
                </a:cubicBezTo>
                <a:cubicBezTo>
                  <a:pt x="818871" y="72735"/>
                  <a:pt x="821143" y="72120"/>
                  <a:pt x="823229" y="70895"/>
                </a:cubicBezTo>
                <a:cubicBezTo>
                  <a:pt x="825363" y="69626"/>
                  <a:pt x="827589" y="67717"/>
                  <a:pt x="829904" y="65174"/>
                </a:cubicBezTo>
                <a:lnTo>
                  <a:pt x="829904" y="54347"/>
                </a:lnTo>
                <a:close/>
                <a:moveTo>
                  <a:pt x="903333" y="51349"/>
                </a:moveTo>
                <a:cubicBezTo>
                  <a:pt x="903333" y="55798"/>
                  <a:pt x="902856" y="59796"/>
                  <a:pt x="901904" y="63336"/>
                </a:cubicBezTo>
                <a:cubicBezTo>
                  <a:pt x="900950" y="66877"/>
                  <a:pt x="899518" y="69897"/>
                  <a:pt x="897612" y="72395"/>
                </a:cubicBezTo>
                <a:cubicBezTo>
                  <a:pt x="895752" y="74892"/>
                  <a:pt x="893457" y="76798"/>
                  <a:pt x="890734" y="78115"/>
                </a:cubicBezTo>
                <a:cubicBezTo>
                  <a:pt x="888011" y="79433"/>
                  <a:pt x="884899" y="80090"/>
                  <a:pt x="881404" y="80090"/>
                </a:cubicBezTo>
                <a:cubicBezTo>
                  <a:pt x="879770" y="80090"/>
                  <a:pt x="878247" y="79930"/>
                  <a:pt x="876841" y="79613"/>
                </a:cubicBezTo>
                <a:cubicBezTo>
                  <a:pt x="875478" y="79296"/>
                  <a:pt x="874138" y="78773"/>
                  <a:pt x="872823" y="78047"/>
                </a:cubicBezTo>
                <a:cubicBezTo>
                  <a:pt x="871506" y="77321"/>
                  <a:pt x="870189" y="76412"/>
                  <a:pt x="868871" y="75324"/>
                </a:cubicBezTo>
                <a:cubicBezTo>
                  <a:pt x="867557" y="74232"/>
                  <a:pt x="866148" y="72918"/>
                  <a:pt x="864651" y="71372"/>
                </a:cubicBezTo>
                <a:lnTo>
                  <a:pt x="864651" y="77570"/>
                </a:lnTo>
                <a:cubicBezTo>
                  <a:pt x="864651" y="77887"/>
                  <a:pt x="864559" y="78161"/>
                  <a:pt x="864377" y="78387"/>
                </a:cubicBezTo>
                <a:cubicBezTo>
                  <a:pt x="864242" y="78616"/>
                  <a:pt x="863991" y="78796"/>
                  <a:pt x="863628" y="78933"/>
                </a:cubicBezTo>
                <a:cubicBezTo>
                  <a:pt x="863311" y="79067"/>
                  <a:pt x="862902" y="79158"/>
                  <a:pt x="862402" y="79204"/>
                </a:cubicBezTo>
                <a:cubicBezTo>
                  <a:pt x="861902" y="79296"/>
                  <a:pt x="861245" y="79341"/>
                  <a:pt x="860428" y="79341"/>
                </a:cubicBezTo>
                <a:cubicBezTo>
                  <a:pt x="859702" y="79341"/>
                  <a:pt x="859065" y="79296"/>
                  <a:pt x="858522" y="79204"/>
                </a:cubicBezTo>
                <a:cubicBezTo>
                  <a:pt x="857976" y="79158"/>
                  <a:pt x="857521" y="79067"/>
                  <a:pt x="857159" y="78933"/>
                </a:cubicBezTo>
                <a:cubicBezTo>
                  <a:pt x="856841" y="78796"/>
                  <a:pt x="856613" y="78616"/>
                  <a:pt x="856478" y="78387"/>
                </a:cubicBezTo>
                <a:cubicBezTo>
                  <a:pt x="856387" y="78161"/>
                  <a:pt x="856341" y="77887"/>
                  <a:pt x="856341" y="77570"/>
                </a:cubicBezTo>
                <a:lnTo>
                  <a:pt x="856341" y="1769"/>
                </a:lnTo>
                <a:cubicBezTo>
                  <a:pt x="856341" y="1497"/>
                  <a:pt x="856410" y="1249"/>
                  <a:pt x="856544" y="1020"/>
                </a:cubicBezTo>
                <a:cubicBezTo>
                  <a:pt x="856681" y="794"/>
                  <a:pt x="856930" y="612"/>
                  <a:pt x="857296" y="477"/>
                </a:cubicBezTo>
                <a:cubicBezTo>
                  <a:pt x="857659" y="294"/>
                  <a:pt x="858136" y="180"/>
                  <a:pt x="858724" y="134"/>
                </a:cubicBezTo>
                <a:cubicBezTo>
                  <a:pt x="859362" y="46"/>
                  <a:pt x="860133" y="0"/>
                  <a:pt x="861039" y="0"/>
                </a:cubicBezTo>
                <a:cubicBezTo>
                  <a:pt x="861993" y="0"/>
                  <a:pt x="862765" y="46"/>
                  <a:pt x="863356" y="134"/>
                </a:cubicBezTo>
                <a:cubicBezTo>
                  <a:pt x="863945" y="180"/>
                  <a:pt x="864399" y="294"/>
                  <a:pt x="864717" y="477"/>
                </a:cubicBezTo>
                <a:cubicBezTo>
                  <a:pt x="865082" y="612"/>
                  <a:pt x="865331" y="794"/>
                  <a:pt x="865468" y="1020"/>
                </a:cubicBezTo>
                <a:cubicBezTo>
                  <a:pt x="865648" y="1249"/>
                  <a:pt x="865740" y="1497"/>
                  <a:pt x="865740" y="1769"/>
                </a:cubicBezTo>
                <a:lnTo>
                  <a:pt x="865740" y="32350"/>
                </a:lnTo>
                <a:cubicBezTo>
                  <a:pt x="867237" y="30804"/>
                  <a:pt x="868691" y="29512"/>
                  <a:pt x="870097" y="28466"/>
                </a:cubicBezTo>
                <a:cubicBezTo>
                  <a:pt x="871552" y="27378"/>
                  <a:pt x="872958" y="26515"/>
                  <a:pt x="874321" y="25878"/>
                </a:cubicBezTo>
                <a:cubicBezTo>
                  <a:pt x="875684" y="25197"/>
                  <a:pt x="877044" y="24720"/>
                  <a:pt x="878407" y="24449"/>
                </a:cubicBezTo>
                <a:cubicBezTo>
                  <a:pt x="879770" y="24132"/>
                  <a:pt x="881199" y="23972"/>
                  <a:pt x="882699" y="23972"/>
                </a:cubicBezTo>
                <a:cubicBezTo>
                  <a:pt x="886419" y="23972"/>
                  <a:pt x="889577" y="24720"/>
                  <a:pt x="892163" y="26220"/>
                </a:cubicBezTo>
                <a:cubicBezTo>
                  <a:pt x="894798" y="27672"/>
                  <a:pt x="896932" y="29647"/>
                  <a:pt x="898567" y="32144"/>
                </a:cubicBezTo>
                <a:cubicBezTo>
                  <a:pt x="900247" y="34596"/>
                  <a:pt x="901450" y="37502"/>
                  <a:pt x="902176" y="40862"/>
                </a:cubicBezTo>
                <a:cubicBezTo>
                  <a:pt x="902947" y="44177"/>
                  <a:pt x="903333" y="47672"/>
                  <a:pt x="903333" y="51349"/>
                </a:cubicBezTo>
                <a:close/>
                <a:moveTo>
                  <a:pt x="893457" y="52441"/>
                </a:moveTo>
                <a:cubicBezTo>
                  <a:pt x="893457" y="49852"/>
                  <a:pt x="893255" y="47332"/>
                  <a:pt x="892846" y="44880"/>
                </a:cubicBezTo>
                <a:cubicBezTo>
                  <a:pt x="892483" y="42382"/>
                  <a:pt x="891800" y="40202"/>
                  <a:pt x="890803" y="38342"/>
                </a:cubicBezTo>
                <a:cubicBezTo>
                  <a:pt x="889803" y="36436"/>
                  <a:pt x="888485" y="34913"/>
                  <a:pt x="886851" y="33779"/>
                </a:cubicBezTo>
                <a:cubicBezTo>
                  <a:pt x="885262" y="32598"/>
                  <a:pt x="883242" y="32007"/>
                  <a:pt x="880790" y="32007"/>
                </a:cubicBezTo>
                <a:cubicBezTo>
                  <a:pt x="879610" y="32007"/>
                  <a:pt x="878430" y="32190"/>
                  <a:pt x="877250" y="32553"/>
                </a:cubicBezTo>
                <a:cubicBezTo>
                  <a:pt x="876069" y="32870"/>
                  <a:pt x="874866" y="33438"/>
                  <a:pt x="873641" y="34256"/>
                </a:cubicBezTo>
                <a:cubicBezTo>
                  <a:pt x="872460" y="35027"/>
                  <a:pt x="871212" y="36050"/>
                  <a:pt x="869894" y="37319"/>
                </a:cubicBezTo>
                <a:cubicBezTo>
                  <a:pt x="868577" y="38545"/>
                  <a:pt x="867191" y="40114"/>
                  <a:pt x="865740" y="42020"/>
                </a:cubicBezTo>
                <a:lnTo>
                  <a:pt x="865740" y="62382"/>
                </a:lnTo>
                <a:cubicBezTo>
                  <a:pt x="868329" y="65517"/>
                  <a:pt x="870780" y="67923"/>
                  <a:pt x="873095" y="69603"/>
                </a:cubicBezTo>
                <a:cubicBezTo>
                  <a:pt x="875455" y="71237"/>
                  <a:pt x="877907" y="72055"/>
                  <a:pt x="880450" y="72055"/>
                </a:cubicBezTo>
                <a:cubicBezTo>
                  <a:pt x="882765" y="72055"/>
                  <a:pt x="884762" y="71486"/>
                  <a:pt x="886442" y="70352"/>
                </a:cubicBezTo>
                <a:cubicBezTo>
                  <a:pt x="888122" y="69217"/>
                  <a:pt x="889463" y="67717"/>
                  <a:pt x="890463" y="65857"/>
                </a:cubicBezTo>
                <a:cubicBezTo>
                  <a:pt x="891506" y="63948"/>
                  <a:pt x="892254" y="61839"/>
                  <a:pt x="892709" y="59522"/>
                </a:cubicBezTo>
                <a:cubicBezTo>
                  <a:pt x="893209" y="57207"/>
                  <a:pt x="893457" y="54847"/>
                  <a:pt x="893457" y="52441"/>
                </a:cubicBezTo>
                <a:close/>
                <a:moveTo>
                  <a:pt x="926782" y="77570"/>
                </a:moveTo>
                <a:cubicBezTo>
                  <a:pt x="926782" y="77887"/>
                  <a:pt x="926693" y="78161"/>
                  <a:pt x="926510" y="78387"/>
                </a:cubicBezTo>
                <a:cubicBezTo>
                  <a:pt x="926373" y="78570"/>
                  <a:pt x="926124" y="78750"/>
                  <a:pt x="925761" y="78933"/>
                </a:cubicBezTo>
                <a:cubicBezTo>
                  <a:pt x="925444" y="79067"/>
                  <a:pt x="924990" y="79158"/>
                  <a:pt x="924398" y="79204"/>
                </a:cubicBezTo>
                <a:cubicBezTo>
                  <a:pt x="923810" y="79296"/>
                  <a:pt x="923038" y="79341"/>
                  <a:pt x="922084" y="79341"/>
                </a:cubicBezTo>
                <a:cubicBezTo>
                  <a:pt x="921175" y="79341"/>
                  <a:pt x="920404" y="79296"/>
                  <a:pt x="919769" y="79204"/>
                </a:cubicBezTo>
                <a:cubicBezTo>
                  <a:pt x="919178" y="79158"/>
                  <a:pt x="918701" y="79067"/>
                  <a:pt x="918338" y="78933"/>
                </a:cubicBezTo>
                <a:cubicBezTo>
                  <a:pt x="917975" y="78750"/>
                  <a:pt x="917726" y="78570"/>
                  <a:pt x="917589" y="78387"/>
                </a:cubicBezTo>
                <a:cubicBezTo>
                  <a:pt x="917452" y="78161"/>
                  <a:pt x="917383" y="77887"/>
                  <a:pt x="917383" y="77570"/>
                </a:cubicBezTo>
                <a:lnTo>
                  <a:pt x="917383" y="1769"/>
                </a:lnTo>
                <a:cubicBezTo>
                  <a:pt x="917383" y="1497"/>
                  <a:pt x="917452" y="1249"/>
                  <a:pt x="917589" y="1020"/>
                </a:cubicBezTo>
                <a:cubicBezTo>
                  <a:pt x="917726" y="794"/>
                  <a:pt x="917975" y="612"/>
                  <a:pt x="918338" y="477"/>
                </a:cubicBezTo>
                <a:cubicBezTo>
                  <a:pt x="918701" y="294"/>
                  <a:pt x="919178" y="180"/>
                  <a:pt x="919769" y="134"/>
                </a:cubicBezTo>
                <a:cubicBezTo>
                  <a:pt x="920404" y="46"/>
                  <a:pt x="921175" y="0"/>
                  <a:pt x="922084" y="0"/>
                </a:cubicBezTo>
                <a:cubicBezTo>
                  <a:pt x="923038" y="0"/>
                  <a:pt x="923810" y="46"/>
                  <a:pt x="924398" y="134"/>
                </a:cubicBezTo>
                <a:cubicBezTo>
                  <a:pt x="924990" y="180"/>
                  <a:pt x="925444" y="294"/>
                  <a:pt x="925761" y="477"/>
                </a:cubicBezTo>
                <a:cubicBezTo>
                  <a:pt x="926124" y="612"/>
                  <a:pt x="926373" y="794"/>
                  <a:pt x="926510" y="1020"/>
                </a:cubicBezTo>
                <a:cubicBezTo>
                  <a:pt x="926693" y="1249"/>
                  <a:pt x="926782" y="1497"/>
                  <a:pt x="926782" y="1769"/>
                </a:cubicBezTo>
                <a:lnTo>
                  <a:pt x="926782" y="77570"/>
                </a:lnTo>
                <a:close/>
                <a:moveTo>
                  <a:pt x="987635" y="49852"/>
                </a:moveTo>
                <a:cubicBezTo>
                  <a:pt x="987635" y="51304"/>
                  <a:pt x="987272" y="52349"/>
                  <a:pt x="986546" y="52984"/>
                </a:cubicBezTo>
                <a:cubicBezTo>
                  <a:pt x="985817" y="53621"/>
                  <a:pt x="984980" y="53938"/>
                  <a:pt x="984026" y="53938"/>
                </a:cubicBezTo>
                <a:lnTo>
                  <a:pt x="950519" y="53938"/>
                </a:lnTo>
                <a:cubicBezTo>
                  <a:pt x="950519" y="56753"/>
                  <a:pt x="950790" y="59296"/>
                  <a:pt x="951336" y="61565"/>
                </a:cubicBezTo>
                <a:cubicBezTo>
                  <a:pt x="951925" y="63837"/>
                  <a:pt x="952879" y="65788"/>
                  <a:pt x="954196" y="67423"/>
                </a:cubicBezTo>
                <a:cubicBezTo>
                  <a:pt x="955557" y="69057"/>
                  <a:pt x="957283" y="70306"/>
                  <a:pt x="959371" y="71169"/>
                </a:cubicBezTo>
                <a:cubicBezTo>
                  <a:pt x="961506" y="72032"/>
                  <a:pt x="964095" y="72463"/>
                  <a:pt x="967135" y="72463"/>
                </a:cubicBezTo>
                <a:cubicBezTo>
                  <a:pt x="969587" y="72463"/>
                  <a:pt x="971744" y="72280"/>
                  <a:pt x="973605" y="71918"/>
                </a:cubicBezTo>
                <a:cubicBezTo>
                  <a:pt x="975513" y="71509"/>
                  <a:pt x="977148" y="71055"/>
                  <a:pt x="978508" y="70555"/>
                </a:cubicBezTo>
                <a:cubicBezTo>
                  <a:pt x="979917" y="70057"/>
                  <a:pt x="981051" y="69626"/>
                  <a:pt x="981914" y="69260"/>
                </a:cubicBezTo>
                <a:cubicBezTo>
                  <a:pt x="982823" y="68851"/>
                  <a:pt x="983503" y="68649"/>
                  <a:pt x="983957" y="68649"/>
                </a:cubicBezTo>
                <a:cubicBezTo>
                  <a:pt x="984229" y="68649"/>
                  <a:pt x="984457" y="68717"/>
                  <a:pt x="984637" y="68851"/>
                </a:cubicBezTo>
                <a:cubicBezTo>
                  <a:pt x="984866" y="68943"/>
                  <a:pt x="985023" y="69126"/>
                  <a:pt x="985115" y="69397"/>
                </a:cubicBezTo>
                <a:cubicBezTo>
                  <a:pt x="985252" y="69669"/>
                  <a:pt x="985343" y="70057"/>
                  <a:pt x="985389" y="70555"/>
                </a:cubicBezTo>
                <a:cubicBezTo>
                  <a:pt x="985477" y="71009"/>
                  <a:pt x="985523" y="71578"/>
                  <a:pt x="985523" y="72258"/>
                </a:cubicBezTo>
                <a:cubicBezTo>
                  <a:pt x="985523" y="72758"/>
                  <a:pt x="985500" y="73189"/>
                  <a:pt x="985455" y="73552"/>
                </a:cubicBezTo>
                <a:cubicBezTo>
                  <a:pt x="985409" y="73915"/>
                  <a:pt x="985343" y="74232"/>
                  <a:pt x="985252" y="74506"/>
                </a:cubicBezTo>
                <a:cubicBezTo>
                  <a:pt x="985206" y="74778"/>
                  <a:pt x="985115" y="75027"/>
                  <a:pt x="984980" y="75255"/>
                </a:cubicBezTo>
                <a:cubicBezTo>
                  <a:pt x="984889" y="75481"/>
                  <a:pt x="984729" y="75709"/>
                  <a:pt x="984503" y="75935"/>
                </a:cubicBezTo>
                <a:cubicBezTo>
                  <a:pt x="984274" y="76118"/>
                  <a:pt x="983640" y="76458"/>
                  <a:pt x="982594" y="76958"/>
                </a:cubicBezTo>
                <a:cubicBezTo>
                  <a:pt x="981597" y="77413"/>
                  <a:pt x="980280" y="77864"/>
                  <a:pt x="978645" y="78318"/>
                </a:cubicBezTo>
                <a:cubicBezTo>
                  <a:pt x="977056" y="78773"/>
                  <a:pt x="975193" y="79181"/>
                  <a:pt x="973062" y="79544"/>
                </a:cubicBezTo>
                <a:cubicBezTo>
                  <a:pt x="970927" y="79907"/>
                  <a:pt x="968632" y="80090"/>
                  <a:pt x="966181" y="80090"/>
                </a:cubicBezTo>
                <a:cubicBezTo>
                  <a:pt x="962006" y="80090"/>
                  <a:pt x="958328" y="79499"/>
                  <a:pt x="955148" y="78318"/>
                </a:cubicBezTo>
                <a:cubicBezTo>
                  <a:pt x="952016" y="77138"/>
                  <a:pt x="949362" y="75412"/>
                  <a:pt x="947181" y="73143"/>
                </a:cubicBezTo>
                <a:cubicBezTo>
                  <a:pt x="945047" y="70829"/>
                  <a:pt x="943412" y="67923"/>
                  <a:pt x="942278" y="64425"/>
                </a:cubicBezTo>
                <a:cubicBezTo>
                  <a:pt x="941189" y="60930"/>
                  <a:pt x="940643" y="56890"/>
                  <a:pt x="940643" y="52304"/>
                </a:cubicBezTo>
                <a:cubicBezTo>
                  <a:pt x="940643" y="47900"/>
                  <a:pt x="941209" y="43948"/>
                  <a:pt x="942346" y="40454"/>
                </a:cubicBezTo>
                <a:cubicBezTo>
                  <a:pt x="943481" y="36956"/>
                  <a:pt x="945115" y="33984"/>
                  <a:pt x="947250" y="31533"/>
                </a:cubicBezTo>
                <a:cubicBezTo>
                  <a:pt x="949427" y="29081"/>
                  <a:pt x="952016" y="27218"/>
                  <a:pt x="955014" y="25946"/>
                </a:cubicBezTo>
                <a:cubicBezTo>
                  <a:pt x="958054" y="24629"/>
                  <a:pt x="961437" y="23972"/>
                  <a:pt x="965161" y="23972"/>
                </a:cubicBezTo>
                <a:cubicBezTo>
                  <a:pt x="969201" y="23972"/>
                  <a:pt x="972630" y="24629"/>
                  <a:pt x="975445" y="25946"/>
                </a:cubicBezTo>
                <a:cubicBezTo>
                  <a:pt x="978259" y="27218"/>
                  <a:pt x="980574" y="28944"/>
                  <a:pt x="982391" y="31124"/>
                </a:cubicBezTo>
                <a:cubicBezTo>
                  <a:pt x="984206" y="33256"/>
                  <a:pt x="985523" y="35799"/>
                  <a:pt x="986340" y="38751"/>
                </a:cubicBezTo>
                <a:cubicBezTo>
                  <a:pt x="987203" y="41702"/>
                  <a:pt x="987635" y="44834"/>
                  <a:pt x="987635" y="48149"/>
                </a:cubicBezTo>
                <a:lnTo>
                  <a:pt x="987635" y="49852"/>
                </a:lnTo>
                <a:close/>
                <a:moveTo>
                  <a:pt x="978237" y="47060"/>
                </a:moveTo>
                <a:cubicBezTo>
                  <a:pt x="978328" y="42157"/>
                  <a:pt x="977236" y="38296"/>
                  <a:pt x="974968" y="35482"/>
                </a:cubicBezTo>
                <a:cubicBezTo>
                  <a:pt x="972699" y="32667"/>
                  <a:pt x="969293" y="31258"/>
                  <a:pt x="964752" y="31258"/>
                </a:cubicBezTo>
                <a:cubicBezTo>
                  <a:pt x="962483" y="31258"/>
                  <a:pt x="960460" y="31713"/>
                  <a:pt x="958691" y="32621"/>
                </a:cubicBezTo>
                <a:cubicBezTo>
                  <a:pt x="956965" y="33484"/>
                  <a:pt x="955514" y="34641"/>
                  <a:pt x="954331" y="36093"/>
                </a:cubicBezTo>
                <a:cubicBezTo>
                  <a:pt x="953151" y="37502"/>
                  <a:pt x="952245" y="39159"/>
                  <a:pt x="951608" y="41065"/>
                </a:cubicBezTo>
                <a:cubicBezTo>
                  <a:pt x="950973" y="42974"/>
                  <a:pt x="950610" y="44971"/>
                  <a:pt x="950519" y="47060"/>
                </a:cubicBezTo>
                <a:lnTo>
                  <a:pt x="978237" y="47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A38CD-2918-40A1-81E8-5FEE99D3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569" y="879536"/>
            <a:ext cx="409914" cy="511544"/>
          </a:xfrm>
          <a:custGeom xmlns:a="http://schemas.openxmlformats.org/drawingml/2006/main">
            <a:pathLst>
              <a:path w="409914" h="511544">
                <a:moveTo>
                  <a:pt x="31884" y="511544"/>
                </a:moveTo>
                <a:cubicBezTo>
                  <a:pt x="0" y="418507"/>
                  <a:pt x="20840" y="296128"/>
                  <a:pt x="62116" y="193084"/>
                </a:cubicBezTo>
                <a:cubicBezTo>
                  <a:pt x="113654" y="91657"/>
                  <a:pt x="214990" y="31450"/>
                  <a:pt x="317325" y="0"/>
                </a:cubicBezTo>
                <a:cubicBezTo>
                  <a:pt x="321523" y="53632"/>
                  <a:pt x="340814" y="113214"/>
                  <a:pt x="365471" y="201411"/>
                </a:cubicBezTo>
                <a:cubicBezTo>
                  <a:pt x="390129" y="289608"/>
                  <a:pt x="390915" y="296031"/>
                  <a:pt x="409914" y="387328"/>
                </a:cubicBezTo>
                <a:cubicBezTo>
                  <a:pt x="341517" y="406417"/>
                  <a:pt x="281024" y="429091"/>
                  <a:pt x="228460" y="446950"/>
                </a:cubicBezTo>
                <a:cubicBezTo>
                  <a:pt x="175893" y="464812"/>
                  <a:pt x="83688" y="492296"/>
                  <a:pt x="31884" y="511544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A3096-2415-4A78-A5AC-9183425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018" y="879536"/>
            <a:ext cx="330876" cy="511544"/>
          </a:xfrm>
          <a:custGeom xmlns:a="http://schemas.openxmlformats.org/drawingml/2006/main">
            <a:pathLst>
              <a:path w="330876" h="511544">
                <a:moveTo>
                  <a:pt x="45434" y="511544"/>
                </a:moveTo>
                <a:cubicBezTo>
                  <a:pt x="0" y="418761"/>
                  <a:pt x="37716" y="287625"/>
                  <a:pt x="75667" y="193084"/>
                </a:cubicBezTo>
                <a:cubicBezTo>
                  <a:pt x="128596" y="91171"/>
                  <a:pt x="215767" y="14802"/>
                  <a:pt x="330876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F56B3-21F9-44D9-8096-F5FC6ABA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016" y="879538"/>
            <a:ext cx="330878" cy="511543"/>
          </a:xfrm>
          <a:custGeom xmlns:a="http://schemas.openxmlformats.org/drawingml/2006/main">
            <a:pathLst>
              <a:path w="330878" h="511543" fill="none">
                <a:moveTo>
                  <a:pt x="45434" y="511543"/>
                </a:moveTo>
                <a:cubicBezTo>
                  <a:pt x="0" y="418762"/>
                  <a:pt x="37718" y="287625"/>
                  <a:pt x="75668" y="193084"/>
                </a:cubicBezTo>
                <a:cubicBezTo>
                  <a:pt x="128598" y="91171"/>
                  <a:pt x="215768" y="14802"/>
                  <a:pt x="33087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1623" cap="rnd">
            <a:solidFill>
              <a:srgbClr val="C00000"/>
            </a:solidFill>
            <a:custDash>
              <a:ds d="300000" sp="400000"/>
            </a:custDash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CD0C6-9A12-46D8-A286-479FACCE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906" y="1394769"/>
            <a:ext cx="897822" cy="183133"/>
          </a:xfrm>
          <a:custGeom xmlns:a="http://schemas.openxmlformats.org/drawingml/2006/main">
            <a:pathLst>
              <a:path w="897822" h="183133">
                <a:moveTo>
                  <a:pt x="0" y="183133"/>
                </a:moveTo>
                <a:lnTo>
                  <a:pt x="0" y="0"/>
                </a:lnTo>
                <a:lnTo>
                  <a:pt x="897822" y="0"/>
                </a:lnTo>
                <a:lnTo>
                  <a:pt x="897822" y="183133"/>
                </a:lnTo>
                <a:lnTo>
                  <a:pt x="0" y="183133"/>
                </a:lnTo>
                <a:close/>
              </a:path>
            </a:pathLst>
          </a:custGeom>
          <a:solidFill xmlns:a="http://schemas.openxmlformats.org/drawingml/2006/main">
            <a:srgbClr val="4EA72E">
              <a:alpha val="4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29A8B-5C58-4B51-BF32-071D4A33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583" y="1444786"/>
            <a:ext cx="722867" cy="80090"/>
          </a:xfrm>
          <a:custGeom xmlns:a="http://schemas.openxmlformats.org/drawingml/2006/main">
            <a:pathLst>
              <a:path w="722867" h="80090">
                <a:moveTo>
                  <a:pt x="62722" y="75527"/>
                </a:moveTo>
                <a:cubicBezTo>
                  <a:pt x="63042" y="76390"/>
                  <a:pt x="63199" y="77072"/>
                  <a:pt x="63199" y="77570"/>
                </a:cubicBezTo>
                <a:cubicBezTo>
                  <a:pt x="63245" y="78070"/>
                  <a:pt x="63108" y="78456"/>
                  <a:pt x="62791" y="78730"/>
                </a:cubicBezTo>
                <a:cubicBezTo>
                  <a:pt x="62519" y="79001"/>
                  <a:pt x="62019" y="79161"/>
                  <a:pt x="61293" y="79204"/>
                </a:cubicBezTo>
                <a:cubicBezTo>
                  <a:pt x="60613" y="79296"/>
                  <a:pt x="59682" y="79341"/>
                  <a:pt x="58502" y="79341"/>
                </a:cubicBezTo>
                <a:cubicBezTo>
                  <a:pt x="57321" y="79341"/>
                  <a:pt x="56367" y="79296"/>
                  <a:pt x="55641" y="79204"/>
                </a:cubicBezTo>
                <a:cubicBezTo>
                  <a:pt x="54958" y="79161"/>
                  <a:pt x="54438" y="79093"/>
                  <a:pt x="54075" y="79001"/>
                </a:cubicBezTo>
                <a:cubicBezTo>
                  <a:pt x="53755" y="78864"/>
                  <a:pt x="53507" y="78684"/>
                  <a:pt x="53324" y="78456"/>
                </a:cubicBezTo>
                <a:cubicBezTo>
                  <a:pt x="53144" y="78230"/>
                  <a:pt x="52984" y="77935"/>
                  <a:pt x="52849" y="77570"/>
                </a:cubicBezTo>
                <a:lnTo>
                  <a:pt x="46514" y="59727"/>
                </a:lnTo>
                <a:lnTo>
                  <a:pt x="16005" y="59727"/>
                </a:lnTo>
                <a:lnTo>
                  <a:pt x="10010" y="77367"/>
                </a:lnTo>
                <a:cubicBezTo>
                  <a:pt x="9876" y="77684"/>
                  <a:pt x="9716" y="77978"/>
                  <a:pt x="9533" y="78253"/>
                </a:cubicBezTo>
                <a:cubicBezTo>
                  <a:pt x="9353" y="78478"/>
                  <a:pt x="9078" y="78684"/>
                  <a:pt x="8715" y="78864"/>
                </a:cubicBezTo>
                <a:cubicBezTo>
                  <a:pt x="8352" y="79047"/>
                  <a:pt x="7832" y="79161"/>
                  <a:pt x="7149" y="79204"/>
                </a:cubicBezTo>
                <a:cubicBezTo>
                  <a:pt x="6515" y="79296"/>
                  <a:pt x="5675" y="79341"/>
                  <a:pt x="4629" y="79341"/>
                </a:cubicBezTo>
                <a:cubicBezTo>
                  <a:pt x="3495" y="79341"/>
                  <a:pt x="2586" y="79296"/>
                  <a:pt x="1906" y="79204"/>
                </a:cubicBezTo>
                <a:cubicBezTo>
                  <a:pt x="1226" y="79116"/>
                  <a:pt x="726" y="78933"/>
                  <a:pt x="409" y="78661"/>
                </a:cubicBezTo>
                <a:cubicBezTo>
                  <a:pt x="134" y="78387"/>
                  <a:pt x="0" y="78001"/>
                  <a:pt x="0" y="77504"/>
                </a:cubicBezTo>
                <a:cubicBezTo>
                  <a:pt x="46" y="77004"/>
                  <a:pt x="226" y="76321"/>
                  <a:pt x="543" y="75461"/>
                </a:cubicBezTo>
                <a:lnTo>
                  <a:pt x="25129" y="7287"/>
                </a:lnTo>
                <a:cubicBezTo>
                  <a:pt x="25312" y="6878"/>
                  <a:pt x="25515" y="6538"/>
                  <a:pt x="25743" y="6266"/>
                </a:cubicBezTo>
                <a:cubicBezTo>
                  <a:pt x="25969" y="5992"/>
                  <a:pt x="26309" y="5789"/>
                  <a:pt x="26763" y="5652"/>
                </a:cubicBezTo>
                <a:cubicBezTo>
                  <a:pt x="27263" y="5515"/>
                  <a:pt x="27878" y="5426"/>
                  <a:pt x="28604" y="5381"/>
                </a:cubicBezTo>
                <a:cubicBezTo>
                  <a:pt x="29375" y="5289"/>
                  <a:pt x="30330" y="5244"/>
                  <a:pt x="31464" y="5244"/>
                </a:cubicBezTo>
                <a:cubicBezTo>
                  <a:pt x="32644" y="5244"/>
                  <a:pt x="33621" y="5289"/>
                  <a:pt x="34393" y="5381"/>
                </a:cubicBezTo>
                <a:cubicBezTo>
                  <a:pt x="35210" y="5426"/>
                  <a:pt x="35867" y="5515"/>
                  <a:pt x="36367" y="5652"/>
                </a:cubicBezTo>
                <a:cubicBezTo>
                  <a:pt x="36867" y="5789"/>
                  <a:pt x="37253" y="6015"/>
                  <a:pt x="37525" y="6332"/>
                </a:cubicBezTo>
                <a:cubicBezTo>
                  <a:pt x="37796" y="6607"/>
                  <a:pt x="38002" y="6947"/>
                  <a:pt x="38136" y="7355"/>
                </a:cubicBezTo>
                <a:lnTo>
                  <a:pt x="62722" y="75527"/>
                </a:lnTo>
                <a:close/>
                <a:moveTo>
                  <a:pt x="31124" y="15325"/>
                </a:moveTo>
                <a:lnTo>
                  <a:pt x="31124" y="15325"/>
                </a:lnTo>
                <a:lnTo>
                  <a:pt x="18457" y="51964"/>
                </a:lnTo>
                <a:lnTo>
                  <a:pt x="43994" y="51964"/>
                </a:lnTo>
                <a:lnTo>
                  <a:pt x="31124" y="15325"/>
                </a:lnTo>
                <a:close/>
                <a:moveTo>
                  <a:pt x="83299" y="77570"/>
                </a:moveTo>
                <a:cubicBezTo>
                  <a:pt x="83299" y="77890"/>
                  <a:pt x="83208" y="78161"/>
                  <a:pt x="83028" y="78387"/>
                </a:cubicBezTo>
                <a:cubicBezTo>
                  <a:pt x="82890" y="78570"/>
                  <a:pt x="82639" y="78753"/>
                  <a:pt x="82276" y="78933"/>
                </a:cubicBezTo>
                <a:cubicBezTo>
                  <a:pt x="81959" y="79070"/>
                  <a:pt x="81504" y="79161"/>
                  <a:pt x="80916" y="79204"/>
                </a:cubicBezTo>
                <a:cubicBezTo>
                  <a:pt x="80324" y="79296"/>
                  <a:pt x="79553" y="79341"/>
                  <a:pt x="78598" y="79341"/>
                </a:cubicBezTo>
                <a:cubicBezTo>
                  <a:pt x="77693" y="79341"/>
                  <a:pt x="76918" y="79296"/>
                  <a:pt x="76284" y="79204"/>
                </a:cubicBezTo>
                <a:cubicBezTo>
                  <a:pt x="75692" y="79161"/>
                  <a:pt x="75218" y="79070"/>
                  <a:pt x="74855" y="78933"/>
                </a:cubicBezTo>
                <a:cubicBezTo>
                  <a:pt x="74489" y="78753"/>
                  <a:pt x="74241" y="78570"/>
                  <a:pt x="74104" y="78387"/>
                </a:cubicBezTo>
                <a:cubicBezTo>
                  <a:pt x="73969" y="78161"/>
                  <a:pt x="73901" y="77890"/>
                  <a:pt x="73901" y="77570"/>
                </a:cubicBezTo>
                <a:lnTo>
                  <a:pt x="73901" y="1772"/>
                </a:lnTo>
                <a:cubicBezTo>
                  <a:pt x="73901" y="1497"/>
                  <a:pt x="73969" y="1249"/>
                  <a:pt x="74104" y="1020"/>
                </a:cubicBezTo>
                <a:cubicBezTo>
                  <a:pt x="74241" y="794"/>
                  <a:pt x="74489" y="612"/>
                  <a:pt x="74855" y="477"/>
                </a:cubicBezTo>
                <a:cubicBezTo>
                  <a:pt x="75218" y="294"/>
                  <a:pt x="75692" y="183"/>
                  <a:pt x="76284" y="137"/>
                </a:cubicBezTo>
                <a:cubicBezTo>
                  <a:pt x="76918" y="46"/>
                  <a:pt x="77693" y="0"/>
                  <a:pt x="78598" y="0"/>
                </a:cubicBezTo>
                <a:cubicBezTo>
                  <a:pt x="79553" y="0"/>
                  <a:pt x="80324" y="46"/>
                  <a:pt x="80916" y="137"/>
                </a:cubicBezTo>
                <a:cubicBezTo>
                  <a:pt x="81504" y="183"/>
                  <a:pt x="81959" y="294"/>
                  <a:pt x="82276" y="477"/>
                </a:cubicBezTo>
                <a:cubicBezTo>
                  <a:pt x="82639" y="612"/>
                  <a:pt x="82890" y="794"/>
                  <a:pt x="83028" y="1020"/>
                </a:cubicBezTo>
                <a:cubicBezTo>
                  <a:pt x="83208" y="1249"/>
                  <a:pt x="83299" y="1497"/>
                  <a:pt x="83299" y="1772"/>
                </a:cubicBezTo>
                <a:lnTo>
                  <a:pt x="83299" y="77570"/>
                </a:lnTo>
                <a:close/>
                <a:moveTo>
                  <a:pt x="109962" y="77570"/>
                </a:moveTo>
                <a:cubicBezTo>
                  <a:pt x="109962" y="77890"/>
                  <a:pt x="109871" y="78161"/>
                  <a:pt x="109691" y="78387"/>
                </a:cubicBezTo>
                <a:cubicBezTo>
                  <a:pt x="109554" y="78570"/>
                  <a:pt x="109305" y="78753"/>
                  <a:pt x="108942" y="78933"/>
                </a:cubicBezTo>
                <a:cubicBezTo>
                  <a:pt x="108622" y="79070"/>
                  <a:pt x="108168" y="79161"/>
                  <a:pt x="107579" y="79204"/>
                </a:cubicBezTo>
                <a:cubicBezTo>
                  <a:pt x="106988" y="79296"/>
                  <a:pt x="106216" y="79341"/>
                  <a:pt x="105265" y="79341"/>
                </a:cubicBezTo>
                <a:cubicBezTo>
                  <a:pt x="104356" y="79341"/>
                  <a:pt x="103584" y="79296"/>
                  <a:pt x="102947" y="79204"/>
                </a:cubicBezTo>
                <a:cubicBezTo>
                  <a:pt x="102359" y="79161"/>
                  <a:pt x="101881" y="79070"/>
                  <a:pt x="101518" y="78933"/>
                </a:cubicBezTo>
                <a:cubicBezTo>
                  <a:pt x="101155" y="78753"/>
                  <a:pt x="100904" y="78570"/>
                  <a:pt x="100770" y="78387"/>
                </a:cubicBezTo>
                <a:cubicBezTo>
                  <a:pt x="100633" y="78161"/>
                  <a:pt x="100564" y="77890"/>
                  <a:pt x="100564" y="77570"/>
                </a:cubicBezTo>
                <a:lnTo>
                  <a:pt x="100564" y="1772"/>
                </a:lnTo>
                <a:cubicBezTo>
                  <a:pt x="100564" y="1497"/>
                  <a:pt x="100633" y="1249"/>
                  <a:pt x="100770" y="1020"/>
                </a:cubicBezTo>
                <a:cubicBezTo>
                  <a:pt x="100904" y="794"/>
                  <a:pt x="101155" y="612"/>
                  <a:pt x="101518" y="477"/>
                </a:cubicBezTo>
                <a:cubicBezTo>
                  <a:pt x="101881" y="294"/>
                  <a:pt x="102359" y="183"/>
                  <a:pt x="102947" y="137"/>
                </a:cubicBezTo>
                <a:cubicBezTo>
                  <a:pt x="103584" y="46"/>
                  <a:pt x="104356" y="0"/>
                  <a:pt x="105265" y="0"/>
                </a:cubicBezTo>
                <a:cubicBezTo>
                  <a:pt x="106216" y="0"/>
                  <a:pt x="106988" y="46"/>
                  <a:pt x="107579" y="137"/>
                </a:cubicBezTo>
                <a:cubicBezTo>
                  <a:pt x="108168" y="183"/>
                  <a:pt x="108622" y="294"/>
                  <a:pt x="108942" y="477"/>
                </a:cubicBezTo>
                <a:cubicBezTo>
                  <a:pt x="109305" y="612"/>
                  <a:pt x="109554" y="794"/>
                  <a:pt x="109691" y="1020"/>
                </a:cubicBezTo>
                <a:cubicBezTo>
                  <a:pt x="109871" y="1249"/>
                  <a:pt x="109962" y="1497"/>
                  <a:pt x="109962" y="1772"/>
                </a:cubicBezTo>
                <a:lnTo>
                  <a:pt x="109962" y="77570"/>
                </a:lnTo>
                <a:close/>
                <a:moveTo>
                  <a:pt x="200488" y="51352"/>
                </a:moveTo>
                <a:cubicBezTo>
                  <a:pt x="200488" y="55801"/>
                  <a:pt x="200011" y="59796"/>
                  <a:pt x="199056" y="63336"/>
                </a:cubicBezTo>
                <a:cubicBezTo>
                  <a:pt x="198102" y="66880"/>
                  <a:pt x="196673" y="69897"/>
                  <a:pt x="194767" y="72395"/>
                </a:cubicBezTo>
                <a:cubicBezTo>
                  <a:pt x="192904" y="74892"/>
                  <a:pt x="190612" y="76798"/>
                  <a:pt x="187886" y="78115"/>
                </a:cubicBezTo>
                <a:cubicBezTo>
                  <a:pt x="185163" y="79433"/>
                  <a:pt x="182054" y="80090"/>
                  <a:pt x="178557" y="80090"/>
                </a:cubicBezTo>
                <a:cubicBezTo>
                  <a:pt x="176922" y="80090"/>
                  <a:pt x="175402" y="79933"/>
                  <a:pt x="173993" y="79613"/>
                </a:cubicBezTo>
                <a:cubicBezTo>
                  <a:pt x="172633" y="79296"/>
                  <a:pt x="171293" y="78773"/>
                  <a:pt x="169976" y="78047"/>
                </a:cubicBezTo>
                <a:cubicBezTo>
                  <a:pt x="168658" y="77321"/>
                  <a:pt x="167344" y="76412"/>
                  <a:pt x="166026" y="75324"/>
                </a:cubicBezTo>
                <a:cubicBezTo>
                  <a:pt x="164709" y="74235"/>
                  <a:pt x="163300" y="72918"/>
                  <a:pt x="161803" y="71375"/>
                </a:cubicBezTo>
                <a:lnTo>
                  <a:pt x="161803" y="77570"/>
                </a:lnTo>
                <a:cubicBezTo>
                  <a:pt x="161803" y="77890"/>
                  <a:pt x="161712" y="78161"/>
                  <a:pt x="161532" y="78387"/>
                </a:cubicBezTo>
                <a:cubicBezTo>
                  <a:pt x="161394" y="78616"/>
                  <a:pt x="161146" y="78796"/>
                  <a:pt x="160783" y="78933"/>
                </a:cubicBezTo>
                <a:cubicBezTo>
                  <a:pt x="160463" y="79070"/>
                  <a:pt x="160054" y="79161"/>
                  <a:pt x="159557" y="79204"/>
                </a:cubicBezTo>
                <a:cubicBezTo>
                  <a:pt x="159057" y="79296"/>
                  <a:pt x="158397" y="79341"/>
                  <a:pt x="157580" y="79341"/>
                </a:cubicBezTo>
                <a:cubicBezTo>
                  <a:pt x="156854" y="79341"/>
                  <a:pt x="156220" y="79296"/>
                  <a:pt x="155674" y="79204"/>
                </a:cubicBezTo>
                <a:cubicBezTo>
                  <a:pt x="155128" y="79161"/>
                  <a:pt x="154676" y="79070"/>
                  <a:pt x="154311" y="78933"/>
                </a:cubicBezTo>
                <a:cubicBezTo>
                  <a:pt x="153994" y="78796"/>
                  <a:pt x="153768" y="78616"/>
                  <a:pt x="153631" y="78387"/>
                </a:cubicBezTo>
                <a:cubicBezTo>
                  <a:pt x="153539" y="78161"/>
                  <a:pt x="153493" y="77890"/>
                  <a:pt x="153493" y="77570"/>
                </a:cubicBezTo>
                <a:lnTo>
                  <a:pt x="153493" y="1772"/>
                </a:lnTo>
                <a:cubicBezTo>
                  <a:pt x="153493" y="1497"/>
                  <a:pt x="153562" y="1249"/>
                  <a:pt x="153699" y="1020"/>
                </a:cubicBezTo>
                <a:cubicBezTo>
                  <a:pt x="153836" y="794"/>
                  <a:pt x="154085" y="612"/>
                  <a:pt x="154448" y="477"/>
                </a:cubicBezTo>
                <a:cubicBezTo>
                  <a:pt x="154811" y="294"/>
                  <a:pt x="155288" y="183"/>
                  <a:pt x="155879" y="137"/>
                </a:cubicBezTo>
                <a:cubicBezTo>
                  <a:pt x="156514" y="46"/>
                  <a:pt x="157285" y="0"/>
                  <a:pt x="158194" y="0"/>
                </a:cubicBezTo>
                <a:cubicBezTo>
                  <a:pt x="159148" y="0"/>
                  <a:pt x="159920" y="46"/>
                  <a:pt x="160509" y="137"/>
                </a:cubicBezTo>
                <a:cubicBezTo>
                  <a:pt x="161100" y="183"/>
                  <a:pt x="161554" y="294"/>
                  <a:pt x="161872" y="477"/>
                </a:cubicBezTo>
                <a:cubicBezTo>
                  <a:pt x="162235" y="612"/>
                  <a:pt x="162483" y="794"/>
                  <a:pt x="162620" y="1020"/>
                </a:cubicBezTo>
                <a:cubicBezTo>
                  <a:pt x="162803" y="1249"/>
                  <a:pt x="162892" y="1497"/>
                  <a:pt x="162892" y="1772"/>
                </a:cubicBezTo>
                <a:lnTo>
                  <a:pt x="162892" y="32350"/>
                </a:lnTo>
                <a:cubicBezTo>
                  <a:pt x="164392" y="30807"/>
                  <a:pt x="165844" y="29512"/>
                  <a:pt x="167252" y="28466"/>
                </a:cubicBezTo>
                <a:cubicBezTo>
                  <a:pt x="168704" y="27378"/>
                  <a:pt x="170113" y="26515"/>
                  <a:pt x="171473" y="25880"/>
                </a:cubicBezTo>
                <a:cubicBezTo>
                  <a:pt x="172836" y="25197"/>
                  <a:pt x="174199" y="24723"/>
                  <a:pt x="175559" y="24449"/>
                </a:cubicBezTo>
                <a:cubicBezTo>
                  <a:pt x="176922" y="24132"/>
                  <a:pt x="178354" y="23972"/>
                  <a:pt x="179851" y="23972"/>
                </a:cubicBezTo>
                <a:cubicBezTo>
                  <a:pt x="183574" y="23972"/>
                  <a:pt x="186729" y="24723"/>
                  <a:pt x="189318" y="26220"/>
                </a:cubicBezTo>
                <a:cubicBezTo>
                  <a:pt x="191950" y="27672"/>
                  <a:pt x="194084" y="29649"/>
                  <a:pt x="195719" y="32144"/>
                </a:cubicBezTo>
                <a:cubicBezTo>
                  <a:pt x="197399" y="34596"/>
                  <a:pt x="198602" y="37502"/>
                  <a:pt x="199328" y="40862"/>
                </a:cubicBezTo>
                <a:cubicBezTo>
                  <a:pt x="200102" y="44177"/>
                  <a:pt x="200488" y="47672"/>
                  <a:pt x="200488" y="51352"/>
                </a:cubicBezTo>
                <a:close/>
                <a:moveTo>
                  <a:pt x="190612" y="52441"/>
                </a:moveTo>
                <a:cubicBezTo>
                  <a:pt x="190612" y="49852"/>
                  <a:pt x="190407" y="47332"/>
                  <a:pt x="189998" y="44880"/>
                </a:cubicBezTo>
                <a:cubicBezTo>
                  <a:pt x="189635" y="42382"/>
                  <a:pt x="188955" y="40205"/>
                  <a:pt x="187955" y="38342"/>
                </a:cubicBezTo>
                <a:cubicBezTo>
                  <a:pt x="186958" y="36436"/>
                  <a:pt x="185640" y="34916"/>
                  <a:pt x="184006" y="33779"/>
                </a:cubicBezTo>
                <a:cubicBezTo>
                  <a:pt x="182417" y="32598"/>
                  <a:pt x="180397" y="32010"/>
                  <a:pt x="177945" y="32010"/>
                </a:cubicBezTo>
                <a:cubicBezTo>
                  <a:pt x="176765" y="32010"/>
                  <a:pt x="175582" y="32190"/>
                  <a:pt x="174402" y="32553"/>
                </a:cubicBezTo>
                <a:cubicBezTo>
                  <a:pt x="173222" y="32873"/>
                  <a:pt x="172019" y="33438"/>
                  <a:pt x="170793" y="34256"/>
                </a:cubicBezTo>
                <a:cubicBezTo>
                  <a:pt x="169613" y="35027"/>
                  <a:pt x="168364" y="36050"/>
                  <a:pt x="167047" y="37322"/>
                </a:cubicBezTo>
                <a:cubicBezTo>
                  <a:pt x="165732" y="38548"/>
                  <a:pt x="164346" y="40114"/>
                  <a:pt x="162892" y="42020"/>
                </a:cubicBezTo>
                <a:lnTo>
                  <a:pt x="162892" y="62385"/>
                </a:lnTo>
                <a:cubicBezTo>
                  <a:pt x="165481" y="65517"/>
                  <a:pt x="167932" y="67923"/>
                  <a:pt x="170247" y="69603"/>
                </a:cubicBezTo>
                <a:cubicBezTo>
                  <a:pt x="172610" y="71237"/>
                  <a:pt x="175062" y="72055"/>
                  <a:pt x="177602" y="72055"/>
                </a:cubicBezTo>
                <a:cubicBezTo>
                  <a:pt x="179920" y="72055"/>
                  <a:pt x="181917" y="71486"/>
                  <a:pt x="183597" y="70352"/>
                </a:cubicBezTo>
                <a:cubicBezTo>
                  <a:pt x="185277" y="69217"/>
                  <a:pt x="186615" y="67720"/>
                  <a:pt x="187615" y="65857"/>
                </a:cubicBezTo>
                <a:cubicBezTo>
                  <a:pt x="188658" y="63951"/>
                  <a:pt x="189409" y="61839"/>
                  <a:pt x="189864" y="59525"/>
                </a:cubicBezTo>
                <a:cubicBezTo>
                  <a:pt x="190361" y="57207"/>
                  <a:pt x="190612" y="54847"/>
                  <a:pt x="190612" y="52441"/>
                </a:cubicBezTo>
                <a:close/>
                <a:moveTo>
                  <a:pt x="244436" y="29898"/>
                </a:moveTo>
                <a:cubicBezTo>
                  <a:pt x="244436" y="30715"/>
                  <a:pt x="244413" y="31418"/>
                  <a:pt x="244368" y="32010"/>
                </a:cubicBezTo>
                <a:cubicBezTo>
                  <a:pt x="244322" y="32553"/>
                  <a:pt x="244231" y="32984"/>
                  <a:pt x="244096" y="33304"/>
                </a:cubicBezTo>
                <a:cubicBezTo>
                  <a:pt x="244005" y="33621"/>
                  <a:pt x="243868" y="33870"/>
                  <a:pt x="243688" y="34053"/>
                </a:cubicBezTo>
                <a:cubicBezTo>
                  <a:pt x="243505" y="34233"/>
                  <a:pt x="243279" y="34324"/>
                  <a:pt x="243005" y="34324"/>
                </a:cubicBezTo>
                <a:cubicBezTo>
                  <a:pt x="242687" y="34324"/>
                  <a:pt x="242302" y="34233"/>
                  <a:pt x="241847" y="34053"/>
                </a:cubicBezTo>
                <a:cubicBezTo>
                  <a:pt x="241439" y="33870"/>
                  <a:pt x="240962" y="33713"/>
                  <a:pt x="240419" y="33576"/>
                </a:cubicBezTo>
                <a:cubicBezTo>
                  <a:pt x="239873" y="33393"/>
                  <a:pt x="239258" y="33236"/>
                  <a:pt x="238578" y="33098"/>
                </a:cubicBezTo>
                <a:cubicBezTo>
                  <a:pt x="237898" y="32918"/>
                  <a:pt x="237150" y="32827"/>
                  <a:pt x="236332" y="32827"/>
                </a:cubicBezTo>
                <a:cubicBezTo>
                  <a:pt x="235424" y="32827"/>
                  <a:pt x="234515" y="33030"/>
                  <a:pt x="233606" y="33438"/>
                </a:cubicBezTo>
                <a:cubicBezTo>
                  <a:pt x="232698" y="33801"/>
                  <a:pt x="231723" y="34416"/>
                  <a:pt x="230677" y="35279"/>
                </a:cubicBezTo>
                <a:cubicBezTo>
                  <a:pt x="229680" y="36142"/>
                  <a:pt x="228634" y="37299"/>
                  <a:pt x="227546" y="38751"/>
                </a:cubicBezTo>
                <a:cubicBezTo>
                  <a:pt x="226457" y="40159"/>
                  <a:pt x="225254" y="41908"/>
                  <a:pt x="223937" y="43994"/>
                </a:cubicBezTo>
                <a:lnTo>
                  <a:pt x="223937" y="77570"/>
                </a:lnTo>
                <a:cubicBezTo>
                  <a:pt x="223937" y="77890"/>
                  <a:pt x="223845" y="78161"/>
                  <a:pt x="223665" y="78387"/>
                </a:cubicBezTo>
                <a:cubicBezTo>
                  <a:pt x="223528" y="78570"/>
                  <a:pt x="223276" y="78753"/>
                  <a:pt x="222914" y="78933"/>
                </a:cubicBezTo>
                <a:cubicBezTo>
                  <a:pt x="222596" y="79070"/>
                  <a:pt x="222142" y="79161"/>
                  <a:pt x="221553" y="79204"/>
                </a:cubicBezTo>
                <a:cubicBezTo>
                  <a:pt x="220962" y="79296"/>
                  <a:pt x="220190" y="79341"/>
                  <a:pt x="219236" y="79341"/>
                </a:cubicBezTo>
                <a:cubicBezTo>
                  <a:pt x="218330" y="79341"/>
                  <a:pt x="217556" y="79296"/>
                  <a:pt x="216921" y="79204"/>
                </a:cubicBezTo>
                <a:cubicBezTo>
                  <a:pt x="216330" y="79161"/>
                  <a:pt x="215856" y="79070"/>
                  <a:pt x="215493" y="78933"/>
                </a:cubicBezTo>
                <a:cubicBezTo>
                  <a:pt x="215127" y="78753"/>
                  <a:pt x="214878" y="78570"/>
                  <a:pt x="214741" y="78387"/>
                </a:cubicBezTo>
                <a:cubicBezTo>
                  <a:pt x="214607" y="78161"/>
                  <a:pt x="214538" y="77890"/>
                  <a:pt x="214538" y="77570"/>
                </a:cubicBezTo>
                <a:lnTo>
                  <a:pt x="214538" y="26492"/>
                </a:lnTo>
                <a:cubicBezTo>
                  <a:pt x="214538" y="26220"/>
                  <a:pt x="214584" y="25992"/>
                  <a:pt x="214675" y="25812"/>
                </a:cubicBezTo>
                <a:cubicBezTo>
                  <a:pt x="214810" y="25583"/>
                  <a:pt x="215038" y="25380"/>
                  <a:pt x="215355" y="25197"/>
                </a:cubicBezTo>
                <a:cubicBezTo>
                  <a:pt x="215718" y="25017"/>
                  <a:pt x="216173" y="24903"/>
                  <a:pt x="216719" y="24857"/>
                </a:cubicBezTo>
                <a:cubicBezTo>
                  <a:pt x="217261" y="24812"/>
                  <a:pt x="217964" y="24789"/>
                  <a:pt x="218827" y="24789"/>
                </a:cubicBezTo>
                <a:cubicBezTo>
                  <a:pt x="219645" y="24789"/>
                  <a:pt x="220328" y="24812"/>
                  <a:pt x="220870" y="24857"/>
                </a:cubicBezTo>
                <a:cubicBezTo>
                  <a:pt x="221416" y="24903"/>
                  <a:pt x="221848" y="25017"/>
                  <a:pt x="222165" y="25197"/>
                </a:cubicBezTo>
                <a:cubicBezTo>
                  <a:pt x="222482" y="25380"/>
                  <a:pt x="222711" y="25583"/>
                  <a:pt x="222848" y="25812"/>
                </a:cubicBezTo>
                <a:cubicBezTo>
                  <a:pt x="222982" y="25992"/>
                  <a:pt x="223051" y="26220"/>
                  <a:pt x="223051" y="26492"/>
                </a:cubicBezTo>
                <a:lnTo>
                  <a:pt x="223051" y="33984"/>
                </a:lnTo>
                <a:cubicBezTo>
                  <a:pt x="224414" y="31941"/>
                  <a:pt x="225708" y="30284"/>
                  <a:pt x="226934" y="29012"/>
                </a:cubicBezTo>
                <a:cubicBezTo>
                  <a:pt x="228203" y="27695"/>
                  <a:pt x="229386" y="26675"/>
                  <a:pt x="230475" y="25949"/>
                </a:cubicBezTo>
                <a:cubicBezTo>
                  <a:pt x="231563" y="25175"/>
                  <a:pt x="232632" y="24655"/>
                  <a:pt x="233675" y="24380"/>
                </a:cubicBezTo>
                <a:cubicBezTo>
                  <a:pt x="234764" y="24109"/>
                  <a:pt x="235855" y="23972"/>
                  <a:pt x="236944" y="23972"/>
                </a:cubicBezTo>
                <a:cubicBezTo>
                  <a:pt x="237444" y="23972"/>
                  <a:pt x="238010" y="23994"/>
                  <a:pt x="238647" y="24040"/>
                </a:cubicBezTo>
                <a:cubicBezTo>
                  <a:pt x="239281" y="24086"/>
                  <a:pt x="239941" y="24200"/>
                  <a:pt x="240622" y="24380"/>
                </a:cubicBezTo>
                <a:cubicBezTo>
                  <a:pt x="241302" y="24517"/>
                  <a:pt x="241916" y="24677"/>
                  <a:pt x="242462" y="24857"/>
                </a:cubicBezTo>
                <a:cubicBezTo>
                  <a:pt x="243005" y="25040"/>
                  <a:pt x="243390" y="25243"/>
                  <a:pt x="243619" y="25472"/>
                </a:cubicBezTo>
                <a:cubicBezTo>
                  <a:pt x="243845" y="25652"/>
                  <a:pt x="243982" y="25835"/>
                  <a:pt x="244028" y="26015"/>
                </a:cubicBezTo>
                <a:cubicBezTo>
                  <a:pt x="244119" y="26152"/>
                  <a:pt x="244185" y="26358"/>
                  <a:pt x="244231" y="26629"/>
                </a:cubicBezTo>
                <a:cubicBezTo>
                  <a:pt x="244322" y="26901"/>
                  <a:pt x="244368" y="27286"/>
                  <a:pt x="244368" y="27786"/>
                </a:cubicBezTo>
                <a:cubicBezTo>
                  <a:pt x="244413" y="28286"/>
                  <a:pt x="244436" y="28989"/>
                  <a:pt x="244436" y="29898"/>
                </a:cubicBezTo>
                <a:close/>
                <a:moveTo>
                  <a:pt x="264442" y="77570"/>
                </a:moveTo>
                <a:cubicBezTo>
                  <a:pt x="264442" y="77890"/>
                  <a:pt x="264353" y="78161"/>
                  <a:pt x="264170" y="78387"/>
                </a:cubicBezTo>
                <a:cubicBezTo>
                  <a:pt x="264033" y="78570"/>
                  <a:pt x="263784" y="78753"/>
                  <a:pt x="263421" y="78933"/>
                </a:cubicBezTo>
                <a:cubicBezTo>
                  <a:pt x="263104" y="79070"/>
                  <a:pt x="262650" y="79161"/>
                  <a:pt x="262058" y="79204"/>
                </a:cubicBezTo>
                <a:cubicBezTo>
                  <a:pt x="261470" y="79296"/>
                  <a:pt x="260695" y="79341"/>
                  <a:pt x="259744" y="79341"/>
                </a:cubicBezTo>
                <a:cubicBezTo>
                  <a:pt x="258835" y="79341"/>
                  <a:pt x="258064" y="79296"/>
                  <a:pt x="257426" y="79204"/>
                </a:cubicBezTo>
                <a:cubicBezTo>
                  <a:pt x="256838" y="79161"/>
                  <a:pt x="256361" y="79070"/>
                  <a:pt x="255998" y="78933"/>
                </a:cubicBezTo>
                <a:cubicBezTo>
                  <a:pt x="255635" y="78753"/>
                  <a:pt x="255383" y="78570"/>
                  <a:pt x="255249" y="78387"/>
                </a:cubicBezTo>
                <a:cubicBezTo>
                  <a:pt x="255112" y="78161"/>
                  <a:pt x="255043" y="77890"/>
                  <a:pt x="255043" y="77570"/>
                </a:cubicBezTo>
                <a:lnTo>
                  <a:pt x="255043" y="26492"/>
                </a:lnTo>
                <a:cubicBezTo>
                  <a:pt x="255043" y="26266"/>
                  <a:pt x="255112" y="26038"/>
                  <a:pt x="255249" y="25812"/>
                </a:cubicBezTo>
                <a:cubicBezTo>
                  <a:pt x="255383" y="25583"/>
                  <a:pt x="255635" y="25403"/>
                  <a:pt x="255998" y="25266"/>
                </a:cubicBezTo>
                <a:cubicBezTo>
                  <a:pt x="256361" y="25086"/>
                  <a:pt x="256838" y="24972"/>
                  <a:pt x="257426" y="24926"/>
                </a:cubicBezTo>
                <a:cubicBezTo>
                  <a:pt x="258064" y="24835"/>
                  <a:pt x="258835" y="24789"/>
                  <a:pt x="259744" y="24789"/>
                </a:cubicBezTo>
                <a:cubicBezTo>
                  <a:pt x="260695" y="24789"/>
                  <a:pt x="261470" y="24835"/>
                  <a:pt x="262058" y="24926"/>
                </a:cubicBezTo>
                <a:cubicBezTo>
                  <a:pt x="262650" y="24972"/>
                  <a:pt x="263104" y="25086"/>
                  <a:pt x="263421" y="25266"/>
                </a:cubicBezTo>
                <a:cubicBezTo>
                  <a:pt x="263784" y="25403"/>
                  <a:pt x="264033" y="25583"/>
                  <a:pt x="264170" y="25812"/>
                </a:cubicBezTo>
                <a:cubicBezTo>
                  <a:pt x="264353" y="26038"/>
                  <a:pt x="264442" y="26266"/>
                  <a:pt x="264442" y="26492"/>
                </a:cubicBezTo>
                <a:lnTo>
                  <a:pt x="264442" y="77570"/>
                </a:lnTo>
                <a:close/>
                <a:moveTo>
                  <a:pt x="265533" y="9261"/>
                </a:moveTo>
                <a:cubicBezTo>
                  <a:pt x="265533" y="11487"/>
                  <a:pt x="265102" y="13007"/>
                  <a:pt x="264239" y="13825"/>
                </a:cubicBezTo>
                <a:cubicBezTo>
                  <a:pt x="263421" y="14596"/>
                  <a:pt x="261901" y="14982"/>
                  <a:pt x="259675" y="14982"/>
                </a:cubicBezTo>
                <a:cubicBezTo>
                  <a:pt x="257495" y="14982"/>
                  <a:pt x="255998" y="14596"/>
                  <a:pt x="255180" y="13825"/>
                </a:cubicBezTo>
                <a:cubicBezTo>
                  <a:pt x="254363" y="13007"/>
                  <a:pt x="253955" y="11533"/>
                  <a:pt x="253955" y="9398"/>
                </a:cubicBezTo>
                <a:cubicBezTo>
                  <a:pt x="253955" y="7218"/>
                  <a:pt x="254363" y="5744"/>
                  <a:pt x="255180" y="4972"/>
                </a:cubicBezTo>
                <a:cubicBezTo>
                  <a:pt x="255998" y="4155"/>
                  <a:pt x="257541" y="3746"/>
                  <a:pt x="259812" y="3746"/>
                </a:cubicBezTo>
                <a:cubicBezTo>
                  <a:pt x="261990" y="3746"/>
                  <a:pt x="263490" y="4132"/>
                  <a:pt x="264307" y="4903"/>
                </a:cubicBezTo>
                <a:cubicBezTo>
                  <a:pt x="265125" y="5675"/>
                  <a:pt x="265533" y="7129"/>
                  <a:pt x="265533" y="9261"/>
                </a:cubicBezTo>
                <a:close/>
                <a:moveTo>
                  <a:pt x="318417" y="69806"/>
                </a:moveTo>
                <a:cubicBezTo>
                  <a:pt x="318417" y="70443"/>
                  <a:pt x="318394" y="71009"/>
                  <a:pt x="318348" y="71509"/>
                </a:cubicBezTo>
                <a:cubicBezTo>
                  <a:pt x="318348" y="71963"/>
                  <a:pt x="318303" y="72349"/>
                  <a:pt x="318211" y="72666"/>
                </a:cubicBezTo>
                <a:cubicBezTo>
                  <a:pt x="318120" y="72986"/>
                  <a:pt x="318008" y="73281"/>
                  <a:pt x="317871" y="73552"/>
                </a:cubicBezTo>
                <a:cubicBezTo>
                  <a:pt x="317734" y="73781"/>
                  <a:pt x="317417" y="74144"/>
                  <a:pt x="316917" y="74644"/>
                </a:cubicBezTo>
                <a:cubicBezTo>
                  <a:pt x="316465" y="75095"/>
                  <a:pt x="315668" y="75687"/>
                  <a:pt x="314534" y="76412"/>
                </a:cubicBezTo>
                <a:cubicBezTo>
                  <a:pt x="313399" y="77095"/>
                  <a:pt x="312105" y="77707"/>
                  <a:pt x="310653" y="78253"/>
                </a:cubicBezTo>
                <a:cubicBezTo>
                  <a:pt x="309244" y="78796"/>
                  <a:pt x="307701" y="79227"/>
                  <a:pt x="306021" y="79547"/>
                </a:cubicBezTo>
                <a:cubicBezTo>
                  <a:pt x="304387" y="79910"/>
                  <a:pt x="302684" y="80090"/>
                  <a:pt x="300915" y="80090"/>
                </a:cubicBezTo>
                <a:cubicBezTo>
                  <a:pt x="297237" y="80090"/>
                  <a:pt x="293968" y="79501"/>
                  <a:pt x="291108" y="78321"/>
                </a:cubicBezTo>
                <a:cubicBezTo>
                  <a:pt x="288290" y="77095"/>
                  <a:pt x="285930" y="75324"/>
                  <a:pt x="284024" y="73009"/>
                </a:cubicBezTo>
                <a:cubicBezTo>
                  <a:pt x="282115" y="70646"/>
                  <a:pt x="280664" y="67786"/>
                  <a:pt x="279664" y="64428"/>
                </a:cubicBezTo>
                <a:cubicBezTo>
                  <a:pt x="278666" y="61022"/>
                  <a:pt x="278166" y="57093"/>
                  <a:pt x="278166" y="52644"/>
                </a:cubicBezTo>
                <a:cubicBezTo>
                  <a:pt x="278166" y="47652"/>
                  <a:pt x="278781" y="43360"/>
                  <a:pt x="280006" y="39774"/>
                </a:cubicBezTo>
                <a:cubicBezTo>
                  <a:pt x="281232" y="36142"/>
                  <a:pt x="282913" y="33167"/>
                  <a:pt x="285044" y="30852"/>
                </a:cubicBezTo>
                <a:cubicBezTo>
                  <a:pt x="287179" y="28535"/>
                  <a:pt x="289699" y="26832"/>
                  <a:pt x="292605" y="25743"/>
                </a:cubicBezTo>
                <a:cubicBezTo>
                  <a:pt x="295511" y="24609"/>
                  <a:pt x="298643" y="24040"/>
                  <a:pt x="302003" y="24040"/>
                </a:cubicBezTo>
                <a:cubicBezTo>
                  <a:pt x="303638" y="24040"/>
                  <a:pt x="305204" y="24200"/>
                  <a:pt x="306701" y="24517"/>
                </a:cubicBezTo>
                <a:cubicBezTo>
                  <a:pt x="308247" y="24789"/>
                  <a:pt x="309653" y="25175"/>
                  <a:pt x="310925" y="25675"/>
                </a:cubicBezTo>
                <a:cubicBezTo>
                  <a:pt x="312242" y="26175"/>
                  <a:pt x="313399" y="26743"/>
                  <a:pt x="314399" y="27378"/>
                </a:cubicBezTo>
                <a:cubicBezTo>
                  <a:pt x="315397" y="28015"/>
                  <a:pt x="316122" y="28558"/>
                  <a:pt x="316577" y="29012"/>
                </a:cubicBezTo>
                <a:cubicBezTo>
                  <a:pt x="317031" y="29467"/>
                  <a:pt x="317325" y="29829"/>
                  <a:pt x="317463" y="30101"/>
                </a:cubicBezTo>
                <a:cubicBezTo>
                  <a:pt x="317645" y="30375"/>
                  <a:pt x="317780" y="30692"/>
                  <a:pt x="317871" y="31055"/>
                </a:cubicBezTo>
                <a:cubicBezTo>
                  <a:pt x="318008" y="31418"/>
                  <a:pt x="318100" y="31827"/>
                  <a:pt x="318143" y="32281"/>
                </a:cubicBezTo>
                <a:cubicBezTo>
                  <a:pt x="318188" y="32736"/>
                  <a:pt x="318211" y="33304"/>
                  <a:pt x="318211" y="33984"/>
                </a:cubicBezTo>
                <a:cubicBezTo>
                  <a:pt x="318211" y="35436"/>
                  <a:pt x="318031" y="36459"/>
                  <a:pt x="317668" y="37047"/>
                </a:cubicBezTo>
                <a:cubicBezTo>
                  <a:pt x="317348" y="37639"/>
                  <a:pt x="316940" y="37933"/>
                  <a:pt x="316442" y="37933"/>
                </a:cubicBezTo>
                <a:cubicBezTo>
                  <a:pt x="315897" y="37933"/>
                  <a:pt x="315239" y="37616"/>
                  <a:pt x="314465" y="36982"/>
                </a:cubicBezTo>
                <a:cubicBezTo>
                  <a:pt x="313739" y="36345"/>
                  <a:pt x="312808" y="35664"/>
                  <a:pt x="311673" y="34939"/>
                </a:cubicBezTo>
                <a:cubicBezTo>
                  <a:pt x="310539" y="34164"/>
                  <a:pt x="309153" y="33484"/>
                  <a:pt x="307518" y="32896"/>
                </a:cubicBezTo>
                <a:cubicBezTo>
                  <a:pt x="305930" y="32258"/>
                  <a:pt x="304047" y="31941"/>
                  <a:pt x="301866" y="31941"/>
                </a:cubicBezTo>
                <a:cubicBezTo>
                  <a:pt x="297371" y="31941"/>
                  <a:pt x="293922" y="33667"/>
                  <a:pt x="291516" y="37116"/>
                </a:cubicBezTo>
                <a:cubicBezTo>
                  <a:pt x="289108" y="40568"/>
                  <a:pt x="287905" y="45586"/>
                  <a:pt x="287905" y="52169"/>
                </a:cubicBezTo>
                <a:cubicBezTo>
                  <a:pt x="287905" y="55438"/>
                  <a:pt x="288225" y="58319"/>
                  <a:pt x="288859" y="60816"/>
                </a:cubicBezTo>
                <a:cubicBezTo>
                  <a:pt x="289493" y="63314"/>
                  <a:pt x="290402" y="65402"/>
                  <a:pt x="291582" y="67083"/>
                </a:cubicBezTo>
                <a:cubicBezTo>
                  <a:pt x="292808" y="68717"/>
                  <a:pt x="294308" y="69943"/>
                  <a:pt x="296077" y="70760"/>
                </a:cubicBezTo>
                <a:cubicBezTo>
                  <a:pt x="297849" y="71578"/>
                  <a:pt x="299869" y="71986"/>
                  <a:pt x="302141" y="71986"/>
                </a:cubicBezTo>
                <a:cubicBezTo>
                  <a:pt x="304272" y="71986"/>
                  <a:pt x="306158" y="71646"/>
                  <a:pt x="307793" y="70966"/>
                </a:cubicBezTo>
                <a:cubicBezTo>
                  <a:pt x="309427" y="70283"/>
                  <a:pt x="310833" y="69534"/>
                  <a:pt x="312013" y="68717"/>
                </a:cubicBezTo>
                <a:cubicBezTo>
                  <a:pt x="313196" y="67900"/>
                  <a:pt x="314194" y="67174"/>
                  <a:pt x="315011" y="66537"/>
                </a:cubicBezTo>
                <a:cubicBezTo>
                  <a:pt x="315828" y="65857"/>
                  <a:pt x="316465" y="65517"/>
                  <a:pt x="316917" y="65517"/>
                </a:cubicBezTo>
                <a:cubicBezTo>
                  <a:pt x="317191" y="65517"/>
                  <a:pt x="317417" y="65585"/>
                  <a:pt x="317600" y="65720"/>
                </a:cubicBezTo>
                <a:cubicBezTo>
                  <a:pt x="317780" y="65857"/>
                  <a:pt x="317940" y="66105"/>
                  <a:pt x="318077" y="66471"/>
                </a:cubicBezTo>
                <a:cubicBezTo>
                  <a:pt x="318211" y="66834"/>
                  <a:pt x="318303" y="67288"/>
                  <a:pt x="318348" y="67831"/>
                </a:cubicBezTo>
                <a:cubicBezTo>
                  <a:pt x="318394" y="68377"/>
                  <a:pt x="318417" y="69034"/>
                  <a:pt x="318417" y="69806"/>
                </a:cubicBezTo>
                <a:close/>
                <a:moveTo>
                  <a:pt x="372789" y="77504"/>
                </a:moveTo>
                <a:cubicBezTo>
                  <a:pt x="372789" y="77821"/>
                  <a:pt x="372698" y="78093"/>
                  <a:pt x="372518" y="78321"/>
                </a:cubicBezTo>
                <a:cubicBezTo>
                  <a:pt x="372381" y="78547"/>
                  <a:pt x="372132" y="78753"/>
                  <a:pt x="371769" y="78933"/>
                </a:cubicBezTo>
                <a:cubicBezTo>
                  <a:pt x="371449" y="79070"/>
                  <a:pt x="370952" y="79161"/>
                  <a:pt x="370269" y="79204"/>
                </a:cubicBezTo>
                <a:cubicBezTo>
                  <a:pt x="369635" y="79296"/>
                  <a:pt x="368840" y="79341"/>
                  <a:pt x="367886" y="79341"/>
                </a:cubicBezTo>
                <a:cubicBezTo>
                  <a:pt x="366843" y="79341"/>
                  <a:pt x="365980" y="79296"/>
                  <a:pt x="365297" y="79204"/>
                </a:cubicBezTo>
                <a:cubicBezTo>
                  <a:pt x="364663" y="79161"/>
                  <a:pt x="364117" y="79093"/>
                  <a:pt x="363663" y="79001"/>
                </a:cubicBezTo>
                <a:cubicBezTo>
                  <a:pt x="363211" y="78864"/>
                  <a:pt x="362825" y="78684"/>
                  <a:pt x="362505" y="78456"/>
                </a:cubicBezTo>
                <a:cubicBezTo>
                  <a:pt x="362234" y="78184"/>
                  <a:pt x="361985" y="77867"/>
                  <a:pt x="361757" y="77504"/>
                </a:cubicBezTo>
                <a:lnTo>
                  <a:pt x="340237" y="49306"/>
                </a:lnTo>
                <a:lnTo>
                  <a:pt x="340237" y="77570"/>
                </a:lnTo>
                <a:cubicBezTo>
                  <a:pt x="340237" y="77890"/>
                  <a:pt x="340145" y="78161"/>
                  <a:pt x="339962" y="78387"/>
                </a:cubicBezTo>
                <a:cubicBezTo>
                  <a:pt x="339828" y="78570"/>
                  <a:pt x="339577" y="78753"/>
                  <a:pt x="339214" y="78933"/>
                </a:cubicBezTo>
                <a:cubicBezTo>
                  <a:pt x="338897" y="79070"/>
                  <a:pt x="338442" y="79161"/>
                  <a:pt x="337854" y="79204"/>
                </a:cubicBezTo>
                <a:cubicBezTo>
                  <a:pt x="337262" y="79296"/>
                  <a:pt x="336491" y="79341"/>
                  <a:pt x="335536" y="79341"/>
                </a:cubicBezTo>
                <a:cubicBezTo>
                  <a:pt x="334628" y="79341"/>
                  <a:pt x="333856" y="79296"/>
                  <a:pt x="333222" y="79204"/>
                </a:cubicBezTo>
                <a:cubicBezTo>
                  <a:pt x="332630" y="79161"/>
                  <a:pt x="332153" y="79070"/>
                  <a:pt x="331790" y="78933"/>
                </a:cubicBezTo>
                <a:cubicBezTo>
                  <a:pt x="331427" y="78753"/>
                  <a:pt x="331179" y="78570"/>
                  <a:pt x="331041" y="78387"/>
                </a:cubicBezTo>
                <a:cubicBezTo>
                  <a:pt x="330904" y="78161"/>
                  <a:pt x="330838" y="77890"/>
                  <a:pt x="330838" y="77570"/>
                </a:cubicBezTo>
                <a:lnTo>
                  <a:pt x="330838" y="1772"/>
                </a:lnTo>
                <a:cubicBezTo>
                  <a:pt x="330838" y="1497"/>
                  <a:pt x="330904" y="1249"/>
                  <a:pt x="331041" y="1020"/>
                </a:cubicBezTo>
                <a:cubicBezTo>
                  <a:pt x="331179" y="794"/>
                  <a:pt x="331427" y="612"/>
                  <a:pt x="331790" y="477"/>
                </a:cubicBezTo>
                <a:cubicBezTo>
                  <a:pt x="332153" y="294"/>
                  <a:pt x="332630" y="183"/>
                  <a:pt x="333222" y="137"/>
                </a:cubicBezTo>
                <a:cubicBezTo>
                  <a:pt x="333856" y="46"/>
                  <a:pt x="334628" y="0"/>
                  <a:pt x="335536" y="0"/>
                </a:cubicBezTo>
                <a:cubicBezTo>
                  <a:pt x="336491" y="0"/>
                  <a:pt x="337262" y="46"/>
                  <a:pt x="337854" y="137"/>
                </a:cubicBezTo>
                <a:cubicBezTo>
                  <a:pt x="338442" y="183"/>
                  <a:pt x="338897" y="294"/>
                  <a:pt x="339214" y="477"/>
                </a:cubicBezTo>
                <a:cubicBezTo>
                  <a:pt x="339577" y="612"/>
                  <a:pt x="339828" y="794"/>
                  <a:pt x="339962" y="1020"/>
                </a:cubicBezTo>
                <a:cubicBezTo>
                  <a:pt x="340145" y="1249"/>
                  <a:pt x="340237" y="1497"/>
                  <a:pt x="340237" y="1772"/>
                </a:cubicBezTo>
                <a:lnTo>
                  <a:pt x="340237" y="47946"/>
                </a:lnTo>
                <a:lnTo>
                  <a:pt x="359511" y="26766"/>
                </a:lnTo>
                <a:cubicBezTo>
                  <a:pt x="359828" y="26358"/>
                  <a:pt x="360145" y="26038"/>
                  <a:pt x="360462" y="25812"/>
                </a:cubicBezTo>
                <a:cubicBezTo>
                  <a:pt x="360825" y="25583"/>
                  <a:pt x="361234" y="25380"/>
                  <a:pt x="361688" y="25197"/>
                </a:cubicBezTo>
                <a:cubicBezTo>
                  <a:pt x="362188" y="25017"/>
                  <a:pt x="362757" y="24903"/>
                  <a:pt x="363391" y="24857"/>
                </a:cubicBezTo>
                <a:cubicBezTo>
                  <a:pt x="364028" y="24812"/>
                  <a:pt x="364800" y="24789"/>
                  <a:pt x="365706" y="24789"/>
                </a:cubicBezTo>
                <a:cubicBezTo>
                  <a:pt x="366660" y="24789"/>
                  <a:pt x="367454" y="24812"/>
                  <a:pt x="368092" y="24857"/>
                </a:cubicBezTo>
                <a:cubicBezTo>
                  <a:pt x="368726" y="24903"/>
                  <a:pt x="369249" y="24995"/>
                  <a:pt x="369658" y="25132"/>
                </a:cubicBezTo>
                <a:cubicBezTo>
                  <a:pt x="370066" y="25266"/>
                  <a:pt x="370338" y="25449"/>
                  <a:pt x="370475" y="25675"/>
                </a:cubicBezTo>
                <a:cubicBezTo>
                  <a:pt x="370655" y="25858"/>
                  <a:pt x="370746" y="26129"/>
                  <a:pt x="370746" y="26492"/>
                </a:cubicBezTo>
                <a:cubicBezTo>
                  <a:pt x="370746" y="26946"/>
                  <a:pt x="370609" y="27401"/>
                  <a:pt x="370338" y="27855"/>
                </a:cubicBezTo>
                <a:cubicBezTo>
                  <a:pt x="370112" y="28309"/>
                  <a:pt x="369726" y="28832"/>
                  <a:pt x="369180" y="29421"/>
                </a:cubicBezTo>
                <a:lnTo>
                  <a:pt x="350655" y="47946"/>
                </a:lnTo>
                <a:lnTo>
                  <a:pt x="371426" y="74846"/>
                </a:lnTo>
                <a:cubicBezTo>
                  <a:pt x="371926" y="75484"/>
                  <a:pt x="372267" y="76004"/>
                  <a:pt x="372449" y="76412"/>
                </a:cubicBezTo>
                <a:cubicBezTo>
                  <a:pt x="372675" y="76821"/>
                  <a:pt x="372789" y="77184"/>
                  <a:pt x="372789" y="77504"/>
                </a:cubicBezTo>
                <a:close/>
                <a:moveTo>
                  <a:pt x="414655" y="63677"/>
                </a:moveTo>
                <a:cubicBezTo>
                  <a:pt x="414655" y="66311"/>
                  <a:pt x="414177" y="68649"/>
                  <a:pt x="413223" y="70692"/>
                </a:cubicBezTo>
                <a:cubicBezTo>
                  <a:pt x="412269" y="72735"/>
                  <a:pt x="410886" y="74461"/>
                  <a:pt x="409068" y="75869"/>
                </a:cubicBezTo>
                <a:cubicBezTo>
                  <a:pt x="407299" y="77230"/>
                  <a:pt x="405188" y="78275"/>
                  <a:pt x="402736" y="79001"/>
                </a:cubicBezTo>
                <a:cubicBezTo>
                  <a:pt x="400284" y="79727"/>
                  <a:pt x="397581" y="80090"/>
                  <a:pt x="394632" y="80090"/>
                </a:cubicBezTo>
                <a:cubicBezTo>
                  <a:pt x="392815" y="80090"/>
                  <a:pt x="391089" y="79933"/>
                  <a:pt x="389454" y="79613"/>
                </a:cubicBezTo>
                <a:cubicBezTo>
                  <a:pt x="387820" y="79341"/>
                  <a:pt x="386345" y="79001"/>
                  <a:pt x="385028" y="78593"/>
                </a:cubicBezTo>
                <a:cubicBezTo>
                  <a:pt x="383711" y="78138"/>
                  <a:pt x="382599" y="77684"/>
                  <a:pt x="381691" y="77230"/>
                </a:cubicBezTo>
                <a:cubicBezTo>
                  <a:pt x="380782" y="76730"/>
                  <a:pt x="380125" y="76301"/>
                  <a:pt x="379716" y="75935"/>
                </a:cubicBezTo>
                <a:cubicBezTo>
                  <a:pt x="379307" y="75572"/>
                  <a:pt x="378990" y="75052"/>
                  <a:pt x="378762" y="74369"/>
                </a:cubicBezTo>
                <a:cubicBezTo>
                  <a:pt x="378582" y="73689"/>
                  <a:pt x="378490" y="72758"/>
                  <a:pt x="378490" y="71578"/>
                </a:cubicBezTo>
                <a:cubicBezTo>
                  <a:pt x="378490" y="70852"/>
                  <a:pt x="378536" y="70237"/>
                  <a:pt x="378627" y="69740"/>
                </a:cubicBezTo>
                <a:cubicBezTo>
                  <a:pt x="378716" y="69240"/>
                  <a:pt x="378807" y="68854"/>
                  <a:pt x="378899" y="68580"/>
                </a:cubicBezTo>
                <a:cubicBezTo>
                  <a:pt x="379036" y="68263"/>
                  <a:pt x="379193" y="68037"/>
                  <a:pt x="379376" y="67900"/>
                </a:cubicBezTo>
                <a:cubicBezTo>
                  <a:pt x="379602" y="67763"/>
                  <a:pt x="379853" y="67697"/>
                  <a:pt x="380125" y="67697"/>
                </a:cubicBezTo>
                <a:cubicBezTo>
                  <a:pt x="380533" y="67697"/>
                  <a:pt x="381145" y="67968"/>
                  <a:pt x="381962" y="68514"/>
                </a:cubicBezTo>
                <a:cubicBezTo>
                  <a:pt x="382779" y="69011"/>
                  <a:pt x="383779" y="69557"/>
                  <a:pt x="384960" y="70149"/>
                </a:cubicBezTo>
                <a:cubicBezTo>
                  <a:pt x="386140" y="70737"/>
                  <a:pt x="387548" y="71306"/>
                  <a:pt x="389183" y="71849"/>
                </a:cubicBezTo>
                <a:cubicBezTo>
                  <a:pt x="390817" y="72349"/>
                  <a:pt x="392701" y="72601"/>
                  <a:pt x="394835" y="72601"/>
                </a:cubicBezTo>
                <a:cubicBezTo>
                  <a:pt x="396424" y="72601"/>
                  <a:pt x="397855" y="72440"/>
                  <a:pt x="399127" y="72123"/>
                </a:cubicBezTo>
                <a:cubicBezTo>
                  <a:pt x="400396" y="71760"/>
                  <a:pt x="401510" y="71260"/>
                  <a:pt x="402462" y="70623"/>
                </a:cubicBezTo>
                <a:cubicBezTo>
                  <a:pt x="403416" y="69943"/>
                  <a:pt x="404142" y="69103"/>
                  <a:pt x="404642" y="68106"/>
                </a:cubicBezTo>
                <a:cubicBezTo>
                  <a:pt x="405142" y="67060"/>
                  <a:pt x="405391" y="65834"/>
                  <a:pt x="405391" y="64428"/>
                </a:cubicBezTo>
                <a:cubicBezTo>
                  <a:pt x="405391" y="62974"/>
                  <a:pt x="405028" y="61771"/>
                  <a:pt x="404302" y="60816"/>
                </a:cubicBezTo>
                <a:cubicBezTo>
                  <a:pt x="403576" y="59819"/>
                  <a:pt x="402599" y="58956"/>
                  <a:pt x="401373" y="58230"/>
                </a:cubicBezTo>
                <a:cubicBezTo>
                  <a:pt x="400193" y="57459"/>
                  <a:pt x="398830" y="56776"/>
                  <a:pt x="397287" y="56187"/>
                </a:cubicBezTo>
                <a:cubicBezTo>
                  <a:pt x="395789" y="55596"/>
                  <a:pt x="394224" y="54984"/>
                  <a:pt x="392589" y="54347"/>
                </a:cubicBezTo>
                <a:cubicBezTo>
                  <a:pt x="390997" y="53667"/>
                  <a:pt x="389432" y="52941"/>
                  <a:pt x="387888" y="52169"/>
                </a:cubicBezTo>
                <a:cubicBezTo>
                  <a:pt x="386391" y="51352"/>
                  <a:pt x="385028" y="50352"/>
                  <a:pt x="383802" y="49172"/>
                </a:cubicBezTo>
                <a:cubicBezTo>
                  <a:pt x="382576" y="47992"/>
                  <a:pt x="381599" y="46583"/>
                  <a:pt x="380873" y="44948"/>
                </a:cubicBezTo>
                <a:cubicBezTo>
                  <a:pt x="380148" y="43314"/>
                  <a:pt x="379785" y="41362"/>
                  <a:pt x="379785" y="39091"/>
                </a:cubicBezTo>
                <a:cubicBezTo>
                  <a:pt x="379785" y="37093"/>
                  <a:pt x="380170" y="35187"/>
                  <a:pt x="380942" y="33370"/>
                </a:cubicBezTo>
                <a:cubicBezTo>
                  <a:pt x="381713" y="31510"/>
                  <a:pt x="382871" y="29898"/>
                  <a:pt x="384414" y="28535"/>
                </a:cubicBezTo>
                <a:cubicBezTo>
                  <a:pt x="385960" y="27175"/>
                  <a:pt x="387888" y="26083"/>
                  <a:pt x="390203" y="25266"/>
                </a:cubicBezTo>
                <a:cubicBezTo>
                  <a:pt x="392566" y="24403"/>
                  <a:pt x="395289" y="23972"/>
                  <a:pt x="398376" y="23972"/>
                </a:cubicBezTo>
                <a:cubicBezTo>
                  <a:pt x="399739" y="23972"/>
                  <a:pt x="401102" y="24086"/>
                  <a:pt x="402462" y="24314"/>
                </a:cubicBezTo>
                <a:cubicBezTo>
                  <a:pt x="403825" y="24540"/>
                  <a:pt x="405051" y="24835"/>
                  <a:pt x="406139" y="25197"/>
                </a:cubicBezTo>
                <a:cubicBezTo>
                  <a:pt x="407231" y="25517"/>
                  <a:pt x="408160" y="25880"/>
                  <a:pt x="408934" y="26289"/>
                </a:cubicBezTo>
                <a:cubicBezTo>
                  <a:pt x="409705" y="26652"/>
                  <a:pt x="410294" y="26992"/>
                  <a:pt x="410703" y="27309"/>
                </a:cubicBezTo>
                <a:cubicBezTo>
                  <a:pt x="411111" y="27626"/>
                  <a:pt x="411386" y="27901"/>
                  <a:pt x="411520" y="28126"/>
                </a:cubicBezTo>
                <a:cubicBezTo>
                  <a:pt x="411657" y="28355"/>
                  <a:pt x="411749" y="28604"/>
                  <a:pt x="411794" y="28875"/>
                </a:cubicBezTo>
                <a:cubicBezTo>
                  <a:pt x="411837" y="29149"/>
                  <a:pt x="411883" y="29512"/>
                  <a:pt x="411929" y="29967"/>
                </a:cubicBezTo>
                <a:cubicBezTo>
                  <a:pt x="412020" y="30375"/>
                  <a:pt x="412066" y="30875"/>
                  <a:pt x="412066" y="31464"/>
                </a:cubicBezTo>
                <a:cubicBezTo>
                  <a:pt x="412066" y="32101"/>
                  <a:pt x="412020" y="32667"/>
                  <a:pt x="411929" y="33167"/>
                </a:cubicBezTo>
                <a:cubicBezTo>
                  <a:pt x="411883" y="33621"/>
                  <a:pt x="411794" y="34007"/>
                  <a:pt x="411657" y="34324"/>
                </a:cubicBezTo>
                <a:cubicBezTo>
                  <a:pt x="411520" y="34596"/>
                  <a:pt x="411363" y="34801"/>
                  <a:pt x="411180" y="34939"/>
                </a:cubicBezTo>
                <a:cubicBezTo>
                  <a:pt x="411000" y="35073"/>
                  <a:pt x="410794" y="35142"/>
                  <a:pt x="410568" y="35142"/>
                </a:cubicBezTo>
                <a:cubicBezTo>
                  <a:pt x="410248" y="35142"/>
                  <a:pt x="409751" y="34939"/>
                  <a:pt x="409068" y="34530"/>
                </a:cubicBezTo>
                <a:cubicBezTo>
                  <a:pt x="408434" y="34121"/>
                  <a:pt x="407594" y="33690"/>
                  <a:pt x="406548" y="33236"/>
                </a:cubicBezTo>
                <a:cubicBezTo>
                  <a:pt x="405551" y="32736"/>
                  <a:pt x="404371" y="32281"/>
                  <a:pt x="403008" y="31873"/>
                </a:cubicBezTo>
                <a:cubicBezTo>
                  <a:pt x="401644" y="31464"/>
                  <a:pt x="400056" y="31261"/>
                  <a:pt x="398241" y="31261"/>
                </a:cubicBezTo>
                <a:cubicBezTo>
                  <a:pt x="396652" y="31261"/>
                  <a:pt x="395244" y="31441"/>
                  <a:pt x="394018" y="31804"/>
                </a:cubicBezTo>
                <a:cubicBezTo>
                  <a:pt x="392838" y="32121"/>
                  <a:pt x="391860" y="32621"/>
                  <a:pt x="391089" y="33304"/>
                </a:cubicBezTo>
                <a:cubicBezTo>
                  <a:pt x="390317" y="33984"/>
                  <a:pt x="389729" y="34779"/>
                  <a:pt x="389320" y="35687"/>
                </a:cubicBezTo>
                <a:cubicBezTo>
                  <a:pt x="388909" y="36596"/>
                  <a:pt x="388706" y="37570"/>
                  <a:pt x="388706" y="38616"/>
                </a:cubicBezTo>
                <a:cubicBezTo>
                  <a:pt x="388706" y="40068"/>
                  <a:pt x="389091" y="41317"/>
                  <a:pt x="389863" y="42360"/>
                </a:cubicBezTo>
                <a:cubicBezTo>
                  <a:pt x="390635" y="43360"/>
                  <a:pt x="391612" y="44246"/>
                  <a:pt x="392792" y="45017"/>
                </a:cubicBezTo>
                <a:cubicBezTo>
                  <a:pt x="394018" y="45743"/>
                  <a:pt x="395404" y="46426"/>
                  <a:pt x="396947" y="47060"/>
                </a:cubicBezTo>
                <a:cubicBezTo>
                  <a:pt x="398490" y="47652"/>
                  <a:pt x="400056" y="48263"/>
                  <a:pt x="401644" y="48898"/>
                </a:cubicBezTo>
                <a:cubicBezTo>
                  <a:pt x="403279" y="49535"/>
                  <a:pt x="404871" y="50261"/>
                  <a:pt x="406414" y="51078"/>
                </a:cubicBezTo>
                <a:cubicBezTo>
                  <a:pt x="408002" y="51849"/>
                  <a:pt x="409408" y="52804"/>
                  <a:pt x="410634" y="53938"/>
                </a:cubicBezTo>
                <a:cubicBezTo>
                  <a:pt x="411860" y="55073"/>
                  <a:pt x="412837" y="56436"/>
                  <a:pt x="413563" y="58024"/>
                </a:cubicBezTo>
                <a:cubicBezTo>
                  <a:pt x="414289" y="59613"/>
                  <a:pt x="414655" y="61499"/>
                  <a:pt x="414655" y="63677"/>
                </a:cubicBezTo>
                <a:close/>
                <a:moveTo>
                  <a:pt x="486364" y="63677"/>
                </a:moveTo>
                <a:cubicBezTo>
                  <a:pt x="486364" y="66311"/>
                  <a:pt x="485886" y="68649"/>
                  <a:pt x="484932" y="70692"/>
                </a:cubicBezTo>
                <a:cubicBezTo>
                  <a:pt x="483978" y="72735"/>
                  <a:pt x="482595" y="74461"/>
                  <a:pt x="480777" y="75869"/>
                </a:cubicBezTo>
                <a:cubicBezTo>
                  <a:pt x="479006" y="77230"/>
                  <a:pt x="476897" y="78275"/>
                  <a:pt x="474445" y="79001"/>
                </a:cubicBezTo>
                <a:cubicBezTo>
                  <a:pt x="471993" y="79727"/>
                  <a:pt x="469290" y="80090"/>
                  <a:pt x="466338" y="80090"/>
                </a:cubicBezTo>
                <a:cubicBezTo>
                  <a:pt x="464524" y="80090"/>
                  <a:pt x="462798" y="79933"/>
                  <a:pt x="461163" y="79613"/>
                </a:cubicBezTo>
                <a:cubicBezTo>
                  <a:pt x="459529" y="79341"/>
                  <a:pt x="458054" y="79001"/>
                  <a:pt x="456737" y="78593"/>
                </a:cubicBezTo>
                <a:cubicBezTo>
                  <a:pt x="455420" y="78138"/>
                  <a:pt x="454308" y="77684"/>
                  <a:pt x="453400" y="77230"/>
                </a:cubicBezTo>
                <a:cubicBezTo>
                  <a:pt x="452491" y="76730"/>
                  <a:pt x="451834" y="76301"/>
                  <a:pt x="451425" y="75935"/>
                </a:cubicBezTo>
                <a:cubicBezTo>
                  <a:pt x="451016" y="75572"/>
                  <a:pt x="450699" y="75052"/>
                  <a:pt x="450471" y="74369"/>
                </a:cubicBezTo>
                <a:cubicBezTo>
                  <a:pt x="450291" y="73689"/>
                  <a:pt x="450199" y="72758"/>
                  <a:pt x="450199" y="71578"/>
                </a:cubicBezTo>
                <a:cubicBezTo>
                  <a:pt x="450199" y="70852"/>
                  <a:pt x="450245" y="70237"/>
                  <a:pt x="450336" y="69740"/>
                </a:cubicBezTo>
                <a:cubicBezTo>
                  <a:pt x="450425" y="69240"/>
                  <a:pt x="450516" y="68854"/>
                  <a:pt x="450608" y="68580"/>
                </a:cubicBezTo>
                <a:cubicBezTo>
                  <a:pt x="450745" y="68263"/>
                  <a:pt x="450902" y="68037"/>
                  <a:pt x="451085" y="67900"/>
                </a:cubicBezTo>
                <a:cubicBezTo>
                  <a:pt x="451311" y="67763"/>
                  <a:pt x="451562" y="67697"/>
                  <a:pt x="451834" y="67697"/>
                </a:cubicBezTo>
                <a:cubicBezTo>
                  <a:pt x="452242" y="67697"/>
                  <a:pt x="452854" y="67968"/>
                  <a:pt x="453671" y="68514"/>
                </a:cubicBezTo>
                <a:cubicBezTo>
                  <a:pt x="454488" y="69011"/>
                  <a:pt x="455488" y="69557"/>
                  <a:pt x="456669" y="70149"/>
                </a:cubicBezTo>
                <a:cubicBezTo>
                  <a:pt x="457849" y="70737"/>
                  <a:pt x="459257" y="71306"/>
                  <a:pt x="460892" y="71849"/>
                </a:cubicBezTo>
                <a:cubicBezTo>
                  <a:pt x="462526" y="72349"/>
                  <a:pt x="464409" y="72601"/>
                  <a:pt x="466544" y="72601"/>
                </a:cubicBezTo>
                <a:cubicBezTo>
                  <a:pt x="468133" y="72601"/>
                  <a:pt x="469564" y="72440"/>
                  <a:pt x="470833" y="72123"/>
                </a:cubicBezTo>
                <a:cubicBezTo>
                  <a:pt x="472105" y="71760"/>
                  <a:pt x="473219" y="71260"/>
                  <a:pt x="474171" y="70623"/>
                </a:cubicBezTo>
                <a:cubicBezTo>
                  <a:pt x="475125" y="69943"/>
                  <a:pt x="475851" y="69103"/>
                  <a:pt x="476351" y="68106"/>
                </a:cubicBezTo>
                <a:cubicBezTo>
                  <a:pt x="476851" y="67060"/>
                  <a:pt x="477100" y="65834"/>
                  <a:pt x="477100" y="64428"/>
                </a:cubicBezTo>
                <a:cubicBezTo>
                  <a:pt x="477100" y="62974"/>
                  <a:pt x="476737" y="61771"/>
                  <a:pt x="476011" y="60816"/>
                </a:cubicBezTo>
                <a:cubicBezTo>
                  <a:pt x="475285" y="59819"/>
                  <a:pt x="474308" y="58956"/>
                  <a:pt x="473082" y="58230"/>
                </a:cubicBezTo>
                <a:cubicBezTo>
                  <a:pt x="471902" y="57459"/>
                  <a:pt x="470539" y="56776"/>
                  <a:pt x="468996" y="56187"/>
                </a:cubicBezTo>
                <a:cubicBezTo>
                  <a:pt x="467498" y="55596"/>
                  <a:pt x="465930" y="54984"/>
                  <a:pt x="464295" y="54347"/>
                </a:cubicBezTo>
                <a:cubicBezTo>
                  <a:pt x="462706" y="53667"/>
                  <a:pt x="461140" y="52941"/>
                  <a:pt x="459597" y="52169"/>
                </a:cubicBezTo>
                <a:cubicBezTo>
                  <a:pt x="458100" y="51352"/>
                  <a:pt x="456737" y="50352"/>
                  <a:pt x="455511" y="49172"/>
                </a:cubicBezTo>
                <a:cubicBezTo>
                  <a:pt x="454285" y="47992"/>
                  <a:pt x="453308" y="46583"/>
                  <a:pt x="452582" y="44948"/>
                </a:cubicBezTo>
                <a:cubicBezTo>
                  <a:pt x="451856" y="43314"/>
                  <a:pt x="451494" y="41362"/>
                  <a:pt x="451494" y="39091"/>
                </a:cubicBezTo>
                <a:cubicBezTo>
                  <a:pt x="451494" y="37093"/>
                  <a:pt x="451879" y="35187"/>
                  <a:pt x="452651" y="33370"/>
                </a:cubicBezTo>
                <a:cubicBezTo>
                  <a:pt x="453422" y="31510"/>
                  <a:pt x="454580" y="29898"/>
                  <a:pt x="456123" y="28535"/>
                </a:cubicBezTo>
                <a:cubicBezTo>
                  <a:pt x="457669" y="27175"/>
                  <a:pt x="459597" y="26083"/>
                  <a:pt x="461912" y="25266"/>
                </a:cubicBezTo>
                <a:cubicBezTo>
                  <a:pt x="464272" y="24403"/>
                  <a:pt x="466998" y="23972"/>
                  <a:pt x="470084" y="23972"/>
                </a:cubicBezTo>
                <a:cubicBezTo>
                  <a:pt x="471447" y="23972"/>
                  <a:pt x="472811" y="24086"/>
                  <a:pt x="474171" y="24314"/>
                </a:cubicBezTo>
                <a:cubicBezTo>
                  <a:pt x="475534" y="24540"/>
                  <a:pt x="476760" y="24835"/>
                  <a:pt x="477848" y="25197"/>
                </a:cubicBezTo>
                <a:cubicBezTo>
                  <a:pt x="478940" y="25517"/>
                  <a:pt x="479869" y="25880"/>
                  <a:pt x="480640" y="26289"/>
                </a:cubicBezTo>
                <a:cubicBezTo>
                  <a:pt x="481414" y="26652"/>
                  <a:pt x="482003" y="26992"/>
                  <a:pt x="482412" y="27309"/>
                </a:cubicBezTo>
                <a:cubicBezTo>
                  <a:pt x="482820" y="27626"/>
                  <a:pt x="483095" y="27901"/>
                  <a:pt x="483229" y="28126"/>
                </a:cubicBezTo>
                <a:cubicBezTo>
                  <a:pt x="483366" y="28355"/>
                  <a:pt x="483458" y="28604"/>
                  <a:pt x="483503" y="28875"/>
                </a:cubicBezTo>
                <a:cubicBezTo>
                  <a:pt x="483546" y="29149"/>
                  <a:pt x="483592" y="29512"/>
                  <a:pt x="483638" y="29967"/>
                </a:cubicBezTo>
                <a:cubicBezTo>
                  <a:pt x="483729" y="30375"/>
                  <a:pt x="483775" y="30875"/>
                  <a:pt x="483775" y="31464"/>
                </a:cubicBezTo>
                <a:cubicBezTo>
                  <a:pt x="483775" y="32101"/>
                  <a:pt x="483729" y="32667"/>
                  <a:pt x="483638" y="33167"/>
                </a:cubicBezTo>
                <a:cubicBezTo>
                  <a:pt x="483592" y="33621"/>
                  <a:pt x="483503" y="34007"/>
                  <a:pt x="483366" y="34324"/>
                </a:cubicBezTo>
                <a:cubicBezTo>
                  <a:pt x="483229" y="34596"/>
                  <a:pt x="483072" y="34801"/>
                  <a:pt x="482889" y="34939"/>
                </a:cubicBezTo>
                <a:cubicBezTo>
                  <a:pt x="482706" y="35073"/>
                  <a:pt x="482503" y="35142"/>
                  <a:pt x="482277" y="35142"/>
                </a:cubicBezTo>
                <a:cubicBezTo>
                  <a:pt x="481957" y="35142"/>
                  <a:pt x="481460" y="34939"/>
                  <a:pt x="480777" y="34530"/>
                </a:cubicBezTo>
                <a:cubicBezTo>
                  <a:pt x="480143" y="34121"/>
                  <a:pt x="479303" y="33690"/>
                  <a:pt x="478257" y="33236"/>
                </a:cubicBezTo>
                <a:cubicBezTo>
                  <a:pt x="477260" y="32736"/>
                  <a:pt x="476080" y="32281"/>
                  <a:pt x="474716" y="31873"/>
                </a:cubicBezTo>
                <a:cubicBezTo>
                  <a:pt x="473353" y="31464"/>
                  <a:pt x="471765" y="31261"/>
                  <a:pt x="469950" y="31261"/>
                </a:cubicBezTo>
                <a:cubicBezTo>
                  <a:pt x="468359" y="31261"/>
                  <a:pt x="466953" y="31441"/>
                  <a:pt x="465727" y="31804"/>
                </a:cubicBezTo>
                <a:cubicBezTo>
                  <a:pt x="464547" y="32121"/>
                  <a:pt x="463569" y="32621"/>
                  <a:pt x="462798" y="33304"/>
                </a:cubicBezTo>
                <a:cubicBezTo>
                  <a:pt x="462026" y="33984"/>
                  <a:pt x="461435" y="34779"/>
                  <a:pt x="461026" y="35687"/>
                </a:cubicBezTo>
                <a:cubicBezTo>
                  <a:pt x="460618" y="36596"/>
                  <a:pt x="460415" y="37570"/>
                  <a:pt x="460415" y="38616"/>
                </a:cubicBezTo>
                <a:cubicBezTo>
                  <a:pt x="460415" y="40068"/>
                  <a:pt x="460800" y="41317"/>
                  <a:pt x="461572" y="42360"/>
                </a:cubicBezTo>
                <a:cubicBezTo>
                  <a:pt x="462344" y="43360"/>
                  <a:pt x="463321" y="44246"/>
                  <a:pt x="464501" y="45017"/>
                </a:cubicBezTo>
                <a:cubicBezTo>
                  <a:pt x="465727" y="45743"/>
                  <a:pt x="467113" y="46426"/>
                  <a:pt x="468656" y="47060"/>
                </a:cubicBezTo>
                <a:cubicBezTo>
                  <a:pt x="470199" y="47652"/>
                  <a:pt x="471765" y="48263"/>
                  <a:pt x="473353" y="48898"/>
                </a:cubicBezTo>
                <a:cubicBezTo>
                  <a:pt x="474988" y="49535"/>
                  <a:pt x="476577" y="50261"/>
                  <a:pt x="478123" y="51078"/>
                </a:cubicBezTo>
                <a:cubicBezTo>
                  <a:pt x="479711" y="51849"/>
                  <a:pt x="481117" y="52804"/>
                  <a:pt x="482343" y="53938"/>
                </a:cubicBezTo>
                <a:cubicBezTo>
                  <a:pt x="483569" y="55073"/>
                  <a:pt x="484546" y="56436"/>
                  <a:pt x="485272" y="58024"/>
                </a:cubicBezTo>
                <a:cubicBezTo>
                  <a:pt x="485998" y="59613"/>
                  <a:pt x="486364" y="61499"/>
                  <a:pt x="486364" y="63677"/>
                </a:cubicBezTo>
                <a:close/>
                <a:moveTo>
                  <a:pt x="524983" y="73826"/>
                </a:moveTo>
                <a:cubicBezTo>
                  <a:pt x="524983" y="74915"/>
                  <a:pt x="524914" y="75801"/>
                  <a:pt x="524777" y="76481"/>
                </a:cubicBezTo>
                <a:cubicBezTo>
                  <a:pt x="524643" y="77118"/>
                  <a:pt x="524414" y="77593"/>
                  <a:pt x="524097" y="77913"/>
                </a:cubicBezTo>
                <a:cubicBezTo>
                  <a:pt x="523780" y="78184"/>
                  <a:pt x="523325" y="78456"/>
                  <a:pt x="522734" y="78730"/>
                </a:cubicBezTo>
                <a:cubicBezTo>
                  <a:pt x="522145" y="79001"/>
                  <a:pt x="521442" y="79204"/>
                  <a:pt x="520625" y="79341"/>
                </a:cubicBezTo>
                <a:cubicBezTo>
                  <a:pt x="519851" y="79524"/>
                  <a:pt x="519033" y="79659"/>
                  <a:pt x="518173" y="79750"/>
                </a:cubicBezTo>
                <a:cubicBezTo>
                  <a:pt x="517310" y="79887"/>
                  <a:pt x="516447" y="79956"/>
                  <a:pt x="515584" y="79956"/>
                </a:cubicBezTo>
                <a:cubicBezTo>
                  <a:pt x="512950" y="79956"/>
                  <a:pt x="510681" y="79613"/>
                  <a:pt x="508775" y="78933"/>
                </a:cubicBezTo>
                <a:cubicBezTo>
                  <a:pt x="506866" y="78207"/>
                  <a:pt x="505300" y="77138"/>
                  <a:pt x="504074" y="75732"/>
                </a:cubicBezTo>
                <a:cubicBezTo>
                  <a:pt x="502894" y="74324"/>
                  <a:pt x="502031" y="72532"/>
                  <a:pt x="501486" y="70352"/>
                </a:cubicBezTo>
                <a:cubicBezTo>
                  <a:pt x="500943" y="68171"/>
                  <a:pt x="500668" y="65608"/>
                  <a:pt x="500668" y="62656"/>
                </a:cubicBezTo>
                <a:lnTo>
                  <a:pt x="500668" y="32827"/>
                </a:lnTo>
                <a:lnTo>
                  <a:pt x="493519" y="32827"/>
                </a:lnTo>
                <a:cubicBezTo>
                  <a:pt x="492927" y="32827"/>
                  <a:pt x="492450" y="32530"/>
                  <a:pt x="492087" y="31941"/>
                </a:cubicBezTo>
                <a:cubicBezTo>
                  <a:pt x="491770" y="31304"/>
                  <a:pt x="491610" y="30307"/>
                  <a:pt x="491610" y="28944"/>
                </a:cubicBezTo>
                <a:cubicBezTo>
                  <a:pt x="491610" y="28218"/>
                  <a:pt x="491656" y="27626"/>
                  <a:pt x="491747" y="27175"/>
                </a:cubicBezTo>
                <a:cubicBezTo>
                  <a:pt x="491884" y="26675"/>
                  <a:pt x="492019" y="26266"/>
                  <a:pt x="492156" y="25949"/>
                </a:cubicBezTo>
                <a:cubicBezTo>
                  <a:pt x="492293" y="25629"/>
                  <a:pt x="492473" y="25403"/>
                  <a:pt x="492702" y="25266"/>
                </a:cubicBezTo>
                <a:cubicBezTo>
                  <a:pt x="492973" y="25132"/>
                  <a:pt x="493267" y="25063"/>
                  <a:pt x="493587" y="25063"/>
                </a:cubicBezTo>
                <a:lnTo>
                  <a:pt x="500668" y="25063"/>
                </a:lnTo>
                <a:lnTo>
                  <a:pt x="500668" y="12939"/>
                </a:lnTo>
                <a:cubicBezTo>
                  <a:pt x="500668" y="12667"/>
                  <a:pt x="500737" y="12419"/>
                  <a:pt x="500874" y="12190"/>
                </a:cubicBezTo>
                <a:cubicBezTo>
                  <a:pt x="501008" y="11964"/>
                  <a:pt x="501260" y="11759"/>
                  <a:pt x="501623" y="11579"/>
                </a:cubicBezTo>
                <a:cubicBezTo>
                  <a:pt x="501986" y="11396"/>
                  <a:pt x="502463" y="11281"/>
                  <a:pt x="503051" y="11239"/>
                </a:cubicBezTo>
                <a:cubicBezTo>
                  <a:pt x="503643" y="11147"/>
                  <a:pt x="504392" y="11101"/>
                  <a:pt x="505300" y="11101"/>
                </a:cubicBezTo>
                <a:cubicBezTo>
                  <a:pt x="506255" y="11101"/>
                  <a:pt x="507026" y="11147"/>
                  <a:pt x="507615" y="11239"/>
                </a:cubicBezTo>
                <a:cubicBezTo>
                  <a:pt x="508252" y="11281"/>
                  <a:pt x="508729" y="11396"/>
                  <a:pt x="509046" y="11579"/>
                </a:cubicBezTo>
                <a:cubicBezTo>
                  <a:pt x="509409" y="11759"/>
                  <a:pt x="509658" y="11964"/>
                  <a:pt x="509795" y="12190"/>
                </a:cubicBezTo>
                <a:cubicBezTo>
                  <a:pt x="509932" y="12419"/>
                  <a:pt x="510001" y="12667"/>
                  <a:pt x="510001" y="12939"/>
                </a:cubicBezTo>
                <a:lnTo>
                  <a:pt x="510001" y="25063"/>
                </a:lnTo>
                <a:lnTo>
                  <a:pt x="523143" y="25063"/>
                </a:lnTo>
                <a:cubicBezTo>
                  <a:pt x="523417" y="25063"/>
                  <a:pt x="523665" y="25132"/>
                  <a:pt x="523894" y="25266"/>
                </a:cubicBezTo>
                <a:cubicBezTo>
                  <a:pt x="524120" y="25403"/>
                  <a:pt x="524323" y="25629"/>
                  <a:pt x="524506" y="25949"/>
                </a:cubicBezTo>
                <a:cubicBezTo>
                  <a:pt x="524688" y="26266"/>
                  <a:pt x="524800" y="26675"/>
                  <a:pt x="524846" y="27175"/>
                </a:cubicBezTo>
                <a:cubicBezTo>
                  <a:pt x="524937" y="27626"/>
                  <a:pt x="524983" y="28218"/>
                  <a:pt x="524983" y="28944"/>
                </a:cubicBezTo>
                <a:cubicBezTo>
                  <a:pt x="524983" y="30307"/>
                  <a:pt x="524800" y="31304"/>
                  <a:pt x="524437" y="31941"/>
                </a:cubicBezTo>
                <a:cubicBezTo>
                  <a:pt x="524120" y="32530"/>
                  <a:pt x="523688" y="32827"/>
                  <a:pt x="523143" y="32827"/>
                </a:cubicBezTo>
                <a:lnTo>
                  <a:pt x="510001" y="32827"/>
                </a:lnTo>
                <a:lnTo>
                  <a:pt x="510001" y="61293"/>
                </a:lnTo>
                <a:cubicBezTo>
                  <a:pt x="510001" y="64837"/>
                  <a:pt x="510521" y="67514"/>
                  <a:pt x="511567" y="69332"/>
                </a:cubicBezTo>
                <a:cubicBezTo>
                  <a:pt x="512610" y="71100"/>
                  <a:pt x="514473" y="71986"/>
                  <a:pt x="517150" y="71986"/>
                </a:cubicBezTo>
                <a:cubicBezTo>
                  <a:pt x="518059" y="71986"/>
                  <a:pt x="518831" y="71895"/>
                  <a:pt x="519465" y="71715"/>
                </a:cubicBezTo>
                <a:cubicBezTo>
                  <a:pt x="520148" y="71532"/>
                  <a:pt x="520759" y="71352"/>
                  <a:pt x="521305" y="71169"/>
                </a:cubicBezTo>
                <a:cubicBezTo>
                  <a:pt x="521851" y="70989"/>
                  <a:pt x="522302" y="70806"/>
                  <a:pt x="522668" y="70623"/>
                </a:cubicBezTo>
                <a:cubicBezTo>
                  <a:pt x="523031" y="70443"/>
                  <a:pt x="523371" y="70352"/>
                  <a:pt x="523688" y="70352"/>
                </a:cubicBezTo>
                <a:cubicBezTo>
                  <a:pt x="523871" y="70352"/>
                  <a:pt x="524051" y="70420"/>
                  <a:pt x="524234" y="70557"/>
                </a:cubicBezTo>
                <a:cubicBezTo>
                  <a:pt x="524414" y="70646"/>
                  <a:pt x="524551" y="70829"/>
                  <a:pt x="524643" y="71100"/>
                </a:cubicBezTo>
                <a:cubicBezTo>
                  <a:pt x="524731" y="71329"/>
                  <a:pt x="524800" y="71669"/>
                  <a:pt x="524846" y="72123"/>
                </a:cubicBezTo>
                <a:cubicBezTo>
                  <a:pt x="524937" y="72578"/>
                  <a:pt x="524983" y="73143"/>
                  <a:pt x="524983" y="73826"/>
                </a:cubicBezTo>
                <a:close/>
                <a:moveTo>
                  <a:pt x="574400" y="77638"/>
                </a:moveTo>
                <a:cubicBezTo>
                  <a:pt x="574400" y="78093"/>
                  <a:pt x="574240" y="78433"/>
                  <a:pt x="573923" y="78661"/>
                </a:cubicBezTo>
                <a:cubicBezTo>
                  <a:pt x="573652" y="78887"/>
                  <a:pt x="573243" y="79047"/>
                  <a:pt x="572697" y="79138"/>
                </a:cubicBezTo>
                <a:cubicBezTo>
                  <a:pt x="572197" y="79273"/>
                  <a:pt x="571426" y="79341"/>
                  <a:pt x="570383" y="79341"/>
                </a:cubicBezTo>
                <a:cubicBezTo>
                  <a:pt x="569383" y="79341"/>
                  <a:pt x="568588" y="79273"/>
                  <a:pt x="567997" y="79138"/>
                </a:cubicBezTo>
                <a:cubicBezTo>
                  <a:pt x="567454" y="79047"/>
                  <a:pt x="567045" y="78887"/>
                  <a:pt x="566771" y="78661"/>
                </a:cubicBezTo>
                <a:cubicBezTo>
                  <a:pt x="566499" y="78433"/>
                  <a:pt x="566362" y="78093"/>
                  <a:pt x="566362" y="77638"/>
                </a:cubicBezTo>
                <a:lnTo>
                  <a:pt x="566362" y="72532"/>
                </a:lnTo>
                <a:cubicBezTo>
                  <a:pt x="564139" y="74938"/>
                  <a:pt x="561642" y="76798"/>
                  <a:pt x="558873" y="78115"/>
                </a:cubicBezTo>
                <a:cubicBezTo>
                  <a:pt x="556147" y="79433"/>
                  <a:pt x="553263" y="80090"/>
                  <a:pt x="550223" y="80090"/>
                </a:cubicBezTo>
                <a:cubicBezTo>
                  <a:pt x="547500" y="80090"/>
                  <a:pt x="545045" y="79727"/>
                  <a:pt x="542868" y="79001"/>
                </a:cubicBezTo>
                <a:cubicBezTo>
                  <a:pt x="540733" y="78321"/>
                  <a:pt x="538896" y="77321"/>
                  <a:pt x="537350" y="76004"/>
                </a:cubicBezTo>
                <a:cubicBezTo>
                  <a:pt x="535807" y="74686"/>
                  <a:pt x="534604" y="73075"/>
                  <a:pt x="533741" y="71169"/>
                </a:cubicBezTo>
                <a:cubicBezTo>
                  <a:pt x="532924" y="69217"/>
                  <a:pt x="532515" y="67014"/>
                  <a:pt x="532515" y="64562"/>
                </a:cubicBezTo>
                <a:cubicBezTo>
                  <a:pt x="532515" y="61656"/>
                  <a:pt x="533084" y="59159"/>
                  <a:pt x="534218" y="57073"/>
                </a:cubicBezTo>
                <a:cubicBezTo>
                  <a:pt x="535398" y="54938"/>
                  <a:pt x="537079" y="53167"/>
                  <a:pt x="539259" y="51761"/>
                </a:cubicBezTo>
                <a:cubicBezTo>
                  <a:pt x="541482" y="50352"/>
                  <a:pt x="544185" y="49306"/>
                  <a:pt x="547363" y="48626"/>
                </a:cubicBezTo>
                <a:cubicBezTo>
                  <a:pt x="550540" y="47946"/>
                  <a:pt x="554104" y="47606"/>
                  <a:pt x="558055" y="47606"/>
                </a:cubicBezTo>
                <a:lnTo>
                  <a:pt x="565136" y="47606"/>
                </a:lnTo>
                <a:lnTo>
                  <a:pt x="565136" y="43585"/>
                </a:lnTo>
                <a:cubicBezTo>
                  <a:pt x="565136" y="41634"/>
                  <a:pt x="564911" y="39908"/>
                  <a:pt x="564456" y="38411"/>
                </a:cubicBezTo>
                <a:cubicBezTo>
                  <a:pt x="564048" y="36867"/>
                  <a:pt x="563368" y="35596"/>
                  <a:pt x="562413" y="34596"/>
                </a:cubicBezTo>
                <a:cubicBezTo>
                  <a:pt x="561504" y="33598"/>
                  <a:pt x="560301" y="32850"/>
                  <a:pt x="558804" y="32350"/>
                </a:cubicBezTo>
                <a:cubicBezTo>
                  <a:pt x="557350" y="31850"/>
                  <a:pt x="555558" y="31601"/>
                  <a:pt x="553423" y="31601"/>
                </a:cubicBezTo>
                <a:cubicBezTo>
                  <a:pt x="551109" y="31601"/>
                  <a:pt x="549020" y="31873"/>
                  <a:pt x="547157" y="32418"/>
                </a:cubicBezTo>
                <a:cubicBezTo>
                  <a:pt x="545342" y="32961"/>
                  <a:pt x="543754" y="33576"/>
                  <a:pt x="542391" y="34256"/>
                </a:cubicBezTo>
                <a:cubicBezTo>
                  <a:pt x="541028" y="34893"/>
                  <a:pt x="539870" y="35482"/>
                  <a:pt x="538916" y="36027"/>
                </a:cubicBezTo>
                <a:cubicBezTo>
                  <a:pt x="538010" y="36573"/>
                  <a:pt x="537327" y="36845"/>
                  <a:pt x="536873" y="36845"/>
                </a:cubicBezTo>
                <a:cubicBezTo>
                  <a:pt x="536556" y="36845"/>
                  <a:pt x="536284" y="36776"/>
                  <a:pt x="536056" y="36639"/>
                </a:cubicBezTo>
                <a:cubicBezTo>
                  <a:pt x="535830" y="36459"/>
                  <a:pt x="535627" y="36230"/>
                  <a:pt x="535444" y="35959"/>
                </a:cubicBezTo>
                <a:cubicBezTo>
                  <a:pt x="535307" y="35642"/>
                  <a:pt x="535195" y="35256"/>
                  <a:pt x="535104" y="34801"/>
                </a:cubicBezTo>
                <a:cubicBezTo>
                  <a:pt x="535013" y="34301"/>
                  <a:pt x="534967" y="33779"/>
                  <a:pt x="534967" y="33236"/>
                </a:cubicBezTo>
                <a:cubicBezTo>
                  <a:pt x="534967" y="32281"/>
                  <a:pt x="535035" y="31533"/>
                  <a:pt x="535173" y="30987"/>
                </a:cubicBezTo>
                <a:cubicBezTo>
                  <a:pt x="535307" y="30444"/>
                  <a:pt x="535627" y="29921"/>
                  <a:pt x="536124" y="29421"/>
                </a:cubicBezTo>
                <a:cubicBezTo>
                  <a:pt x="536670" y="28921"/>
                  <a:pt x="537556" y="28355"/>
                  <a:pt x="538782" y="27718"/>
                </a:cubicBezTo>
                <a:cubicBezTo>
                  <a:pt x="540053" y="27038"/>
                  <a:pt x="541482" y="26423"/>
                  <a:pt x="543071" y="25880"/>
                </a:cubicBezTo>
                <a:cubicBezTo>
                  <a:pt x="544705" y="25335"/>
                  <a:pt x="546477" y="24880"/>
                  <a:pt x="548383" y="24517"/>
                </a:cubicBezTo>
                <a:cubicBezTo>
                  <a:pt x="550337" y="24154"/>
                  <a:pt x="552312" y="23972"/>
                  <a:pt x="554309" y="23972"/>
                </a:cubicBezTo>
                <a:cubicBezTo>
                  <a:pt x="557941" y="23972"/>
                  <a:pt x="561050" y="24403"/>
                  <a:pt x="563639" y="25266"/>
                </a:cubicBezTo>
                <a:cubicBezTo>
                  <a:pt x="566228" y="26083"/>
                  <a:pt x="568317" y="27286"/>
                  <a:pt x="569906" y="28875"/>
                </a:cubicBezTo>
                <a:cubicBezTo>
                  <a:pt x="571494" y="30467"/>
                  <a:pt x="572629" y="32464"/>
                  <a:pt x="573309" y="34870"/>
                </a:cubicBezTo>
                <a:cubicBezTo>
                  <a:pt x="574037" y="37230"/>
                  <a:pt x="574400" y="39999"/>
                  <a:pt x="574400" y="43177"/>
                </a:cubicBezTo>
                <a:lnTo>
                  <a:pt x="574400" y="77638"/>
                </a:lnTo>
                <a:close/>
                <a:moveTo>
                  <a:pt x="565136" y="54347"/>
                </a:moveTo>
                <a:lnTo>
                  <a:pt x="557101" y="54347"/>
                </a:lnTo>
                <a:cubicBezTo>
                  <a:pt x="554558" y="54347"/>
                  <a:pt x="552335" y="54575"/>
                  <a:pt x="550426" y="55030"/>
                </a:cubicBezTo>
                <a:cubicBezTo>
                  <a:pt x="548520" y="55438"/>
                  <a:pt x="546931" y="56073"/>
                  <a:pt x="545660" y="56936"/>
                </a:cubicBezTo>
                <a:cubicBezTo>
                  <a:pt x="544434" y="57753"/>
                  <a:pt x="543525" y="58773"/>
                  <a:pt x="542936" y="59999"/>
                </a:cubicBezTo>
                <a:cubicBezTo>
                  <a:pt x="542345" y="61179"/>
                  <a:pt x="542051" y="62542"/>
                  <a:pt x="542051" y="64085"/>
                </a:cubicBezTo>
                <a:cubicBezTo>
                  <a:pt x="542051" y="66720"/>
                  <a:pt x="542891" y="68831"/>
                  <a:pt x="544571" y="70420"/>
                </a:cubicBezTo>
                <a:cubicBezTo>
                  <a:pt x="546294" y="71963"/>
                  <a:pt x="548657" y="72735"/>
                  <a:pt x="551652" y="72735"/>
                </a:cubicBezTo>
                <a:cubicBezTo>
                  <a:pt x="554104" y="72735"/>
                  <a:pt x="556375" y="72123"/>
                  <a:pt x="558464" y="70897"/>
                </a:cubicBezTo>
                <a:cubicBezTo>
                  <a:pt x="560596" y="69626"/>
                  <a:pt x="562822" y="67720"/>
                  <a:pt x="565136" y="65177"/>
                </a:cubicBezTo>
                <a:lnTo>
                  <a:pt x="565136" y="54347"/>
                </a:lnTo>
                <a:close/>
                <a:moveTo>
                  <a:pt x="638566" y="51352"/>
                </a:moveTo>
                <a:cubicBezTo>
                  <a:pt x="638566" y="55801"/>
                  <a:pt x="638091" y="59796"/>
                  <a:pt x="637137" y="63336"/>
                </a:cubicBezTo>
                <a:cubicBezTo>
                  <a:pt x="636182" y="66880"/>
                  <a:pt x="634754" y="69897"/>
                  <a:pt x="632845" y="72395"/>
                </a:cubicBezTo>
                <a:cubicBezTo>
                  <a:pt x="630985" y="74892"/>
                  <a:pt x="628690" y="76798"/>
                  <a:pt x="625967" y="78115"/>
                </a:cubicBezTo>
                <a:cubicBezTo>
                  <a:pt x="623244" y="79433"/>
                  <a:pt x="620132" y="80090"/>
                  <a:pt x="616637" y="80090"/>
                </a:cubicBezTo>
                <a:cubicBezTo>
                  <a:pt x="615003" y="80090"/>
                  <a:pt x="613482" y="79933"/>
                  <a:pt x="612074" y="79613"/>
                </a:cubicBezTo>
                <a:cubicBezTo>
                  <a:pt x="610711" y="79296"/>
                  <a:pt x="609373" y="78773"/>
                  <a:pt x="608056" y="78047"/>
                </a:cubicBezTo>
                <a:cubicBezTo>
                  <a:pt x="606739" y="77321"/>
                  <a:pt x="605421" y="76412"/>
                  <a:pt x="604107" y="75324"/>
                </a:cubicBezTo>
                <a:cubicBezTo>
                  <a:pt x="602790" y="74235"/>
                  <a:pt x="601381" y="72918"/>
                  <a:pt x="599884" y="71375"/>
                </a:cubicBezTo>
                <a:lnTo>
                  <a:pt x="599884" y="77570"/>
                </a:lnTo>
                <a:cubicBezTo>
                  <a:pt x="599884" y="77890"/>
                  <a:pt x="599792" y="78161"/>
                  <a:pt x="599612" y="78387"/>
                </a:cubicBezTo>
                <a:cubicBezTo>
                  <a:pt x="599475" y="78616"/>
                  <a:pt x="599223" y="78796"/>
                  <a:pt x="598861" y="78933"/>
                </a:cubicBezTo>
                <a:cubicBezTo>
                  <a:pt x="598543" y="79070"/>
                  <a:pt x="598135" y="79161"/>
                  <a:pt x="597635" y="79204"/>
                </a:cubicBezTo>
                <a:cubicBezTo>
                  <a:pt x="597137" y="79296"/>
                  <a:pt x="596477" y="79341"/>
                  <a:pt x="595660" y="79341"/>
                </a:cubicBezTo>
                <a:cubicBezTo>
                  <a:pt x="594934" y="79341"/>
                  <a:pt x="594300" y="79296"/>
                  <a:pt x="593754" y="79204"/>
                </a:cubicBezTo>
                <a:cubicBezTo>
                  <a:pt x="593208" y="79161"/>
                  <a:pt x="592754" y="79070"/>
                  <a:pt x="592391" y="78933"/>
                </a:cubicBezTo>
                <a:cubicBezTo>
                  <a:pt x="592074" y="78796"/>
                  <a:pt x="591848" y="78616"/>
                  <a:pt x="591711" y="78387"/>
                </a:cubicBezTo>
                <a:cubicBezTo>
                  <a:pt x="591620" y="78161"/>
                  <a:pt x="591574" y="77890"/>
                  <a:pt x="591574" y="77570"/>
                </a:cubicBezTo>
                <a:lnTo>
                  <a:pt x="591574" y="1772"/>
                </a:lnTo>
                <a:cubicBezTo>
                  <a:pt x="591574" y="1497"/>
                  <a:pt x="591643" y="1249"/>
                  <a:pt x="591780" y="1020"/>
                </a:cubicBezTo>
                <a:cubicBezTo>
                  <a:pt x="591914" y="794"/>
                  <a:pt x="592165" y="612"/>
                  <a:pt x="592528" y="477"/>
                </a:cubicBezTo>
                <a:cubicBezTo>
                  <a:pt x="592891" y="294"/>
                  <a:pt x="593368" y="183"/>
                  <a:pt x="593957" y="137"/>
                </a:cubicBezTo>
                <a:cubicBezTo>
                  <a:pt x="594594" y="46"/>
                  <a:pt x="595366" y="0"/>
                  <a:pt x="596275" y="0"/>
                </a:cubicBezTo>
                <a:cubicBezTo>
                  <a:pt x="597226" y="0"/>
                  <a:pt x="597998" y="46"/>
                  <a:pt x="598589" y="137"/>
                </a:cubicBezTo>
                <a:cubicBezTo>
                  <a:pt x="599181" y="183"/>
                  <a:pt x="599632" y="294"/>
                  <a:pt x="599952" y="477"/>
                </a:cubicBezTo>
                <a:cubicBezTo>
                  <a:pt x="600315" y="612"/>
                  <a:pt x="600564" y="794"/>
                  <a:pt x="600701" y="1020"/>
                </a:cubicBezTo>
                <a:cubicBezTo>
                  <a:pt x="600881" y="1249"/>
                  <a:pt x="600972" y="1497"/>
                  <a:pt x="600972" y="1772"/>
                </a:cubicBezTo>
                <a:lnTo>
                  <a:pt x="600972" y="32350"/>
                </a:lnTo>
                <a:cubicBezTo>
                  <a:pt x="602472" y="30807"/>
                  <a:pt x="603924" y="29512"/>
                  <a:pt x="605333" y="28466"/>
                </a:cubicBezTo>
                <a:cubicBezTo>
                  <a:pt x="606784" y="27378"/>
                  <a:pt x="608193" y="26515"/>
                  <a:pt x="609553" y="25880"/>
                </a:cubicBezTo>
                <a:cubicBezTo>
                  <a:pt x="610916" y="25197"/>
                  <a:pt x="612279" y="24723"/>
                  <a:pt x="613640" y="24449"/>
                </a:cubicBezTo>
                <a:cubicBezTo>
                  <a:pt x="615003" y="24132"/>
                  <a:pt x="616431" y="23972"/>
                  <a:pt x="617932" y="23972"/>
                </a:cubicBezTo>
                <a:cubicBezTo>
                  <a:pt x="621655" y="23972"/>
                  <a:pt x="624810" y="24723"/>
                  <a:pt x="627398" y="26220"/>
                </a:cubicBezTo>
                <a:cubicBezTo>
                  <a:pt x="630030" y="27672"/>
                  <a:pt x="632165" y="29649"/>
                  <a:pt x="633799" y="32144"/>
                </a:cubicBezTo>
                <a:cubicBezTo>
                  <a:pt x="635479" y="34596"/>
                  <a:pt x="636682" y="37502"/>
                  <a:pt x="637408" y="40862"/>
                </a:cubicBezTo>
                <a:cubicBezTo>
                  <a:pt x="638180" y="44177"/>
                  <a:pt x="638566" y="47672"/>
                  <a:pt x="638566" y="51352"/>
                </a:cubicBezTo>
                <a:close/>
                <a:moveTo>
                  <a:pt x="628690" y="52441"/>
                </a:moveTo>
                <a:cubicBezTo>
                  <a:pt x="628690" y="49852"/>
                  <a:pt x="628487" y="47332"/>
                  <a:pt x="628078" y="44880"/>
                </a:cubicBezTo>
                <a:cubicBezTo>
                  <a:pt x="627716" y="42382"/>
                  <a:pt x="627036" y="40205"/>
                  <a:pt x="626035" y="38342"/>
                </a:cubicBezTo>
                <a:cubicBezTo>
                  <a:pt x="625035" y="36436"/>
                  <a:pt x="623721" y="34916"/>
                  <a:pt x="622086" y="33779"/>
                </a:cubicBezTo>
                <a:cubicBezTo>
                  <a:pt x="620498" y="32598"/>
                  <a:pt x="618474" y="32010"/>
                  <a:pt x="616023" y="32010"/>
                </a:cubicBezTo>
                <a:cubicBezTo>
                  <a:pt x="614843" y="32010"/>
                  <a:pt x="613662" y="32190"/>
                  <a:pt x="612482" y="32553"/>
                </a:cubicBezTo>
                <a:cubicBezTo>
                  <a:pt x="611302" y="32873"/>
                  <a:pt x="610099" y="33438"/>
                  <a:pt x="608873" y="34256"/>
                </a:cubicBezTo>
                <a:cubicBezTo>
                  <a:pt x="607693" y="35027"/>
                  <a:pt x="606444" y="36050"/>
                  <a:pt x="605127" y="37322"/>
                </a:cubicBezTo>
                <a:cubicBezTo>
                  <a:pt x="603810" y="38548"/>
                  <a:pt x="602427" y="40114"/>
                  <a:pt x="600972" y="42020"/>
                </a:cubicBezTo>
                <a:lnTo>
                  <a:pt x="600972" y="62385"/>
                </a:lnTo>
                <a:cubicBezTo>
                  <a:pt x="603561" y="65517"/>
                  <a:pt x="606013" y="67923"/>
                  <a:pt x="608327" y="69603"/>
                </a:cubicBezTo>
                <a:cubicBezTo>
                  <a:pt x="610688" y="71237"/>
                  <a:pt x="613139" y="72055"/>
                  <a:pt x="615683" y="72055"/>
                </a:cubicBezTo>
                <a:cubicBezTo>
                  <a:pt x="618000" y="72055"/>
                  <a:pt x="619997" y="71486"/>
                  <a:pt x="621678" y="70352"/>
                </a:cubicBezTo>
                <a:cubicBezTo>
                  <a:pt x="623358" y="69217"/>
                  <a:pt x="624695" y="67720"/>
                  <a:pt x="625695" y="65857"/>
                </a:cubicBezTo>
                <a:cubicBezTo>
                  <a:pt x="626738" y="63951"/>
                  <a:pt x="627487" y="61839"/>
                  <a:pt x="627941" y="59525"/>
                </a:cubicBezTo>
                <a:cubicBezTo>
                  <a:pt x="628441" y="57207"/>
                  <a:pt x="628690" y="54847"/>
                  <a:pt x="628690" y="52441"/>
                </a:cubicBezTo>
                <a:close/>
                <a:moveTo>
                  <a:pt x="662017" y="77570"/>
                </a:moveTo>
                <a:cubicBezTo>
                  <a:pt x="662017" y="77890"/>
                  <a:pt x="661926" y="78161"/>
                  <a:pt x="661743" y="78387"/>
                </a:cubicBezTo>
                <a:cubicBezTo>
                  <a:pt x="661608" y="78570"/>
                  <a:pt x="661357" y="78753"/>
                  <a:pt x="660994" y="78933"/>
                </a:cubicBezTo>
                <a:cubicBezTo>
                  <a:pt x="660677" y="79070"/>
                  <a:pt x="660223" y="79161"/>
                  <a:pt x="659631" y="79204"/>
                </a:cubicBezTo>
                <a:cubicBezTo>
                  <a:pt x="659042" y="79296"/>
                  <a:pt x="658271" y="79341"/>
                  <a:pt x="657316" y="79341"/>
                </a:cubicBezTo>
                <a:cubicBezTo>
                  <a:pt x="656408" y="79341"/>
                  <a:pt x="655636" y="79296"/>
                  <a:pt x="655002" y="79204"/>
                </a:cubicBezTo>
                <a:cubicBezTo>
                  <a:pt x="654410" y="79161"/>
                  <a:pt x="653933" y="79070"/>
                  <a:pt x="653570" y="78933"/>
                </a:cubicBezTo>
                <a:cubicBezTo>
                  <a:pt x="653207" y="78753"/>
                  <a:pt x="652959" y="78570"/>
                  <a:pt x="652822" y="78387"/>
                </a:cubicBezTo>
                <a:cubicBezTo>
                  <a:pt x="652684" y="78161"/>
                  <a:pt x="652619" y="77890"/>
                  <a:pt x="652619" y="77570"/>
                </a:cubicBezTo>
                <a:lnTo>
                  <a:pt x="652619" y="1772"/>
                </a:lnTo>
                <a:cubicBezTo>
                  <a:pt x="652619" y="1497"/>
                  <a:pt x="652684" y="1249"/>
                  <a:pt x="652822" y="1020"/>
                </a:cubicBezTo>
                <a:cubicBezTo>
                  <a:pt x="652959" y="794"/>
                  <a:pt x="653207" y="612"/>
                  <a:pt x="653570" y="477"/>
                </a:cubicBezTo>
                <a:cubicBezTo>
                  <a:pt x="653933" y="294"/>
                  <a:pt x="654410" y="183"/>
                  <a:pt x="655002" y="137"/>
                </a:cubicBezTo>
                <a:cubicBezTo>
                  <a:pt x="655636" y="46"/>
                  <a:pt x="656408" y="0"/>
                  <a:pt x="657316" y="0"/>
                </a:cubicBezTo>
                <a:cubicBezTo>
                  <a:pt x="658271" y="0"/>
                  <a:pt x="659042" y="46"/>
                  <a:pt x="659631" y="137"/>
                </a:cubicBezTo>
                <a:cubicBezTo>
                  <a:pt x="660223" y="183"/>
                  <a:pt x="660677" y="294"/>
                  <a:pt x="660994" y="477"/>
                </a:cubicBezTo>
                <a:cubicBezTo>
                  <a:pt x="661357" y="612"/>
                  <a:pt x="661608" y="794"/>
                  <a:pt x="661743" y="1020"/>
                </a:cubicBezTo>
                <a:cubicBezTo>
                  <a:pt x="661926" y="1249"/>
                  <a:pt x="662017" y="1497"/>
                  <a:pt x="662017" y="1772"/>
                </a:cubicBezTo>
                <a:lnTo>
                  <a:pt x="662017" y="77570"/>
                </a:lnTo>
                <a:close/>
                <a:moveTo>
                  <a:pt x="722867" y="49852"/>
                </a:moveTo>
                <a:cubicBezTo>
                  <a:pt x="722867" y="51306"/>
                  <a:pt x="722505" y="52349"/>
                  <a:pt x="721779" y="52987"/>
                </a:cubicBezTo>
                <a:cubicBezTo>
                  <a:pt x="721053" y="53621"/>
                  <a:pt x="720213" y="53938"/>
                  <a:pt x="719258" y="53938"/>
                </a:cubicBezTo>
                <a:lnTo>
                  <a:pt x="685751" y="53938"/>
                </a:lnTo>
                <a:cubicBezTo>
                  <a:pt x="685751" y="56753"/>
                  <a:pt x="686023" y="59296"/>
                  <a:pt x="686569" y="61568"/>
                </a:cubicBezTo>
                <a:cubicBezTo>
                  <a:pt x="687160" y="63837"/>
                  <a:pt x="688112" y="65788"/>
                  <a:pt x="689429" y="67423"/>
                </a:cubicBezTo>
                <a:cubicBezTo>
                  <a:pt x="690792" y="69057"/>
                  <a:pt x="692515" y="70306"/>
                  <a:pt x="694604" y="71169"/>
                </a:cubicBezTo>
                <a:cubicBezTo>
                  <a:pt x="696739" y="72032"/>
                  <a:pt x="699327" y="72463"/>
                  <a:pt x="702368" y="72463"/>
                </a:cubicBezTo>
                <a:cubicBezTo>
                  <a:pt x="704820" y="72463"/>
                  <a:pt x="706977" y="72280"/>
                  <a:pt x="708840" y="71918"/>
                </a:cubicBezTo>
                <a:cubicBezTo>
                  <a:pt x="710746" y="71509"/>
                  <a:pt x="712380" y="71055"/>
                  <a:pt x="713743" y="70557"/>
                </a:cubicBezTo>
                <a:cubicBezTo>
                  <a:pt x="715149" y="70057"/>
                  <a:pt x="716284" y="69626"/>
                  <a:pt x="717147" y="69263"/>
                </a:cubicBezTo>
                <a:cubicBezTo>
                  <a:pt x="718055" y="68854"/>
                  <a:pt x="718736" y="68649"/>
                  <a:pt x="719190" y="68649"/>
                </a:cubicBezTo>
                <a:cubicBezTo>
                  <a:pt x="719464" y="68649"/>
                  <a:pt x="719690" y="68717"/>
                  <a:pt x="719873" y="68854"/>
                </a:cubicBezTo>
                <a:cubicBezTo>
                  <a:pt x="720099" y="68946"/>
                  <a:pt x="720259" y="69126"/>
                  <a:pt x="720347" y="69397"/>
                </a:cubicBezTo>
                <a:cubicBezTo>
                  <a:pt x="720484" y="69672"/>
                  <a:pt x="720576" y="70057"/>
                  <a:pt x="720621" y="70557"/>
                </a:cubicBezTo>
                <a:cubicBezTo>
                  <a:pt x="720713" y="71009"/>
                  <a:pt x="720756" y="71578"/>
                  <a:pt x="720756" y="72258"/>
                </a:cubicBezTo>
                <a:cubicBezTo>
                  <a:pt x="720756" y="72758"/>
                  <a:pt x="720736" y="73189"/>
                  <a:pt x="720690" y="73552"/>
                </a:cubicBezTo>
                <a:cubicBezTo>
                  <a:pt x="720644" y="73915"/>
                  <a:pt x="720576" y="74235"/>
                  <a:pt x="720484" y="74506"/>
                </a:cubicBezTo>
                <a:cubicBezTo>
                  <a:pt x="720439" y="74778"/>
                  <a:pt x="720347" y="75029"/>
                  <a:pt x="720213" y="75255"/>
                </a:cubicBezTo>
                <a:cubicBezTo>
                  <a:pt x="720121" y="75484"/>
                  <a:pt x="719961" y="75709"/>
                  <a:pt x="719736" y="75935"/>
                </a:cubicBezTo>
                <a:cubicBezTo>
                  <a:pt x="719510" y="76118"/>
                  <a:pt x="718873" y="76458"/>
                  <a:pt x="717830" y="76958"/>
                </a:cubicBezTo>
                <a:cubicBezTo>
                  <a:pt x="716830" y="77413"/>
                  <a:pt x="715512" y="77867"/>
                  <a:pt x="713878" y="78321"/>
                </a:cubicBezTo>
                <a:cubicBezTo>
                  <a:pt x="712289" y="78773"/>
                  <a:pt x="710429" y="79181"/>
                  <a:pt x="708294" y="79547"/>
                </a:cubicBezTo>
                <a:cubicBezTo>
                  <a:pt x="706160" y="79910"/>
                  <a:pt x="703868" y="80090"/>
                  <a:pt x="701416" y="80090"/>
                </a:cubicBezTo>
                <a:cubicBezTo>
                  <a:pt x="697239" y="80090"/>
                  <a:pt x="693561" y="79501"/>
                  <a:pt x="690383" y="78321"/>
                </a:cubicBezTo>
                <a:cubicBezTo>
                  <a:pt x="687249" y="77138"/>
                  <a:pt x="684594" y="75415"/>
                  <a:pt x="682414" y="73143"/>
                </a:cubicBezTo>
                <a:cubicBezTo>
                  <a:pt x="680279" y="70829"/>
                  <a:pt x="678645" y="67923"/>
                  <a:pt x="677510" y="64428"/>
                </a:cubicBezTo>
                <a:cubicBezTo>
                  <a:pt x="676422" y="60930"/>
                  <a:pt x="675876" y="56890"/>
                  <a:pt x="675876" y="52304"/>
                </a:cubicBezTo>
                <a:cubicBezTo>
                  <a:pt x="675876" y="47900"/>
                  <a:pt x="676445" y="43951"/>
                  <a:pt x="677579" y="40454"/>
                </a:cubicBezTo>
                <a:cubicBezTo>
                  <a:pt x="678713" y="36959"/>
                  <a:pt x="680348" y="33984"/>
                  <a:pt x="682482" y="31533"/>
                </a:cubicBezTo>
                <a:cubicBezTo>
                  <a:pt x="684663" y="29081"/>
                  <a:pt x="687249" y="27218"/>
                  <a:pt x="690246" y="25949"/>
                </a:cubicBezTo>
                <a:cubicBezTo>
                  <a:pt x="693290" y="24632"/>
                  <a:pt x="696670" y="23972"/>
                  <a:pt x="700393" y="23972"/>
                </a:cubicBezTo>
                <a:cubicBezTo>
                  <a:pt x="704434" y="23972"/>
                  <a:pt x="707863" y="24632"/>
                  <a:pt x="710677" y="25949"/>
                </a:cubicBezTo>
                <a:cubicBezTo>
                  <a:pt x="713492" y="27218"/>
                  <a:pt x="715809" y="28944"/>
                  <a:pt x="717624" y="31124"/>
                </a:cubicBezTo>
                <a:cubicBezTo>
                  <a:pt x="719441" y="33258"/>
                  <a:pt x="720756" y="35802"/>
                  <a:pt x="721573" y="38751"/>
                </a:cubicBezTo>
                <a:cubicBezTo>
                  <a:pt x="722436" y="41702"/>
                  <a:pt x="722867" y="44834"/>
                  <a:pt x="722867" y="48149"/>
                </a:cubicBezTo>
                <a:lnTo>
                  <a:pt x="722867" y="49852"/>
                </a:lnTo>
                <a:close/>
                <a:moveTo>
                  <a:pt x="713469" y="47060"/>
                </a:moveTo>
                <a:cubicBezTo>
                  <a:pt x="713561" y="42157"/>
                  <a:pt x="712472" y="38296"/>
                  <a:pt x="710200" y="35482"/>
                </a:cubicBezTo>
                <a:cubicBezTo>
                  <a:pt x="707931" y="32667"/>
                  <a:pt x="704525" y="31261"/>
                  <a:pt x="699985" y="31261"/>
                </a:cubicBezTo>
                <a:cubicBezTo>
                  <a:pt x="697716" y="31261"/>
                  <a:pt x="695696" y="31713"/>
                  <a:pt x="693924" y="32621"/>
                </a:cubicBezTo>
                <a:cubicBezTo>
                  <a:pt x="692198" y="33484"/>
                  <a:pt x="690746" y="34641"/>
                  <a:pt x="689566" y="36096"/>
                </a:cubicBezTo>
                <a:cubicBezTo>
                  <a:pt x="688386" y="37502"/>
                  <a:pt x="687477" y="39159"/>
                  <a:pt x="686840" y="41068"/>
                </a:cubicBezTo>
                <a:cubicBezTo>
                  <a:pt x="686206" y="42974"/>
                  <a:pt x="685843" y="44971"/>
                  <a:pt x="685751" y="47060"/>
                </a:cubicBezTo>
                <a:lnTo>
                  <a:pt x="713469" y="47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A95BA-289B-4383-A626-D01B34F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346" y="1114743"/>
            <a:ext cx="247109" cy="247110"/>
          </a:xfrm>
          <a:custGeom xmlns:a="http://schemas.openxmlformats.org/drawingml/2006/main">
            <a:pathLst>
              <a:path w="247109" h="247110">
                <a:moveTo>
                  <a:pt x="0" y="247110"/>
                </a:moveTo>
                <a:lnTo>
                  <a:pt x="0" y="0"/>
                </a:lnTo>
                <a:lnTo>
                  <a:pt x="247109" y="0"/>
                </a:lnTo>
                <a:lnTo>
                  <a:pt x="247109" y="247110"/>
                </a:lnTo>
                <a:lnTo>
                  <a:pt x="0" y="24711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041870b9d14e5c"/>
          <a:stretch xmlns:a="http://schemas.openxmlformats.org/drawingml/2006/main"/>
        </p:blipFill>
        <p:spPr>
          <a:xfrm xmlns:a="http://schemas.openxmlformats.org/drawingml/2006/main">
            <a:off x="6426347" y="1114745"/>
            <a:ext cx="247107" cy="247107"/>
          </a:xfrm>
          <a:prstGeom xmlns:a="http://schemas.openxmlformats.org/drawingml/2006/main" prst="rect">
            <a:avLst/>
          </a:prstGeom>
        </p:spPr>
      </p:pic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64B9D-55DA-450A-9433-EF9B1C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566" y="18809"/>
            <a:ext cx="1413588" cy="211277"/>
          </a:xfrm>
          <a:custGeom xmlns:a="http://schemas.openxmlformats.org/drawingml/2006/main">
            <a:pathLst>
              <a:path w="1413588" h="211277">
                <a:moveTo>
                  <a:pt x="0" y="211277"/>
                </a:moveTo>
                <a:lnTo>
                  <a:pt x="0" y="0"/>
                </a:lnTo>
                <a:lnTo>
                  <a:pt x="1413588" y="0"/>
                </a:lnTo>
                <a:lnTo>
                  <a:pt x="1413588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1C6B1-CD54-481C-AE77-D171F1C3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926" y="75272"/>
            <a:ext cx="819908" cy="96163"/>
          </a:xfrm>
          <a:custGeom xmlns:a="http://schemas.openxmlformats.org/drawingml/2006/main">
            <a:pathLst>
              <a:path w="819908" h="96163">
                <a:moveTo>
                  <a:pt x="58093" y="69603"/>
                </a:moveTo>
                <a:cubicBezTo>
                  <a:pt x="58093" y="72375"/>
                  <a:pt x="57730" y="74938"/>
                  <a:pt x="57004" y="77298"/>
                </a:cubicBezTo>
                <a:cubicBezTo>
                  <a:pt x="56321" y="79616"/>
                  <a:pt x="55347" y="81704"/>
                  <a:pt x="54075" y="83565"/>
                </a:cubicBezTo>
                <a:cubicBezTo>
                  <a:pt x="52804" y="85428"/>
                  <a:pt x="51261" y="87062"/>
                  <a:pt x="49443" y="88468"/>
                </a:cubicBezTo>
                <a:cubicBezTo>
                  <a:pt x="47672" y="89877"/>
                  <a:pt x="45651" y="91057"/>
                  <a:pt x="43383" y="92012"/>
                </a:cubicBezTo>
                <a:cubicBezTo>
                  <a:pt x="41157" y="92963"/>
                  <a:pt x="38751" y="93689"/>
                  <a:pt x="36165" y="94189"/>
                </a:cubicBezTo>
                <a:cubicBezTo>
                  <a:pt x="33621" y="94643"/>
                  <a:pt x="30692" y="94872"/>
                  <a:pt x="27378" y="94872"/>
                </a:cubicBezTo>
                <a:lnTo>
                  <a:pt x="4358" y="94872"/>
                </a:lnTo>
                <a:cubicBezTo>
                  <a:pt x="3315" y="94872"/>
                  <a:pt x="2315" y="94529"/>
                  <a:pt x="1363" y="93849"/>
                </a:cubicBezTo>
                <a:cubicBezTo>
                  <a:pt x="454" y="93123"/>
                  <a:pt x="0" y="91874"/>
                  <a:pt x="0" y="90103"/>
                </a:cubicBezTo>
                <a:lnTo>
                  <a:pt x="0" y="11510"/>
                </a:lnTo>
                <a:cubicBezTo>
                  <a:pt x="0" y="9741"/>
                  <a:pt x="454" y="8515"/>
                  <a:pt x="1363" y="7832"/>
                </a:cubicBezTo>
                <a:cubicBezTo>
                  <a:pt x="2315" y="7107"/>
                  <a:pt x="3315" y="6744"/>
                  <a:pt x="4358" y="6744"/>
                </a:cubicBezTo>
                <a:lnTo>
                  <a:pt x="24380" y="6744"/>
                </a:lnTo>
                <a:cubicBezTo>
                  <a:pt x="29647" y="6744"/>
                  <a:pt x="33961" y="7244"/>
                  <a:pt x="37322" y="8241"/>
                </a:cubicBezTo>
                <a:cubicBezTo>
                  <a:pt x="40679" y="9241"/>
                  <a:pt x="43474" y="10693"/>
                  <a:pt x="45697" y="12602"/>
                </a:cubicBezTo>
                <a:cubicBezTo>
                  <a:pt x="47969" y="14508"/>
                  <a:pt x="49672" y="16845"/>
                  <a:pt x="50806" y="19614"/>
                </a:cubicBezTo>
                <a:cubicBezTo>
                  <a:pt x="51941" y="22386"/>
                  <a:pt x="52509" y="25517"/>
                  <a:pt x="52509" y="29012"/>
                </a:cubicBezTo>
                <a:cubicBezTo>
                  <a:pt x="52509" y="31101"/>
                  <a:pt x="52258" y="33098"/>
                  <a:pt x="51758" y="35007"/>
                </a:cubicBezTo>
                <a:cubicBezTo>
                  <a:pt x="51261" y="36913"/>
                  <a:pt x="50509" y="38685"/>
                  <a:pt x="49512" y="40319"/>
                </a:cubicBezTo>
                <a:cubicBezTo>
                  <a:pt x="48557" y="41908"/>
                  <a:pt x="47332" y="43337"/>
                  <a:pt x="45834" y="44608"/>
                </a:cubicBezTo>
                <a:cubicBezTo>
                  <a:pt x="44380" y="45880"/>
                  <a:pt x="42702" y="46926"/>
                  <a:pt x="40794" y="47743"/>
                </a:cubicBezTo>
                <a:cubicBezTo>
                  <a:pt x="43200" y="48197"/>
                  <a:pt x="45449" y="49038"/>
                  <a:pt x="47537" y="50263"/>
                </a:cubicBezTo>
                <a:cubicBezTo>
                  <a:pt x="49626" y="51444"/>
                  <a:pt x="51441" y="52964"/>
                  <a:pt x="52984" y="54824"/>
                </a:cubicBezTo>
                <a:cubicBezTo>
                  <a:pt x="54575" y="56687"/>
                  <a:pt x="55821" y="58867"/>
                  <a:pt x="56730" y="61362"/>
                </a:cubicBezTo>
                <a:cubicBezTo>
                  <a:pt x="57639" y="63859"/>
                  <a:pt x="58093" y="66608"/>
                  <a:pt x="58093" y="69603"/>
                </a:cubicBezTo>
                <a:close/>
                <a:moveTo>
                  <a:pt x="40454" y="30172"/>
                </a:moveTo>
                <a:cubicBezTo>
                  <a:pt x="40454" y="28038"/>
                  <a:pt x="40159" y="26109"/>
                  <a:pt x="39568" y="24383"/>
                </a:cubicBezTo>
                <a:cubicBezTo>
                  <a:pt x="38979" y="22657"/>
                  <a:pt x="38048" y="21206"/>
                  <a:pt x="36776" y="20023"/>
                </a:cubicBezTo>
                <a:cubicBezTo>
                  <a:pt x="35504" y="18797"/>
                  <a:pt x="33847" y="17868"/>
                  <a:pt x="31804" y="17231"/>
                </a:cubicBezTo>
                <a:cubicBezTo>
                  <a:pt x="29761" y="16596"/>
                  <a:pt x="27061" y="16279"/>
                  <a:pt x="23700" y="16279"/>
                </a:cubicBezTo>
                <a:lnTo>
                  <a:pt x="11579" y="16279"/>
                </a:lnTo>
                <a:lnTo>
                  <a:pt x="11579" y="44814"/>
                </a:lnTo>
                <a:lnTo>
                  <a:pt x="24926" y="44814"/>
                </a:lnTo>
                <a:cubicBezTo>
                  <a:pt x="27969" y="44814"/>
                  <a:pt x="30421" y="44428"/>
                  <a:pt x="32281" y="43657"/>
                </a:cubicBezTo>
                <a:cubicBezTo>
                  <a:pt x="34141" y="42840"/>
                  <a:pt x="35687" y="41771"/>
                  <a:pt x="36913" y="40456"/>
                </a:cubicBezTo>
                <a:cubicBezTo>
                  <a:pt x="38139" y="39093"/>
                  <a:pt x="39025" y="37528"/>
                  <a:pt x="39568" y="35756"/>
                </a:cubicBezTo>
                <a:cubicBezTo>
                  <a:pt x="40159" y="33939"/>
                  <a:pt x="40454" y="32078"/>
                  <a:pt x="40454" y="30172"/>
                </a:cubicBezTo>
                <a:close/>
                <a:moveTo>
                  <a:pt x="45766" y="70286"/>
                </a:moveTo>
                <a:cubicBezTo>
                  <a:pt x="45766" y="67651"/>
                  <a:pt x="45334" y="65337"/>
                  <a:pt x="44471" y="63339"/>
                </a:cubicBezTo>
                <a:cubicBezTo>
                  <a:pt x="43654" y="61339"/>
                  <a:pt x="42428" y="59662"/>
                  <a:pt x="40794" y="58299"/>
                </a:cubicBezTo>
                <a:cubicBezTo>
                  <a:pt x="39205" y="56936"/>
                  <a:pt x="37185" y="55916"/>
                  <a:pt x="34733" y="55233"/>
                </a:cubicBezTo>
                <a:cubicBezTo>
                  <a:pt x="32327" y="54507"/>
                  <a:pt x="29284" y="54144"/>
                  <a:pt x="25606" y="54144"/>
                </a:cubicBezTo>
                <a:lnTo>
                  <a:pt x="11579" y="54144"/>
                </a:lnTo>
                <a:lnTo>
                  <a:pt x="11579" y="85199"/>
                </a:lnTo>
                <a:lnTo>
                  <a:pt x="28604" y="85199"/>
                </a:lnTo>
                <a:cubicBezTo>
                  <a:pt x="31281" y="85199"/>
                  <a:pt x="33621" y="84882"/>
                  <a:pt x="35619" y="84248"/>
                </a:cubicBezTo>
                <a:cubicBezTo>
                  <a:pt x="37616" y="83610"/>
                  <a:pt x="39365" y="82679"/>
                  <a:pt x="40862" y="81453"/>
                </a:cubicBezTo>
                <a:cubicBezTo>
                  <a:pt x="42405" y="80181"/>
                  <a:pt x="43608" y="78616"/>
                  <a:pt x="44471" y="76755"/>
                </a:cubicBezTo>
                <a:cubicBezTo>
                  <a:pt x="45334" y="74892"/>
                  <a:pt x="45766" y="72738"/>
                  <a:pt x="45766" y="70286"/>
                </a:cubicBezTo>
                <a:close/>
                <a:moveTo>
                  <a:pt x="110397" y="35893"/>
                </a:moveTo>
                <a:cubicBezTo>
                  <a:pt x="110397" y="36890"/>
                  <a:pt x="110374" y="37730"/>
                  <a:pt x="110328" y="38413"/>
                </a:cubicBezTo>
                <a:cubicBezTo>
                  <a:pt x="110282" y="39093"/>
                  <a:pt x="110194" y="39639"/>
                  <a:pt x="110057" y="40048"/>
                </a:cubicBezTo>
                <a:cubicBezTo>
                  <a:pt x="109919" y="40411"/>
                  <a:pt x="109739" y="40705"/>
                  <a:pt x="109511" y="40931"/>
                </a:cubicBezTo>
                <a:cubicBezTo>
                  <a:pt x="109331" y="41114"/>
                  <a:pt x="109056" y="41205"/>
                  <a:pt x="108694" y="41205"/>
                </a:cubicBezTo>
                <a:cubicBezTo>
                  <a:pt x="108331" y="41205"/>
                  <a:pt x="107876" y="41114"/>
                  <a:pt x="107333" y="40931"/>
                </a:cubicBezTo>
                <a:cubicBezTo>
                  <a:pt x="106833" y="40705"/>
                  <a:pt x="106242" y="40499"/>
                  <a:pt x="105562" y="40319"/>
                </a:cubicBezTo>
                <a:cubicBezTo>
                  <a:pt x="104927" y="40091"/>
                  <a:pt x="104199" y="39888"/>
                  <a:pt x="103381" y="39705"/>
                </a:cubicBezTo>
                <a:cubicBezTo>
                  <a:pt x="102564" y="39525"/>
                  <a:pt x="101678" y="39433"/>
                  <a:pt x="100727" y="39433"/>
                </a:cubicBezTo>
                <a:cubicBezTo>
                  <a:pt x="99592" y="39433"/>
                  <a:pt x="98478" y="39659"/>
                  <a:pt x="97389" y="40114"/>
                </a:cubicBezTo>
                <a:cubicBezTo>
                  <a:pt x="96301" y="40568"/>
                  <a:pt x="95140" y="41317"/>
                  <a:pt x="93915" y="42362"/>
                </a:cubicBezTo>
                <a:cubicBezTo>
                  <a:pt x="92734" y="43405"/>
                  <a:pt x="91486" y="44791"/>
                  <a:pt x="90171" y="46517"/>
                </a:cubicBezTo>
                <a:cubicBezTo>
                  <a:pt x="88854" y="48240"/>
                  <a:pt x="87399" y="50352"/>
                  <a:pt x="85811" y="52849"/>
                </a:cubicBezTo>
                <a:lnTo>
                  <a:pt x="85811" y="93169"/>
                </a:lnTo>
                <a:cubicBezTo>
                  <a:pt x="85811" y="93532"/>
                  <a:pt x="85719" y="93849"/>
                  <a:pt x="85539" y="94120"/>
                </a:cubicBezTo>
                <a:cubicBezTo>
                  <a:pt x="85356" y="94349"/>
                  <a:pt x="85062" y="94552"/>
                  <a:pt x="84653" y="94735"/>
                </a:cubicBezTo>
                <a:cubicBezTo>
                  <a:pt x="84245" y="94915"/>
                  <a:pt x="83676" y="95052"/>
                  <a:pt x="82950" y="95143"/>
                </a:cubicBezTo>
                <a:cubicBezTo>
                  <a:pt x="82225" y="95235"/>
                  <a:pt x="81293" y="95280"/>
                  <a:pt x="80159" y="95280"/>
                </a:cubicBezTo>
                <a:cubicBezTo>
                  <a:pt x="79070" y="95280"/>
                  <a:pt x="78161" y="95235"/>
                  <a:pt x="77435" y="95143"/>
                </a:cubicBezTo>
                <a:cubicBezTo>
                  <a:pt x="76707" y="95052"/>
                  <a:pt x="76118" y="94915"/>
                  <a:pt x="75664" y="94735"/>
                </a:cubicBezTo>
                <a:cubicBezTo>
                  <a:pt x="75255" y="94552"/>
                  <a:pt x="74961" y="94349"/>
                  <a:pt x="74778" y="94120"/>
                </a:cubicBezTo>
                <a:cubicBezTo>
                  <a:pt x="74641" y="93849"/>
                  <a:pt x="74575" y="93532"/>
                  <a:pt x="74575" y="93169"/>
                </a:cubicBezTo>
                <a:lnTo>
                  <a:pt x="74575" y="31873"/>
                </a:lnTo>
                <a:cubicBezTo>
                  <a:pt x="74575" y="31510"/>
                  <a:pt x="74641" y="31215"/>
                  <a:pt x="74778" y="30990"/>
                </a:cubicBezTo>
                <a:cubicBezTo>
                  <a:pt x="74915" y="30715"/>
                  <a:pt x="75187" y="30490"/>
                  <a:pt x="75595" y="30307"/>
                </a:cubicBezTo>
                <a:cubicBezTo>
                  <a:pt x="76004" y="30081"/>
                  <a:pt x="76527" y="29944"/>
                  <a:pt x="77161" y="29898"/>
                </a:cubicBezTo>
                <a:cubicBezTo>
                  <a:pt x="77798" y="29809"/>
                  <a:pt x="78638" y="29764"/>
                  <a:pt x="79681" y="29764"/>
                </a:cubicBezTo>
                <a:cubicBezTo>
                  <a:pt x="80682" y="29764"/>
                  <a:pt x="81499" y="29809"/>
                  <a:pt x="82133" y="29898"/>
                </a:cubicBezTo>
                <a:cubicBezTo>
                  <a:pt x="82816" y="29944"/>
                  <a:pt x="83336" y="30081"/>
                  <a:pt x="83699" y="30307"/>
                </a:cubicBezTo>
                <a:cubicBezTo>
                  <a:pt x="84062" y="30490"/>
                  <a:pt x="84313" y="30715"/>
                  <a:pt x="84451" y="30990"/>
                </a:cubicBezTo>
                <a:cubicBezTo>
                  <a:pt x="84631" y="31215"/>
                  <a:pt x="84722" y="31510"/>
                  <a:pt x="84722" y="31873"/>
                </a:cubicBezTo>
                <a:lnTo>
                  <a:pt x="84722" y="40797"/>
                </a:lnTo>
                <a:cubicBezTo>
                  <a:pt x="86402" y="38345"/>
                  <a:pt x="87968" y="36347"/>
                  <a:pt x="89420" y="34801"/>
                </a:cubicBezTo>
                <a:cubicBezTo>
                  <a:pt x="90920" y="33258"/>
                  <a:pt x="92326" y="32055"/>
                  <a:pt x="93643" y="31192"/>
                </a:cubicBezTo>
                <a:cubicBezTo>
                  <a:pt x="94960" y="30284"/>
                  <a:pt x="96255" y="29672"/>
                  <a:pt x="97526" y="29355"/>
                </a:cubicBezTo>
                <a:cubicBezTo>
                  <a:pt x="98841" y="28992"/>
                  <a:pt x="100158" y="28809"/>
                  <a:pt x="101476" y="28809"/>
                </a:cubicBezTo>
                <a:cubicBezTo>
                  <a:pt x="102064" y="28809"/>
                  <a:pt x="102724" y="28855"/>
                  <a:pt x="103450" y="28946"/>
                </a:cubicBezTo>
                <a:cubicBezTo>
                  <a:pt x="104222" y="28992"/>
                  <a:pt x="105016" y="29104"/>
                  <a:pt x="105833" y="29287"/>
                </a:cubicBezTo>
                <a:cubicBezTo>
                  <a:pt x="106650" y="29467"/>
                  <a:pt x="107379" y="29672"/>
                  <a:pt x="108014" y="29898"/>
                </a:cubicBezTo>
                <a:cubicBezTo>
                  <a:pt x="108694" y="30127"/>
                  <a:pt x="109171" y="30352"/>
                  <a:pt x="109442" y="30581"/>
                </a:cubicBezTo>
                <a:cubicBezTo>
                  <a:pt x="109717" y="30807"/>
                  <a:pt x="109897" y="31035"/>
                  <a:pt x="109988" y="31261"/>
                </a:cubicBezTo>
                <a:cubicBezTo>
                  <a:pt x="110079" y="31444"/>
                  <a:pt x="110148" y="31693"/>
                  <a:pt x="110194" y="32010"/>
                </a:cubicBezTo>
                <a:cubicBezTo>
                  <a:pt x="110282" y="32327"/>
                  <a:pt x="110328" y="32804"/>
                  <a:pt x="110328" y="33441"/>
                </a:cubicBezTo>
                <a:cubicBezTo>
                  <a:pt x="110374" y="34030"/>
                  <a:pt x="110397" y="34847"/>
                  <a:pt x="110397" y="35893"/>
                </a:cubicBezTo>
                <a:close/>
                <a:moveTo>
                  <a:pt x="134437" y="93169"/>
                </a:moveTo>
                <a:cubicBezTo>
                  <a:pt x="134437" y="93532"/>
                  <a:pt x="134348" y="93849"/>
                  <a:pt x="134165" y="94120"/>
                </a:cubicBezTo>
                <a:cubicBezTo>
                  <a:pt x="133985" y="94349"/>
                  <a:pt x="133688" y="94552"/>
                  <a:pt x="133280" y="94735"/>
                </a:cubicBezTo>
                <a:cubicBezTo>
                  <a:pt x="132871" y="94915"/>
                  <a:pt x="132305" y="95052"/>
                  <a:pt x="131576" y="95143"/>
                </a:cubicBezTo>
                <a:cubicBezTo>
                  <a:pt x="130851" y="95235"/>
                  <a:pt x="129919" y="95280"/>
                  <a:pt x="128785" y="95280"/>
                </a:cubicBezTo>
                <a:cubicBezTo>
                  <a:pt x="127696" y="95280"/>
                  <a:pt x="126787" y="95235"/>
                  <a:pt x="126061" y="95143"/>
                </a:cubicBezTo>
                <a:cubicBezTo>
                  <a:pt x="125336" y="95052"/>
                  <a:pt x="124744" y="94915"/>
                  <a:pt x="124290" y="94735"/>
                </a:cubicBezTo>
                <a:cubicBezTo>
                  <a:pt x="123881" y="94552"/>
                  <a:pt x="123587" y="94349"/>
                  <a:pt x="123404" y="94120"/>
                </a:cubicBezTo>
                <a:cubicBezTo>
                  <a:pt x="123270" y="93849"/>
                  <a:pt x="123201" y="93532"/>
                  <a:pt x="123201" y="93169"/>
                </a:cubicBezTo>
                <a:lnTo>
                  <a:pt x="123201" y="31873"/>
                </a:lnTo>
                <a:cubicBezTo>
                  <a:pt x="123201" y="31555"/>
                  <a:pt x="123270" y="31261"/>
                  <a:pt x="123404" y="30990"/>
                </a:cubicBezTo>
                <a:cubicBezTo>
                  <a:pt x="123587" y="30715"/>
                  <a:pt x="123881" y="30490"/>
                  <a:pt x="124290" y="30307"/>
                </a:cubicBezTo>
                <a:cubicBezTo>
                  <a:pt x="124744" y="30127"/>
                  <a:pt x="125336" y="29989"/>
                  <a:pt x="126061" y="29898"/>
                </a:cubicBezTo>
                <a:cubicBezTo>
                  <a:pt x="126787" y="29809"/>
                  <a:pt x="127696" y="29764"/>
                  <a:pt x="128785" y="29764"/>
                </a:cubicBezTo>
                <a:cubicBezTo>
                  <a:pt x="129919" y="29764"/>
                  <a:pt x="130851" y="29809"/>
                  <a:pt x="131576" y="29898"/>
                </a:cubicBezTo>
                <a:cubicBezTo>
                  <a:pt x="132305" y="29989"/>
                  <a:pt x="132871" y="30127"/>
                  <a:pt x="133280" y="30307"/>
                </a:cubicBezTo>
                <a:cubicBezTo>
                  <a:pt x="133688" y="30490"/>
                  <a:pt x="133985" y="30715"/>
                  <a:pt x="134165" y="30990"/>
                </a:cubicBezTo>
                <a:cubicBezTo>
                  <a:pt x="134348" y="31261"/>
                  <a:pt x="134437" y="31555"/>
                  <a:pt x="134437" y="31873"/>
                </a:cubicBezTo>
                <a:lnTo>
                  <a:pt x="134437" y="93169"/>
                </a:lnTo>
                <a:close/>
                <a:moveTo>
                  <a:pt x="135731" y="11170"/>
                </a:moveTo>
                <a:cubicBezTo>
                  <a:pt x="135731" y="13805"/>
                  <a:pt x="135231" y="15596"/>
                  <a:pt x="134234" y="16551"/>
                </a:cubicBezTo>
                <a:cubicBezTo>
                  <a:pt x="133234" y="17505"/>
                  <a:pt x="131396" y="17979"/>
                  <a:pt x="128716" y="17979"/>
                </a:cubicBezTo>
                <a:cubicBezTo>
                  <a:pt x="126084" y="17979"/>
                  <a:pt x="124267" y="17528"/>
                  <a:pt x="123270" y="16619"/>
                </a:cubicBezTo>
                <a:cubicBezTo>
                  <a:pt x="122315" y="15665"/>
                  <a:pt x="121838" y="13893"/>
                  <a:pt x="121838" y="11307"/>
                </a:cubicBezTo>
                <a:cubicBezTo>
                  <a:pt x="121838" y="8673"/>
                  <a:pt x="122338" y="6881"/>
                  <a:pt x="123338" y="5926"/>
                </a:cubicBezTo>
                <a:cubicBezTo>
                  <a:pt x="124336" y="4972"/>
                  <a:pt x="126176" y="4495"/>
                  <a:pt x="128853" y="4495"/>
                </a:cubicBezTo>
                <a:cubicBezTo>
                  <a:pt x="131488" y="4495"/>
                  <a:pt x="133280" y="4972"/>
                  <a:pt x="134234" y="5926"/>
                </a:cubicBezTo>
                <a:cubicBezTo>
                  <a:pt x="135231" y="6835"/>
                  <a:pt x="135731" y="8581"/>
                  <a:pt x="135731" y="11170"/>
                </a:cubicBezTo>
                <a:close/>
                <a:moveTo>
                  <a:pt x="199273" y="83839"/>
                </a:moveTo>
                <a:cubicBezTo>
                  <a:pt x="199273" y="84611"/>
                  <a:pt x="199251" y="85291"/>
                  <a:pt x="199205" y="85882"/>
                </a:cubicBezTo>
                <a:cubicBezTo>
                  <a:pt x="199159" y="86425"/>
                  <a:pt x="199068" y="86902"/>
                  <a:pt x="198933" y="87311"/>
                </a:cubicBezTo>
                <a:cubicBezTo>
                  <a:pt x="198842" y="87674"/>
                  <a:pt x="198705" y="88014"/>
                  <a:pt x="198525" y="88334"/>
                </a:cubicBezTo>
                <a:cubicBezTo>
                  <a:pt x="198388" y="88605"/>
                  <a:pt x="198025" y="89037"/>
                  <a:pt x="197433" y="89625"/>
                </a:cubicBezTo>
                <a:cubicBezTo>
                  <a:pt x="196890" y="90171"/>
                  <a:pt x="195936" y="90874"/>
                  <a:pt x="194573" y="91737"/>
                </a:cubicBezTo>
                <a:cubicBezTo>
                  <a:pt x="193213" y="92554"/>
                  <a:pt x="191670" y="93303"/>
                  <a:pt x="189944" y="93986"/>
                </a:cubicBezTo>
                <a:cubicBezTo>
                  <a:pt x="188264" y="94620"/>
                  <a:pt x="186423" y="95143"/>
                  <a:pt x="184426" y="95552"/>
                </a:cubicBezTo>
                <a:cubicBezTo>
                  <a:pt x="182429" y="95961"/>
                  <a:pt x="180363" y="96163"/>
                  <a:pt x="178228" y="96163"/>
                </a:cubicBezTo>
                <a:cubicBezTo>
                  <a:pt x="173825" y="96163"/>
                  <a:pt x="169921" y="95438"/>
                  <a:pt x="166515" y="93986"/>
                </a:cubicBezTo>
                <a:cubicBezTo>
                  <a:pt x="163109" y="92532"/>
                  <a:pt x="160249" y="90420"/>
                  <a:pt x="157934" y="87651"/>
                </a:cubicBezTo>
                <a:cubicBezTo>
                  <a:pt x="155665" y="84836"/>
                  <a:pt x="153916" y="81407"/>
                  <a:pt x="152691" y="77367"/>
                </a:cubicBezTo>
                <a:cubicBezTo>
                  <a:pt x="151510" y="73281"/>
                  <a:pt x="150919" y="68583"/>
                  <a:pt x="150919" y="63271"/>
                </a:cubicBezTo>
                <a:cubicBezTo>
                  <a:pt x="150919" y="57233"/>
                  <a:pt x="151645" y="52055"/>
                  <a:pt x="153099" y="47743"/>
                </a:cubicBezTo>
                <a:cubicBezTo>
                  <a:pt x="154596" y="43383"/>
                  <a:pt x="156617" y="39819"/>
                  <a:pt x="159160" y="37050"/>
                </a:cubicBezTo>
                <a:cubicBezTo>
                  <a:pt x="161749" y="34281"/>
                  <a:pt x="164766" y="32238"/>
                  <a:pt x="168218" y="30921"/>
                </a:cubicBezTo>
                <a:cubicBezTo>
                  <a:pt x="171713" y="29558"/>
                  <a:pt x="175482" y="28878"/>
                  <a:pt x="179522" y="28878"/>
                </a:cubicBezTo>
                <a:cubicBezTo>
                  <a:pt x="181474" y="28878"/>
                  <a:pt x="183360" y="29058"/>
                  <a:pt x="185175" y="29421"/>
                </a:cubicBezTo>
                <a:cubicBezTo>
                  <a:pt x="187038" y="29787"/>
                  <a:pt x="188741" y="30261"/>
                  <a:pt x="190284" y="30852"/>
                </a:cubicBezTo>
                <a:cubicBezTo>
                  <a:pt x="191827" y="31444"/>
                  <a:pt x="193190" y="32124"/>
                  <a:pt x="194370" y="32896"/>
                </a:cubicBezTo>
                <a:cubicBezTo>
                  <a:pt x="195596" y="33667"/>
                  <a:pt x="196482" y="34324"/>
                  <a:pt x="197025" y="34870"/>
                </a:cubicBezTo>
                <a:cubicBezTo>
                  <a:pt x="197570" y="35416"/>
                  <a:pt x="197933" y="35847"/>
                  <a:pt x="198116" y="36165"/>
                </a:cubicBezTo>
                <a:cubicBezTo>
                  <a:pt x="198342" y="36482"/>
                  <a:pt x="198525" y="36867"/>
                  <a:pt x="198659" y="37322"/>
                </a:cubicBezTo>
                <a:cubicBezTo>
                  <a:pt x="198796" y="37730"/>
                  <a:pt x="198888" y="38208"/>
                  <a:pt x="198933" y="38753"/>
                </a:cubicBezTo>
                <a:cubicBezTo>
                  <a:pt x="198979" y="39296"/>
                  <a:pt x="199002" y="39979"/>
                  <a:pt x="199002" y="40797"/>
                </a:cubicBezTo>
                <a:cubicBezTo>
                  <a:pt x="199002" y="42565"/>
                  <a:pt x="198796" y="43814"/>
                  <a:pt x="198388" y="44543"/>
                </a:cubicBezTo>
                <a:cubicBezTo>
                  <a:pt x="197979" y="45223"/>
                  <a:pt x="197479" y="45563"/>
                  <a:pt x="196890" y="45563"/>
                </a:cubicBezTo>
                <a:cubicBezTo>
                  <a:pt x="196207" y="45563"/>
                  <a:pt x="195413" y="45200"/>
                  <a:pt x="194507" y="44474"/>
                </a:cubicBezTo>
                <a:cubicBezTo>
                  <a:pt x="193644" y="43703"/>
                  <a:pt x="192530" y="42862"/>
                  <a:pt x="191170" y="41954"/>
                </a:cubicBezTo>
                <a:cubicBezTo>
                  <a:pt x="189807" y="41045"/>
                  <a:pt x="188149" y="40228"/>
                  <a:pt x="186198" y="39502"/>
                </a:cubicBezTo>
                <a:cubicBezTo>
                  <a:pt x="184292" y="38731"/>
                  <a:pt x="182020" y="38345"/>
                  <a:pt x="179388" y="38345"/>
                </a:cubicBezTo>
                <a:cubicBezTo>
                  <a:pt x="173985" y="38345"/>
                  <a:pt x="169830" y="40434"/>
                  <a:pt x="166924" y="44608"/>
                </a:cubicBezTo>
                <a:cubicBezTo>
                  <a:pt x="164063" y="48740"/>
                  <a:pt x="162632" y="54758"/>
                  <a:pt x="162632" y="62656"/>
                </a:cubicBezTo>
                <a:cubicBezTo>
                  <a:pt x="162632" y="66608"/>
                  <a:pt x="162998" y="70080"/>
                  <a:pt x="163723" y="73078"/>
                </a:cubicBezTo>
                <a:cubicBezTo>
                  <a:pt x="164495" y="76030"/>
                  <a:pt x="165606" y="78504"/>
                  <a:pt x="167061" y="80501"/>
                </a:cubicBezTo>
                <a:cubicBezTo>
                  <a:pt x="168512" y="82499"/>
                  <a:pt x="170284" y="83996"/>
                  <a:pt x="172373" y="84996"/>
                </a:cubicBezTo>
                <a:cubicBezTo>
                  <a:pt x="174505" y="85948"/>
                  <a:pt x="176936" y="86425"/>
                  <a:pt x="179660" y="86425"/>
                </a:cubicBezTo>
                <a:cubicBezTo>
                  <a:pt x="182248" y="86425"/>
                  <a:pt x="184517" y="86016"/>
                  <a:pt x="186469" y="85199"/>
                </a:cubicBezTo>
                <a:cubicBezTo>
                  <a:pt x="188421" y="84382"/>
                  <a:pt x="190101" y="83496"/>
                  <a:pt x="191510" y="82545"/>
                </a:cubicBezTo>
                <a:cubicBezTo>
                  <a:pt x="192961" y="81544"/>
                  <a:pt x="194164" y="80659"/>
                  <a:pt x="195119" y="79887"/>
                </a:cubicBezTo>
                <a:cubicBezTo>
                  <a:pt x="196119" y="79070"/>
                  <a:pt x="196890" y="78661"/>
                  <a:pt x="197433" y="78661"/>
                </a:cubicBezTo>
                <a:cubicBezTo>
                  <a:pt x="197753" y="78661"/>
                  <a:pt x="198025" y="78753"/>
                  <a:pt x="198250" y="78933"/>
                </a:cubicBezTo>
                <a:cubicBezTo>
                  <a:pt x="198479" y="79116"/>
                  <a:pt x="198659" y="79433"/>
                  <a:pt x="198796" y="79887"/>
                </a:cubicBezTo>
                <a:cubicBezTo>
                  <a:pt x="198979" y="80296"/>
                  <a:pt x="199091" y="80842"/>
                  <a:pt x="199136" y="81522"/>
                </a:cubicBezTo>
                <a:cubicBezTo>
                  <a:pt x="199228" y="82159"/>
                  <a:pt x="199273" y="82930"/>
                  <a:pt x="199273" y="83839"/>
                </a:cubicBezTo>
                <a:close/>
                <a:moveTo>
                  <a:pt x="264519" y="93100"/>
                </a:moveTo>
                <a:cubicBezTo>
                  <a:pt x="264519" y="93463"/>
                  <a:pt x="264427" y="93780"/>
                  <a:pt x="264244" y="94055"/>
                </a:cubicBezTo>
                <a:cubicBezTo>
                  <a:pt x="264064" y="94326"/>
                  <a:pt x="263744" y="94552"/>
                  <a:pt x="263293" y="94735"/>
                </a:cubicBezTo>
                <a:cubicBezTo>
                  <a:pt x="262884" y="94915"/>
                  <a:pt x="262293" y="95052"/>
                  <a:pt x="261521" y="95143"/>
                </a:cubicBezTo>
                <a:cubicBezTo>
                  <a:pt x="260750" y="95235"/>
                  <a:pt x="259772" y="95280"/>
                  <a:pt x="258592" y="95280"/>
                </a:cubicBezTo>
                <a:cubicBezTo>
                  <a:pt x="257366" y="95280"/>
                  <a:pt x="256346" y="95235"/>
                  <a:pt x="255529" y="95143"/>
                </a:cubicBezTo>
                <a:cubicBezTo>
                  <a:pt x="254755" y="95098"/>
                  <a:pt x="254097" y="95006"/>
                  <a:pt x="253552" y="94872"/>
                </a:cubicBezTo>
                <a:cubicBezTo>
                  <a:pt x="253009" y="94689"/>
                  <a:pt x="252554" y="94463"/>
                  <a:pt x="252192" y="94189"/>
                </a:cubicBezTo>
                <a:cubicBezTo>
                  <a:pt x="251871" y="93872"/>
                  <a:pt x="251577" y="93509"/>
                  <a:pt x="251306" y="93100"/>
                </a:cubicBezTo>
                <a:lnTo>
                  <a:pt x="225425" y="59185"/>
                </a:lnTo>
                <a:lnTo>
                  <a:pt x="225425" y="93169"/>
                </a:lnTo>
                <a:cubicBezTo>
                  <a:pt x="225425" y="93532"/>
                  <a:pt x="225334" y="93849"/>
                  <a:pt x="225154" y="94120"/>
                </a:cubicBezTo>
                <a:cubicBezTo>
                  <a:pt x="224971" y="94349"/>
                  <a:pt x="224677" y="94552"/>
                  <a:pt x="224268" y="94735"/>
                </a:cubicBezTo>
                <a:cubicBezTo>
                  <a:pt x="223859" y="94915"/>
                  <a:pt x="223291" y="95052"/>
                  <a:pt x="222565" y="95143"/>
                </a:cubicBezTo>
                <a:cubicBezTo>
                  <a:pt x="221839" y="95235"/>
                  <a:pt x="220908" y="95280"/>
                  <a:pt x="219773" y="95280"/>
                </a:cubicBezTo>
                <a:cubicBezTo>
                  <a:pt x="218684" y="95280"/>
                  <a:pt x="217776" y="95235"/>
                  <a:pt x="217050" y="95143"/>
                </a:cubicBezTo>
                <a:cubicBezTo>
                  <a:pt x="216321" y="95052"/>
                  <a:pt x="215733" y="94915"/>
                  <a:pt x="215278" y="94735"/>
                </a:cubicBezTo>
                <a:cubicBezTo>
                  <a:pt x="214870" y="94552"/>
                  <a:pt x="214575" y="94349"/>
                  <a:pt x="214393" y="94120"/>
                </a:cubicBezTo>
                <a:cubicBezTo>
                  <a:pt x="214255" y="93849"/>
                  <a:pt x="214190" y="93532"/>
                  <a:pt x="214190" y="93169"/>
                </a:cubicBezTo>
                <a:lnTo>
                  <a:pt x="214190" y="2180"/>
                </a:lnTo>
                <a:cubicBezTo>
                  <a:pt x="214190" y="1817"/>
                  <a:pt x="214255" y="1500"/>
                  <a:pt x="214393" y="1226"/>
                </a:cubicBezTo>
                <a:cubicBezTo>
                  <a:pt x="214575" y="954"/>
                  <a:pt x="214870" y="729"/>
                  <a:pt x="215278" y="546"/>
                </a:cubicBezTo>
                <a:cubicBezTo>
                  <a:pt x="215733" y="363"/>
                  <a:pt x="216321" y="229"/>
                  <a:pt x="217050" y="137"/>
                </a:cubicBezTo>
                <a:cubicBezTo>
                  <a:pt x="217776" y="46"/>
                  <a:pt x="218684" y="0"/>
                  <a:pt x="219773" y="0"/>
                </a:cubicBezTo>
                <a:cubicBezTo>
                  <a:pt x="220908" y="0"/>
                  <a:pt x="221839" y="46"/>
                  <a:pt x="222565" y="137"/>
                </a:cubicBezTo>
                <a:cubicBezTo>
                  <a:pt x="223291" y="229"/>
                  <a:pt x="223859" y="363"/>
                  <a:pt x="224268" y="546"/>
                </a:cubicBezTo>
                <a:cubicBezTo>
                  <a:pt x="224677" y="729"/>
                  <a:pt x="224971" y="954"/>
                  <a:pt x="225154" y="1226"/>
                </a:cubicBezTo>
                <a:cubicBezTo>
                  <a:pt x="225334" y="1500"/>
                  <a:pt x="225425" y="1817"/>
                  <a:pt x="225425" y="2180"/>
                </a:cubicBezTo>
                <a:lnTo>
                  <a:pt x="225425" y="57619"/>
                </a:lnTo>
                <a:lnTo>
                  <a:pt x="248580" y="32147"/>
                </a:lnTo>
                <a:cubicBezTo>
                  <a:pt x="248945" y="31693"/>
                  <a:pt x="249331" y="31330"/>
                  <a:pt x="249740" y="31055"/>
                </a:cubicBezTo>
                <a:cubicBezTo>
                  <a:pt x="250148" y="30738"/>
                  <a:pt x="250623" y="30490"/>
                  <a:pt x="251169" y="30307"/>
                </a:cubicBezTo>
                <a:cubicBezTo>
                  <a:pt x="251760" y="30081"/>
                  <a:pt x="252440" y="29944"/>
                  <a:pt x="253212" y="29898"/>
                </a:cubicBezTo>
                <a:cubicBezTo>
                  <a:pt x="253983" y="29809"/>
                  <a:pt x="254915" y="29764"/>
                  <a:pt x="256003" y="29764"/>
                </a:cubicBezTo>
                <a:cubicBezTo>
                  <a:pt x="257141" y="29764"/>
                  <a:pt x="258092" y="29809"/>
                  <a:pt x="258864" y="29898"/>
                </a:cubicBezTo>
                <a:cubicBezTo>
                  <a:pt x="259635" y="29944"/>
                  <a:pt x="260250" y="30058"/>
                  <a:pt x="260704" y="30238"/>
                </a:cubicBezTo>
                <a:cubicBezTo>
                  <a:pt x="261204" y="30375"/>
                  <a:pt x="261544" y="30581"/>
                  <a:pt x="261724" y="30852"/>
                </a:cubicBezTo>
                <a:cubicBezTo>
                  <a:pt x="261953" y="31078"/>
                  <a:pt x="262067" y="31398"/>
                  <a:pt x="262067" y="31807"/>
                </a:cubicBezTo>
                <a:cubicBezTo>
                  <a:pt x="262067" y="32350"/>
                  <a:pt x="261907" y="32896"/>
                  <a:pt x="261590" y="33441"/>
                </a:cubicBezTo>
                <a:cubicBezTo>
                  <a:pt x="261316" y="33984"/>
                  <a:pt x="260841" y="34621"/>
                  <a:pt x="260158" y="35347"/>
                </a:cubicBezTo>
                <a:lnTo>
                  <a:pt x="237955" y="57550"/>
                </a:lnTo>
                <a:lnTo>
                  <a:pt x="262884" y="89900"/>
                </a:lnTo>
                <a:cubicBezTo>
                  <a:pt x="263473" y="90671"/>
                  <a:pt x="263882" y="91306"/>
                  <a:pt x="264110" y="91806"/>
                </a:cubicBezTo>
                <a:cubicBezTo>
                  <a:pt x="264382" y="92260"/>
                  <a:pt x="264519" y="92692"/>
                  <a:pt x="264519" y="93100"/>
                </a:cubicBezTo>
                <a:close/>
                <a:moveTo>
                  <a:pt x="357753" y="70149"/>
                </a:moveTo>
                <a:cubicBezTo>
                  <a:pt x="357753" y="74281"/>
                  <a:pt x="356982" y="77958"/>
                  <a:pt x="355436" y="81182"/>
                </a:cubicBezTo>
                <a:cubicBezTo>
                  <a:pt x="353939" y="84405"/>
                  <a:pt x="351827" y="87151"/>
                  <a:pt x="349104" y="89423"/>
                </a:cubicBezTo>
                <a:cubicBezTo>
                  <a:pt x="346423" y="91646"/>
                  <a:pt x="343246" y="93326"/>
                  <a:pt x="339568" y="94463"/>
                </a:cubicBezTo>
                <a:cubicBezTo>
                  <a:pt x="335936" y="95598"/>
                  <a:pt x="332010" y="96163"/>
                  <a:pt x="327787" y="96163"/>
                </a:cubicBezTo>
                <a:cubicBezTo>
                  <a:pt x="324835" y="96163"/>
                  <a:pt x="322089" y="95915"/>
                  <a:pt x="319546" y="95415"/>
                </a:cubicBezTo>
                <a:cubicBezTo>
                  <a:pt x="317048" y="94915"/>
                  <a:pt x="314802" y="94303"/>
                  <a:pt x="312805" y="93577"/>
                </a:cubicBezTo>
                <a:cubicBezTo>
                  <a:pt x="310850" y="92849"/>
                  <a:pt x="309193" y="92100"/>
                  <a:pt x="307833" y="91329"/>
                </a:cubicBezTo>
                <a:cubicBezTo>
                  <a:pt x="306515" y="90557"/>
                  <a:pt x="305584" y="89900"/>
                  <a:pt x="305041" y="89354"/>
                </a:cubicBezTo>
                <a:cubicBezTo>
                  <a:pt x="304541" y="88808"/>
                  <a:pt x="304155" y="88128"/>
                  <a:pt x="303881" y="87311"/>
                </a:cubicBezTo>
                <a:cubicBezTo>
                  <a:pt x="303655" y="86448"/>
                  <a:pt x="303541" y="85314"/>
                  <a:pt x="303541" y="83905"/>
                </a:cubicBezTo>
                <a:cubicBezTo>
                  <a:pt x="303541" y="82908"/>
                  <a:pt x="303587" y="82090"/>
                  <a:pt x="303678" y="81453"/>
                </a:cubicBezTo>
                <a:cubicBezTo>
                  <a:pt x="303769" y="80773"/>
                  <a:pt x="303904" y="80227"/>
                  <a:pt x="304087" y="79819"/>
                </a:cubicBezTo>
                <a:cubicBezTo>
                  <a:pt x="304267" y="79410"/>
                  <a:pt x="304495" y="79138"/>
                  <a:pt x="304767" y="79001"/>
                </a:cubicBezTo>
                <a:cubicBezTo>
                  <a:pt x="305041" y="78821"/>
                  <a:pt x="305358" y="78730"/>
                  <a:pt x="305721" y="78730"/>
                </a:cubicBezTo>
                <a:cubicBezTo>
                  <a:pt x="306355" y="78730"/>
                  <a:pt x="307241" y="79116"/>
                  <a:pt x="308376" y="79887"/>
                </a:cubicBezTo>
                <a:cubicBezTo>
                  <a:pt x="309556" y="80659"/>
                  <a:pt x="311056" y="81499"/>
                  <a:pt x="312871" y="82407"/>
                </a:cubicBezTo>
                <a:cubicBezTo>
                  <a:pt x="314688" y="83316"/>
                  <a:pt x="316868" y="84179"/>
                  <a:pt x="319408" y="84996"/>
                </a:cubicBezTo>
                <a:cubicBezTo>
                  <a:pt x="321997" y="85768"/>
                  <a:pt x="324972" y="86154"/>
                  <a:pt x="328332" y="86154"/>
                </a:cubicBezTo>
                <a:cubicBezTo>
                  <a:pt x="330873" y="86154"/>
                  <a:pt x="333190" y="85814"/>
                  <a:pt x="335279" y="85131"/>
                </a:cubicBezTo>
                <a:cubicBezTo>
                  <a:pt x="337411" y="84451"/>
                  <a:pt x="339228" y="83496"/>
                  <a:pt x="340725" y="82270"/>
                </a:cubicBezTo>
                <a:cubicBezTo>
                  <a:pt x="342271" y="80999"/>
                  <a:pt x="343451" y="79456"/>
                  <a:pt x="344269" y="77641"/>
                </a:cubicBezTo>
                <a:cubicBezTo>
                  <a:pt x="345086" y="75824"/>
                  <a:pt x="345495" y="73758"/>
                  <a:pt x="345495" y="71443"/>
                </a:cubicBezTo>
                <a:cubicBezTo>
                  <a:pt x="345495" y="68946"/>
                  <a:pt x="344926" y="66811"/>
                  <a:pt x="343792" y="65040"/>
                </a:cubicBezTo>
                <a:cubicBezTo>
                  <a:pt x="342657" y="63271"/>
                  <a:pt x="341157" y="61728"/>
                  <a:pt x="339297" y="60410"/>
                </a:cubicBezTo>
                <a:cubicBezTo>
                  <a:pt x="337434" y="59047"/>
                  <a:pt x="335302" y="57822"/>
                  <a:pt x="332893" y="56733"/>
                </a:cubicBezTo>
                <a:cubicBezTo>
                  <a:pt x="330533" y="55598"/>
                  <a:pt x="328104" y="54461"/>
                  <a:pt x="325606" y="53327"/>
                </a:cubicBezTo>
                <a:cubicBezTo>
                  <a:pt x="323109" y="52147"/>
                  <a:pt x="320680" y="50852"/>
                  <a:pt x="318320" y="49446"/>
                </a:cubicBezTo>
                <a:cubicBezTo>
                  <a:pt x="315959" y="48037"/>
                  <a:pt x="313848" y="46380"/>
                  <a:pt x="311988" y="44474"/>
                </a:cubicBezTo>
                <a:cubicBezTo>
                  <a:pt x="310124" y="42565"/>
                  <a:pt x="308604" y="40342"/>
                  <a:pt x="307424" y="37799"/>
                </a:cubicBezTo>
                <a:cubicBezTo>
                  <a:pt x="306287" y="35210"/>
                  <a:pt x="305721" y="32124"/>
                  <a:pt x="305721" y="28538"/>
                </a:cubicBezTo>
                <a:cubicBezTo>
                  <a:pt x="305721" y="24860"/>
                  <a:pt x="306378" y="21591"/>
                  <a:pt x="307696" y="18731"/>
                </a:cubicBezTo>
                <a:cubicBezTo>
                  <a:pt x="309059" y="15825"/>
                  <a:pt x="310919" y="13396"/>
                  <a:pt x="313279" y="11441"/>
                </a:cubicBezTo>
                <a:cubicBezTo>
                  <a:pt x="315688" y="9490"/>
                  <a:pt x="318526" y="8015"/>
                  <a:pt x="321795" y="7015"/>
                </a:cubicBezTo>
                <a:cubicBezTo>
                  <a:pt x="325109" y="5972"/>
                  <a:pt x="328673" y="5449"/>
                  <a:pt x="332484" y="5449"/>
                </a:cubicBezTo>
                <a:cubicBezTo>
                  <a:pt x="334439" y="5449"/>
                  <a:pt x="336391" y="5632"/>
                  <a:pt x="338342" y="5995"/>
                </a:cubicBezTo>
                <a:cubicBezTo>
                  <a:pt x="340340" y="6312"/>
                  <a:pt x="342203" y="6767"/>
                  <a:pt x="343929" y="7355"/>
                </a:cubicBezTo>
                <a:cubicBezTo>
                  <a:pt x="345697" y="7901"/>
                  <a:pt x="347263" y="8538"/>
                  <a:pt x="348626" y="9264"/>
                </a:cubicBezTo>
                <a:cubicBezTo>
                  <a:pt x="349989" y="9944"/>
                  <a:pt x="350875" y="10513"/>
                  <a:pt x="351284" y="10967"/>
                </a:cubicBezTo>
                <a:cubicBezTo>
                  <a:pt x="351735" y="11376"/>
                  <a:pt x="352033" y="11716"/>
                  <a:pt x="352167" y="11987"/>
                </a:cubicBezTo>
                <a:cubicBezTo>
                  <a:pt x="352304" y="12216"/>
                  <a:pt x="352418" y="12533"/>
                  <a:pt x="352510" y="12942"/>
                </a:cubicBezTo>
                <a:cubicBezTo>
                  <a:pt x="352598" y="13305"/>
                  <a:pt x="352667" y="13759"/>
                  <a:pt x="352713" y="14302"/>
                </a:cubicBezTo>
                <a:cubicBezTo>
                  <a:pt x="352758" y="14848"/>
                  <a:pt x="352781" y="15551"/>
                  <a:pt x="352781" y="16413"/>
                </a:cubicBezTo>
                <a:cubicBezTo>
                  <a:pt x="352781" y="17231"/>
                  <a:pt x="352736" y="17957"/>
                  <a:pt x="352644" y="18594"/>
                </a:cubicBezTo>
                <a:cubicBezTo>
                  <a:pt x="352598" y="19228"/>
                  <a:pt x="352510" y="19774"/>
                  <a:pt x="352373" y="20228"/>
                </a:cubicBezTo>
                <a:cubicBezTo>
                  <a:pt x="352235" y="20637"/>
                  <a:pt x="352033" y="20954"/>
                  <a:pt x="351758" y="21183"/>
                </a:cubicBezTo>
                <a:cubicBezTo>
                  <a:pt x="351533" y="21363"/>
                  <a:pt x="351261" y="21454"/>
                  <a:pt x="350941" y="21454"/>
                </a:cubicBezTo>
                <a:cubicBezTo>
                  <a:pt x="350444" y="21454"/>
                  <a:pt x="349649" y="21137"/>
                  <a:pt x="348558" y="20500"/>
                </a:cubicBezTo>
                <a:cubicBezTo>
                  <a:pt x="347515" y="19865"/>
                  <a:pt x="346220" y="19162"/>
                  <a:pt x="344677" y="18388"/>
                </a:cubicBezTo>
                <a:cubicBezTo>
                  <a:pt x="343131" y="17571"/>
                  <a:pt x="341294" y="16845"/>
                  <a:pt x="339160" y="16211"/>
                </a:cubicBezTo>
                <a:cubicBezTo>
                  <a:pt x="337071" y="15528"/>
                  <a:pt x="334710" y="15188"/>
                  <a:pt x="332076" y="15188"/>
                </a:cubicBezTo>
                <a:cubicBezTo>
                  <a:pt x="329624" y="15188"/>
                  <a:pt x="327492" y="15528"/>
                  <a:pt x="325675" y="16211"/>
                </a:cubicBezTo>
                <a:cubicBezTo>
                  <a:pt x="323860" y="16845"/>
                  <a:pt x="322360" y="17708"/>
                  <a:pt x="321180" y="18797"/>
                </a:cubicBezTo>
                <a:cubicBezTo>
                  <a:pt x="320000" y="19888"/>
                  <a:pt x="319114" y="21183"/>
                  <a:pt x="318526" y="22680"/>
                </a:cubicBezTo>
                <a:cubicBezTo>
                  <a:pt x="317934" y="24177"/>
                  <a:pt x="317640" y="25766"/>
                  <a:pt x="317640" y="27446"/>
                </a:cubicBezTo>
                <a:cubicBezTo>
                  <a:pt x="317640" y="29898"/>
                  <a:pt x="318205" y="32010"/>
                  <a:pt x="319343" y="33781"/>
                </a:cubicBezTo>
                <a:cubicBezTo>
                  <a:pt x="320477" y="35550"/>
                  <a:pt x="321975" y="37119"/>
                  <a:pt x="323838" y="38479"/>
                </a:cubicBezTo>
                <a:cubicBezTo>
                  <a:pt x="325744" y="39842"/>
                  <a:pt x="327901" y="41091"/>
                  <a:pt x="330307" y="42225"/>
                </a:cubicBezTo>
                <a:cubicBezTo>
                  <a:pt x="332713" y="43360"/>
                  <a:pt x="335165" y="44520"/>
                  <a:pt x="337662" y="45700"/>
                </a:cubicBezTo>
                <a:cubicBezTo>
                  <a:pt x="340160" y="46834"/>
                  <a:pt x="342611" y="48106"/>
                  <a:pt x="345017" y="49512"/>
                </a:cubicBezTo>
                <a:cubicBezTo>
                  <a:pt x="347423" y="50875"/>
                  <a:pt x="349558" y="52509"/>
                  <a:pt x="351418" y="54415"/>
                </a:cubicBezTo>
                <a:cubicBezTo>
                  <a:pt x="353327" y="56278"/>
                  <a:pt x="354847" y="58502"/>
                  <a:pt x="355982" y="61090"/>
                </a:cubicBezTo>
                <a:cubicBezTo>
                  <a:pt x="357162" y="63634"/>
                  <a:pt x="357753" y="66654"/>
                  <a:pt x="357753" y="70149"/>
                </a:cubicBezTo>
                <a:close/>
                <a:moveTo>
                  <a:pt x="405085" y="88674"/>
                </a:moveTo>
                <a:cubicBezTo>
                  <a:pt x="405085" y="89988"/>
                  <a:pt x="404993" y="91034"/>
                  <a:pt x="404813" y="91806"/>
                </a:cubicBezTo>
                <a:cubicBezTo>
                  <a:pt x="404631" y="92577"/>
                  <a:pt x="404359" y="93146"/>
                  <a:pt x="403996" y="93509"/>
                </a:cubicBezTo>
                <a:cubicBezTo>
                  <a:pt x="403633" y="93872"/>
                  <a:pt x="403088" y="94212"/>
                  <a:pt x="402362" y="94529"/>
                </a:cubicBezTo>
                <a:cubicBezTo>
                  <a:pt x="401636" y="94849"/>
                  <a:pt x="400796" y="95098"/>
                  <a:pt x="399841" y="95280"/>
                </a:cubicBezTo>
                <a:cubicBezTo>
                  <a:pt x="398933" y="95506"/>
                  <a:pt x="397958" y="95689"/>
                  <a:pt x="396912" y="95823"/>
                </a:cubicBezTo>
                <a:cubicBezTo>
                  <a:pt x="395869" y="95961"/>
                  <a:pt x="394824" y="96029"/>
                  <a:pt x="393781" y="96029"/>
                </a:cubicBezTo>
                <a:cubicBezTo>
                  <a:pt x="390600" y="96029"/>
                  <a:pt x="387877" y="95621"/>
                  <a:pt x="385608" y="94803"/>
                </a:cubicBezTo>
                <a:cubicBezTo>
                  <a:pt x="383336" y="93940"/>
                  <a:pt x="381476" y="92669"/>
                  <a:pt x="380022" y="90989"/>
                </a:cubicBezTo>
                <a:cubicBezTo>
                  <a:pt x="378570" y="89263"/>
                  <a:pt x="377501" y="87108"/>
                  <a:pt x="376821" y="84519"/>
                </a:cubicBezTo>
                <a:cubicBezTo>
                  <a:pt x="376187" y="81885"/>
                  <a:pt x="375867" y="78798"/>
                  <a:pt x="375867" y="75255"/>
                </a:cubicBezTo>
                <a:lnTo>
                  <a:pt x="375867" y="39433"/>
                </a:lnTo>
                <a:lnTo>
                  <a:pt x="367286" y="39433"/>
                </a:lnTo>
                <a:cubicBezTo>
                  <a:pt x="366606" y="39433"/>
                  <a:pt x="366060" y="39071"/>
                  <a:pt x="365651" y="38345"/>
                </a:cubicBezTo>
                <a:cubicBezTo>
                  <a:pt x="365243" y="37616"/>
                  <a:pt x="365040" y="36436"/>
                  <a:pt x="365040" y="34801"/>
                </a:cubicBezTo>
                <a:cubicBezTo>
                  <a:pt x="365040" y="33939"/>
                  <a:pt x="365086" y="33213"/>
                  <a:pt x="365177" y="32624"/>
                </a:cubicBezTo>
                <a:cubicBezTo>
                  <a:pt x="365311" y="32033"/>
                  <a:pt x="365471" y="31555"/>
                  <a:pt x="365651" y="31192"/>
                </a:cubicBezTo>
                <a:cubicBezTo>
                  <a:pt x="365834" y="30784"/>
                  <a:pt x="366060" y="30512"/>
                  <a:pt x="366334" y="30375"/>
                </a:cubicBezTo>
                <a:cubicBezTo>
                  <a:pt x="366652" y="30195"/>
                  <a:pt x="366992" y="30104"/>
                  <a:pt x="367354" y="30104"/>
                </a:cubicBezTo>
                <a:lnTo>
                  <a:pt x="375867" y="30104"/>
                </a:lnTo>
                <a:lnTo>
                  <a:pt x="375867" y="15528"/>
                </a:lnTo>
                <a:cubicBezTo>
                  <a:pt x="375867" y="15210"/>
                  <a:pt x="375936" y="14916"/>
                  <a:pt x="376073" y="14645"/>
                </a:cubicBezTo>
                <a:cubicBezTo>
                  <a:pt x="376256" y="14370"/>
                  <a:pt x="376550" y="14145"/>
                  <a:pt x="376959" y="13962"/>
                </a:cubicBezTo>
                <a:cubicBezTo>
                  <a:pt x="377413" y="13736"/>
                  <a:pt x="378002" y="13576"/>
                  <a:pt x="378727" y="13485"/>
                </a:cubicBezTo>
                <a:cubicBezTo>
                  <a:pt x="379456" y="13396"/>
                  <a:pt x="380365" y="13350"/>
                  <a:pt x="381453" y="13350"/>
                </a:cubicBezTo>
                <a:cubicBezTo>
                  <a:pt x="382588" y="13350"/>
                  <a:pt x="383519" y="13396"/>
                  <a:pt x="384245" y="13485"/>
                </a:cubicBezTo>
                <a:cubicBezTo>
                  <a:pt x="384971" y="13576"/>
                  <a:pt x="385540" y="13736"/>
                  <a:pt x="385948" y="13962"/>
                </a:cubicBezTo>
                <a:cubicBezTo>
                  <a:pt x="386357" y="14145"/>
                  <a:pt x="386651" y="14370"/>
                  <a:pt x="386834" y="14645"/>
                </a:cubicBezTo>
                <a:cubicBezTo>
                  <a:pt x="387014" y="14916"/>
                  <a:pt x="387106" y="15210"/>
                  <a:pt x="387106" y="15528"/>
                </a:cubicBezTo>
                <a:lnTo>
                  <a:pt x="387106" y="30104"/>
                </a:lnTo>
                <a:lnTo>
                  <a:pt x="402839" y="30104"/>
                </a:lnTo>
                <a:cubicBezTo>
                  <a:pt x="403202" y="30104"/>
                  <a:pt x="403519" y="30195"/>
                  <a:pt x="403790" y="30375"/>
                </a:cubicBezTo>
                <a:cubicBezTo>
                  <a:pt x="404065" y="30512"/>
                  <a:pt x="404291" y="30784"/>
                  <a:pt x="404473" y="31192"/>
                </a:cubicBezTo>
                <a:cubicBezTo>
                  <a:pt x="404699" y="31555"/>
                  <a:pt x="404859" y="32033"/>
                  <a:pt x="404948" y="32624"/>
                </a:cubicBezTo>
                <a:cubicBezTo>
                  <a:pt x="405039" y="33213"/>
                  <a:pt x="405085" y="33939"/>
                  <a:pt x="405085" y="34801"/>
                </a:cubicBezTo>
                <a:cubicBezTo>
                  <a:pt x="405085" y="36436"/>
                  <a:pt x="404882" y="37616"/>
                  <a:pt x="404473" y="38345"/>
                </a:cubicBezTo>
                <a:cubicBezTo>
                  <a:pt x="404065" y="39071"/>
                  <a:pt x="403519" y="39433"/>
                  <a:pt x="402839" y="39433"/>
                </a:cubicBezTo>
                <a:lnTo>
                  <a:pt x="387106" y="39433"/>
                </a:lnTo>
                <a:lnTo>
                  <a:pt x="387106" y="73621"/>
                </a:lnTo>
                <a:cubicBezTo>
                  <a:pt x="387106" y="77844"/>
                  <a:pt x="387720" y="81044"/>
                  <a:pt x="388946" y="83225"/>
                </a:cubicBezTo>
                <a:cubicBezTo>
                  <a:pt x="390214" y="85359"/>
                  <a:pt x="392463" y="86425"/>
                  <a:pt x="395687" y="86425"/>
                </a:cubicBezTo>
                <a:cubicBezTo>
                  <a:pt x="396730" y="86425"/>
                  <a:pt x="397661" y="86334"/>
                  <a:pt x="398478" y="86154"/>
                </a:cubicBezTo>
                <a:cubicBezTo>
                  <a:pt x="399296" y="85925"/>
                  <a:pt x="400021" y="85699"/>
                  <a:pt x="400659" y="85474"/>
                </a:cubicBezTo>
                <a:cubicBezTo>
                  <a:pt x="401293" y="85245"/>
                  <a:pt x="401839" y="85042"/>
                  <a:pt x="402293" y="84859"/>
                </a:cubicBezTo>
                <a:cubicBezTo>
                  <a:pt x="402747" y="84633"/>
                  <a:pt x="403156" y="84519"/>
                  <a:pt x="403519" y="84519"/>
                </a:cubicBezTo>
                <a:cubicBezTo>
                  <a:pt x="403745" y="84519"/>
                  <a:pt x="403950" y="84588"/>
                  <a:pt x="404131" y="84722"/>
                </a:cubicBezTo>
                <a:cubicBezTo>
                  <a:pt x="404359" y="84813"/>
                  <a:pt x="404516" y="85019"/>
                  <a:pt x="404608" y="85336"/>
                </a:cubicBezTo>
                <a:cubicBezTo>
                  <a:pt x="404745" y="85654"/>
                  <a:pt x="404859" y="86085"/>
                  <a:pt x="404948" y="86631"/>
                </a:cubicBezTo>
                <a:cubicBezTo>
                  <a:pt x="405039" y="87174"/>
                  <a:pt x="405085" y="87857"/>
                  <a:pt x="405085" y="88674"/>
                </a:cubicBezTo>
                <a:close/>
                <a:moveTo>
                  <a:pt x="455754" y="35893"/>
                </a:moveTo>
                <a:cubicBezTo>
                  <a:pt x="455754" y="36890"/>
                  <a:pt x="455731" y="37730"/>
                  <a:pt x="455686" y="38413"/>
                </a:cubicBezTo>
                <a:cubicBezTo>
                  <a:pt x="455643" y="39093"/>
                  <a:pt x="455551" y="39639"/>
                  <a:pt x="455414" y="40048"/>
                </a:cubicBezTo>
                <a:cubicBezTo>
                  <a:pt x="455277" y="40411"/>
                  <a:pt x="455097" y="40705"/>
                  <a:pt x="454868" y="40931"/>
                </a:cubicBezTo>
                <a:cubicBezTo>
                  <a:pt x="454688" y="41114"/>
                  <a:pt x="454417" y="41205"/>
                  <a:pt x="454051" y="41205"/>
                </a:cubicBezTo>
                <a:cubicBezTo>
                  <a:pt x="453688" y="41205"/>
                  <a:pt x="453234" y="41114"/>
                  <a:pt x="452691" y="40931"/>
                </a:cubicBezTo>
                <a:cubicBezTo>
                  <a:pt x="452191" y="40705"/>
                  <a:pt x="451599" y="40499"/>
                  <a:pt x="450919" y="40319"/>
                </a:cubicBezTo>
                <a:cubicBezTo>
                  <a:pt x="450285" y="40091"/>
                  <a:pt x="449556" y="39888"/>
                  <a:pt x="448739" y="39705"/>
                </a:cubicBezTo>
                <a:cubicBezTo>
                  <a:pt x="447922" y="39525"/>
                  <a:pt x="447039" y="39433"/>
                  <a:pt x="446084" y="39433"/>
                </a:cubicBezTo>
                <a:cubicBezTo>
                  <a:pt x="444950" y="39433"/>
                  <a:pt x="443835" y="39659"/>
                  <a:pt x="442747" y="40114"/>
                </a:cubicBezTo>
                <a:cubicBezTo>
                  <a:pt x="441658" y="40568"/>
                  <a:pt x="440501" y="41317"/>
                  <a:pt x="439275" y="42362"/>
                </a:cubicBezTo>
                <a:cubicBezTo>
                  <a:pt x="438092" y="43405"/>
                  <a:pt x="436846" y="44791"/>
                  <a:pt x="435529" y="46517"/>
                </a:cubicBezTo>
                <a:cubicBezTo>
                  <a:pt x="434211" y="48240"/>
                  <a:pt x="432757" y="50352"/>
                  <a:pt x="431168" y="52849"/>
                </a:cubicBezTo>
                <a:lnTo>
                  <a:pt x="431168" y="93169"/>
                </a:lnTo>
                <a:cubicBezTo>
                  <a:pt x="431168" y="93532"/>
                  <a:pt x="431080" y="93849"/>
                  <a:pt x="430897" y="94120"/>
                </a:cubicBezTo>
                <a:cubicBezTo>
                  <a:pt x="430714" y="94349"/>
                  <a:pt x="430420" y="94552"/>
                  <a:pt x="430011" y="94735"/>
                </a:cubicBezTo>
                <a:cubicBezTo>
                  <a:pt x="429602" y="94915"/>
                  <a:pt x="429036" y="95052"/>
                  <a:pt x="428308" y="95143"/>
                </a:cubicBezTo>
                <a:cubicBezTo>
                  <a:pt x="427582" y="95235"/>
                  <a:pt x="426650" y="95280"/>
                  <a:pt x="425516" y="95280"/>
                </a:cubicBezTo>
                <a:cubicBezTo>
                  <a:pt x="424427" y="95280"/>
                  <a:pt x="423519" y="95235"/>
                  <a:pt x="422793" y="95143"/>
                </a:cubicBezTo>
                <a:cubicBezTo>
                  <a:pt x="422067" y="95052"/>
                  <a:pt x="421476" y="94915"/>
                  <a:pt x="421021" y="94735"/>
                </a:cubicBezTo>
                <a:cubicBezTo>
                  <a:pt x="420613" y="94552"/>
                  <a:pt x="420318" y="94349"/>
                  <a:pt x="420135" y="94120"/>
                </a:cubicBezTo>
                <a:cubicBezTo>
                  <a:pt x="420001" y="93849"/>
                  <a:pt x="419932" y="93532"/>
                  <a:pt x="419932" y="93169"/>
                </a:cubicBezTo>
                <a:lnTo>
                  <a:pt x="419932" y="31873"/>
                </a:lnTo>
                <a:cubicBezTo>
                  <a:pt x="419932" y="31510"/>
                  <a:pt x="420001" y="31215"/>
                  <a:pt x="420135" y="30990"/>
                </a:cubicBezTo>
                <a:cubicBezTo>
                  <a:pt x="420273" y="30715"/>
                  <a:pt x="420544" y="30490"/>
                  <a:pt x="420953" y="30307"/>
                </a:cubicBezTo>
                <a:cubicBezTo>
                  <a:pt x="421361" y="30081"/>
                  <a:pt x="421884" y="29944"/>
                  <a:pt x="422519" y="29898"/>
                </a:cubicBezTo>
                <a:cubicBezTo>
                  <a:pt x="423156" y="29809"/>
                  <a:pt x="423996" y="29764"/>
                  <a:pt x="425039" y="29764"/>
                </a:cubicBezTo>
                <a:cubicBezTo>
                  <a:pt x="426039" y="29764"/>
                  <a:pt x="426856" y="29809"/>
                  <a:pt x="427491" y="29898"/>
                </a:cubicBezTo>
                <a:cubicBezTo>
                  <a:pt x="428174" y="29944"/>
                  <a:pt x="428694" y="30081"/>
                  <a:pt x="429059" y="30307"/>
                </a:cubicBezTo>
                <a:cubicBezTo>
                  <a:pt x="429422" y="30490"/>
                  <a:pt x="429671" y="30715"/>
                  <a:pt x="429808" y="30990"/>
                </a:cubicBezTo>
                <a:cubicBezTo>
                  <a:pt x="429988" y="31215"/>
                  <a:pt x="430079" y="31510"/>
                  <a:pt x="430079" y="31873"/>
                </a:cubicBezTo>
                <a:lnTo>
                  <a:pt x="430079" y="40797"/>
                </a:lnTo>
                <a:cubicBezTo>
                  <a:pt x="431760" y="38345"/>
                  <a:pt x="433326" y="36347"/>
                  <a:pt x="434780" y="34801"/>
                </a:cubicBezTo>
                <a:cubicBezTo>
                  <a:pt x="436277" y="33258"/>
                  <a:pt x="437683" y="32055"/>
                  <a:pt x="439001" y="31192"/>
                </a:cubicBezTo>
                <a:cubicBezTo>
                  <a:pt x="440318" y="30284"/>
                  <a:pt x="441612" y="29672"/>
                  <a:pt x="442884" y="29355"/>
                </a:cubicBezTo>
                <a:cubicBezTo>
                  <a:pt x="444201" y="28992"/>
                  <a:pt x="445516" y="28809"/>
                  <a:pt x="446833" y="28809"/>
                </a:cubicBezTo>
                <a:cubicBezTo>
                  <a:pt x="447424" y="28809"/>
                  <a:pt x="448082" y="28855"/>
                  <a:pt x="448808" y="28946"/>
                </a:cubicBezTo>
                <a:cubicBezTo>
                  <a:pt x="449579" y="28992"/>
                  <a:pt x="450373" y="29104"/>
                  <a:pt x="451191" y="29287"/>
                </a:cubicBezTo>
                <a:cubicBezTo>
                  <a:pt x="452008" y="29467"/>
                  <a:pt x="452737" y="29672"/>
                  <a:pt x="453371" y="29898"/>
                </a:cubicBezTo>
                <a:cubicBezTo>
                  <a:pt x="454051" y="30127"/>
                  <a:pt x="454528" y="30352"/>
                  <a:pt x="454803" y="30581"/>
                </a:cubicBezTo>
                <a:cubicBezTo>
                  <a:pt x="455074" y="30807"/>
                  <a:pt x="455257" y="31035"/>
                  <a:pt x="455345" y="31261"/>
                </a:cubicBezTo>
                <a:cubicBezTo>
                  <a:pt x="455437" y="31444"/>
                  <a:pt x="455506" y="31693"/>
                  <a:pt x="455551" y="32010"/>
                </a:cubicBezTo>
                <a:cubicBezTo>
                  <a:pt x="455643" y="32327"/>
                  <a:pt x="455686" y="32804"/>
                  <a:pt x="455686" y="33441"/>
                </a:cubicBezTo>
                <a:cubicBezTo>
                  <a:pt x="455731" y="34030"/>
                  <a:pt x="455754" y="34847"/>
                  <a:pt x="455754" y="35893"/>
                </a:cubicBezTo>
                <a:close/>
                <a:moveTo>
                  <a:pt x="521068" y="93169"/>
                </a:moveTo>
                <a:cubicBezTo>
                  <a:pt x="521068" y="93532"/>
                  <a:pt x="520977" y="93849"/>
                  <a:pt x="520794" y="94120"/>
                </a:cubicBezTo>
                <a:cubicBezTo>
                  <a:pt x="520659" y="94349"/>
                  <a:pt x="520385" y="94552"/>
                  <a:pt x="519976" y="94735"/>
                </a:cubicBezTo>
                <a:cubicBezTo>
                  <a:pt x="519568" y="94915"/>
                  <a:pt x="519025" y="95052"/>
                  <a:pt x="518342" y="95143"/>
                </a:cubicBezTo>
                <a:cubicBezTo>
                  <a:pt x="517708" y="95235"/>
                  <a:pt x="516913" y="95280"/>
                  <a:pt x="515959" y="95280"/>
                </a:cubicBezTo>
                <a:cubicBezTo>
                  <a:pt x="514916" y="95280"/>
                  <a:pt x="514053" y="95235"/>
                  <a:pt x="513373" y="95143"/>
                </a:cubicBezTo>
                <a:cubicBezTo>
                  <a:pt x="512736" y="95052"/>
                  <a:pt x="512213" y="94915"/>
                  <a:pt x="511804" y="94735"/>
                </a:cubicBezTo>
                <a:cubicBezTo>
                  <a:pt x="511441" y="94552"/>
                  <a:pt x="511192" y="94349"/>
                  <a:pt x="511055" y="94120"/>
                </a:cubicBezTo>
                <a:cubicBezTo>
                  <a:pt x="510918" y="93849"/>
                  <a:pt x="510852" y="93532"/>
                  <a:pt x="510852" y="93169"/>
                </a:cubicBezTo>
                <a:lnTo>
                  <a:pt x="510852" y="85065"/>
                </a:lnTo>
                <a:cubicBezTo>
                  <a:pt x="507355" y="88923"/>
                  <a:pt x="503906" y="91737"/>
                  <a:pt x="500500" y="93509"/>
                </a:cubicBezTo>
                <a:cubicBezTo>
                  <a:pt x="497094" y="95280"/>
                  <a:pt x="493645" y="96163"/>
                  <a:pt x="490147" y="96163"/>
                </a:cubicBezTo>
                <a:cubicBezTo>
                  <a:pt x="486061" y="96163"/>
                  <a:pt x="482612" y="95483"/>
                  <a:pt x="479797" y="94120"/>
                </a:cubicBezTo>
                <a:cubicBezTo>
                  <a:pt x="477025" y="92760"/>
                  <a:pt x="474779" y="90920"/>
                  <a:pt x="473053" y="88605"/>
                </a:cubicBezTo>
                <a:cubicBezTo>
                  <a:pt x="471327" y="86245"/>
                  <a:pt x="470079" y="83519"/>
                  <a:pt x="469307" y="80433"/>
                </a:cubicBezTo>
                <a:cubicBezTo>
                  <a:pt x="468581" y="77298"/>
                  <a:pt x="468219" y="73509"/>
                  <a:pt x="468219" y="69060"/>
                </a:cubicBezTo>
                <a:lnTo>
                  <a:pt x="468219" y="31873"/>
                </a:lnTo>
                <a:cubicBezTo>
                  <a:pt x="468219" y="31510"/>
                  <a:pt x="468287" y="31215"/>
                  <a:pt x="468421" y="30990"/>
                </a:cubicBezTo>
                <a:cubicBezTo>
                  <a:pt x="468604" y="30715"/>
                  <a:pt x="468921" y="30490"/>
                  <a:pt x="469376" y="30307"/>
                </a:cubicBezTo>
                <a:cubicBezTo>
                  <a:pt x="469830" y="30081"/>
                  <a:pt x="470419" y="29944"/>
                  <a:pt x="471147" y="29898"/>
                </a:cubicBezTo>
                <a:cubicBezTo>
                  <a:pt x="471873" y="29809"/>
                  <a:pt x="472782" y="29764"/>
                  <a:pt x="473871" y="29764"/>
                </a:cubicBezTo>
                <a:cubicBezTo>
                  <a:pt x="474959" y="29764"/>
                  <a:pt x="475868" y="29809"/>
                  <a:pt x="476594" y="29898"/>
                </a:cubicBezTo>
                <a:cubicBezTo>
                  <a:pt x="477323" y="29944"/>
                  <a:pt x="477888" y="30081"/>
                  <a:pt x="478297" y="30307"/>
                </a:cubicBezTo>
                <a:cubicBezTo>
                  <a:pt x="478751" y="30490"/>
                  <a:pt x="479068" y="30715"/>
                  <a:pt x="479251" y="30990"/>
                </a:cubicBezTo>
                <a:cubicBezTo>
                  <a:pt x="479431" y="31215"/>
                  <a:pt x="479523" y="31510"/>
                  <a:pt x="479523" y="31873"/>
                </a:cubicBezTo>
                <a:lnTo>
                  <a:pt x="479523" y="67560"/>
                </a:lnTo>
                <a:cubicBezTo>
                  <a:pt x="479523" y="71149"/>
                  <a:pt x="479774" y="74029"/>
                  <a:pt x="480271" y="76210"/>
                </a:cubicBezTo>
                <a:cubicBezTo>
                  <a:pt x="480817" y="78344"/>
                  <a:pt x="481612" y="80181"/>
                  <a:pt x="482657" y="81727"/>
                </a:cubicBezTo>
                <a:cubicBezTo>
                  <a:pt x="483746" y="83225"/>
                  <a:pt x="485109" y="84405"/>
                  <a:pt x="486744" y="85268"/>
                </a:cubicBezTo>
                <a:cubicBezTo>
                  <a:pt x="488378" y="86085"/>
                  <a:pt x="490284" y="86494"/>
                  <a:pt x="492464" y="86494"/>
                </a:cubicBezTo>
                <a:cubicBezTo>
                  <a:pt x="495279" y="86494"/>
                  <a:pt x="498071" y="85494"/>
                  <a:pt x="500840" y="83496"/>
                </a:cubicBezTo>
                <a:cubicBezTo>
                  <a:pt x="503654" y="81499"/>
                  <a:pt x="506629" y="78570"/>
                  <a:pt x="509761" y="74712"/>
                </a:cubicBezTo>
                <a:lnTo>
                  <a:pt x="509761" y="31873"/>
                </a:lnTo>
                <a:cubicBezTo>
                  <a:pt x="509761" y="31510"/>
                  <a:pt x="509829" y="31215"/>
                  <a:pt x="509967" y="30990"/>
                </a:cubicBezTo>
                <a:cubicBezTo>
                  <a:pt x="510147" y="30715"/>
                  <a:pt x="510467" y="30490"/>
                  <a:pt x="510918" y="30307"/>
                </a:cubicBezTo>
                <a:cubicBezTo>
                  <a:pt x="511372" y="30081"/>
                  <a:pt x="511941" y="29944"/>
                  <a:pt x="512621" y="29898"/>
                </a:cubicBezTo>
                <a:cubicBezTo>
                  <a:pt x="513350" y="29809"/>
                  <a:pt x="514279" y="29764"/>
                  <a:pt x="515416" y="29764"/>
                </a:cubicBezTo>
                <a:cubicBezTo>
                  <a:pt x="516505" y="29764"/>
                  <a:pt x="517413" y="29809"/>
                  <a:pt x="518139" y="29898"/>
                </a:cubicBezTo>
                <a:cubicBezTo>
                  <a:pt x="518865" y="29944"/>
                  <a:pt x="519433" y="30081"/>
                  <a:pt x="519842" y="30307"/>
                </a:cubicBezTo>
                <a:cubicBezTo>
                  <a:pt x="520251" y="30490"/>
                  <a:pt x="520545" y="30715"/>
                  <a:pt x="520728" y="30990"/>
                </a:cubicBezTo>
                <a:cubicBezTo>
                  <a:pt x="520954" y="31215"/>
                  <a:pt x="521068" y="31510"/>
                  <a:pt x="521068" y="31873"/>
                </a:cubicBezTo>
                <a:lnTo>
                  <a:pt x="521068" y="93169"/>
                </a:lnTo>
                <a:close/>
                <a:moveTo>
                  <a:pt x="585902" y="83839"/>
                </a:moveTo>
                <a:cubicBezTo>
                  <a:pt x="585902" y="84611"/>
                  <a:pt x="585879" y="85291"/>
                  <a:pt x="585833" y="85882"/>
                </a:cubicBezTo>
                <a:cubicBezTo>
                  <a:pt x="585790" y="86425"/>
                  <a:pt x="585699" y="86902"/>
                  <a:pt x="585562" y="87311"/>
                </a:cubicBezTo>
                <a:cubicBezTo>
                  <a:pt x="585470" y="87674"/>
                  <a:pt x="585336" y="88014"/>
                  <a:pt x="585153" y="88334"/>
                </a:cubicBezTo>
                <a:cubicBezTo>
                  <a:pt x="585016" y="88605"/>
                  <a:pt x="584653" y="89037"/>
                  <a:pt x="584064" y="89625"/>
                </a:cubicBezTo>
                <a:cubicBezTo>
                  <a:pt x="583519" y="90171"/>
                  <a:pt x="582564" y="90874"/>
                  <a:pt x="581204" y="91737"/>
                </a:cubicBezTo>
                <a:cubicBezTo>
                  <a:pt x="579841" y="92554"/>
                  <a:pt x="578298" y="93303"/>
                  <a:pt x="576572" y="93986"/>
                </a:cubicBezTo>
                <a:cubicBezTo>
                  <a:pt x="574892" y="94620"/>
                  <a:pt x="573054" y="95143"/>
                  <a:pt x="571057" y="95552"/>
                </a:cubicBezTo>
                <a:cubicBezTo>
                  <a:pt x="569057" y="95961"/>
                  <a:pt x="566994" y="96163"/>
                  <a:pt x="564859" y="96163"/>
                </a:cubicBezTo>
                <a:cubicBezTo>
                  <a:pt x="560453" y="96163"/>
                  <a:pt x="556550" y="95438"/>
                  <a:pt x="553143" y="93986"/>
                </a:cubicBezTo>
                <a:cubicBezTo>
                  <a:pt x="549740" y="92532"/>
                  <a:pt x="546880" y="90420"/>
                  <a:pt x="544562" y="87651"/>
                </a:cubicBezTo>
                <a:cubicBezTo>
                  <a:pt x="542293" y="84836"/>
                  <a:pt x="540545" y="81407"/>
                  <a:pt x="539319" y="77367"/>
                </a:cubicBezTo>
                <a:cubicBezTo>
                  <a:pt x="538139" y="73281"/>
                  <a:pt x="537547" y="68583"/>
                  <a:pt x="537547" y="63271"/>
                </a:cubicBezTo>
                <a:cubicBezTo>
                  <a:pt x="537547" y="57233"/>
                  <a:pt x="538276" y="52055"/>
                  <a:pt x="539727" y="47743"/>
                </a:cubicBezTo>
                <a:cubicBezTo>
                  <a:pt x="541225" y="43383"/>
                  <a:pt x="543248" y="39819"/>
                  <a:pt x="545788" y="37050"/>
                </a:cubicBezTo>
                <a:cubicBezTo>
                  <a:pt x="548377" y="34281"/>
                  <a:pt x="551397" y="32238"/>
                  <a:pt x="554846" y="30921"/>
                </a:cubicBezTo>
                <a:cubicBezTo>
                  <a:pt x="558344" y="29558"/>
                  <a:pt x="562110" y="28878"/>
                  <a:pt x="566154" y="28878"/>
                </a:cubicBezTo>
                <a:cubicBezTo>
                  <a:pt x="568105" y="28878"/>
                  <a:pt x="569988" y="29058"/>
                  <a:pt x="571806" y="29421"/>
                </a:cubicBezTo>
                <a:cubicBezTo>
                  <a:pt x="573666" y="29787"/>
                  <a:pt x="575369" y="30261"/>
                  <a:pt x="576912" y="30852"/>
                </a:cubicBezTo>
                <a:cubicBezTo>
                  <a:pt x="578455" y="31444"/>
                  <a:pt x="579818" y="32124"/>
                  <a:pt x="580998" y="32896"/>
                </a:cubicBezTo>
                <a:cubicBezTo>
                  <a:pt x="582224" y="33667"/>
                  <a:pt x="583110" y="34324"/>
                  <a:pt x="583656" y="34870"/>
                </a:cubicBezTo>
                <a:cubicBezTo>
                  <a:pt x="584199" y="35416"/>
                  <a:pt x="584564" y="35847"/>
                  <a:pt x="584745" y="36165"/>
                </a:cubicBezTo>
                <a:cubicBezTo>
                  <a:pt x="584973" y="36482"/>
                  <a:pt x="585153" y="36867"/>
                  <a:pt x="585290" y="37322"/>
                </a:cubicBezTo>
                <a:cubicBezTo>
                  <a:pt x="585425" y="37730"/>
                  <a:pt x="585516" y="38208"/>
                  <a:pt x="585562" y="38753"/>
                </a:cubicBezTo>
                <a:cubicBezTo>
                  <a:pt x="585607" y="39296"/>
                  <a:pt x="585630" y="39979"/>
                  <a:pt x="585630" y="40797"/>
                </a:cubicBezTo>
                <a:cubicBezTo>
                  <a:pt x="585630" y="42565"/>
                  <a:pt x="585425" y="43814"/>
                  <a:pt x="585016" y="44543"/>
                </a:cubicBezTo>
                <a:cubicBezTo>
                  <a:pt x="584607" y="45223"/>
                  <a:pt x="584110" y="45563"/>
                  <a:pt x="583519" y="45563"/>
                </a:cubicBezTo>
                <a:cubicBezTo>
                  <a:pt x="582839" y="45563"/>
                  <a:pt x="582044" y="45200"/>
                  <a:pt x="581135" y="44474"/>
                </a:cubicBezTo>
                <a:cubicBezTo>
                  <a:pt x="580273" y="43703"/>
                  <a:pt x="579161" y="42862"/>
                  <a:pt x="577798" y="41954"/>
                </a:cubicBezTo>
                <a:cubicBezTo>
                  <a:pt x="576435" y="41045"/>
                  <a:pt x="574778" y="40228"/>
                  <a:pt x="572826" y="39502"/>
                </a:cubicBezTo>
                <a:cubicBezTo>
                  <a:pt x="570920" y="38731"/>
                  <a:pt x="568648" y="38345"/>
                  <a:pt x="566016" y="38345"/>
                </a:cubicBezTo>
                <a:cubicBezTo>
                  <a:pt x="560613" y="38345"/>
                  <a:pt x="556458" y="40434"/>
                  <a:pt x="553552" y="44608"/>
                </a:cubicBezTo>
                <a:cubicBezTo>
                  <a:pt x="550692" y="48740"/>
                  <a:pt x="549263" y="54758"/>
                  <a:pt x="549263" y="62656"/>
                </a:cubicBezTo>
                <a:cubicBezTo>
                  <a:pt x="549263" y="66608"/>
                  <a:pt x="549626" y="70080"/>
                  <a:pt x="550352" y="73078"/>
                </a:cubicBezTo>
                <a:cubicBezTo>
                  <a:pt x="551123" y="76030"/>
                  <a:pt x="552238" y="78504"/>
                  <a:pt x="553689" y="80501"/>
                </a:cubicBezTo>
                <a:cubicBezTo>
                  <a:pt x="555141" y="82499"/>
                  <a:pt x="556912" y="83996"/>
                  <a:pt x="559001" y="84996"/>
                </a:cubicBezTo>
                <a:cubicBezTo>
                  <a:pt x="561136" y="85948"/>
                  <a:pt x="563565" y="86425"/>
                  <a:pt x="566288" y="86425"/>
                </a:cubicBezTo>
                <a:cubicBezTo>
                  <a:pt x="568877" y="86425"/>
                  <a:pt x="571146" y="86016"/>
                  <a:pt x="573100" y="85199"/>
                </a:cubicBezTo>
                <a:cubicBezTo>
                  <a:pt x="575052" y="84382"/>
                  <a:pt x="576732" y="83496"/>
                  <a:pt x="578138" y="82545"/>
                </a:cubicBezTo>
                <a:cubicBezTo>
                  <a:pt x="579592" y="81544"/>
                  <a:pt x="580795" y="80659"/>
                  <a:pt x="581747" y="79887"/>
                </a:cubicBezTo>
                <a:cubicBezTo>
                  <a:pt x="582747" y="79070"/>
                  <a:pt x="583519" y="78661"/>
                  <a:pt x="584064" y="78661"/>
                </a:cubicBezTo>
                <a:cubicBezTo>
                  <a:pt x="584382" y="78661"/>
                  <a:pt x="584653" y="78753"/>
                  <a:pt x="584882" y="78933"/>
                </a:cubicBezTo>
                <a:cubicBezTo>
                  <a:pt x="585107" y="79116"/>
                  <a:pt x="585290" y="79433"/>
                  <a:pt x="585425" y="79887"/>
                </a:cubicBezTo>
                <a:cubicBezTo>
                  <a:pt x="585607" y="80296"/>
                  <a:pt x="585722" y="80842"/>
                  <a:pt x="585767" y="81522"/>
                </a:cubicBezTo>
                <a:cubicBezTo>
                  <a:pt x="585856" y="82159"/>
                  <a:pt x="585902" y="82930"/>
                  <a:pt x="585902" y="83839"/>
                </a:cubicBezTo>
                <a:close/>
                <a:moveTo>
                  <a:pt x="632691" y="88674"/>
                </a:moveTo>
                <a:cubicBezTo>
                  <a:pt x="632691" y="89988"/>
                  <a:pt x="632599" y="91034"/>
                  <a:pt x="632419" y="91806"/>
                </a:cubicBezTo>
                <a:cubicBezTo>
                  <a:pt x="632236" y="92577"/>
                  <a:pt x="631965" y="93146"/>
                  <a:pt x="631602" y="93509"/>
                </a:cubicBezTo>
                <a:cubicBezTo>
                  <a:pt x="631239" y="93872"/>
                  <a:pt x="630693" y="94212"/>
                  <a:pt x="629967" y="94529"/>
                </a:cubicBezTo>
                <a:cubicBezTo>
                  <a:pt x="629239" y="94849"/>
                  <a:pt x="628399" y="95098"/>
                  <a:pt x="627447" y="95280"/>
                </a:cubicBezTo>
                <a:cubicBezTo>
                  <a:pt x="626538" y="95506"/>
                  <a:pt x="625561" y="95689"/>
                  <a:pt x="624518" y="95823"/>
                </a:cubicBezTo>
                <a:cubicBezTo>
                  <a:pt x="623475" y="95961"/>
                  <a:pt x="622429" y="96029"/>
                  <a:pt x="621386" y="96029"/>
                </a:cubicBezTo>
                <a:cubicBezTo>
                  <a:pt x="618206" y="96029"/>
                  <a:pt x="615483" y="95621"/>
                  <a:pt x="613214" y="94803"/>
                </a:cubicBezTo>
                <a:cubicBezTo>
                  <a:pt x="610942" y="93940"/>
                  <a:pt x="609082" y="92669"/>
                  <a:pt x="607627" y="90989"/>
                </a:cubicBezTo>
                <a:cubicBezTo>
                  <a:pt x="606176" y="89263"/>
                  <a:pt x="605107" y="87108"/>
                  <a:pt x="604427" y="84519"/>
                </a:cubicBezTo>
                <a:cubicBezTo>
                  <a:pt x="603793" y="81885"/>
                  <a:pt x="603473" y="78798"/>
                  <a:pt x="603473" y="75255"/>
                </a:cubicBezTo>
                <a:lnTo>
                  <a:pt x="603473" y="39433"/>
                </a:lnTo>
                <a:lnTo>
                  <a:pt x="594891" y="39433"/>
                </a:lnTo>
                <a:cubicBezTo>
                  <a:pt x="594211" y="39433"/>
                  <a:pt x="593666" y="39071"/>
                  <a:pt x="593257" y="38345"/>
                </a:cubicBezTo>
                <a:cubicBezTo>
                  <a:pt x="592848" y="37616"/>
                  <a:pt x="592646" y="36436"/>
                  <a:pt x="592646" y="34801"/>
                </a:cubicBezTo>
                <a:cubicBezTo>
                  <a:pt x="592646" y="33939"/>
                  <a:pt x="592691" y="33213"/>
                  <a:pt x="592780" y="32624"/>
                </a:cubicBezTo>
                <a:cubicBezTo>
                  <a:pt x="592917" y="32033"/>
                  <a:pt x="593077" y="31555"/>
                  <a:pt x="593257" y="31192"/>
                </a:cubicBezTo>
                <a:cubicBezTo>
                  <a:pt x="593440" y="30784"/>
                  <a:pt x="593666" y="30512"/>
                  <a:pt x="593940" y="30375"/>
                </a:cubicBezTo>
                <a:cubicBezTo>
                  <a:pt x="594257" y="30195"/>
                  <a:pt x="594597" y="30104"/>
                  <a:pt x="594960" y="30104"/>
                </a:cubicBezTo>
                <a:lnTo>
                  <a:pt x="603473" y="30104"/>
                </a:lnTo>
                <a:lnTo>
                  <a:pt x="603473" y="15528"/>
                </a:lnTo>
                <a:cubicBezTo>
                  <a:pt x="603473" y="15210"/>
                  <a:pt x="603541" y="14916"/>
                  <a:pt x="603678" y="14645"/>
                </a:cubicBezTo>
                <a:cubicBezTo>
                  <a:pt x="603858" y="14370"/>
                  <a:pt x="604156" y="14145"/>
                  <a:pt x="604564" y="13962"/>
                </a:cubicBezTo>
                <a:cubicBezTo>
                  <a:pt x="605018" y="13736"/>
                  <a:pt x="605607" y="13576"/>
                  <a:pt x="606333" y="13485"/>
                </a:cubicBezTo>
                <a:cubicBezTo>
                  <a:pt x="607062" y="13396"/>
                  <a:pt x="607967" y="13350"/>
                  <a:pt x="609059" y="13350"/>
                </a:cubicBezTo>
                <a:cubicBezTo>
                  <a:pt x="610193" y="13350"/>
                  <a:pt x="611125" y="13396"/>
                  <a:pt x="611851" y="13485"/>
                </a:cubicBezTo>
                <a:cubicBezTo>
                  <a:pt x="612577" y="13576"/>
                  <a:pt x="613145" y="13736"/>
                  <a:pt x="613554" y="13962"/>
                </a:cubicBezTo>
                <a:cubicBezTo>
                  <a:pt x="613962" y="14145"/>
                  <a:pt x="614257" y="14370"/>
                  <a:pt x="614440" y="14645"/>
                </a:cubicBezTo>
                <a:cubicBezTo>
                  <a:pt x="614620" y="14916"/>
                  <a:pt x="614711" y="15210"/>
                  <a:pt x="614711" y="15528"/>
                </a:cubicBezTo>
                <a:lnTo>
                  <a:pt x="614711" y="30104"/>
                </a:lnTo>
                <a:lnTo>
                  <a:pt x="630442" y="30104"/>
                </a:lnTo>
                <a:cubicBezTo>
                  <a:pt x="630807" y="30104"/>
                  <a:pt x="631125" y="30195"/>
                  <a:pt x="631396" y="30375"/>
                </a:cubicBezTo>
                <a:cubicBezTo>
                  <a:pt x="631668" y="30512"/>
                  <a:pt x="631896" y="30784"/>
                  <a:pt x="632076" y="31192"/>
                </a:cubicBezTo>
                <a:cubicBezTo>
                  <a:pt x="632305" y="31555"/>
                  <a:pt x="632465" y="32033"/>
                  <a:pt x="632553" y="32624"/>
                </a:cubicBezTo>
                <a:cubicBezTo>
                  <a:pt x="632645" y="33213"/>
                  <a:pt x="632691" y="33939"/>
                  <a:pt x="632691" y="34801"/>
                </a:cubicBezTo>
                <a:cubicBezTo>
                  <a:pt x="632691" y="36436"/>
                  <a:pt x="632485" y="37616"/>
                  <a:pt x="632076" y="38345"/>
                </a:cubicBezTo>
                <a:cubicBezTo>
                  <a:pt x="631668" y="39071"/>
                  <a:pt x="631125" y="39433"/>
                  <a:pt x="630442" y="39433"/>
                </a:cubicBezTo>
                <a:lnTo>
                  <a:pt x="614711" y="39433"/>
                </a:lnTo>
                <a:lnTo>
                  <a:pt x="614711" y="73621"/>
                </a:lnTo>
                <a:cubicBezTo>
                  <a:pt x="614711" y="77844"/>
                  <a:pt x="615323" y="81044"/>
                  <a:pt x="616548" y="83225"/>
                </a:cubicBezTo>
                <a:cubicBezTo>
                  <a:pt x="617820" y="85359"/>
                  <a:pt x="620069" y="86425"/>
                  <a:pt x="623292" y="86425"/>
                </a:cubicBezTo>
                <a:cubicBezTo>
                  <a:pt x="624335" y="86425"/>
                  <a:pt x="625267" y="86334"/>
                  <a:pt x="626084" y="86154"/>
                </a:cubicBezTo>
                <a:cubicBezTo>
                  <a:pt x="626901" y="85925"/>
                  <a:pt x="627627" y="85699"/>
                  <a:pt x="628264" y="85474"/>
                </a:cubicBezTo>
                <a:cubicBezTo>
                  <a:pt x="628899" y="85245"/>
                  <a:pt x="629444" y="85042"/>
                  <a:pt x="629899" y="84859"/>
                </a:cubicBezTo>
                <a:cubicBezTo>
                  <a:pt x="630353" y="84633"/>
                  <a:pt x="630762" y="84519"/>
                  <a:pt x="631125" y="84519"/>
                </a:cubicBezTo>
                <a:cubicBezTo>
                  <a:pt x="631350" y="84519"/>
                  <a:pt x="631556" y="84588"/>
                  <a:pt x="631736" y="84722"/>
                </a:cubicBezTo>
                <a:cubicBezTo>
                  <a:pt x="631965" y="84813"/>
                  <a:pt x="632122" y="85019"/>
                  <a:pt x="632213" y="85336"/>
                </a:cubicBezTo>
                <a:cubicBezTo>
                  <a:pt x="632350" y="85654"/>
                  <a:pt x="632465" y="86085"/>
                  <a:pt x="632553" y="86631"/>
                </a:cubicBezTo>
                <a:cubicBezTo>
                  <a:pt x="632645" y="87174"/>
                  <a:pt x="632691" y="87857"/>
                  <a:pt x="632691" y="88674"/>
                </a:cubicBezTo>
                <a:close/>
                <a:moveTo>
                  <a:pt x="700045" y="93169"/>
                </a:moveTo>
                <a:cubicBezTo>
                  <a:pt x="700045" y="93532"/>
                  <a:pt x="699956" y="93849"/>
                  <a:pt x="699773" y="94120"/>
                </a:cubicBezTo>
                <a:cubicBezTo>
                  <a:pt x="699636" y="94349"/>
                  <a:pt x="699365" y="94552"/>
                  <a:pt x="698956" y="94735"/>
                </a:cubicBezTo>
                <a:cubicBezTo>
                  <a:pt x="698547" y="94915"/>
                  <a:pt x="698002" y="95052"/>
                  <a:pt x="697321" y="95143"/>
                </a:cubicBezTo>
                <a:cubicBezTo>
                  <a:pt x="696687" y="95235"/>
                  <a:pt x="695893" y="95280"/>
                  <a:pt x="694938" y="95280"/>
                </a:cubicBezTo>
                <a:cubicBezTo>
                  <a:pt x="693892" y="95280"/>
                  <a:pt x="693032" y="95235"/>
                  <a:pt x="692349" y="95143"/>
                </a:cubicBezTo>
                <a:cubicBezTo>
                  <a:pt x="691715" y="95052"/>
                  <a:pt x="691192" y="94915"/>
                  <a:pt x="690783" y="94735"/>
                </a:cubicBezTo>
                <a:cubicBezTo>
                  <a:pt x="690421" y="94552"/>
                  <a:pt x="690172" y="94349"/>
                  <a:pt x="690035" y="94120"/>
                </a:cubicBezTo>
                <a:cubicBezTo>
                  <a:pt x="689898" y="93849"/>
                  <a:pt x="689829" y="93532"/>
                  <a:pt x="689829" y="93169"/>
                </a:cubicBezTo>
                <a:lnTo>
                  <a:pt x="689829" y="85065"/>
                </a:lnTo>
                <a:cubicBezTo>
                  <a:pt x="686334" y="88923"/>
                  <a:pt x="682882" y="91737"/>
                  <a:pt x="679479" y="93509"/>
                </a:cubicBezTo>
                <a:cubicBezTo>
                  <a:pt x="676073" y="95280"/>
                  <a:pt x="672621" y="96163"/>
                  <a:pt x="669126" y="96163"/>
                </a:cubicBezTo>
                <a:cubicBezTo>
                  <a:pt x="665040" y="96163"/>
                  <a:pt x="661588" y="95483"/>
                  <a:pt x="658774" y="94120"/>
                </a:cubicBezTo>
                <a:cubicBezTo>
                  <a:pt x="656005" y="92760"/>
                  <a:pt x="653756" y="90920"/>
                  <a:pt x="652033" y="88605"/>
                </a:cubicBezTo>
                <a:cubicBezTo>
                  <a:pt x="650307" y="86245"/>
                  <a:pt x="649058" y="83519"/>
                  <a:pt x="648287" y="80433"/>
                </a:cubicBezTo>
                <a:cubicBezTo>
                  <a:pt x="647561" y="77298"/>
                  <a:pt x="647198" y="73509"/>
                  <a:pt x="647198" y="69060"/>
                </a:cubicBezTo>
                <a:lnTo>
                  <a:pt x="647198" y="31873"/>
                </a:lnTo>
                <a:cubicBezTo>
                  <a:pt x="647198" y="31510"/>
                  <a:pt x="647264" y="31215"/>
                  <a:pt x="647401" y="30990"/>
                </a:cubicBezTo>
                <a:cubicBezTo>
                  <a:pt x="647584" y="30715"/>
                  <a:pt x="647901" y="30490"/>
                  <a:pt x="648355" y="30307"/>
                </a:cubicBezTo>
                <a:cubicBezTo>
                  <a:pt x="648810" y="30081"/>
                  <a:pt x="649398" y="29944"/>
                  <a:pt x="650124" y="29898"/>
                </a:cubicBezTo>
                <a:cubicBezTo>
                  <a:pt x="650853" y="29809"/>
                  <a:pt x="651759" y="29764"/>
                  <a:pt x="652850" y="29764"/>
                </a:cubicBezTo>
                <a:cubicBezTo>
                  <a:pt x="653939" y="29764"/>
                  <a:pt x="654848" y="29809"/>
                  <a:pt x="655573" y="29898"/>
                </a:cubicBezTo>
                <a:cubicBezTo>
                  <a:pt x="656299" y="29944"/>
                  <a:pt x="656868" y="30081"/>
                  <a:pt x="657276" y="30307"/>
                </a:cubicBezTo>
                <a:cubicBezTo>
                  <a:pt x="657731" y="30490"/>
                  <a:pt x="658048" y="30715"/>
                  <a:pt x="658231" y="30990"/>
                </a:cubicBezTo>
                <a:cubicBezTo>
                  <a:pt x="658411" y="31215"/>
                  <a:pt x="658502" y="31510"/>
                  <a:pt x="658502" y="31873"/>
                </a:cubicBezTo>
                <a:lnTo>
                  <a:pt x="658502" y="67560"/>
                </a:lnTo>
                <a:cubicBezTo>
                  <a:pt x="658502" y="71149"/>
                  <a:pt x="658751" y="74029"/>
                  <a:pt x="659251" y="76210"/>
                </a:cubicBezTo>
                <a:cubicBezTo>
                  <a:pt x="659797" y="78344"/>
                  <a:pt x="660591" y="80181"/>
                  <a:pt x="661634" y="81727"/>
                </a:cubicBezTo>
                <a:cubicBezTo>
                  <a:pt x="662726" y="83225"/>
                  <a:pt x="664086" y="84405"/>
                  <a:pt x="665720" y="85268"/>
                </a:cubicBezTo>
                <a:cubicBezTo>
                  <a:pt x="667355" y="86085"/>
                  <a:pt x="669264" y="86494"/>
                  <a:pt x="671441" y="86494"/>
                </a:cubicBezTo>
                <a:cubicBezTo>
                  <a:pt x="674256" y="86494"/>
                  <a:pt x="677050" y="85494"/>
                  <a:pt x="679819" y="83496"/>
                </a:cubicBezTo>
                <a:cubicBezTo>
                  <a:pt x="682634" y="81499"/>
                  <a:pt x="685609" y="78570"/>
                  <a:pt x="688740" y="74712"/>
                </a:cubicBezTo>
                <a:lnTo>
                  <a:pt x="688740" y="31873"/>
                </a:lnTo>
                <a:cubicBezTo>
                  <a:pt x="688740" y="31510"/>
                  <a:pt x="688809" y="31215"/>
                  <a:pt x="688946" y="30990"/>
                </a:cubicBezTo>
                <a:cubicBezTo>
                  <a:pt x="689126" y="30715"/>
                  <a:pt x="689443" y="30490"/>
                  <a:pt x="689898" y="30307"/>
                </a:cubicBezTo>
                <a:cubicBezTo>
                  <a:pt x="690352" y="30081"/>
                  <a:pt x="690921" y="29944"/>
                  <a:pt x="691601" y="29898"/>
                </a:cubicBezTo>
                <a:cubicBezTo>
                  <a:pt x="692327" y="29809"/>
                  <a:pt x="693258" y="29764"/>
                  <a:pt x="694393" y="29764"/>
                </a:cubicBezTo>
                <a:cubicBezTo>
                  <a:pt x="695484" y="29764"/>
                  <a:pt x="696390" y="29809"/>
                  <a:pt x="697119" y="29898"/>
                </a:cubicBezTo>
                <a:cubicBezTo>
                  <a:pt x="697844" y="29944"/>
                  <a:pt x="698410" y="30081"/>
                  <a:pt x="698819" y="30307"/>
                </a:cubicBezTo>
                <a:cubicBezTo>
                  <a:pt x="699227" y="30490"/>
                  <a:pt x="699525" y="30715"/>
                  <a:pt x="699705" y="30990"/>
                </a:cubicBezTo>
                <a:cubicBezTo>
                  <a:pt x="699933" y="31215"/>
                  <a:pt x="700045" y="31510"/>
                  <a:pt x="700045" y="31873"/>
                </a:cubicBezTo>
                <a:lnTo>
                  <a:pt x="700045" y="93169"/>
                </a:lnTo>
                <a:close/>
                <a:moveTo>
                  <a:pt x="756640" y="35893"/>
                </a:moveTo>
                <a:cubicBezTo>
                  <a:pt x="756640" y="36890"/>
                  <a:pt x="756617" y="37730"/>
                  <a:pt x="756572" y="38413"/>
                </a:cubicBezTo>
                <a:cubicBezTo>
                  <a:pt x="756526" y="39093"/>
                  <a:pt x="756437" y="39639"/>
                  <a:pt x="756300" y="40048"/>
                </a:cubicBezTo>
                <a:cubicBezTo>
                  <a:pt x="756163" y="40411"/>
                  <a:pt x="755983" y="40705"/>
                  <a:pt x="755754" y="40931"/>
                </a:cubicBezTo>
                <a:cubicBezTo>
                  <a:pt x="755574" y="41114"/>
                  <a:pt x="755300" y="41205"/>
                  <a:pt x="754937" y="41205"/>
                </a:cubicBezTo>
                <a:cubicBezTo>
                  <a:pt x="754574" y="41205"/>
                  <a:pt x="754120" y="41114"/>
                  <a:pt x="753577" y="40931"/>
                </a:cubicBezTo>
                <a:cubicBezTo>
                  <a:pt x="753077" y="40705"/>
                  <a:pt x="752485" y="40499"/>
                  <a:pt x="751805" y="40319"/>
                </a:cubicBezTo>
                <a:cubicBezTo>
                  <a:pt x="751168" y="40091"/>
                  <a:pt x="750442" y="39888"/>
                  <a:pt x="749625" y="39705"/>
                </a:cubicBezTo>
                <a:cubicBezTo>
                  <a:pt x="748808" y="39525"/>
                  <a:pt x="747922" y="39433"/>
                  <a:pt x="746971" y="39433"/>
                </a:cubicBezTo>
                <a:cubicBezTo>
                  <a:pt x="745836" y="39433"/>
                  <a:pt x="744722" y="39659"/>
                  <a:pt x="743633" y="40114"/>
                </a:cubicBezTo>
                <a:cubicBezTo>
                  <a:pt x="742544" y="40568"/>
                  <a:pt x="741384" y="41317"/>
                  <a:pt x="740158" y="42362"/>
                </a:cubicBezTo>
                <a:cubicBezTo>
                  <a:pt x="738978" y="43405"/>
                  <a:pt x="737729" y="44791"/>
                  <a:pt x="736415" y="46517"/>
                </a:cubicBezTo>
                <a:cubicBezTo>
                  <a:pt x="735098" y="48240"/>
                  <a:pt x="733643" y="50352"/>
                  <a:pt x="732054" y="52849"/>
                </a:cubicBezTo>
                <a:lnTo>
                  <a:pt x="732054" y="93169"/>
                </a:lnTo>
                <a:cubicBezTo>
                  <a:pt x="732054" y="93532"/>
                  <a:pt x="731963" y="93849"/>
                  <a:pt x="731783" y="94120"/>
                </a:cubicBezTo>
                <a:cubicBezTo>
                  <a:pt x="731600" y="94349"/>
                  <a:pt x="731306" y="94552"/>
                  <a:pt x="730897" y="94735"/>
                </a:cubicBezTo>
                <a:cubicBezTo>
                  <a:pt x="730488" y="94915"/>
                  <a:pt x="729920" y="95052"/>
                  <a:pt x="729194" y="95143"/>
                </a:cubicBezTo>
                <a:cubicBezTo>
                  <a:pt x="728468" y="95235"/>
                  <a:pt x="727537" y="95280"/>
                  <a:pt x="726402" y="95280"/>
                </a:cubicBezTo>
                <a:cubicBezTo>
                  <a:pt x="725314" y="95280"/>
                  <a:pt x="724405" y="95235"/>
                  <a:pt x="723679" y="95143"/>
                </a:cubicBezTo>
                <a:cubicBezTo>
                  <a:pt x="722950" y="95052"/>
                  <a:pt x="722362" y="94915"/>
                  <a:pt x="721907" y="94735"/>
                </a:cubicBezTo>
                <a:cubicBezTo>
                  <a:pt x="721499" y="94552"/>
                  <a:pt x="721204" y="94349"/>
                  <a:pt x="721022" y="94120"/>
                </a:cubicBezTo>
                <a:cubicBezTo>
                  <a:pt x="720884" y="93849"/>
                  <a:pt x="720819" y="93532"/>
                  <a:pt x="720819" y="93169"/>
                </a:cubicBezTo>
                <a:lnTo>
                  <a:pt x="720819" y="31873"/>
                </a:lnTo>
                <a:cubicBezTo>
                  <a:pt x="720819" y="31510"/>
                  <a:pt x="720884" y="31215"/>
                  <a:pt x="721022" y="30990"/>
                </a:cubicBezTo>
                <a:cubicBezTo>
                  <a:pt x="721159" y="30715"/>
                  <a:pt x="721430" y="30490"/>
                  <a:pt x="721839" y="30307"/>
                </a:cubicBezTo>
                <a:cubicBezTo>
                  <a:pt x="722247" y="30081"/>
                  <a:pt x="722770" y="29944"/>
                  <a:pt x="723405" y="29898"/>
                </a:cubicBezTo>
                <a:cubicBezTo>
                  <a:pt x="724042" y="29809"/>
                  <a:pt x="724882" y="29764"/>
                  <a:pt x="725925" y="29764"/>
                </a:cubicBezTo>
                <a:cubicBezTo>
                  <a:pt x="726925" y="29764"/>
                  <a:pt x="727742" y="29809"/>
                  <a:pt x="728377" y="29898"/>
                </a:cubicBezTo>
                <a:cubicBezTo>
                  <a:pt x="729060" y="29944"/>
                  <a:pt x="729580" y="30081"/>
                  <a:pt x="729943" y="30307"/>
                </a:cubicBezTo>
                <a:cubicBezTo>
                  <a:pt x="730306" y="30490"/>
                  <a:pt x="730557" y="30715"/>
                  <a:pt x="730694" y="30990"/>
                </a:cubicBezTo>
                <a:cubicBezTo>
                  <a:pt x="730874" y="31215"/>
                  <a:pt x="730966" y="31510"/>
                  <a:pt x="730966" y="31873"/>
                </a:cubicBezTo>
                <a:lnTo>
                  <a:pt x="730966" y="40797"/>
                </a:lnTo>
                <a:cubicBezTo>
                  <a:pt x="732646" y="38345"/>
                  <a:pt x="734212" y="36347"/>
                  <a:pt x="735663" y="34801"/>
                </a:cubicBezTo>
                <a:cubicBezTo>
                  <a:pt x="737164" y="33258"/>
                  <a:pt x="738569" y="32055"/>
                  <a:pt x="739887" y="31192"/>
                </a:cubicBezTo>
                <a:cubicBezTo>
                  <a:pt x="741204" y="30284"/>
                  <a:pt x="742499" y="29672"/>
                  <a:pt x="743770" y="29355"/>
                </a:cubicBezTo>
                <a:cubicBezTo>
                  <a:pt x="745085" y="28992"/>
                  <a:pt x="746402" y="28809"/>
                  <a:pt x="747719" y="28809"/>
                </a:cubicBezTo>
                <a:cubicBezTo>
                  <a:pt x="748308" y="28809"/>
                  <a:pt x="748968" y="28855"/>
                  <a:pt x="749694" y="28946"/>
                </a:cubicBezTo>
                <a:cubicBezTo>
                  <a:pt x="750465" y="28992"/>
                  <a:pt x="751260" y="29104"/>
                  <a:pt x="752077" y="29287"/>
                </a:cubicBezTo>
                <a:cubicBezTo>
                  <a:pt x="752894" y="29467"/>
                  <a:pt x="753620" y="29672"/>
                  <a:pt x="754257" y="29898"/>
                </a:cubicBezTo>
                <a:cubicBezTo>
                  <a:pt x="754937" y="30127"/>
                  <a:pt x="755414" y="30352"/>
                  <a:pt x="755686" y="30581"/>
                </a:cubicBezTo>
                <a:cubicBezTo>
                  <a:pt x="755960" y="30807"/>
                  <a:pt x="756140" y="31035"/>
                  <a:pt x="756232" y="31261"/>
                </a:cubicBezTo>
                <a:cubicBezTo>
                  <a:pt x="756323" y="31444"/>
                  <a:pt x="756392" y="31693"/>
                  <a:pt x="756437" y="32010"/>
                </a:cubicBezTo>
                <a:cubicBezTo>
                  <a:pt x="756526" y="32327"/>
                  <a:pt x="756572" y="32804"/>
                  <a:pt x="756572" y="33441"/>
                </a:cubicBezTo>
                <a:cubicBezTo>
                  <a:pt x="756617" y="34030"/>
                  <a:pt x="756640" y="34847"/>
                  <a:pt x="756640" y="35893"/>
                </a:cubicBezTo>
                <a:close/>
                <a:moveTo>
                  <a:pt x="819908" y="59865"/>
                </a:moveTo>
                <a:cubicBezTo>
                  <a:pt x="819908" y="61636"/>
                  <a:pt x="819457" y="62908"/>
                  <a:pt x="818548" y="63679"/>
                </a:cubicBezTo>
                <a:cubicBezTo>
                  <a:pt x="817685" y="64405"/>
                  <a:pt x="816685" y="64768"/>
                  <a:pt x="815551" y="64768"/>
                </a:cubicBezTo>
                <a:lnTo>
                  <a:pt x="775368" y="64768"/>
                </a:lnTo>
                <a:cubicBezTo>
                  <a:pt x="775368" y="68174"/>
                  <a:pt x="775711" y="71237"/>
                  <a:pt x="776391" y="73964"/>
                </a:cubicBezTo>
                <a:cubicBezTo>
                  <a:pt x="777071" y="76687"/>
                  <a:pt x="778206" y="79024"/>
                  <a:pt x="779797" y="80979"/>
                </a:cubicBezTo>
                <a:cubicBezTo>
                  <a:pt x="781386" y="82930"/>
                  <a:pt x="783452" y="84428"/>
                  <a:pt x="785993" y="85474"/>
                </a:cubicBezTo>
                <a:cubicBezTo>
                  <a:pt x="788536" y="86517"/>
                  <a:pt x="791648" y="87039"/>
                  <a:pt x="795325" y="87039"/>
                </a:cubicBezTo>
                <a:cubicBezTo>
                  <a:pt x="798231" y="87039"/>
                  <a:pt x="800817" y="86811"/>
                  <a:pt x="803089" y="86357"/>
                </a:cubicBezTo>
                <a:cubicBezTo>
                  <a:pt x="805358" y="85859"/>
                  <a:pt x="807309" y="85314"/>
                  <a:pt x="808944" y="84722"/>
                </a:cubicBezTo>
                <a:cubicBezTo>
                  <a:pt x="810624" y="84133"/>
                  <a:pt x="811987" y="83610"/>
                  <a:pt x="813030" y="83156"/>
                </a:cubicBezTo>
                <a:cubicBezTo>
                  <a:pt x="814122" y="82656"/>
                  <a:pt x="814939" y="82407"/>
                  <a:pt x="815482" y="82407"/>
                </a:cubicBezTo>
                <a:cubicBezTo>
                  <a:pt x="815802" y="82407"/>
                  <a:pt x="816073" y="82499"/>
                  <a:pt x="816299" y="82679"/>
                </a:cubicBezTo>
                <a:cubicBezTo>
                  <a:pt x="816573" y="82816"/>
                  <a:pt x="816776" y="83042"/>
                  <a:pt x="816914" y="83362"/>
                </a:cubicBezTo>
                <a:cubicBezTo>
                  <a:pt x="817048" y="83679"/>
                  <a:pt x="817139" y="84133"/>
                  <a:pt x="817185" y="84722"/>
                </a:cubicBezTo>
                <a:cubicBezTo>
                  <a:pt x="817276" y="85268"/>
                  <a:pt x="817322" y="85948"/>
                  <a:pt x="817322" y="86765"/>
                </a:cubicBezTo>
                <a:cubicBezTo>
                  <a:pt x="817322" y="87357"/>
                  <a:pt x="817299" y="87880"/>
                  <a:pt x="817254" y="88334"/>
                </a:cubicBezTo>
                <a:cubicBezTo>
                  <a:pt x="817208" y="88743"/>
                  <a:pt x="817139" y="89128"/>
                  <a:pt x="817048" y="89491"/>
                </a:cubicBezTo>
                <a:cubicBezTo>
                  <a:pt x="817005" y="89808"/>
                  <a:pt x="816891" y="90103"/>
                  <a:pt x="816708" y="90377"/>
                </a:cubicBezTo>
                <a:cubicBezTo>
                  <a:pt x="816573" y="90648"/>
                  <a:pt x="816368" y="90920"/>
                  <a:pt x="816096" y="91194"/>
                </a:cubicBezTo>
                <a:cubicBezTo>
                  <a:pt x="815868" y="91420"/>
                  <a:pt x="815142" y="91829"/>
                  <a:pt x="813916" y="92420"/>
                </a:cubicBezTo>
                <a:cubicBezTo>
                  <a:pt x="812690" y="92963"/>
                  <a:pt x="811101" y="93509"/>
                  <a:pt x="809150" y="94055"/>
                </a:cubicBezTo>
                <a:cubicBezTo>
                  <a:pt x="807198" y="94598"/>
                  <a:pt x="804926" y="95075"/>
                  <a:pt x="802337" y="95483"/>
                </a:cubicBezTo>
                <a:cubicBezTo>
                  <a:pt x="799797" y="95938"/>
                  <a:pt x="797071" y="96163"/>
                  <a:pt x="794165" y="96163"/>
                </a:cubicBezTo>
                <a:cubicBezTo>
                  <a:pt x="789127" y="96163"/>
                  <a:pt x="784701" y="95461"/>
                  <a:pt x="780886" y="94055"/>
                </a:cubicBezTo>
                <a:cubicBezTo>
                  <a:pt x="777117" y="92646"/>
                  <a:pt x="773940" y="90557"/>
                  <a:pt x="771351" y="87788"/>
                </a:cubicBezTo>
                <a:cubicBezTo>
                  <a:pt x="768762" y="85019"/>
                  <a:pt x="766810" y="81544"/>
                  <a:pt x="765493" y="77367"/>
                </a:cubicBezTo>
                <a:cubicBezTo>
                  <a:pt x="764178" y="73192"/>
                  <a:pt x="763518" y="68331"/>
                  <a:pt x="763518" y="62794"/>
                </a:cubicBezTo>
                <a:cubicBezTo>
                  <a:pt x="763518" y="57527"/>
                  <a:pt x="764201" y="52804"/>
                  <a:pt x="765561" y="48629"/>
                </a:cubicBezTo>
                <a:cubicBezTo>
                  <a:pt x="766924" y="44406"/>
                  <a:pt x="768876" y="40842"/>
                  <a:pt x="771419" y="37936"/>
                </a:cubicBezTo>
                <a:cubicBezTo>
                  <a:pt x="774008" y="34984"/>
                  <a:pt x="777117" y="32736"/>
                  <a:pt x="780749" y="31192"/>
                </a:cubicBezTo>
                <a:cubicBezTo>
                  <a:pt x="784381" y="29604"/>
                  <a:pt x="788444" y="28809"/>
                  <a:pt x="792939" y="28809"/>
                </a:cubicBezTo>
                <a:cubicBezTo>
                  <a:pt x="797754" y="28809"/>
                  <a:pt x="801840" y="29581"/>
                  <a:pt x="805198" y="31124"/>
                </a:cubicBezTo>
                <a:cubicBezTo>
                  <a:pt x="808604" y="32670"/>
                  <a:pt x="811396" y="34756"/>
                  <a:pt x="813576" y="37390"/>
                </a:cubicBezTo>
                <a:cubicBezTo>
                  <a:pt x="815756" y="39979"/>
                  <a:pt x="817345" y="43043"/>
                  <a:pt x="818342" y="46586"/>
                </a:cubicBezTo>
                <a:cubicBezTo>
                  <a:pt x="819388" y="50081"/>
                  <a:pt x="819908" y="53827"/>
                  <a:pt x="819908" y="57822"/>
                </a:cubicBezTo>
                <a:lnTo>
                  <a:pt x="819908" y="59865"/>
                </a:lnTo>
                <a:close/>
                <a:moveTo>
                  <a:pt x="808604" y="56527"/>
                </a:moveTo>
                <a:cubicBezTo>
                  <a:pt x="808741" y="50626"/>
                  <a:pt x="807424" y="45994"/>
                  <a:pt x="804655" y="42634"/>
                </a:cubicBezTo>
                <a:cubicBezTo>
                  <a:pt x="801929" y="39273"/>
                  <a:pt x="797865" y="37596"/>
                  <a:pt x="792465" y="37596"/>
                </a:cubicBezTo>
                <a:cubicBezTo>
                  <a:pt x="789693" y="37596"/>
                  <a:pt x="787264" y="38116"/>
                  <a:pt x="785175" y="39162"/>
                </a:cubicBezTo>
                <a:cubicBezTo>
                  <a:pt x="783086" y="40205"/>
                  <a:pt x="781341" y="41591"/>
                  <a:pt x="779932" y="43317"/>
                </a:cubicBezTo>
                <a:cubicBezTo>
                  <a:pt x="778526" y="45040"/>
                  <a:pt x="777434" y="47060"/>
                  <a:pt x="776663" y="49378"/>
                </a:cubicBezTo>
                <a:cubicBezTo>
                  <a:pt x="775891" y="51646"/>
                  <a:pt x="775460" y="54030"/>
                  <a:pt x="775368" y="56527"/>
                </a:cubicBezTo>
                <a:lnTo>
                  <a:pt x="808604" y="56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CFB3A-B94A-4C0D-A4A6-5AB03894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5" y="1838624"/>
            <a:ext cx="7798793" cy="1309952"/>
          </a:xfrm>
          <a:custGeom xmlns:a="http://schemas.openxmlformats.org/drawingml/2006/main">
            <a:pathLst>
              <a:path w="7798793" h="1309952">
                <a:moveTo>
                  <a:pt x="0" y="1309952"/>
                </a:moveTo>
                <a:lnTo>
                  <a:pt x="0" y="0"/>
                </a:lnTo>
                <a:lnTo>
                  <a:pt x="7798793" y="0"/>
                </a:lnTo>
                <a:lnTo>
                  <a:pt x="7798793" y="1309952"/>
                </a:lnTo>
                <a:lnTo>
                  <a:pt x="0" y="13099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febc39d9d4735"/>
          <a:stretch xmlns:a="http://schemas.openxmlformats.org/drawingml/2006/main"/>
        </p:blipFill>
        <p:spPr>
          <a:xfrm xmlns:a="http://schemas.openxmlformats.org/drawingml/2006/main">
            <a:off x="71921" y="1838625"/>
            <a:ext cx="7798781" cy="1309951"/>
          </a:xfrm>
          <a:prstGeom xmlns:a="http://schemas.openxmlformats.org/drawingml/2006/main" prst="rect">
            <a:avLst/>
          </a:prstGeom>
        </p:spPr>
      </p:pic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56848-3C05-45EF-B31A-96081A93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46" y="2710099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d50a51a6e4f44"/>
          <a:stretch xmlns:a="http://schemas.openxmlformats.org/drawingml/2006/main"/>
        </p:blipFill>
        <p:spPr>
          <a:xfrm xmlns:a="http://schemas.openxmlformats.org/drawingml/2006/main">
            <a:off x="8529546" y="2710099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41A3B-A435-4BE7-B6C9-B5D9FD46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235" y="2710099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d4038d1244a63"/>
          <a:stretch xmlns:a="http://schemas.openxmlformats.org/drawingml/2006/main"/>
        </p:blipFill>
        <p:spPr>
          <a:xfrm xmlns:a="http://schemas.openxmlformats.org/drawingml/2006/main">
            <a:off x="9353235" y="2710099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BAE65D-4AB3-4315-9325-D369ED31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301" y="2710099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ba763ebab40eb"/>
          <a:stretch xmlns:a="http://schemas.openxmlformats.org/drawingml/2006/main"/>
        </p:blipFill>
        <p:spPr>
          <a:xfrm xmlns:a="http://schemas.openxmlformats.org/drawingml/2006/main">
            <a:off x="11824301" y="2710099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F3C7C-2905-461A-A972-226CE22D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612" y="2710099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8e9f331b44f2c"/>
          <a:stretch xmlns:a="http://schemas.openxmlformats.org/drawingml/2006/main"/>
        </p:blipFill>
        <p:spPr>
          <a:xfrm xmlns:a="http://schemas.openxmlformats.org/drawingml/2006/main">
            <a:off x="11000612" y="2710099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CB70A-B328-427A-A86A-A669D566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923" y="2710099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e2c537da74702"/>
          <a:stretch xmlns:a="http://schemas.openxmlformats.org/drawingml/2006/main"/>
        </p:blipFill>
        <p:spPr>
          <a:xfrm xmlns:a="http://schemas.openxmlformats.org/drawingml/2006/main">
            <a:off x="10176924" y="2710099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8D47A-7185-4EBD-BCE5-38DC5FF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7989" y="2710099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db731fafa4fb8"/>
          <a:stretch xmlns:a="http://schemas.openxmlformats.org/drawingml/2006/main"/>
        </p:blipFill>
        <p:spPr>
          <a:xfrm xmlns:a="http://schemas.openxmlformats.org/drawingml/2006/main">
            <a:off x="12647990" y="2710099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04AAA0-4E0A-484B-AB5E-E53A0790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46" y="1062721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980d6904c433b"/>
          <a:stretch xmlns:a="http://schemas.openxmlformats.org/drawingml/2006/main"/>
        </p:blipFill>
        <p:spPr>
          <a:xfrm xmlns:a="http://schemas.openxmlformats.org/drawingml/2006/main">
            <a:off x="8529546" y="1062722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095AC-D218-4D4D-99BE-BEF3EB1D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235" y="1062721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b94c09f2d4eac"/>
          <a:stretch xmlns:a="http://schemas.openxmlformats.org/drawingml/2006/main"/>
        </p:blipFill>
        <p:spPr>
          <a:xfrm xmlns:a="http://schemas.openxmlformats.org/drawingml/2006/main">
            <a:off x="9353235" y="1062722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2101F-A161-4266-B779-04CDA43F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923" y="1062721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6d7404cb54ca4"/>
          <a:stretch xmlns:a="http://schemas.openxmlformats.org/drawingml/2006/main"/>
        </p:blipFill>
        <p:spPr>
          <a:xfrm xmlns:a="http://schemas.openxmlformats.org/drawingml/2006/main">
            <a:off x="10176923" y="1062722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9CFAF-5A42-4BD9-8390-0DEC0623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612" y="1062721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7a25c6c124ccf"/>
          <a:stretch xmlns:a="http://schemas.openxmlformats.org/drawingml/2006/main"/>
        </p:blipFill>
        <p:spPr>
          <a:xfrm xmlns:a="http://schemas.openxmlformats.org/drawingml/2006/main">
            <a:off x="11000612" y="1062722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489DB-336A-4FF6-9465-53E2335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301" y="1062721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a7b5000624597"/>
          <a:stretch xmlns:a="http://schemas.openxmlformats.org/drawingml/2006/main"/>
        </p:blipFill>
        <p:spPr>
          <a:xfrm xmlns:a="http://schemas.openxmlformats.org/drawingml/2006/main">
            <a:off x="11824301" y="1062722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ADE23-7499-4931-A291-0CA17B5D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7989" y="1062721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5c982a0cc4479"/>
          <a:stretch xmlns:a="http://schemas.openxmlformats.org/drawingml/2006/main"/>
        </p:blipFill>
        <p:spPr>
          <a:xfrm xmlns:a="http://schemas.openxmlformats.org/drawingml/2006/main">
            <a:off x="12647989" y="1062722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4AEB6-EE28-4447-AB85-2745B930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46" y="3533787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716595f3849eb"/>
          <a:stretch xmlns:a="http://schemas.openxmlformats.org/drawingml/2006/main"/>
        </p:blipFill>
        <p:spPr>
          <a:xfrm xmlns:a="http://schemas.openxmlformats.org/drawingml/2006/main">
            <a:off x="8529546" y="3533788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40F98-3A26-4EA1-8031-62D7BCC6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923" y="3533787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af063bafc43bf"/>
          <a:stretch xmlns:a="http://schemas.openxmlformats.org/drawingml/2006/main"/>
        </p:blipFill>
        <p:spPr>
          <a:xfrm xmlns:a="http://schemas.openxmlformats.org/drawingml/2006/main">
            <a:off x="10176924" y="3533788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52358-3E13-42B9-98A9-20A23456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301" y="3533787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247df34224283"/>
          <a:stretch xmlns:a="http://schemas.openxmlformats.org/drawingml/2006/main"/>
        </p:blipFill>
        <p:spPr>
          <a:xfrm xmlns:a="http://schemas.openxmlformats.org/drawingml/2006/main">
            <a:off x="11824301" y="3533788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E30C8-666E-4032-812C-57F69AD7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235" y="3533787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45f94383641f3"/>
          <a:stretch xmlns:a="http://schemas.openxmlformats.org/drawingml/2006/main"/>
        </p:blipFill>
        <p:spPr>
          <a:xfrm xmlns:a="http://schemas.openxmlformats.org/drawingml/2006/main">
            <a:off x="9353235" y="3533788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DB6DA-7A21-4233-A30D-ADA18476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612" y="3533787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ac80ea4714615"/>
          <a:stretch xmlns:a="http://schemas.openxmlformats.org/drawingml/2006/main"/>
        </p:blipFill>
        <p:spPr>
          <a:xfrm xmlns:a="http://schemas.openxmlformats.org/drawingml/2006/main">
            <a:off x="11000612" y="3533788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0B4BE-9F1C-4E13-90D0-548C2A4A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7989" y="3533787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e78c433b24dd1"/>
          <a:stretch xmlns:a="http://schemas.openxmlformats.org/drawingml/2006/main"/>
        </p:blipFill>
        <p:spPr>
          <a:xfrm xmlns:a="http://schemas.openxmlformats.org/drawingml/2006/main">
            <a:off x="12647990" y="3533788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0818C-ACF6-4460-9104-B9D00D19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46" y="188641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93beb193d4a77"/>
          <a:stretch xmlns:a="http://schemas.openxmlformats.org/drawingml/2006/main"/>
        </p:blipFill>
        <p:spPr>
          <a:xfrm xmlns:a="http://schemas.openxmlformats.org/drawingml/2006/main">
            <a:off x="8529546" y="188641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3DEF9-0100-4B7D-BACD-94334E5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923" y="188641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f586cf4474529"/>
          <a:stretch xmlns:a="http://schemas.openxmlformats.org/drawingml/2006/main"/>
        </p:blipFill>
        <p:spPr>
          <a:xfrm xmlns:a="http://schemas.openxmlformats.org/drawingml/2006/main">
            <a:off x="10176924" y="188641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9BFD5-83CB-41DD-8C70-607D54FD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301" y="188641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8530f4a984c33"/>
          <a:stretch xmlns:a="http://schemas.openxmlformats.org/drawingml/2006/main"/>
        </p:blipFill>
        <p:spPr>
          <a:xfrm xmlns:a="http://schemas.openxmlformats.org/drawingml/2006/main">
            <a:off x="11824301" y="188641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39453-94D1-4D52-B5C0-EA1DAA7D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235" y="188641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f1d1714b349db"/>
          <a:stretch xmlns:a="http://schemas.openxmlformats.org/drawingml/2006/main"/>
        </p:blipFill>
        <p:spPr>
          <a:xfrm xmlns:a="http://schemas.openxmlformats.org/drawingml/2006/main">
            <a:off x="9353235" y="188641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55B15-E174-4226-BB39-B0EC49E3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612" y="188641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c7928b17c4b3e"/>
          <a:stretch xmlns:a="http://schemas.openxmlformats.org/drawingml/2006/main"/>
        </p:blipFill>
        <p:spPr>
          <a:xfrm xmlns:a="http://schemas.openxmlformats.org/drawingml/2006/main">
            <a:off x="11000612" y="188641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8D2EA-6993-46D4-9BB2-1CBBC24F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7989" y="188641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069431d054e9a"/>
          <a:stretch xmlns:a="http://schemas.openxmlformats.org/drawingml/2006/main"/>
        </p:blipFill>
        <p:spPr>
          <a:xfrm xmlns:a="http://schemas.openxmlformats.org/drawingml/2006/main">
            <a:off x="12647990" y="188641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B41C4-8168-4071-B89F-35918F6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923" y="23903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7843cc07542a0"/>
          <a:stretch xmlns:a="http://schemas.openxmlformats.org/drawingml/2006/main"/>
        </p:blipFill>
        <p:spPr>
          <a:xfrm xmlns:a="http://schemas.openxmlformats.org/drawingml/2006/main">
            <a:off x="10176924" y="23903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4F67F-A6E8-4757-BB9B-B467B97D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235" y="23903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1bae873b94c75"/>
          <a:stretch xmlns:a="http://schemas.openxmlformats.org/drawingml/2006/main"/>
        </p:blipFill>
        <p:spPr>
          <a:xfrm xmlns:a="http://schemas.openxmlformats.org/drawingml/2006/main">
            <a:off x="9353235" y="23903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A1459-D074-4E9E-B066-3B1C4104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301" y="23903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41f71f30f4991"/>
          <a:stretch xmlns:a="http://schemas.openxmlformats.org/drawingml/2006/main"/>
        </p:blipFill>
        <p:spPr>
          <a:xfrm xmlns:a="http://schemas.openxmlformats.org/drawingml/2006/main">
            <a:off x="11824301" y="23903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45532-8762-46DA-BD94-49F687D8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546" y="23903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7a2ec07314b05"/>
          <a:stretch xmlns:a="http://schemas.openxmlformats.org/drawingml/2006/main"/>
        </p:blipFill>
        <p:spPr>
          <a:xfrm xmlns:a="http://schemas.openxmlformats.org/drawingml/2006/main">
            <a:off x="8529546" y="23903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E15E1-7FB9-4604-BE2D-84886F11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612" y="23903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c9e3718234252"/>
          <a:stretch xmlns:a="http://schemas.openxmlformats.org/drawingml/2006/main"/>
        </p:blipFill>
        <p:spPr>
          <a:xfrm xmlns:a="http://schemas.openxmlformats.org/drawingml/2006/main">
            <a:off x="11000612" y="23903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C090A-1194-4570-B546-F11EC289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7989" y="239030"/>
            <a:ext cx="823689" cy="823689"/>
          </a:xfrm>
          <a:custGeom xmlns:a="http://schemas.openxmlformats.org/drawingml/2006/main">
            <a:pathLst>
              <a:path w="823689" h="823689">
                <a:moveTo>
                  <a:pt x="0" y="823689"/>
                </a:moveTo>
                <a:lnTo>
                  <a:pt x="0" y="0"/>
                </a:lnTo>
                <a:lnTo>
                  <a:pt x="823689" y="0"/>
                </a:lnTo>
                <a:lnTo>
                  <a:pt x="823689" y="823689"/>
                </a:lnTo>
                <a:lnTo>
                  <a:pt x="0" y="82368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3436b2a9a4b53"/>
          <a:stretch xmlns:a="http://schemas.openxmlformats.org/drawingml/2006/main"/>
        </p:blipFill>
        <p:spPr>
          <a:xfrm xmlns:a="http://schemas.openxmlformats.org/drawingml/2006/main">
            <a:off x="12647989" y="239030"/>
            <a:ext cx="823688" cy="823688"/>
          </a:xfrm>
          <a:prstGeom xmlns:a="http://schemas.openxmlformats.org/drawingml/2006/main" prst="rect">
            <a:avLst/>
          </a:prstGeom>
        </p:spPr>
      </p:pic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01EF6-64B9-4A44-B081-C891AC7A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068" y="18809"/>
            <a:ext cx="2537100" cy="211277"/>
          </a:xfrm>
          <a:custGeom xmlns:a="http://schemas.openxmlformats.org/drawingml/2006/main">
            <a:pathLst>
              <a:path w="2537100" h="211277">
                <a:moveTo>
                  <a:pt x="0" y="211277"/>
                </a:moveTo>
                <a:lnTo>
                  <a:pt x="0" y="0"/>
                </a:lnTo>
                <a:lnTo>
                  <a:pt x="2537100" y="0"/>
                </a:lnTo>
                <a:lnTo>
                  <a:pt x="2537100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08FF6-2266-4C0C-864F-6173CD9D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857" y="73163"/>
            <a:ext cx="2124520" cy="121701"/>
          </a:xfrm>
          <a:custGeom xmlns:a="http://schemas.openxmlformats.org/drawingml/2006/main">
            <a:pathLst>
              <a:path w="2124520" h="121701">
                <a:moveTo>
                  <a:pt x="29147" y="3812"/>
                </a:moveTo>
                <a:cubicBezTo>
                  <a:pt x="25335" y="12667"/>
                  <a:pt x="22451" y="21814"/>
                  <a:pt x="20500" y="31258"/>
                </a:cubicBezTo>
                <a:cubicBezTo>
                  <a:pt x="18545" y="40657"/>
                  <a:pt x="17571" y="50306"/>
                  <a:pt x="17571" y="60202"/>
                </a:cubicBezTo>
                <a:cubicBezTo>
                  <a:pt x="17571" y="70146"/>
                  <a:pt x="18545" y="79816"/>
                  <a:pt x="20500" y="89217"/>
                </a:cubicBezTo>
                <a:cubicBezTo>
                  <a:pt x="22497" y="98569"/>
                  <a:pt x="25357" y="107739"/>
                  <a:pt x="29081" y="116729"/>
                </a:cubicBezTo>
                <a:cubicBezTo>
                  <a:pt x="29352" y="117458"/>
                  <a:pt x="29489" y="118069"/>
                  <a:pt x="29489" y="118569"/>
                </a:cubicBezTo>
                <a:cubicBezTo>
                  <a:pt x="29489" y="119112"/>
                  <a:pt x="29238" y="119566"/>
                  <a:pt x="28738" y="119929"/>
                </a:cubicBezTo>
                <a:cubicBezTo>
                  <a:pt x="28241" y="120295"/>
                  <a:pt x="27469" y="120566"/>
                  <a:pt x="26423" y="120747"/>
                </a:cubicBezTo>
                <a:cubicBezTo>
                  <a:pt x="25426" y="120929"/>
                  <a:pt x="24017" y="121021"/>
                  <a:pt x="22200" y="121021"/>
                </a:cubicBezTo>
                <a:cubicBezTo>
                  <a:pt x="20931" y="121021"/>
                  <a:pt x="19840" y="120975"/>
                  <a:pt x="18931" y="120884"/>
                </a:cubicBezTo>
                <a:cubicBezTo>
                  <a:pt x="18025" y="120792"/>
                  <a:pt x="17254" y="120658"/>
                  <a:pt x="16616" y="120475"/>
                </a:cubicBezTo>
                <a:cubicBezTo>
                  <a:pt x="16028" y="120338"/>
                  <a:pt x="15551" y="120135"/>
                  <a:pt x="15188" y="119864"/>
                </a:cubicBezTo>
                <a:cubicBezTo>
                  <a:pt x="14868" y="119635"/>
                  <a:pt x="14642" y="119363"/>
                  <a:pt x="14505" y="119046"/>
                </a:cubicBezTo>
                <a:cubicBezTo>
                  <a:pt x="12053" y="114323"/>
                  <a:pt x="9918" y="109557"/>
                  <a:pt x="8104" y="104745"/>
                </a:cubicBezTo>
                <a:cubicBezTo>
                  <a:pt x="6287" y="99975"/>
                  <a:pt x="4766" y="95163"/>
                  <a:pt x="3540" y="90306"/>
                </a:cubicBezTo>
                <a:cubicBezTo>
                  <a:pt x="2360" y="85402"/>
                  <a:pt x="1474" y="80476"/>
                  <a:pt x="886" y="75527"/>
                </a:cubicBezTo>
                <a:cubicBezTo>
                  <a:pt x="294" y="70532"/>
                  <a:pt x="0" y="65471"/>
                  <a:pt x="0" y="60339"/>
                </a:cubicBezTo>
                <a:cubicBezTo>
                  <a:pt x="0" y="55255"/>
                  <a:pt x="294" y="50238"/>
                  <a:pt x="886" y="45289"/>
                </a:cubicBezTo>
                <a:cubicBezTo>
                  <a:pt x="1520" y="40294"/>
                  <a:pt x="2452" y="35367"/>
                  <a:pt x="3678" y="30510"/>
                </a:cubicBezTo>
                <a:cubicBezTo>
                  <a:pt x="4903" y="25606"/>
                  <a:pt x="6401" y="20748"/>
                  <a:pt x="8172" y="15936"/>
                </a:cubicBezTo>
                <a:cubicBezTo>
                  <a:pt x="9987" y="11121"/>
                  <a:pt x="12099" y="6332"/>
                  <a:pt x="14505" y="1566"/>
                </a:cubicBezTo>
                <a:cubicBezTo>
                  <a:pt x="14596" y="1337"/>
                  <a:pt x="14779" y="1134"/>
                  <a:pt x="15050" y="952"/>
                </a:cubicBezTo>
                <a:cubicBezTo>
                  <a:pt x="15322" y="772"/>
                  <a:pt x="15731" y="612"/>
                  <a:pt x="16276" y="474"/>
                </a:cubicBezTo>
                <a:cubicBezTo>
                  <a:pt x="16822" y="294"/>
                  <a:pt x="17548" y="180"/>
                  <a:pt x="18457" y="134"/>
                </a:cubicBezTo>
                <a:cubicBezTo>
                  <a:pt x="19408" y="43"/>
                  <a:pt x="20611" y="0"/>
                  <a:pt x="22066" y="0"/>
                </a:cubicBezTo>
                <a:cubicBezTo>
                  <a:pt x="23700" y="0"/>
                  <a:pt x="25040" y="89"/>
                  <a:pt x="26083" y="271"/>
                </a:cubicBezTo>
                <a:cubicBezTo>
                  <a:pt x="27126" y="409"/>
                  <a:pt x="27921" y="634"/>
                  <a:pt x="28466" y="952"/>
                </a:cubicBezTo>
                <a:cubicBezTo>
                  <a:pt x="29012" y="1269"/>
                  <a:pt x="29307" y="1677"/>
                  <a:pt x="29352" y="2177"/>
                </a:cubicBezTo>
                <a:cubicBezTo>
                  <a:pt x="29444" y="2677"/>
                  <a:pt x="29375" y="3223"/>
                  <a:pt x="29147" y="3812"/>
                </a:cubicBezTo>
                <a:close/>
                <a:moveTo>
                  <a:pt x="100861" y="62519"/>
                </a:moveTo>
                <a:cubicBezTo>
                  <a:pt x="100861" y="64608"/>
                  <a:pt x="100384" y="66151"/>
                  <a:pt x="99432" y="67148"/>
                </a:cubicBezTo>
                <a:cubicBezTo>
                  <a:pt x="98524" y="68149"/>
                  <a:pt x="97252" y="68649"/>
                  <a:pt x="95618" y="68649"/>
                </a:cubicBezTo>
                <a:lnTo>
                  <a:pt x="58636" y="68649"/>
                </a:lnTo>
                <a:cubicBezTo>
                  <a:pt x="58636" y="71235"/>
                  <a:pt x="58933" y="73598"/>
                  <a:pt x="59522" y="75729"/>
                </a:cubicBezTo>
                <a:cubicBezTo>
                  <a:pt x="60159" y="77818"/>
                  <a:pt x="61133" y="79613"/>
                  <a:pt x="62451" y="81110"/>
                </a:cubicBezTo>
                <a:cubicBezTo>
                  <a:pt x="63814" y="82565"/>
                  <a:pt x="65540" y="83676"/>
                  <a:pt x="67626" y="84448"/>
                </a:cubicBezTo>
                <a:cubicBezTo>
                  <a:pt x="69760" y="85219"/>
                  <a:pt x="72303" y="85605"/>
                  <a:pt x="75255" y="85605"/>
                </a:cubicBezTo>
                <a:cubicBezTo>
                  <a:pt x="78253" y="85605"/>
                  <a:pt x="80884" y="85402"/>
                  <a:pt x="83156" y="84993"/>
                </a:cubicBezTo>
                <a:cubicBezTo>
                  <a:pt x="85425" y="84539"/>
                  <a:pt x="87377" y="84062"/>
                  <a:pt x="89011" y="83562"/>
                </a:cubicBezTo>
                <a:cubicBezTo>
                  <a:pt x="90691" y="83019"/>
                  <a:pt x="92077" y="82542"/>
                  <a:pt x="93166" y="82133"/>
                </a:cubicBezTo>
                <a:cubicBezTo>
                  <a:pt x="94255" y="81679"/>
                  <a:pt x="95140" y="81450"/>
                  <a:pt x="95823" y="81450"/>
                </a:cubicBezTo>
                <a:cubicBezTo>
                  <a:pt x="96232" y="81450"/>
                  <a:pt x="96572" y="81542"/>
                  <a:pt x="96844" y="81725"/>
                </a:cubicBezTo>
                <a:cubicBezTo>
                  <a:pt x="97115" y="81859"/>
                  <a:pt x="97344" y="82133"/>
                  <a:pt x="97524" y="82542"/>
                </a:cubicBezTo>
                <a:cubicBezTo>
                  <a:pt x="97706" y="82950"/>
                  <a:pt x="97821" y="83539"/>
                  <a:pt x="97867" y="84313"/>
                </a:cubicBezTo>
                <a:cubicBezTo>
                  <a:pt x="97955" y="85039"/>
                  <a:pt x="98001" y="85968"/>
                  <a:pt x="98001" y="87105"/>
                </a:cubicBezTo>
                <a:cubicBezTo>
                  <a:pt x="98001" y="88102"/>
                  <a:pt x="97978" y="88965"/>
                  <a:pt x="97932" y="89691"/>
                </a:cubicBezTo>
                <a:cubicBezTo>
                  <a:pt x="97889" y="90374"/>
                  <a:pt x="97821" y="90963"/>
                  <a:pt x="97729" y="91463"/>
                </a:cubicBezTo>
                <a:cubicBezTo>
                  <a:pt x="97638" y="91963"/>
                  <a:pt x="97501" y="92394"/>
                  <a:pt x="97321" y="92757"/>
                </a:cubicBezTo>
                <a:cubicBezTo>
                  <a:pt x="97138" y="93074"/>
                  <a:pt x="96889" y="93392"/>
                  <a:pt x="96572" y="93712"/>
                </a:cubicBezTo>
                <a:cubicBezTo>
                  <a:pt x="96298" y="94029"/>
                  <a:pt x="95503" y="94460"/>
                  <a:pt x="94189" y="95003"/>
                </a:cubicBezTo>
                <a:cubicBezTo>
                  <a:pt x="92872" y="95549"/>
                  <a:pt x="91191" y="96095"/>
                  <a:pt x="89148" y="96638"/>
                </a:cubicBezTo>
                <a:cubicBezTo>
                  <a:pt x="87105" y="97138"/>
                  <a:pt x="84768" y="97569"/>
                  <a:pt x="82133" y="97932"/>
                </a:cubicBezTo>
                <a:cubicBezTo>
                  <a:pt x="79499" y="98341"/>
                  <a:pt x="76684" y="98547"/>
                  <a:pt x="73689" y="98547"/>
                </a:cubicBezTo>
                <a:cubicBezTo>
                  <a:pt x="68286" y="98547"/>
                  <a:pt x="63539" y="97864"/>
                  <a:pt x="59453" y="96503"/>
                </a:cubicBezTo>
                <a:cubicBezTo>
                  <a:pt x="55413" y="95140"/>
                  <a:pt x="52032" y="93074"/>
                  <a:pt x="49306" y="90306"/>
                </a:cubicBezTo>
                <a:cubicBezTo>
                  <a:pt x="46583" y="87537"/>
                  <a:pt x="44540" y="84039"/>
                  <a:pt x="43177" y="79816"/>
                </a:cubicBezTo>
                <a:cubicBezTo>
                  <a:pt x="41860" y="75595"/>
                  <a:pt x="41202" y="70646"/>
                  <a:pt x="41202" y="64971"/>
                </a:cubicBezTo>
                <a:cubicBezTo>
                  <a:pt x="41202" y="59567"/>
                  <a:pt x="41905" y="54710"/>
                  <a:pt x="43314" y="50395"/>
                </a:cubicBezTo>
                <a:cubicBezTo>
                  <a:pt x="44720" y="46037"/>
                  <a:pt x="46763" y="42360"/>
                  <a:pt x="49443" y="39362"/>
                </a:cubicBezTo>
                <a:cubicBezTo>
                  <a:pt x="52121" y="36322"/>
                  <a:pt x="55367" y="34004"/>
                  <a:pt x="59182" y="32415"/>
                </a:cubicBezTo>
                <a:cubicBezTo>
                  <a:pt x="63042" y="30827"/>
                  <a:pt x="67377" y="30032"/>
                  <a:pt x="72189" y="30032"/>
                </a:cubicBezTo>
                <a:cubicBezTo>
                  <a:pt x="77275" y="30032"/>
                  <a:pt x="81610" y="30781"/>
                  <a:pt x="85199" y="32281"/>
                </a:cubicBezTo>
                <a:cubicBezTo>
                  <a:pt x="88831" y="33779"/>
                  <a:pt x="91803" y="35867"/>
                  <a:pt x="94120" y="38545"/>
                </a:cubicBezTo>
                <a:cubicBezTo>
                  <a:pt x="96435" y="41179"/>
                  <a:pt x="98138" y="44311"/>
                  <a:pt x="99227" y="47943"/>
                </a:cubicBezTo>
                <a:cubicBezTo>
                  <a:pt x="100318" y="51575"/>
                  <a:pt x="100861" y="55527"/>
                  <a:pt x="100861" y="59793"/>
                </a:cubicBezTo>
                <a:lnTo>
                  <a:pt x="100861" y="62519"/>
                </a:lnTo>
                <a:close/>
                <a:moveTo>
                  <a:pt x="84245" y="57616"/>
                </a:moveTo>
                <a:cubicBezTo>
                  <a:pt x="84382" y="52801"/>
                  <a:pt x="83405" y="49035"/>
                  <a:pt x="81316" y="46309"/>
                </a:cubicBezTo>
                <a:cubicBezTo>
                  <a:pt x="79273" y="43540"/>
                  <a:pt x="76095" y="42157"/>
                  <a:pt x="71780" y="42157"/>
                </a:cubicBezTo>
                <a:cubicBezTo>
                  <a:pt x="69603" y="42157"/>
                  <a:pt x="67694" y="42565"/>
                  <a:pt x="66060" y="43383"/>
                </a:cubicBezTo>
                <a:cubicBezTo>
                  <a:pt x="64471" y="44200"/>
                  <a:pt x="63131" y="45311"/>
                  <a:pt x="62042" y="46717"/>
                </a:cubicBezTo>
                <a:cubicBezTo>
                  <a:pt x="60999" y="48080"/>
                  <a:pt x="60182" y="49715"/>
                  <a:pt x="59590" y="51621"/>
                </a:cubicBezTo>
                <a:cubicBezTo>
                  <a:pt x="59045" y="53484"/>
                  <a:pt x="58727" y="55481"/>
                  <a:pt x="58636" y="57616"/>
                </a:cubicBezTo>
                <a:lnTo>
                  <a:pt x="84245" y="57616"/>
                </a:lnTo>
                <a:close/>
                <a:moveTo>
                  <a:pt x="142475" y="60339"/>
                </a:moveTo>
                <a:cubicBezTo>
                  <a:pt x="142475" y="65471"/>
                  <a:pt x="142178" y="70532"/>
                  <a:pt x="141589" y="75527"/>
                </a:cubicBezTo>
                <a:cubicBezTo>
                  <a:pt x="140998" y="80476"/>
                  <a:pt x="140089" y="85402"/>
                  <a:pt x="138863" y="90306"/>
                </a:cubicBezTo>
                <a:cubicBezTo>
                  <a:pt x="137683" y="95163"/>
                  <a:pt x="136186" y="99975"/>
                  <a:pt x="134368" y="104745"/>
                </a:cubicBezTo>
                <a:cubicBezTo>
                  <a:pt x="132599" y="109557"/>
                  <a:pt x="130488" y="114323"/>
                  <a:pt x="128036" y="119046"/>
                </a:cubicBezTo>
                <a:cubicBezTo>
                  <a:pt x="127899" y="119363"/>
                  <a:pt x="127650" y="119635"/>
                  <a:pt x="127287" y="119864"/>
                </a:cubicBezTo>
                <a:cubicBezTo>
                  <a:pt x="126967" y="120135"/>
                  <a:pt x="126493" y="120338"/>
                  <a:pt x="125856" y="120475"/>
                </a:cubicBezTo>
                <a:cubicBezTo>
                  <a:pt x="125267" y="120658"/>
                  <a:pt x="124516" y="120792"/>
                  <a:pt x="123610" y="120884"/>
                </a:cubicBezTo>
                <a:cubicBezTo>
                  <a:pt x="122701" y="120975"/>
                  <a:pt x="121612" y="121021"/>
                  <a:pt x="120341" y="121021"/>
                </a:cubicBezTo>
                <a:cubicBezTo>
                  <a:pt x="118478" y="121021"/>
                  <a:pt x="117026" y="120929"/>
                  <a:pt x="115980" y="120747"/>
                </a:cubicBezTo>
                <a:cubicBezTo>
                  <a:pt x="114983" y="120566"/>
                  <a:pt x="114234" y="120295"/>
                  <a:pt x="113734" y="119929"/>
                </a:cubicBezTo>
                <a:cubicBezTo>
                  <a:pt x="113234" y="119566"/>
                  <a:pt x="112986" y="119112"/>
                  <a:pt x="112986" y="118569"/>
                </a:cubicBezTo>
                <a:cubicBezTo>
                  <a:pt x="112986" y="118069"/>
                  <a:pt x="113120" y="117458"/>
                  <a:pt x="113394" y="116729"/>
                </a:cubicBezTo>
                <a:cubicBezTo>
                  <a:pt x="117160" y="107831"/>
                  <a:pt x="120021" y="98681"/>
                  <a:pt x="121975" y="89283"/>
                </a:cubicBezTo>
                <a:cubicBezTo>
                  <a:pt x="123973" y="79839"/>
                  <a:pt x="124970" y="70146"/>
                  <a:pt x="124970" y="60202"/>
                </a:cubicBezTo>
                <a:cubicBezTo>
                  <a:pt x="124970" y="50306"/>
                  <a:pt x="123995" y="40657"/>
                  <a:pt x="122044" y="31258"/>
                </a:cubicBezTo>
                <a:cubicBezTo>
                  <a:pt x="120089" y="21814"/>
                  <a:pt x="117183" y="12667"/>
                  <a:pt x="113326" y="3812"/>
                </a:cubicBezTo>
                <a:cubicBezTo>
                  <a:pt x="113097" y="3223"/>
                  <a:pt x="113008" y="2677"/>
                  <a:pt x="113051" y="2177"/>
                </a:cubicBezTo>
                <a:cubicBezTo>
                  <a:pt x="113143" y="1677"/>
                  <a:pt x="113460" y="1269"/>
                  <a:pt x="114006" y="952"/>
                </a:cubicBezTo>
                <a:cubicBezTo>
                  <a:pt x="114597" y="634"/>
                  <a:pt x="115392" y="409"/>
                  <a:pt x="116389" y="271"/>
                </a:cubicBezTo>
                <a:cubicBezTo>
                  <a:pt x="117435" y="89"/>
                  <a:pt x="118795" y="0"/>
                  <a:pt x="120475" y="0"/>
                </a:cubicBezTo>
                <a:cubicBezTo>
                  <a:pt x="121884" y="0"/>
                  <a:pt x="123041" y="43"/>
                  <a:pt x="123950" y="134"/>
                </a:cubicBezTo>
                <a:cubicBezTo>
                  <a:pt x="124858" y="180"/>
                  <a:pt x="125607" y="294"/>
                  <a:pt x="126196" y="474"/>
                </a:cubicBezTo>
                <a:cubicBezTo>
                  <a:pt x="126787" y="612"/>
                  <a:pt x="127196" y="772"/>
                  <a:pt x="127422" y="952"/>
                </a:cubicBezTo>
                <a:cubicBezTo>
                  <a:pt x="127696" y="1134"/>
                  <a:pt x="127899" y="1337"/>
                  <a:pt x="128036" y="1566"/>
                </a:cubicBezTo>
                <a:cubicBezTo>
                  <a:pt x="132757" y="11099"/>
                  <a:pt x="136346" y="20748"/>
                  <a:pt x="138797" y="30510"/>
                </a:cubicBezTo>
                <a:cubicBezTo>
                  <a:pt x="141249" y="40225"/>
                  <a:pt x="142475" y="50169"/>
                  <a:pt x="142475" y="60339"/>
                </a:cubicBezTo>
                <a:close/>
                <a:moveTo>
                  <a:pt x="243199" y="70555"/>
                </a:moveTo>
                <a:cubicBezTo>
                  <a:pt x="243199" y="75187"/>
                  <a:pt x="242339" y="79250"/>
                  <a:pt x="240613" y="82745"/>
                </a:cubicBezTo>
                <a:cubicBezTo>
                  <a:pt x="238887" y="86242"/>
                  <a:pt x="236550" y="89171"/>
                  <a:pt x="233598" y="91531"/>
                </a:cubicBezTo>
                <a:cubicBezTo>
                  <a:pt x="230646" y="93846"/>
                  <a:pt x="227197" y="95595"/>
                  <a:pt x="223245" y="96775"/>
                </a:cubicBezTo>
                <a:cubicBezTo>
                  <a:pt x="219296" y="97955"/>
                  <a:pt x="215073" y="98547"/>
                  <a:pt x="210578" y="98547"/>
                </a:cubicBezTo>
                <a:cubicBezTo>
                  <a:pt x="207537" y="98547"/>
                  <a:pt x="204700" y="98295"/>
                  <a:pt x="202065" y="97798"/>
                </a:cubicBezTo>
                <a:cubicBezTo>
                  <a:pt x="199476" y="97298"/>
                  <a:pt x="197185" y="96706"/>
                  <a:pt x="195187" y="96026"/>
                </a:cubicBezTo>
                <a:cubicBezTo>
                  <a:pt x="193190" y="95300"/>
                  <a:pt x="191510" y="94549"/>
                  <a:pt x="190147" y="93777"/>
                </a:cubicBezTo>
                <a:cubicBezTo>
                  <a:pt x="188829" y="93006"/>
                  <a:pt x="187878" y="92326"/>
                  <a:pt x="187286" y="91734"/>
                </a:cubicBezTo>
                <a:cubicBezTo>
                  <a:pt x="186698" y="91146"/>
                  <a:pt x="186266" y="90306"/>
                  <a:pt x="185992" y="89217"/>
                </a:cubicBezTo>
                <a:cubicBezTo>
                  <a:pt x="185766" y="88080"/>
                  <a:pt x="185652" y="86468"/>
                  <a:pt x="185652" y="84379"/>
                </a:cubicBezTo>
                <a:cubicBezTo>
                  <a:pt x="185652" y="82973"/>
                  <a:pt x="185697" y="81793"/>
                  <a:pt x="185789" y="80839"/>
                </a:cubicBezTo>
                <a:cubicBezTo>
                  <a:pt x="185880" y="79884"/>
                  <a:pt x="186015" y="79113"/>
                  <a:pt x="186198" y="78524"/>
                </a:cubicBezTo>
                <a:cubicBezTo>
                  <a:pt x="186423" y="77933"/>
                  <a:pt x="186698" y="77524"/>
                  <a:pt x="187015" y="77298"/>
                </a:cubicBezTo>
                <a:cubicBezTo>
                  <a:pt x="187378" y="77024"/>
                  <a:pt x="187786" y="76890"/>
                  <a:pt x="188241" y="76890"/>
                </a:cubicBezTo>
                <a:cubicBezTo>
                  <a:pt x="188875" y="76890"/>
                  <a:pt x="189761" y="77275"/>
                  <a:pt x="190895" y="78047"/>
                </a:cubicBezTo>
                <a:cubicBezTo>
                  <a:pt x="192075" y="78773"/>
                  <a:pt x="193576" y="79590"/>
                  <a:pt x="195390" y="80499"/>
                </a:cubicBezTo>
                <a:cubicBezTo>
                  <a:pt x="197208" y="81407"/>
                  <a:pt x="199365" y="82247"/>
                  <a:pt x="201860" y="83019"/>
                </a:cubicBezTo>
                <a:cubicBezTo>
                  <a:pt x="204403" y="83745"/>
                  <a:pt x="207332" y="84108"/>
                  <a:pt x="210646" y="84108"/>
                </a:cubicBezTo>
                <a:cubicBezTo>
                  <a:pt x="212827" y="84108"/>
                  <a:pt x="214778" y="83859"/>
                  <a:pt x="216504" y="83359"/>
                </a:cubicBezTo>
                <a:cubicBezTo>
                  <a:pt x="218227" y="82813"/>
                  <a:pt x="219682" y="82065"/>
                  <a:pt x="220862" y="81110"/>
                </a:cubicBezTo>
                <a:cubicBezTo>
                  <a:pt x="222088" y="80159"/>
                  <a:pt x="223019" y="78978"/>
                  <a:pt x="223654" y="77570"/>
                </a:cubicBezTo>
                <a:cubicBezTo>
                  <a:pt x="224291" y="76161"/>
                  <a:pt x="224608" y="74595"/>
                  <a:pt x="224608" y="72869"/>
                </a:cubicBezTo>
                <a:cubicBezTo>
                  <a:pt x="224608" y="70872"/>
                  <a:pt x="224062" y="69172"/>
                  <a:pt x="222974" y="67763"/>
                </a:cubicBezTo>
                <a:cubicBezTo>
                  <a:pt x="221885" y="66308"/>
                  <a:pt x="220453" y="65040"/>
                  <a:pt x="218682" y="63948"/>
                </a:cubicBezTo>
                <a:cubicBezTo>
                  <a:pt x="216959" y="62814"/>
                  <a:pt x="214981" y="61771"/>
                  <a:pt x="212758" y="60816"/>
                </a:cubicBezTo>
                <a:cubicBezTo>
                  <a:pt x="210532" y="59816"/>
                  <a:pt x="208240" y="58773"/>
                  <a:pt x="205880" y="57684"/>
                </a:cubicBezTo>
                <a:cubicBezTo>
                  <a:pt x="203517" y="56593"/>
                  <a:pt x="201225" y="55367"/>
                  <a:pt x="198999" y="54007"/>
                </a:cubicBezTo>
                <a:cubicBezTo>
                  <a:pt x="196776" y="52598"/>
                  <a:pt x="194779" y="50941"/>
                  <a:pt x="193007" y="49035"/>
                </a:cubicBezTo>
                <a:cubicBezTo>
                  <a:pt x="191281" y="47080"/>
                  <a:pt x="189875" y="44788"/>
                  <a:pt x="188784" y="42157"/>
                </a:cubicBezTo>
                <a:cubicBezTo>
                  <a:pt x="187695" y="39522"/>
                  <a:pt x="187149" y="36367"/>
                  <a:pt x="187149" y="32690"/>
                </a:cubicBezTo>
                <a:cubicBezTo>
                  <a:pt x="187149" y="28466"/>
                  <a:pt x="187923" y="24766"/>
                  <a:pt x="189467" y="21588"/>
                </a:cubicBezTo>
                <a:cubicBezTo>
                  <a:pt x="191055" y="18365"/>
                  <a:pt x="193167" y="15708"/>
                  <a:pt x="195799" y="13619"/>
                </a:cubicBezTo>
                <a:cubicBezTo>
                  <a:pt x="198479" y="11484"/>
                  <a:pt x="201611" y="9896"/>
                  <a:pt x="205197" y="8853"/>
                </a:cubicBezTo>
                <a:cubicBezTo>
                  <a:pt x="208829" y="7807"/>
                  <a:pt x="212667" y="7287"/>
                  <a:pt x="216707" y="7287"/>
                </a:cubicBezTo>
                <a:cubicBezTo>
                  <a:pt x="218796" y="7287"/>
                  <a:pt x="220885" y="7444"/>
                  <a:pt x="222974" y="7764"/>
                </a:cubicBezTo>
                <a:cubicBezTo>
                  <a:pt x="225062" y="8081"/>
                  <a:pt x="227014" y="8512"/>
                  <a:pt x="228831" y="9055"/>
                </a:cubicBezTo>
                <a:cubicBezTo>
                  <a:pt x="230646" y="9601"/>
                  <a:pt x="232258" y="10216"/>
                  <a:pt x="233666" y="10896"/>
                </a:cubicBezTo>
                <a:cubicBezTo>
                  <a:pt x="235072" y="11576"/>
                  <a:pt x="236004" y="12144"/>
                  <a:pt x="236458" y="12599"/>
                </a:cubicBezTo>
                <a:cubicBezTo>
                  <a:pt x="236912" y="13053"/>
                  <a:pt x="237207" y="13439"/>
                  <a:pt x="237344" y="13756"/>
                </a:cubicBezTo>
                <a:cubicBezTo>
                  <a:pt x="237524" y="14073"/>
                  <a:pt x="237661" y="14505"/>
                  <a:pt x="237753" y="15050"/>
                </a:cubicBezTo>
                <a:cubicBezTo>
                  <a:pt x="237887" y="15551"/>
                  <a:pt x="237978" y="16208"/>
                  <a:pt x="238024" y="17025"/>
                </a:cubicBezTo>
                <a:cubicBezTo>
                  <a:pt x="238070" y="17797"/>
                  <a:pt x="238093" y="18774"/>
                  <a:pt x="238093" y="19954"/>
                </a:cubicBezTo>
                <a:cubicBezTo>
                  <a:pt x="238093" y="21271"/>
                  <a:pt x="238047" y="22383"/>
                  <a:pt x="237955" y="23291"/>
                </a:cubicBezTo>
                <a:cubicBezTo>
                  <a:pt x="237910" y="24197"/>
                  <a:pt x="237798" y="24949"/>
                  <a:pt x="237615" y="25537"/>
                </a:cubicBezTo>
                <a:cubicBezTo>
                  <a:pt x="237478" y="26129"/>
                  <a:pt x="237253" y="26560"/>
                  <a:pt x="236935" y="26832"/>
                </a:cubicBezTo>
                <a:cubicBezTo>
                  <a:pt x="236661" y="27103"/>
                  <a:pt x="236275" y="27241"/>
                  <a:pt x="235778" y="27241"/>
                </a:cubicBezTo>
                <a:cubicBezTo>
                  <a:pt x="235278" y="27241"/>
                  <a:pt x="234484" y="26923"/>
                  <a:pt x="233392" y="26286"/>
                </a:cubicBezTo>
                <a:cubicBezTo>
                  <a:pt x="232303" y="25652"/>
                  <a:pt x="230963" y="24972"/>
                  <a:pt x="229374" y="24243"/>
                </a:cubicBezTo>
                <a:cubicBezTo>
                  <a:pt x="227786" y="23472"/>
                  <a:pt x="225948" y="22791"/>
                  <a:pt x="223859" y="22200"/>
                </a:cubicBezTo>
                <a:cubicBezTo>
                  <a:pt x="221771" y="21566"/>
                  <a:pt x="219476" y="21248"/>
                  <a:pt x="216981" y="21248"/>
                </a:cubicBezTo>
                <a:cubicBezTo>
                  <a:pt x="215027" y="21248"/>
                  <a:pt x="213324" y="21497"/>
                  <a:pt x="211872" y="21997"/>
                </a:cubicBezTo>
                <a:cubicBezTo>
                  <a:pt x="210421" y="22451"/>
                  <a:pt x="209195" y="23109"/>
                  <a:pt x="208195" y="23972"/>
                </a:cubicBezTo>
                <a:cubicBezTo>
                  <a:pt x="207240" y="24789"/>
                  <a:pt x="206514" y="25789"/>
                  <a:pt x="206014" y="26969"/>
                </a:cubicBezTo>
                <a:cubicBezTo>
                  <a:pt x="205560" y="28149"/>
                  <a:pt x="205334" y="29398"/>
                  <a:pt x="205334" y="30712"/>
                </a:cubicBezTo>
                <a:cubicBezTo>
                  <a:pt x="205334" y="32667"/>
                  <a:pt x="205857" y="34370"/>
                  <a:pt x="206900" y="35822"/>
                </a:cubicBezTo>
                <a:cubicBezTo>
                  <a:pt x="207992" y="37230"/>
                  <a:pt x="209420" y="38499"/>
                  <a:pt x="211192" y="39636"/>
                </a:cubicBezTo>
                <a:cubicBezTo>
                  <a:pt x="213007" y="40725"/>
                  <a:pt x="215050" y="41768"/>
                  <a:pt x="217321" y="42768"/>
                </a:cubicBezTo>
                <a:cubicBezTo>
                  <a:pt x="219590" y="43723"/>
                  <a:pt x="221908" y="44743"/>
                  <a:pt x="224268" y="45834"/>
                </a:cubicBezTo>
                <a:cubicBezTo>
                  <a:pt x="226628" y="46923"/>
                  <a:pt x="228943" y="48172"/>
                  <a:pt x="231215" y="49578"/>
                </a:cubicBezTo>
                <a:cubicBezTo>
                  <a:pt x="233483" y="50941"/>
                  <a:pt x="235504" y="52598"/>
                  <a:pt x="237275" y="54550"/>
                </a:cubicBezTo>
                <a:cubicBezTo>
                  <a:pt x="239047" y="56458"/>
                  <a:pt x="240476" y="58727"/>
                  <a:pt x="241564" y="61362"/>
                </a:cubicBezTo>
                <a:cubicBezTo>
                  <a:pt x="242656" y="63948"/>
                  <a:pt x="243199" y="67014"/>
                  <a:pt x="243199" y="70555"/>
                </a:cubicBezTo>
                <a:close/>
                <a:moveTo>
                  <a:pt x="291828" y="88671"/>
                </a:moveTo>
                <a:cubicBezTo>
                  <a:pt x="291828" y="90668"/>
                  <a:pt x="291691" y="92212"/>
                  <a:pt x="291419" y="93303"/>
                </a:cubicBezTo>
                <a:cubicBezTo>
                  <a:pt x="291191" y="94346"/>
                  <a:pt x="290873" y="95095"/>
                  <a:pt x="290465" y="95549"/>
                </a:cubicBezTo>
                <a:cubicBezTo>
                  <a:pt x="290056" y="95958"/>
                  <a:pt x="289442" y="96343"/>
                  <a:pt x="288625" y="96706"/>
                </a:cubicBezTo>
                <a:cubicBezTo>
                  <a:pt x="287853" y="97024"/>
                  <a:pt x="286924" y="97298"/>
                  <a:pt x="285833" y="97524"/>
                </a:cubicBezTo>
                <a:cubicBezTo>
                  <a:pt x="284790" y="97798"/>
                  <a:pt x="283633" y="98001"/>
                  <a:pt x="282361" y="98138"/>
                </a:cubicBezTo>
                <a:cubicBezTo>
                  <a:pt x="281135" y="98272"/>
                  <a:pt x="279886" y="98341"/>
                  <a:pt x="278615" y="98341"/>
                </a:cubicBezTo>
                <a:cubicBezTo>
                  <a:pt x="275209" y="98341"/>
                  <a:pt x="272257" y="97909"/>
                  <a:pt x="269762" y="97046"/>
                </a:cubicBezTo>
                <a:cubicBezTo>
                  <a:pt x="267265" y="96183"/>
                  <a:pt x="265199" y="94869"/>
                  <a:pt x="263564" y="93097"/>
                </a:cubicBezTo>
                <a:cubicBezTo>
                  <a:pt x="261930" y="91280"/>
                  <a:pt x="260727" y="89011"/>
                  <a:pt x="259955" y="86288"/>
                </a:cubicBezTo>
                <a:cubicBezTo>
                  <a:pt x="259181" y="83562"/>
                  <a:pt x="258795" y="80339"/>
                  <a:pt x="258795" y="76615"/>
                </a:cubicBezTo>
                <a:lnTo>
                  <a:pt x="258795" y="45491"/>
                </a:lnTo>
                <a:lnTo>
                  <a:pt x="251509" y="45491"/>
                </a:lnTo>
                <a:cubicBezTo>
                  <a:pt x="250646" y="45491"/>
                  <a:pt x="249988" y="44971"/>
                  <a:pt x="249534" y="43925"/>
                </a:cubicBezTo>
                <a:cubicBezTo>
                  <a:pt x="249080" y="42837"/>
                  <a:pt x="248854" y="41042"/>
                  <a:pt x="248854" y="38545"/>
                </a:cubicBezTo>
                <a:cubicBezTo>
                  <a:pt x="248854" y="37230"/>
                  <a:pt x="248900" y="36116"/>
                  <a:pt x="248988" y="35207"/>
                </a:cubicBezTo>
                <a:cubicBezTo>
                  <a:pt x="249125" y="34301"/>
                  <a:pt x="249308" y="33596"/>
                  <a:pt x="249534" y="33098"/>
                </a:cubicBezTo>
                <a:cubicBezTo>
                  <a:pt x="249760" y="32553"/>
                  <a:pt x="250034" y="32167"/>
                  <a:pt x="250351" y="31938"/>
                </a:cubicBezTo>
                <a:cubicBezTo>
                  <a:pt x="250714" y="31713"/>
                  <a:pt x="251123" y="31598"/>
                  <a:pt x="251577" y="31598"/>
                </a:cubicBezTo>
                <a:lnTo>
                  <a:pt x="258795" y="31598"/>
                </a:lnTo>
                <a:lnTo>
                  <a:pt x="258795" y="18045"/>
                </a:lnTo>
                <a:cubicBezTo>
                  <a:pt x="258795" y="17594"/>
                  <a:pt x="258910" y="17185"/>
                  <a:pt x="259138" y="16819"/>
                </a:cubicBezTo>
                <a:cubicBezTo>
                  <a:pt x="259410" y="16456"/>
                  <a:pt x="259864" y="16162"/>
                  <a:pt x="260498" y="15936"/>
                </a:cubicBezTo>
                <a:cubicBezTo>
                  <a:pt x="261181" y="15662"/>
                  <a:pt x="262064" y="15482"/>
                  <a:pt x="263156" y="15390"/>
                </a:cubicBezTo>
                <a:cubicBezTo>
                  <a:pt x="264290" y="15253"/>
                  <a:pt x="265676" y="15185"/>
                  <a:pt x="267311" y="15185"/>
                </a:cubicBezTo>
                <a:cubicBezTo>
                  <a:pt x="268988" y="15185"/>
                  <a:pt x="270374" y="15253"/>
                  <a:pt x="271462" y="15390"/>
                </a:cubicBezTo>
                <a:cubicBezTo>
                  <a:pt x="272600" y="15482"/>
                  <a:pt x="273483" y="15662"/>
                  <a:pt x="274120" y="15936"/>
                </a:cubicBezTo>
                <a:cubicBezTo>
                  <a:pt x="274754" y="16162"/>
                  <a:pt x="275209" y="16456"/>
                  <a:pt x="275483" y="16819"/>
                </a:cubicBezTo>
                <a:cubicBezTo>
                  <a:pt x="275754" y="17185"/>
                  <a:pt x="275892" y="17594"/>
                  <a:pt x="275892" y="18045"/>
                </a:cubicBezTo>
                <a:lnTo>
                  <a:pt x="275892" y="31598"/>
                </a:lnTo>
                <a:lnTo>
                  <a:pt x="289102" y="31598"/>
                </a:lnTo>
                <a:cubicBezTo>
                  <a:pt x="289556" y="31598"/>
                  <a:pt x="289942" y="31713"/>
                  <a:pt x="290259" y="31938"/>
                </a:cubicBezTo>
                <a:cubicBezTo>
                  <a:pt x="290625" y="32167"/>
                  <a:pt x="290919" y="32553"/>
                  <a:pt x="291145" y="33098"/>
                </a:cubicBezTo>
                <a:cubicBezTo>
                  <a:pt x="291374" y="33596"/>
                  <a:pt x="291531" y="34301"/>
                  <a:pt x="291622" y="35207"/>
                </a:cubicBezTo>
                <a:cubicBezTo>
                  <a:pt x="291759" y="36116"/>
                  <a:pt x="291828" y="37230"/>
                  <a:pt x="291828" y="38545"/>
                </a:cubicBezTo>
                <a:cubicBezTo>
                  <a:pt x="291828" y="41042"/>
                  <a:pt x="291599" y="42837"/>
                  <a:pt x="291145" y="43925"/>
                </a:cubicBezTo>
                <a:cubicBezTo>
                  <a:pt x="290691" y="44971"/>
                  <a:pt x="290033" y="45491"/>
                  <a:pt x="289170" y="45491"/>
                </a:cubicBezTo>
                <a:lnTo>
                  <a:pt x="275892" y="45491"/>
                </a:lnTo>
                <a:lnTo>
                  <a:pt x="275892" y="74029"/>
                </a:lnTo>
                <a:cubicBezTo>
                  <a:pt x="275892" y="77344"/>
                  <a:pt x="276412" y="79839"/>
                  <a:pt x="277458" y="81519"/>
                </a:cubicBezTo>
                <a:cubicBezTo>
                  <a:pt x="278501" y="83153"/>
                  <a:pt x="280364" y="83970"/>
                  <a:pt x="283041" y="83970"/>
                </a:cubicBezTo>
                <a:cubicBezTo>
                  <a:pt x="283950" y="83970"/>
                  <a:pt x="284767" y="83905"/>
                  <a:pt x="285493" y="83768"/>
                </a:cubicBezTo>
                <a:cubicBezTo>
                  <a:pt x="286219" y="83585"/>
                  <a:pt x="286856" y="83405"/>
                  <a:pt x="287399" y="83222"/>
                </a:cubicBezTo>
                <a:cubicBezTo>
                  <a:pt x="287990" y="82996"/>
                  <a:pt x="288467" y="82813"/>
                  <a:pt x="288830" y="82679"/>
                </a:cubicBezTo>
                <a:cubicBezTo>
                  <a:pt x="289239" y="82496"/>
                  <a:pt x="289602" y="82405"/>
                  <a:pt x="289919" y="82405"/>
                </a:cubicBezTo>
                <a:cubicBezTo>
                  <a:pt x="290193" y="82405"/>
                  <a:pt x="290442" y="82496"/>
                  <a:pt x="290668" y="82679"/>
                </a:cubicBezTo>
                <a:cubicBezTo>
                  <a:pt x="290942" y="82813"/>
                  <a:pt x="291145" y="83130"/>
                  <a:pt x="291282" y="83630"/>
                </a:cubicBezTo>
                <a:cubicBezTo>
                  <a:pt x="291419" y="84085"/>
                  <a:pt x="291531" y="84722"/>
                  <a:pt x="291622" y="85539"/>
                </a:cubicBezTo>
                <a:cubicBezTo>
                  <a:pt x="291759" y="86357"/>
                  <a:pt x="291828" y="87399"/>
                  <a:pt x="291828" y="88671"/>
                </a:cubicBezTo>
                <a:close/>
                <a:moveTo>
                  <a:pt x="354619" y="94869"/>
                </a:moveTo>
                <a:cubicBezTo>
                  <a:pt x="354619" y="95503"/>
                  <a:pt x="354393" y="96003"/>
                  <a:pt x="353939" y="96366"/>
                </a:cubicBezTo>
                <a:cubicBezTo>
                  <a:pt x="353484" y="96729"/>
                  <a:pt x="352758" y="96981"/>
                  <a:pt x="351758" y="97115"/>
                </a:cubicBezTo>
                <a:cubicBezTo>
                  <a:pt x="350807" y="97298"/>
                  <a:pt x="349375" y="97389"/>
                  <a:pt x="347469" y="97389"/>
                </a:cubicBezTo>
                <a:cubicBezTo>
                  <a:pt x="345426" y="97389"/>
                  <a:pt x="343926" y="97298"/>
                  <a:pt x="342974" y="97115"/>
                </a:cubicBezTo>
                <a:cubicBezTo>
                  <a:pt x="342066" y="96981"/>
                  <a:pt x="341408" y="96729"/>
                  <a:pt x="341000" y="96366"/>
                </a:cubicBezTo>
                <a:cubicBezTo>
                  <a:pt x="340634" y="96003"/>
                  <a:pt x="340454" y="95503"/>
                  <a:pt x="340454" y="94869"/>
                </a:cubicBezTo>
                <a:lnTo>
                  <a:pt x="340454" y="90034"/>
                </a:lnTo>
                <a:cubicBezTo>
                  <a:pt x="337957" y="92712"/>
                  <a:pt x="335096" y="94800"/>
                  <a:pt x="331873" y="96298"/>
                </a:cubicBezTo>
                <a:cubicBezTo>
                  <a:pt x="328695" y="97798"/>
                  <a:pt x="325152" y="98547"/>
                  <a:pt x="321249" y="98547"/>
                </a:cubicBezTo>
                <a:cubicBezTo>
                  <a:pt x="318025" y="98547"/>
                  <a:pt x="315051" y="98115"/>
                  <a:pt x="312328" y="97252"/>
                </a:cubicBezTo>
                <a:cubicBezTo>
                  <a:pt x="309647" y="96435"/>
                  <a:pt x="307310" y="95209"/>
                  <a:pt x="305312" y="93575"/>
                </a:cubicBezTo>
                <a:cubicBezTo>
                  <a:pt x="303358" y="91894"/>
                  <a:pt x="301838" y="89828"/>
                  <a:pt x="300749" y="87377"/>
                </a:cubicBezTo>
                <a:cubicBezTo>
                  <a:pt x="299660" y="84925"/>
                  <a:pt x="299115" y="82065"/>
                  <a:pt x="299115" y="78796"/>
                </a:cubicBezTo>
                <a:cubicBezTo>
                  <a:pt x="299115" y="75255"/>
                  <a:pt x="299795" y="72189"/>
                  <a:pt x="301158" y="69600"/>
                </a:cubicBezTo>
                <a:cubicBezTo>
                  <a:pt x="302564" y="66968"/>
                  <a:pt x="304630" y="64811"/>
                  <a:pt x="307356" y="63131"/>
                </a:cubicBezTo>
                <a:cubicBezTo>
                  <a:pt x="310124" y="61405"/>
                  <a:pt x="313553" y="60136"/>
                  <a:pt x="317640" y="59319"/>
                </a:cubicBezTo>
                <a:cubicBezTo>
                  <a:pt x="321726" y="58502"/>
                  <a:pt x="326469" y="58093"/>
                  <a:pt x="331873" y="58093"/>
                </a:cubicBezTo>
                <a:lnTo>
                  <a:pt x="337797" y="58093"/>
                </a:lnTo>
                <a:lnTo>
                  <a:pt x="337797" y="54415"/>
                </a:lnTo>
                <a:cubicBezTo>
                  <a:pt x="337797" y="52507"/>
                  <a:pt x="337594" y="50849"/>
                  <a:pt x="337185" y="49443"/>
                </a:cubicBezTo>
                <a:cubicBezTo>
                  <a:pt x="336822" y="47989"/>
                  <a:pt x="336185" y="46786"/>
                  <a:pt x="335279" y="45834"/>
                </a:cubicBezTo>
                <a:cubicBezTo>
                  <a:pt x="334416" y="44880"/>
                  <a:pt x="333233" y="44177"/>
                  <a:pt x="331736" y="43723"/>
                </a:cubicBezTo>
                <a:cubicBezTo>
                  <a:pt x="330284" y="43268"/>
                  <a:pt x="328467" y="43040"/>
                  <a:pt x="326286" y="43040"/>
                </a:cubicBezTo>
                <a:cubicBezTo>
                  <a:pt x="323426" y="43040"/>
                  <a:pt x="320863" y="43360"/>
                  <a:pt x="318591" y="43994"/>
                </a:cubicBezTo>
                <a:cubicBezTo>
                  <a:pt x="316368" y="44628"/>
                  <a:pt x="314394" y="45334"/>
                  <a:pt x="312668" y="46106"/>
                </a:cubicBezTo>
                <a:cubicBezTo>
                  <a:pt x="310942" y="46877"/>
                  <a:pt x="309490" y="47580"/>
                  <a:pt x="308307" y="48217"/>
                </a:cubicBezTo>
                <a:cubicBezTo>
                  <a:pt x="307173" y="48852"/>
                  <a:pt x="306241" y="49169"/>
                  <a:pt x="305515" y="49169"/>
                </a:cubicBezTo>
                <a:cubicBezTo>
                  <a:pt x="305015" y="49169"/>
                  <a:pt x="304564" y="49012"/>
                  <a:pt x="304155" y="48695"/>
                </a:cubicBezTo>
                <a:cubicBezTo>
                  <a:pt x="303789" y="48375"/>
                  <a:pt x="303472" y="47920"/>
                  <a:pt x="303201" y="47332"/>
                </a:cubicBezTo>
                <a:cubicBezTo>
                  <a:pt x="302972" y="46740"/>
                  <a:pt x="302792" y="46014"/>
                  <a:pt x="302655" y="45151"/>
                </a:cubicBezTo>
                <a:cubicBezTo>
                  <a:pt x="302521" y="44288"/>
                  <a:pt x="302452" y="43337"/>
                  <a:pt x="302452" y="42291"/>
                </a:cubicBezTo>
                <a:cubicBezTo>
                  <a:pt x="302452" y="40885"/>
                  <a:pt x="302564" y="39771"/>
                  <a:pt x="302792" y="38953"/>
                </a:cubicBezTo>
                <a:cubicBezTo>
                  <a:pt x="303018" y="38136"/>
                  <a:pt x="303449" y="37410"/>
                  <a:pt x="304087" y="36776"/>
                </a:cubicBezTo>
                <a:cubicBezTo>
                  <a:pt x="304721" y="36093"/>
                  <a:pt x="305833" y="35367"/>
                  <a:pt x="307424" y="34596"/>
                </a:cubicBezTo>
                <a:cubicBezTo>
                  <a:pt x="309013" y="33779"/>
                  <a:pt x="310873" y="33030"/>
                  <a:pt x="313008" y="32347"/>
                </a:cubicBezTo>
                <a:cubicBezTo>
                  <a:pt x="315142" y="31667"/>
                  <a:pt x="317457" y="31121"/>
                  <a:pt x="319954" y="30712"/>
                </a:cubicBezTo>
                <a:cubicBezTo>
                  <a:pt x="322497" y="30261"/>
                  <a:pt x="325106" y="30032"/>
                  <a:pt x="327787" y="30032"/>
                </a:cubicBezTo>
                <a:cubicBezTo>
                  <a:pt x="332553" y="30032"/>
                  <a:pt x="336616" y="30510"/>
                  <a:pt x="339977" y="31464"/>
                </a:cubicBezTo>
                <a:cubicBezTo>
                  <a:pt x="343383" y="32370"/>
                  <a:pt x="346175" y="33801"/>
                  <a:pt x="348355" y="35753"/>
                </a:cubicBezTo>
                <a:cubicBezTo>
                  <a:pt x="350532" y="37659"/>
                  <a:pt x="352121" y="40134"/>
                  <a:pt x="353121" y="43177"/>
                </a:cubicBezTo>
                <a:cubicBezTo>
                  <a:pt x="354119" y="46220"/>
                  <a:pt x="354619" y="49829"/>
                  <a:pt x="354619" y="54007"/>
                </a:cubicBezTo>
                <a:lnTo>
                  <a:pt x="354619" y="94869"/>
                </a:lnTo>
                <a:close/>
                <a:moveTo>
                  <a:pt x="337797" y="68851"/>
                </a:moveTo>
                <a:lnTo>
                  <a:pt x="331259" y="68851"/>
                </a:lnTo>
                <a:cubicBezTo>
                  <a:pt x="328490" y="68851"/>
                  <a:pt x="326129" y="69057"/>
                  <a:pt x="324178" y="69466"/>
                </a:cubicBezTo>
                <a:cubicBezTo>
                  <a:pt x="322223" y="69874"/>
                  <a:pt x="320634" y="70486"/>
                  <a:pt x="319408" y="71303"/>
                </a:cubicBezTo>
                <a:cubicBezTo>
                  <a:pt x="318183" y="72120"/>
                  <a:pt x="317274" y="73121"/>
                  <a:pt x="316685" y="74301"/>
                </a:cubicBezTo>
                <a:cubicBezTo>
                  <a:pt x="316140" y="75435"/>
                  <a:pt x="315868" y="76752"/>
                  <a:pt x="315868" y="78250"/>
                </a:cubicBezTo>
                <a:cubicBezTo>
                  <a:pt x="315868" y="80793"/>
                  <a:pt x="316662" y="82790"/>
                  <a:pt x="318251" y="84245"/>
                </a:cubicBezTo>
                <a:cubicBezTo>
                  <a:pt x="319886" y="85696"/>
                  <a:pt x="322135" y="86422"/>
                  <a:pt x="324995" y="86422"/>
                </a:cubicBezTo>
                <a:cubicBezTo>
                  <a:pt x="327401" y="86422"/>
                  <a:pt x="329601" y="85811"/>
                  <a:pt x="331599" y="84585"/>
                </a:cubicBezTo>
                <a:cubicBezTo>
                  <a:pt x="333642" y="83359"/>
                  <a:pt x="335708" y="81564"/>
                  <a:pt x="337797" y="79204"/>
                </a:cubicBezTo>
                <a:lnTo>
                  <a:pt x="337797" y="68851"/>
                </a:lnTo>
                <a:close/>
                <a:moveTo>
                  <a:pt x="432871" y="63471"/>
                </a:moveTo>
                <a:cubicBezTo>
                  <a:pt x="432871" y="68874"/>
                  <a:pt x="432280" y="73732"/>
                  <a:pt x="431100" y="78047"/>
                </a:cubicBezTo>
                <a:cubicBezTo>
                  <a:pt x="429919" y="82359"/>
                  <a:pt x="428216" y="86036"/>
                  <a:pt x="425993" y="89080"/>
                </a:cubicBezTo>
                <a:cubicBezTo>
                  <a:pt x="423767" y="92120"/>
                  <a:pt x="421021" y="94460"/>
                  <a:pt x="417752" y="96095"/>
                </a:cubicBezTo>
                <a:cubicBezTo>
                  <a:pt x="414529" y="97729"/>
                  <a:pt x="410851" y="98547"/>
                  <a:pt x="406719" y="98547"/>
                </a:cubicBezTo>
                <a:cubicBezTo>
                  <a:pt x="404676" y="98547"/>
                  <a:pt x="402770" y="98341"/>
                  <a:pt x="400999" y="97932"/>
                </a:cubicBezTo>
                <a:cubicBezTo>
                  <a:pt x="399227" y="97569"/>
                  <a:pt x="397524" y="96958"/>
                  <a:pt x="395889" y="96095"/>
                </a:cubicBezTo>
                <a:cubicBezTo>
                  <a:pt x="394301" y="95232"/>
                  <a:pt x="392712" y="94140"/>
                  <a:pt x="391123" y="92826"/>
                </a:cubicBezTo>
                <a:cubicBezTo>
                  <a:pt x="389580" y="91509"/>
                  <a:pt x="387991" y="89920"/>
                  <a:pt x="386357" y="88057"/>
                </a:cubicBezTo>
                <a:lnTo>
                  <a:pt x="386357" y="94663"/>
                </a:lnTo>
                <a:cubicBezTo>
                  <a:pt x="386357" y="95163"/>
                  <a:pt x="386220" y="95595"/>
                  <a:pt x="385948" y="95958"/>
                </a:cubicBezTo>
                <a:cubicBezTo>
                  <a:pt x="385720" y="96275"/>
                  <a:pt x="385311" y="96549"/>
                  <a:pt x="384722" y="96775"/>
                </a:cubicBezTo>
                <a:cubicBezTo>
                  <a:pt x="384177" y="97004"/>
                  <a:pt x="383428" y="97161"/>
                  <a:pt x="382474" y="97252"/>
                </a:cubicBezTo>
                <a:cubicBezTo>
                  <a:pt x="381522" y="97344"/>
                  <a:pt x="380362" y="97389"/>
                  <a:pt x="379002" y="97389"/>
                </a:cubicBezTo>
                <a:cubicBezTo>
                  <a:pt x="377593" y="97389"/>
                  <a:pt x="376413" y="97344"/>
                  <a:pt x="375458" y="97252"/>
                </a:cubicBezTo>
                <a:cubicBezTo>
                  <a:pt x="374553" y="97161"/>
                  <a:pt x="373801" y="97004"/>
                  <a:pt x="373212" y="96775"/>
                </a:cubicBezTo>
                <a:cubicBezTo>
                  <a:pt x="372667" y="96549"/>
                  <a:pt x="372281" y="96275"/>
                  <a:pt x="372055" y="95958"/>
                </a:cubicBezTo>
                <a:cubicBezTo>
                  <a:pt x="371826" y="95595"/>
                  <a:pt x="371712" y="95163"/>
                  <a:pt x="371712" y="94663"/>
                </a:cubicBezTo>
                <a:lnTo>
                  <a:pt x="371712" y="5106"/>
                </a:lnTo>
                <a:cubicBezTo>
                  <a:pt x="371712" y="4652"/>
                  <a:pt x="371849" y="4243"/>
                  <a:pt x="372121" y="3880"/>
                </a:cubicBezTo>
                <a:cubicBezTo>
                  <a:pt x="372395" y="3518"/>
                  <a:pt x="372849" y="3223"/>
                  <a:pt x="373484" y="2995"/>
                </a:cubicBezTo>
                <a:cubicBezTo>
                  <a:pt x="374164" y="2723"/>
                  <a:pt x="375050" y="2517"/>
                  <a:pt x="376141" y="2383"/>
                </a:cubicBezTo>
                <a:cubicBezTo>
                  <a:pt x="377230" y="2246"/>
                  <a:pt x="378616" y="2177"/>
                  <a:pt x="380296" y="2177"/>
                </a:cubicBezTo>
                <a:cubicBezTo>
                  <a:pt x="381973" y="2177"/>
                  <a:pt x="383359" y="2246"/>
                  <a:pt x="384448" y="2383"/>
                </a:cubicBezTo>
                <a:cubicBezTo>
                  <a:pt x="385540" y="2517"/>
                  <a:pt x="386403" y="2723"/>
                  <a:pt x="387037" y="2995"/>
                </a:cubicBezTo>
                <a:cubicBezTo>
                  <a:pt x="387717" y="3223"/>
                  <a:pt x="388194" y="3518"/>
                  <a:pt x="388469" y="3880"/>
                </a:cubicBezTo>
                <a:cubicBezTo>
                  <a:pt x="388740" y="4243"/>
                  <a:pt x="388877" y="4652"/>
                  <a:pt x="388877" y="5106"/>
                </a:cubicBezTo>
                <a:lnTo>
                  <a:pt x="388877" y="38682"/>
                </a:lnTo>
                <a:cubicBezTo>
                  <a:pt x="390420" y="37139"/>
                  <a:pt x="391963" y="35822"/>
                  <a:pt x="393506" y="34733"/>
                </a:cubicBezTo>
                <a:cubicBezTo>
                  <a:pt x="395049" y="33641"/>
                  <a:pt x="396595" y="32756"/>
                  <a:pt x="398138" y="32075"/>
                </a:cubicBezTo>
                <a:cubicBezTo>
                  <a:pt x="399681" y="31350"/>
                  <a:pt x="401270" y="30827"/>
                  <a:pt x="402905" y="30510"/>
                </a:cubicBezTo>
                <a:cubicBezTo>
                  <a:pt x="404539" y="30192"/>
                  <a:pt x="406265" y="30032"/>
                  <a:pt x="408082" y="30032"/>
                </a:cubicBezTo>
                <a:cubicBezTo>
                  <a:pt x="412577" y="30032"/>
                  <a:pt x="416389" y="30941"/>
                  <a:pt x="419524" y="32756"/>
                </a:cubicBezTo>
                <a:cubicBezTo>
                  <a:pt x="422656" y="34527"/>
                  <a:pt x="425199" y="36933"/>
                  <a:pt x="427151" y="39976"/>
                </a:cubicBezTo>
                <a:cubicBezTo>
                  <a:pt x="429148" y="43017"/>
                  <a:pt x="430602" y="46583"/>
                  <a:pt x="431508" y="50669"/>
                </a:cubicBezTo>
                <a:cubicBezTo>
                  <a:pt x="432417" y="54710"/>
                  <a:pt x="432871" y="58976"/>
                  <a:pt x="432871" y="63471"/>
                </a:cubicBezTo>
                <a:close/>
                <a:moveTo>
                  <a:pt x="415095" y="64697"/>
                </a:moveTo>
                <a:cubicBezTo>
                  <a:pt x="415095" y="62111"/>
                  <a:pt x="414892" y="59613"/>
                  <a:pt x="414483" y="57207"/>
                </a:cubicBezTo>
                <a:cubicBezTo>
                  <a:pt x="414120" y="54801"/>
                  <a:pt x="413460" y="52667"/>
                  <a:pt x="412509" y="50803"/>
                </a:cubicBezTo>
                <a:cubicBezTo>
                  <a:pt x="411554" y="48943"/>
                  <a:pt x="410306" y="47469"/>
                  <a:pt x="408763" y="46377"/>
                </a:cubicBezTo>
                <a:cubicBezTo>
                  <a:pt x="407265" y="45243"/>
                  <a:pt x="405356" y="44674"/>
                  <a:pt x="403042" y="44674"/>
                </a:cubicBezTo>
                <a:cubicBezTo>
                  <a:pt x="401907" y="44674"/>
                  <a:pt x="400793" y="44834"/>
                  <a:pt x="399704" y="45151"/>
                </a:cubicBezTo>
                <a:cubicBezTo>
                  <a:pt x="398616" y="45469"/>
                  <a:pt x="397481" y="46014"/>
                  <a:pt x="396298" y="46786"/>
                </a:cubicBezTo>
                <a:cubicBezTo>
                  <a:pt x="395164" y="47557"/>
                  <a:pt x="393984" y="48557"/>
                  <a:pt x="392758" y="49783"/>
                </a:cubicBezTo>
                <a:cubicBezTo>
                  <a:pt x="391532" y="51009"/>
                  <a:pt x="390237" y="52529"/>
                  <a:pt x="388877" y="54347"/>
                </a:cubicBezTo>
                <a:lnTo>
                  <a:pt x="388877" y="74504"/>
                </a:lnTo>
                <a:cubicBezTo>
                  <a:pt x="391283" y="77593"/>
                  <a:pt x="393575" y="79953"/>
                  <a:pt x="395755" y="81587"/>
                </a:cubicBezTo>
                <a:cubicBezTo>
                  <a:pt x="397978" y="83176"/>
                  <a:pt x="400296" y="83970"/>
                  <a:pt x="402702" y="83970"/>
                </a:cubicBezTo>
                <a:cubicBezTo>
                  <a:pt x="404925" y="83970"/>
                  <a:pt x="406811" y="83405"/>
                  <a:pt x="408354" y="82267"/>
                </a:cubicBezTo>
                <a:cubicBezTo>
                  <a:pt x="409897" y="81133"/>
                  <a:pt x="411169" y="79659"/>
                  <a:pt x="412169" y="77841"/>
                </a:cubicBezTo>
                <a:cubicBezTo>
                  <a:pt x="413212" y="76027"/>
                  <a:pt x="413960" y="73961"/>
                  <a:pt x="414415" y="71643"/>
                </a:cubicBezTo>
                <a:cubicBezTo>
                  <a:pt x="414869" y="69329"/>
                  <a:pt x="415095" y="67014"/>
                  <a:pt x="415095" y="64697"/>
                </a:cubicBezTo>
                <a:close/>
                <a:moveTo>
                  <a:pt x="463724" y="94663"/>
                </a:moveTo>
                <a:cubicBezTo>
                  <a:pt x="463724" y="95118"/>
                  <a:pt x="463587" y="95526"/>
                  <a:pt x="463315" y="95889"/>
                </a:cubicBezTo>
                <a:cubicBezTo>
                  <a:pt x="463041" y="96206"/>
                  <a:pt x="462564" y="96481"/>
                  <a:pt x="461883" y="96706"/>
                </a:cubicBezTo>
                <a:cubicBezTo>
                  <a:pt x="461249" y="96935"/>
                  <a:pt x="460386" y="97092"/>
                  <a:pt x="459295" y="97184"/>
                </a:cubicBezTo>
                <a:cubicBezTo>
                  <a:pt x="458206" y="97321"/>
                  <a:pt x="456823" y="97389"/>
                  <a:pt x="455143" y="97389"/>
                </a:cubicBezTo>
                <a:cubicBezTo>
                  <a:pt x="453462" y="97389"/>
                  <a:pt x="452077" y="97321"/>
                  <a:pt x="450988" y="97184"/>
                </a:cubicBezTo>
                <a:cubicBezTo>
                  <a:pt x="449896" y="97092"/>
                  <a:pt x="449013" y="96935"/>
                  <a:pt x="448330" y="96706"/>
                </a:cubicBezTo>
                <a:cubicBezTo>
                  <a:pt x="447696" y="96481"/>
                  <a:pt x="447242" y="96206"/>
                  <a:pt x="446970" y="95889"/>
                </a:cubicBezTo>
                <a:cubicBezTo>
                  <a:pt x="446696" y="95526"/>
                  <a:pt x="446562" y="95118"/>
                  <a:pt x="446562" y="94663"/>
                </a:cubicBezTo>
                <a:lnTo>
                  <a:pt x="446562" y="5106"/>
                </a:lnTo>
                <a:cubicBezTo>
                  <a:pt x="446562" y="4652"/>
                  <a:pt x="446696" y="4243"/>
                  <a:pt x="446970" y="3880"/>
                </a:cubicBezTo>
                <a:cubicBezTo>
                  <a:pt x="447242" y="3518"/>
                  <a:pt x="447696" y="3223"/>
                  <a:pt x="448330" y="2995"/>
                </a:cubicBezTo>
                <a:cubicBezTo>
                  <a:pt x="449013" y="2723"/>
                  <a:pt x="449896" y="2517"/>
                  <a:pt x="450988" y="2383"/>
                </a:cubicBezTo>
                <a:cubicBezTo>
                  <a:pt x="452077" y="2246"/>
                  <a:pt x="453462" y="2177"/>
                  <a:pt x="455143" y="2177"/>
                </a:cubicBezTo>
                <a:cubicBezTo>
                  <a:pt x="456823" y="2177"/>
                  <a:pt x="458206" y="2246"/>
                  <a:pt x="459295" y="2383"/>
                </a:cubicBezTo>
                <a:cubicBezTo>
                  <a:pt x="460386" y="2517"/>
                  <a:pt x="461249" y="2723"/>
                  <a:pt x="461883" y="2995"/>
                </a:cubicBezTo>
                <a:cubicBezTo>
                  <a:pt x="462564" y="3223"/>
                  <a:pt x="463041" y="3518"/>
                  <a:pt x="463315" y="3880"/>
                </a:cubicBezTo>
                <a:cubicBezTo>
                  <a:pt x="463587" y="4243"/>
                  <a:pt x="463724" y="4652"/>
                  <a:pt x="463724" y="5106"/>
                </a:cubicBezTo>
                <a:lnTo>
                  <a:pt x="463724" y="94663"/>
                </a:lnTo>
                <a:close/>
                <a:moveTo>
                  <a:pt x="536936" y="62519"/>
                </a:moveTo>
                <a:cubicBezTo>
                  <a:pt x="536936" y="64608"/>
                  <a:pt x="536458" y="66151"/>
                  <a:pt x="535504" y="67148"/>
                </a:cubicBezTo>
                <a:cubicBezTo>
                  <a:pt x="534598" y="68149"/>
                  <a:pt x="533327" y="68649"/>
                  <a:pt x="531692" y="68649"/>
                </a:cubicBezTo>
                <a:lnTo>
                  <a:pt x="494710" y="68649"/>
                </a:lnTo>
                <a:cubicBezTo>
                  <a:pt x="494710" y="71235"/>
                  <a:pt x="495005" y="73598"/>
                  <a:pt x="495596" y="75729"/>
                </a:cubicBezTo>
                <a:cubicBezTo>
                  <a:pt x="496231" y="77818"/>
                  <a:pt x="497208" y="79613"/>
                  <a:pt x="498525" y="81110"/>
                </a:cubicBezTo>
                <a:cubicBezTo>
                  <a:pt x="499885" y="82565"/>
                  <a:pt x="501611" y="83676"/>
                  <a:pt x="503700" y="84448"/>
                </a:cubicBezTo>
                <a:cubicBezTo>
                  <a:pt x="505835" y="85219"/>
                  <a:pt x="508378" y="85605"/>
                  <a:pt x="511327" y="85605"/>
                </a:cubicBezTo>
                <a:cubicBezTo>
                  <a:pt x="514324" y="85605"/>
                  <a:pt x="516959" y="85402"/>
                  <a:pt x="519228" y="84993"/>
                </a:cubicBezTo>
                <a:cubicBezTo>
                  <a:pt x="521497" y="84539"/>
                  <a:pt x="523451" y="84062"/>
                  <a:pt x="525086" y="83562"/>
                </a:cubicBezTo>
                <a:cubicBezTo>
                  <a:pt x="526766" y="83019"/>
                  <a:pt x="528149" y="82542"/>
                  <a:pt x="529240" y="82133"/>
                </a:cubicBezTo>
                <a:cubicBezTo>
                  <a:pt x="530329" y="81679"/>
                  <a:pt x="531215" y="81450"/>
                  <a:pt x="531895" y="81450"/>
                </a:cubicBezTo>
                <a:cubicBezTo>
                  <a:pt x="532304" y="81450"/>
                  <a:pt x="532644" y="81542"/>
                  <a:pt x="532918" y="81725"/>
                </a:cubicBezTo>
                <a:cubicBezTo>
                  <a:pt x="533189" y="81859"/>
                  <a:pt x="533415" y="82133"/>
                  <a:pt x="533598" y="82542"/>
                </a:cubicBezTo>
                <a:cubicBezTo>
                  <a:pt x="533778" y="82950"/>
                  <a:pt x="533892" y="83539"/>
                  <a:pt x="533938" y="84313"/>
                </a:cubicBezTo>
                <a:cubicBezTo>
                  <a:pt x="534030" y="85039"/>
                  <a:pt x="534075" y="85968"/>
                  <a:pt x="534075" y="87105"/>
                </a:cubicBezTo>
                <a:cubicBezTo>
                  <a:pt x="534075" y="88102"/>
                  <a:pt x="534052" y="88965"/>
                  <a:pt x="534007" y="89691"/>
                </a:cubicBezTo>
                <a:cubicBezTo>
                  <a:pt x="533961" y="90374"/>
                  <a:pt x="533892" y="90963"/>
                  <a:pt x="533801" y="91463"/>
                </a:cubicBezTo>
                <a:cubicBezTo>
                  <a:pt x="533712" y="91963"/>
                  <a:pt x="533575" y="92394"/>
                  <a:pt x="533392" y="92757"/>
                </a:cubicBezTo>
                <a:cubicBezTo>
                  <a:pt x="533212" y="93074"/>
                  <a:pt x="532961" y="93392"/>
                  <a:pt x="532644" y="93712"/>
                </a:cubicBezTo>
                <a:cubicBezTo>
                  <a:pt x="532372" y="94029"/>
                  <a:pt x="531578" y="94460"/>
                  <a:pt x="530261" y="95003"/>
                </a:cubicBezTo>
                <a:cubicBezTo>
                  <a:pt x="528943" y="95549"/>
                  <a:pt x="527263" y="96095"/>
                  <a:pt x="525220" y="96638"/>
                </a:cubicBezTo>
                <a:cubicBezTo>
                  <a:pt x="523177" y="97138"/>
                  <a:pt x="520839" y="97569"/>
                  <a:pt x="518208" y="97932"/>
                </a:cubicBezTo>
                <a:cubicBezTo>
                  <a:pt x="515573" y="98341"/>
                  <a:pt x="512758" y="98547"/>
                  <a:pt x="509761" y="98547"/>
                </a:cubicBezTo>
                <a:cubicBezTo>
                  <a:pt x="504357" y="98547"/>
                  <a:pt x="499614" y="97864"/>
                  <a:pt x="495528" y="96503"/>
                </a:cubicBezTo>
                <a:cubicBezTo>
                  <a:pt x="491487" y="95140"/>
                  <a:pt x="488104" y="93074"/>
                  <a:pt x="485381" y="90306"/>
                </a:cubicBezTo>
                <a:cubicBezTo>
                  <a:pt x="482655" y="87537"/>
                  <a:pt x="480611" y="84039"/>
                  <a:pt x="479251" y="79816"/>
                </a:cubicBezTo>
                <a:cubicBezTo>
                  <a:pt x="477934" y="75595"/>
                  <a:pt x="477277" y="70646"/>
                  <a:pt x="477277" y="64971"/>
                </a:cubicBezTo>
                <a:cubicBezTo>
                  <a:pt x="477277" y="59567"/>
                  <a:pt x="477980" y="54710"/>
                  <a:pt x="479386" y="50395"/>
                </a:cubicBezTo>
                <a:cubicBezTo>
                  <a:pt x="480794" y="46037"/>
                  <a:pt x="482837" y="42360"/>
                  <a:pt x="485515" y="39362"/>
                </a:cubicBezTo>
                <a:cubicBezTo>
                  <a:pt x="488195" y="36322"/>
                  <a:pt x="491441" y="34004"/>
                  <a:pt x="495256" y="32415"/>
                </a:cubicBezTo>
                <a:cubicBezTo>
                  <a:pt x="499114" y="30827"/>
                  <a:pt x="503451" y="30032"/>
                  <a:pt x="508264" y="30032"/>
                </a:cubicBezTo>
                <a:cubicBezTo>
                  <a:pt x="513347" y="30032"/>
                  <a:pt x="517685" y="30781"/>
                  <a:pt x="521271" y="32281"/>
                </a:cubicBezTo>
                <a:cubicBezTo>
                  <a:pt x="524903" y="33779"/>
                  <a:pt x="527877" y="35867"/>
                  <a:pt x="530192" y="38545"/>
                </a:cubicBezTo>
                <a:cubicBezTo>
                  <a:pt x="532509" y="41179"/>
                  <a:pt x="534210" y="44311"/>
                  <a:pt x="535301" y="47943"/>
                </a:cubicBezTo>
                <a:cubicBezTo>
                  <a:pt x="536390" y="51575"/>
                  <a:pt x="536936" y="55527"/>
                  <a:pt x="536936" y="59793"/>
                </a:cubicBezTo>
                <a:lnTo>
                  <a:pt x="536936" y="62519"/>
                </a:lnTo>
                <a:close/>
                <a:moveTo>
                  <a:pt x="520316" y="57616"/>
                </a:moveTo>
                <a:cubicBezTo>
                  <a:pt x="520454" y="52801"/>
                  <a:pt x="519476" y="49035"/>
                  <a:pt x="517390" y="46309"/>
                </a:cubicBezTo>
                <a:cubicBezTo>
                  <a:pt x="515347" y="43540"/>
                  <a:pt x="512167" y="42157"/>
                  <a:pt x="507855" y="42157"/>
                </a:cubicBezTo>
                <a:cubicBezTo>
                  <a:pt x="505675" y="42157"/>
                  <a:pt x="503769" y="42565"/>
                  <a:pt x="502134" y="43383"/>
                </a:cubicBezTo>
                <a:cubicBezTo>
                  <a:pt x="500545" y="44200"/>
                  <a:pt x="499205" y="45311"/>
                  <a:pt x="498117" y="46717"/>
                </a:cubicBezTo>
                <a:cubicBezTo>
                  <a:pt x="497071" y="48080"/>
                  <a:pt x="496253" y="49715"/>
                  <a:pt x="495665" y="51621"/>
                </a:cubicBezTo>
                <a:cubicBezTo>
                  <a:pt x="495119" y="53484"/>
                  <a:pt x="494802" y="55481"/>
                  <a:pt x="494710" y="57616"/>
                </a:cubicBezTo>
                <a:lnTo>
                  <a:pt x="520316" y="57616"/>
                </a:lnTo>
                <a:close/>
                <a:moveTo>
                  <a:pt x="610693" y="16208"/>
                </a:moveTo>
                <a:cubicBezTo>
                  <a:pt x="610693" y="17525"/>
                  <a:pt x="610625" y="18659"/>
                  <a:pt x="610488" y="19614"/>
                </a:cubicBezTo>
                <a:cubicBezTo>
                  <a:pt x="610396" y="20520"/>
                  <a:pt x="610239" y="21271"/>
                  <a:pt x="610011" y="21860"/>
                </a:cubicBezTo>
                <a:cubicBezTo>
                  <a:pt x="609785" y="22406"/>
                  <a:pt x="609490" y="22814"/>
                  <a:pt x="609125" y="23086"/>
                </a:cubicBezTo>
                <a:cubicBezTo>
                  <a:pt x="608808" y="23357"/>
                  <a:pt x="608445" y="23494"/>
                  <a:pt x="608036" y="23494"/>
                </a:cubicBezTo>
                <a:lnTo>
                  <a:pt x="585970" y="23494"/>
                </a:lnTo>
                <a:lnTo>
                  <a:pt x="585970" y="94529"/>
                </a:lnTo>
                <a:cubicBezTo>
                  <a:pt x="585970" y="94980"/>
                  <a:pt x="585810" y="95389"/>
                  <a:pt x="585493" y="95755"/>
                </a:cubicBezTo>
                <a:cubicBezTo>
                  <a:pt x="585222" y="96118"/>
                  <a:pt x="584745" y="96412"/>
                  <a:pt x="584064" y="96638"/>
                </a:cubicBezTo>
                <a:cubicBezTo>
                  <a:pt x="583381" y="96866"/>
                  <a:pt x="582453" y="97046"/>
                  <a:pt x="581270" y="97184"/>
                </a:cubicBezTo>
                <a:cubicBezTo>
                  <a:pt x="580135" y="97321"/>
                  <a:pt x="578707" y="97389"/>
                  <a:pt x="576981" y="97389"/>
                </a:cubicBezTo>
                <a:cubicBezTo>
                  <a:pt x="575255" y="97389"/>
                  <a:pt x="573803" y="97321"/>
                  <a:pt x="572623" y="97184"/>
                </a:cubicBezTo>
                <a:cubicBezTo>
                  <a:pt x="571486" y="97046"/>
                  <a:pt x="570580" y="96866"/>
                  <a:pt x="569897" y="96638"/>
                </a:cubicBezTo>
                <a:cubicBezTo>
                  <a:pt x="569217" y="96412"/>
                  <a:pt x="568717" y="96118"/>
                  <a:pt x="568400" y="95755"/>
                </a:cubicBezTo>
                <a:cubicBezTo>
                  <a:pt x="568128" y="95389"/>
                  <a:pt x="567991" y="94980"/>
                  <a:pt x="567991" y="94529"/>
                </a:cubicBezTo>
                <a:lnTo>
                  <a:pt x="567991" y="23494"/>
                </a:lnTo>
                <a:lnTo>
                  <a:pt x="545925" y="23494"/>
                </a:lnTo>
                <a:cubicBezTo>
                  <a:pt x="545471" y="23494"/>
                  <a:pt x="545085" y="23357"/>
                  <a:pt x="544768" y="23086"/>
                </a:cubicBezTo>
                <a:cubicBezTo>
                  <a:pt x="544448" y="22814"/>
                  <a:pt x="544177" y="22406"/>
                  <a:pt x="543951" y="21860"/>
                </a:cubicBezTo>
                <a:cubicBezTo>
                  <a:pt x="543722" y="21271"/>
                  <a:pt x="543542" y="20520"/>
                  <a:pt x="543405" y="19614"/>
                </a:cubicBezTo>
                <a:cubicBezTo>
                  <a:pt x="543314" y="18659"/>
                  <a:pt x="543268" y="17525"/>
                  <a:pt x="543268" y="16208"/>
                </a:cubicBezTo>
                <a:cubicBezTo>
                  <a:pt x="543268" y="14845"/>
                  <a:pt x="543314" y="13687"/>
                  <a:pt x="543405" y="12733"/>
                </a:cubicBezTo>
                <a:cubicBezTo>
                  <a:pt x="543542" y="11781"/>
                  <a:pt x="543722" y="11033"/>
                  <a:pt x="543951" y="10487"/>
                </a:cubicBezTo>
                <a:cubicBezTo>
                  <a:pt x="544177" y="9896"/>
                  <a:pt x="544448" y="9487"/>
                  <a:pt x="544768" y="9261"/>
                </a:cubicBezTo>
                <a:cubicBezTo>
                  <a:pt x="545085" y="8990"/>
                  <a:pt x="545471" y="8853"/>
                  <a:pt x="545925" y="8853"/>
                </a:cubicBezTo>
                <a:lnTo>
                  <a:pt x="608036" y="8853"/>
                </a:lnTo>
                <a:cubicBezTo>
                  <a:pt x="608445" y="8853"/>
                  <a:pt x="608808" y="8990"/>
                  <a:pt x="609125" y="9261"/>
                </a:cubicBezTo>
                <a:cubicBezTo>
                  <a:pt x="609488" y="9487"/>
                  <a:pt x="609785" y="9896"/>
                  <a:pt x="610011" y="10487"/>
                </a:cubicBezTo>
                <a:cubicBezTo>
                  <a:pt x="610239" y="11033"/>
                  <a:pt x="610396" y="11781"/>
                  <a:pt x="610488" y="12733"/>
                </a:cubicBezTo>
                <a:cubicBezTo>
                  <a:pt x="610625" y="13687"/>
                  <a:pt x="610693" y="14845"/>
                  <a:pt x="610693" y="16208"/>
                </a:cubicBezTo>
                <a:close/>
                <a:moveTo>
                  <a:pt x="664154" y="62519"/>
                </a:moveTo>
                <a:cubicBezTo>
                  <a:pt x="664154" y="64608"/>
                  <a:pt x="663677" y="66151"/>
                  <a:pt x="662723" y="67148"/>
                </a:cubicBezTo>
                <a:cubicBezTo>
                  <a:pt x="661817" y="68149"/>
                  <a:pt x="660545" y="68649"/>
                  <a:pt x="658911" y="68649"/>
                </a:cubicBezTo>
                <a:lnTo>
                  <a:pt x="621929" y="68649"/>
                </a:lnTo>
                <a:cubicBezTo>
                  <a:pt x="621929" y="71235"/>
                  <a:pt x="622223" y="73598"/>
                  <a:pt x="622815" y="75729"/>
                </a:cubicBezTo>
                <a:cubicBezTo>
                  <a:pt x="623449" y="77818"/>
                  <a:pt x="624427" y="79613"/>
                  <a:pt x="625744" y="81110"/>
                </a:cubicBezTo>
                <a:cubicBezTo>
                  <a:pt x="627104" y="82565"/>
                  <a:pt x="628830" y="83676"/>
                  <a:pt x="630919" y="84448"/>
                </a:cubicBezTo>
                <a:cubicBezTo>
                  <a:pt x="633053" y="85219"/>
                  <a:pt x="635597" y="85605"/>
                  <a:pt x="638546" y="85605"/>
                </a:cubicBezTo>
                <a:cubicBezTo>
                  <a:pt x="641543" y="85605"/>
                  <a:pt x="644178" y="85402"/>
                  <a:pt x="646447" y="84993"/>
                </a:cubicBezTo>
                <a:cubicBezTo>
                  <a:pt x="648718" y="84539"/>
                  <a:pt x="650670" y="84062"/>
                  <a:pt x="652304" y="83562"/>
                </a:cubicBezTo>
                <a:cubicBezTo>
                  <a:pt x="653985" y="83019"/>
                  <a:pt x="655368" y="82542"/>
                  <a:pt x="656459" y="82133"/>
                </a:cubicBezTo>
                <a:cubicBezTo>
                  <a:pt x="657548" y="81679"/>
                  <a:pt x="658434" y="81450"/>
                  <a:pt x="659114" y="81450"/>
                </a:cubicBezTo>
                <a:cubicBezTo>
                  <a:pt x="659522" y="81450"/>
                  <a:pt x="659862" y="81542"/>
                  <a:pt x="660137" y="81725"/>
                </a:cubicBezTo>
                <a:cubicBezTo>
                  <a:pt x="660408" y="81859"/>
                  <a:pt x="660637" y="82133"/>
                  <a:pt x="660817" y="82542"/>
                </a:cubicBezTo>
                <a:cubicBezTo>
                  <a:pt x="661000" y="82950"/>
                  <a:pt x="661111" y="83539"/>
                  <a:pt x="661157" y="84313"/>
                </a:cubicBezTo>
                <a:cubicBezTo>
                  <a:pt x="661248" y="85039"/>
                  <a:pt x="661294" y="85968"/>
                  <a:pt x="661294" y="87105"/>
                </a:cubicBezTo>
                <a:cubicBezTo>
                  <a:pt x="661294" y="88102"/>
                  <a:pt x="661271" y="88965"/>
                  <a:pt x="661225" y="89691"/>
                </a:cubicBezTo>
                <a:cubicBezTo>
                  <a:pt x="661180" y="90374"/>
                  <a:pt x="661111" y="90963"/>
                  <a:pt x="661023" y="91463"/>
                </a:cubicBezTo>
                <a:cubicBezTo>
                  <a:pt x="660931" y="91963"/>
                  <a:pt x="660794" y="92394"/>
                  <a:pt x="660614" y="92757"/>
                </a:cubicBezTo>
                <a:cubicBezTo>
                  <a:pt x="660431" y="93074"/>
                  <a:pt x="660183" y="93392"/>
                  <a:pt x="659862" y="93712"/>
                </a:cubicBezTo>
                <a:cubicBezTo>
                  <a:pt x="659591" y="94029"/>
                  <a:pt x="658797" y="94460"/>
                  <a:pt x="657479" y="95003"/>
                </a:cubicBezTo>
                <a:cubicBezTo>
                  <a:pt x="656162" y="95549"/>
                  <a:pt x="654485" y="96095"/>
                  <a:pt x="652442" y="96638"/>
                </a:cubicBezTo>
                <a:cubicBezTo>
                  <a:pt x="650398" y="97138"/>
                  <a:pt x="648058" y="97569"/>
                  <a:pt x="645426" y="97932"/>
                </a:cubicBezTo>
                <a:cubicBezTo>
                  <a:pt x="642792" y="98341"/>
                  <a:pt x="639977" y="98547"/>
                  <a:pt x="636980" y="98547"/>
                </a:cubicBezTo>
                <a:cubicBezTo>
                  <a:pt x="631579" y="98547"/>
                  <a:pt x="626833" y="97864"/>
                  <a:pt x="622746" y="96503"/>
                </a:cubicBezTo>
                <a:cubicBezTo>
                  <a:pt x="618706" y="95140"/>
                  <a:pt x="615323" y="93074"/>
                  <a:pt x="612599" y="90306"/>
                </a:cubicBezTo>
                <a:cubicBezTo>
                  <a:pt x="609876" y="87537"/>
                  <a:pt x="607833" y="84039"/>
                  <a:pt x="606470" y="79816"/>
                </a:cubicBezTo>
                <a:cubicBezTo>
                  <a:pt x="605153" y="75595"/>
                  <a:pt x="604496" y="70646"/>
                  <a:pt x="604496" y="64971"/>
                </a:cubicBezTo>
                <a:cubicBezTo>
                  <a:pt x="604496" y="59567"/>
                  <a:pt x="605198" y="54710"/>
                  <a:pt x="606607" y="50395"/>
                </a:cubicBezTo>
                <a:cubicBezTo>
                  <a:pt x="608013" y="46037"/>
                  <a:pt x="610056" y="42360"/>
                  <a:pt x="612737" y="39362"/>
                </a:cubicBezTo>
                <a:cubicBezTo>
                  <a:pt x="615414" y="36322"/>
                  <a:pt x="618660" y="34004"/>
                  <a:pt x="622475" y="32415"/>
                </a:cubicBezTo>
                <a:cubicBezTo>
                  <a:pt x="626333" y="30827"/>
                  <a:pt x="630670" y="30032"/>
                  <a:pt x="635482" y="30032"/>
                </a:cubicBezTo>
                <a:cubicBezTo>
                  <a:pt x="640569" y="30032"/>
                  <a:pt x="644903" y="30781"/>
                  <a:pt x="648490" y="32281"/>
                </a:cubicBezTo>
                <a:cubicBezTo>
                  <a:pt x="652122" y="33779"/>
                  <a:pt x="655096" y="35867"/>
                  <a:pt x="657411" y="38545"/>
                </a:cubicBezTo>
                <a:cubicBezTo>
                  <a:pt x="659728" y="41179"/>
                  <a:pt x="661431" y="44311"/>
                  <a:pt x="662520" y="47943"/>
                </a:cubicBezTo>
                <a:cubicBezTo>
                  <a:pt x="663609" y="51575"/>
                  <a:pt x="664154" y="55527"/>
                  <a:pt x="664154" y="59793"/>
                </a:cubicBezTo>
                <a:lnTo>
                  <a:pt x="664154" y="62519"/>
                </a:lnTo>
                <a:close/>
                <a:moveTo>
                  <a:pt x="647538" y="57616"/>
                </a:moveTo>
                <a:cubicBezTo>
                  <a:pt x="647672" y="52801"/>
                  <a:pt x="646698" y="49035"/>
                  <a:pt x="644609" y="46309"/>
                </a:cubicBezTo>
                <a:cubicBezTo>
                  <a:pt x="642566" y="43540"/>
                  <a:pt x="639386" y="42157"/>
                  <a:pt x="635074" y="42157"/>
                </a:cubicBezTo>
                <a:cubicBezTo>
                  <a:pt x="632893" y="42157"/>
                  <a:pt x="630987" y="42565"/>
                  <a:pt x="629353" y="43383"/>
                </a:cubicBezTo>
                <a:cubicBezTo>
                  <a:pt x="627764" y="44200"/>
                  <a:pt x="626424" y="45311"/>
                  <a:pt x="625335" y="46717"/>
                </a:cubicBezTo>
                <a:cubicBezTo>
                  <a:pt x="624289" y="48080"/>
                  <a:pt x="623472" y="49715"/>
                  <a:pt x="622884" y="51621"/>
                </a:cubicBezTo>
                <a:cubicBezTo>
                  <a:pt x="622338" y="53484"/>
                  <a:pt x="622021" y="55481"/>
                  <a:pt x="621929" y="57616"/>
                </a:cubicBezTo>
                <a:lnTo>
                  <a:pt x="647538" y="57616"/>
                </a:lnTo>
                <a:close/>
                <a:moveTo>
                  <a:pt x="728854" y="93437"/>
                </a:moveTo>
                <a:cubicBezTo>
                  <a:pt x="729217" y="94209"/>
                  <a:pt x="729377" y="94846"/>
                  <a:pt x="729331" y="95346"/>
                </a:cubicBezTo>
                <a:cubicBezTo>
                  <a:pt x="729331" y="95843"/>
                  <a:pt x="729011" y="96252"/>
                  <a:pt x="728377" y="96572"/>
                </a:cubicBezTo>
                <a:cubicBezTo>
                  <a:pt x="727742" y="96889"/>
                  <a:pt x="726765" y="97092"/>
                  <a:pt x="725448" y="97184"/>
                </a:cubicBezTo>
                <a:cubicBezTo>
                  <a:pt x="724131" y="97321"/>
                  <a:pt x="722385" y="97389"/>
                  <a:pt x="720204" y="97389"/>
                </a:cubicBezTo>
                <a:cubicBezTo>
                  <a:pt x="718161" y="97389"/>
                  <a:pt x="716504" y="97344"/>
                  <a:pt x="715232" y="97252"/>
                </a:cubicBezTo>
                <a:cubicBezTo>
                  <a:pt x="714006" y="97206"/>
                  <a:pt x="713032" y="97092"/>
                  <a:pt x="712303" y="96912"/>
                </a:cubicBezTo>
                <a:cubicBezTo>
                  <a:pt x="711623" y="96684"/>
                  <a:pt x="711100" y="96435"/>
                  <a:pt x="710737" y="96163"/>
                </a:cubicBezTo>
                <a:cubicBezTo>
                  <a:pt x="710420" y="95843"/>
                  <a:pt x="710169" y="95458"/>
                  <a:pt x="709989" y="95003"/>
                </a:cubicBezTo>
                <a:lnTo>
                  <a:pt x="698750" y="73415"/>
                </a:lnTo>
                <a:lnTo>
                  <a:pt x="687515" y="95003"/>
                </a:lnTo>
                <a:cubicBezTo>
                  <a:pt x="687332" y="95458"/>
                  <a:pt x="687083" y="95843"/>
                  <a:pt x="686766" y="96163"/>
                </a:cubicBezTo>
                <a:cubicBezTo>
                  <a:pt x="686446" y="96435"/>
                  <a:pt x="685949" y="96684"/>
                  <a:pt x="685266" y="96912"/>
                </a:cubicBezTo>
                <a:cubicBezTo>
                  <a:pt x="684631" y="97092"/>
                  <a:pt x="683723" y="97206"/>
                  <a:pt x="682542" y="97252"/>
                </a:cubicBezTo>
                <a:cubicBezTo>
                  <a:pt x="681362" y="97344"/>
                  <a:pt x="679819" y="97389"/>
                  <a:pt x="677910" y="97389"/>
                </a:cubicBezTo>
                <a:cubicBezTo>
                  <a:pt x="675913" y="97389"/>
                  <a:pt x="674324" y="97321"/>
                  <a:pt x="673144" y="97184"/>
                </a:cubicBezTo>
                <a:cubicBezTo>
                  <a:pt x="671964" y="97092"/>
                  <a:pt x="671101" y="96889"/>
                  <a:pt x="670555" y="96572"/>
                </a:cubicBezTo>
                <a:cubicBezTo>
                  <a:pt x="670012" y="96252"/>
                  <a:pt x="669715" y="95843"/>
                  <a:pt x="669669" y="95346"/>
                </a:cubicBezTo>
                <a:cubicBezTo>
                  <a:pt x="669669" y="94846"/>
                  <a:pt x="669875" y="94209"/>
                  <a:pt x="670284" y="93437"/>
                </a:cubicBezTo>
                <a:lnTo>
                  <a:pt x="687106" y="63539"/>
                </a:lnTo>
                <a:lnTo>
                  <a:pt x="671578" y="35482"/>
                </a:lnTo>
                <a:cubicBezTo>
                  <a:pt x="671170" y="34664"/>
                  <a:pt x="670941" y="33981"/>
                  <a:pt x="670895" y="33438"/>
                </a:cubicBezTo>
                <a:cubicBezTo>
                  <a:pt x="670895" y="32847"/>
                  <a:pt x="671192" y="32393"/>
                  <a:pt x="671781" y="32075"/>
                </a:cubicBezTo>
                <a:cubicBezTo>
                  <a:pt x="672373" y="31758"/>
                  <a:pt x="673304" y="31530"/>
                  <a:pt x="674573" y="31395"/>
                </a:cubicBezTo>
                <a:cubicBezTo>
                  <a:pt x="675890" y="31258"/>
                  <a:pt x="677662" y="31190"/>
                  <a:pt x="679885" y="31190"/>
                </a:cubicBezTo>
                <a:cubicBezTo>
                  <a:pt x="681885" y="31190"/>
                  <a:pt x="683474" y="31235"/>
                  <a:pt x="684654" y="31327"/>
                </a:cubicBezTo>
                <a:cubicBezTo>
                  <a:pt x="685880" y="31372"/>
                  <a:pt x="686834" y="31464"/>
                  <a:pt x="687515" y="31598"/>
                </a:cubicBezTo>
                <a:cubicBezTo>
                  <a:pt x="688195" y="31735"/>
                  <a:pt x="688695" y="31961"/>
                  <a:pt x="689012" y="32281"/>
                </a:cubicBezTo>
                <a:cubicBezTo>
                  <a:pt x="689329" y="32553"/>
                  <a:pt x="689603" y="32916"/>
                  <a:pt x="689829" y="33370"/>
                </a:cubicBezTo>
                <a:lnTo>
                  <a:pt x="700659" y="53664"/>
                </a:lnTo>
                <a:lnTo>
                  <a:pt x="711417" y="33370"/>
                </a:lnTo>
                <a:cubicBezTo>
                  <a:pt x="711555" y="33007"/>
                  <a:pt x="711760" y="32690"/>
                  <a:pt x="712032" y="32415"/>
                </a:cubicBezTo>
                <a:cubicBezTo>
                  <a:pt x="712303" y="32144"/>
                  <a:pt x="712735" y="31918"/>
                  <a:pt x="713326" y="31735"/>
                </a:cubicBezTo>
                <a:cubicBezTo>
                  <a:pt x="713915" y="31553"/>
                  <a:pt x="714709" y="31418"/>
                  <a:pt x="715709" y="31327"/>
                </a:cubicBezTo>
                <a:cubicBezTo>
                  <a:pt x="716752" y="31235"/>
                  <a:pt x="718161" y="31190"/>
                  <a:pt x="719933" y="31190"/>
                </a:cubicBezTo>
                <a:cubicBezTo>
                  <a:pt x="721930" y="31190"/>
                  <a:pt x="723519" y="31235"/>
                  <a:pt x="724699" y="31327"/>
                </a:cubicBezTo>
                <a:cubicBezTo>
                  <a:pt x="725925" y="31418"/>
                  <a:pt x="726788" y="31621"/>
                  <a:pt x="727288" y="31938"/>
                </a:cubicBezTo>
                <a:cubicBezTo>
                  <a:pt x="727831" y="32258"/>
                  <a:pt x="728082" y="32713"/>
                  <a:pt x="728037" y="33301"/>
                </a:cubicBezTo>
                <a:cubicBezTo>
                  <a:pt x="728037" y="33847"/>
                  <a:pt x="727785" y="34573"/>
                  <a:pt x="727288" y="35482"/>
                </a:cubicBezTo>
                <a:lnTo>
                  <a:pt x="712169" y="63062"/>
                </a:lnTo>
                <a:lnTo>
                  <a:pt x="728854" y="93437"/>
                </a:lnTo>
                <a:close/>
                <a:moveTo>
                  <a:pt x="776117" y="88671"/>
                </a:moveTo>
                <a:cubicBezTo>
                  <a:pt x="776117" y="90668"/>
                  <a:pt x="775983" y="92212"/>
                  <a:pt x="775708" y="93303"/>
                </a:cubicBezTo>
                <a:cubicBezTo>
                  <a:pt x="775483" y="94346"/>
                  <a:pt x="775165" y="95095"/>
                  <a:pt x="774757" y="95549"/>
                </a:cubicBezTo>
                <a:cubicBezTo>
                  <a:pt x="774348" y="95958"/>
                  <a:pt x="773734" y="96343"/>
                  <a:pt x="772917" y="96706"/>
                </a:cubicBezTo>
                <a:cubicBezTo>
                  <a:pt x="772145" y="97024"/>
                  <a:pt x="771214" y="97298"/>
                  <a:pt x="770125" y="97524"/>
                </a:cubicBezTo>
                <a:cubicBezTo>
                  <a:pt x="769082" y="97798"/>
                  <a:pt x="767922" y="98001"/>
                  <a:pt x="766650" y="98138"/>
                </a:cubicBezTo>
                <a:cubicBezTo>
                  <a:pt x="765424" y="98272"/>
                  <a:pt x="764178" y="98341"/>
                  <a:pt x="762907" y="98341"/>
                </a:cubicBezTo>
                <a:cubicBezTo>
                  <a:pt x="759501" y="98341"/>
                  <a:pt x="756549" y="97909"/>
                  <a:pt x="754051" y="97046"/>
                </a:cubicBezTo>
                <a:cubicBezTo>
                  <a:pt x="751554" y="96183"/>
                  <a:pt x="749488" y="94869"/>
                  <a:pt x="747853" y="93097"/>
                </a:cubicBezTo>
                <a:cubicBezTo>
                  <a:pt x="746219" y="91280"/>
                  <a:pt x="745016" y="89011"/>
                  <a:pt x="744244" y="86288"/>
                </a:cubicBezTo>
                <a:cubicBezTo>
                  <a:pt x="743473" y="83562"/>
                  <a:pt x="743087" y="80339"/>
                  <a:pt x="743087" y="76615"/>
                </a:cubicBezTo>
                <a:lnTo>
                  <a:pt x="743087" y="45491"/>
                </a:lnTo>
                <a:lnTo>
                  <a:pt x="735801" y="45491"/>
                </a:lnTo>
                <a:cubicBezTo>
                  <a:pt x="734938" y="45491"/>
                  <a:pt x="734280" y="44971"/>
                  <a:pt x="733826" y="43925"/>
                </a:cubicBezTo>
                <a:cubicBezTo>
                  <a:pt x="733372" y="42837"/>
                  <a:pt x="733143" y="41042"/>
                  <a:pt x="733143" y="38545"/>
                </a:cubicBezTo>
                <a:cubicBezTo>
                  <a:pt x="733143" y="37230"/>
                  <a:pt x="733189" y="36116"/>
                  <a:pt x="733280" y="35207"/>
                </a:cubicBezTo>
                <a:cubicBezTo>
                  <a:pt x="733417" y="34301"/>
                  <a:pt x="733597" y="33596"/>
                  <a:pt x="733826" y="33098"/>
                </a:cubicBezTo>
                <a:cubicBezTo>
                  <a:pt x="734052" y="32553"/>
                  <a:pt x="734323" y="32167"/>
                  <a:pt x="734643" y="31938"/>
                </a:cubicBezTo>
                <a:cubicBezTo>
                  <a:pt x="735006" y="31713"/>
                  <a:pt x="735415" y="31598"/>
                  <a:pt x="735869" y="31598"/>
                </a:cubicBezTo>
                <a:lnTo>
                  <a:pt x="743087" y="31598"/>
                </a:lnTo>
                <a:lnTo>
                  <a:pt x="743087" y="18045"/>
                </a:lnTo>
                <a:cubicBezTo>
                  <a:pt x="743087" y="17594"/>
                  <a:pt x="743201" y="17185"/>
                  <a:pt x="743427" y="16819"/>
                </a:cubicBezTo>
                <a:cubicBezTo>
                  <a:pt x="743702" y="16456"/>
                  <a:pt x="744153" y="16162"/>
                  <a:pt x="744790" y="15936"/>
                </a:cubicBezTo>
                <a:cubicBezTo>
                  <a:pt x="745470" y="15662"/>
                  <a:pt x="746356" y="15482"/>
                  <a:pt x="747445" y="15390"/>
                </a:cubicBezTo>
                <a:cubicBezTo>
                  <a:pt x="748582" y="15253"/>
                  <a:pt x="749965" y="15185"/>
                  <a:pt x="751600" y="15185"/>
                </a:cubicBezTo>
                <a:cubicBezTo>
                  <a:pt x="753280" y="15185"/>
                  <a:pt x="754666" y="15253"/>
                  <a:pt x="755754" y="15390"/>
                </a:cubicBezTo>
                <a:cubicBezTo>
                  <a:pt x="756889" y="15482"/>
                  <a:pt x="757775" y="15662"/>
                  <a:pt x="758412" y="15936"/>
                </a:cubicBezTo>
                <a:cubicBezTo>
                  <a:pt x="759046" y="16162"/>
                  <a:pt x="759501" y="16456"/>
                  <a:pt x="759772" y="16819"/>
                </a:cubicBezTo>
                <a:cubicBezTo>
                  <a:pt x="760046" y="17185"/>
                  <a:pt x="760181" y="17594"/>
                  <a:pt x="760181" y="18045"/>
                </a:cubicBezTo>
                <a:lnTo>
                  <a:pt x="760181" y="31598"/>
                </a:lnTo>
                <a:lnTo>
                  <a:pt x="773394" y="31598"/>
                </a:lnTo>
                <a:cubicBezTo>
                  <a:pt x="773848" y="31598"/>
                  <a:pt x="774234" y="31713"/>
                  <a:pt x="774551" y="31938"/>
                </a:cubicBezTo>
                <a:cubicBezTo>
                  <a:pt x="774914" y="32167"/>
                  <a:pt x="775211" y="32553"/>
                  <a:pt x="775437" y="33098"/>
                </a:cubicBezTo>
                <a:cubicBezTo>
                  <a:pt x="775663" y="33596"/>
                  <a:pt x="775823" y="34301"/>
                  <a:pt x="775914" y="35207"/>
                </a:cubicBezTo>
                <a:cubicBezTo>
                  <a:pt x="776051" y="36116"/>
                  <a:pt x="776117" y="37230"/>
                  <a:pt x="776117" y="38545"/>
                </a:cubicBezTo>
                <a:cubicBezTo>
                  <a:pt x="776117" y="41042"/>
                  <a:pt x="775891" y="42837"/>
                  <a:pt x="775437" y="43925"/>
                </a:cubicBezTo>
                <a:cubicBezTo>
                  <a:pt x="774983" y="44971"/>
                  <a:pt x="774325" y="45491"/>
                  <a:pt x="773462" y="45491"/>
                </a:cubicBezTo>
                <a:lnTo>
                  <a:pt x="760181" y="45491"/>
                </a:lnTo>
                <a:lnTo>
                  <a:pt x="760181" y="74029"/>
                </a:lnTo>
                <a:cubicBezTo>
                  <a:pt x="760181" y="77344"/>
                  <a:pt x="760704" y="79839"/>
                  <a:pt x="761747" y="81519"/>
                </a:cubicBezTo>
                <a:cubicBezTo>
                  <a:pt x="762792" y="83153"/>
                  <a:pt x="764653" y="83970"/>
                  <a:pt x="767333" y="83970"/>
                </a:cubicBezTo>
                <a:cubicBezTo>
                  <a:pt x="768242" y="83970"/>
                  <a:pt x="769059" y="83905"/>
                  <a:pt x="769785" y="83768"/>
                </a:cubicBezTo>
                <a:cubicBezTo>
                  <a:pt x="770511" y="83585"/>
                  <a:pt x="771148" y="83405"/>
                  <a:pt x="771691" y="83222"/>
                </a:cubicBezTo>
                <a:cubicBezTo>
                  <a:pt x="772282" y="82996"/>
                  <a:pt x="772759" y="82813"/>
                  <a:pt x="773122" y="82679"/>
                </a:cubicBezTo>
                <a:cubicBezTo>
                  <a:pt x="773531" y="82496"/>
                  <a:pt x="773894" y="82405"/>
                  <a:pt x="774211" y="82405"/>
                </a:cubicBezTo>
                <a:cubicBezTo>
                  <a:pt x="774483" y="82405"/>
                  <a:pt x="774734" y="82496"/>
                  <a:pt x="774960" y="82679"/>
                </a:cubicBezTo>
                <a:cubicBezTo>
                  <a:pt x="775234" y="82813"/>
                  <a:pt x="775437" y="83130"/>
                  <a:pt x="775574" y="83630"/>
                </a:cubicBezTo>
                <a:cubicBezTo>
                  <a:pt x="775708" y="84085"/>
                  <a:pt x="775823" y="84722"/>
                  <a:pt x="775914" y="85539"/>
                </a:cubicBezTo>
                <a:cubicBezTo>
                  <a:pt x="776051" y="86357"/>
                  <a:pt x="776117" y="87399"/>
                  <a:pt x="776117" y="88671"/>
                </a:cubicBezTo>
                <a:close/>
                <a:moveTo>
                  <a:pt x="845040" y="89691"/>
                </a:moveTo>
                <a:cubicBezTo>
                  <a:pt x="845040" y="91009"/>
                  <a:pt x="844971" y="92143"/>
                  <a:pt x="844834" y="93097"/>
                </a:cubicBezTo>
                <a:cubicBezTo>
                  <a:pt x="844746" y="94006"/>
                  <a:pt x="844586" y="94755"/>
                  <a:pt x="844360" y="95346"/>
                </a:cubicBezTo>
                <a:cubicBezTo>
                  <a:pt x="844131" y="95935"/>
                  <a:pt x="843837" y="96366"/>
                  <a:pt x="843474" y="96638"/>
                </a:cubicBezTo>
                <a:cubicBezTo>
                  <a:pt x="843111" y="96866"/>
                  <a:pt x="842702" y="96981"/>
                  <a:pt x="842248" y="96981"/>
                </a:cubicBezTo>
                <a:lnTo>
                  <a:pt x="791579" y="96981"/>
                </a:lnTo>
                <a:cubicBezTo>
                  <a:pt x="790579" y="96981"/>
                  <a:pt x="789716" y="96889"/>
                  <a:pt x="788990" y="96706"/>
                </a:cubicBezTo>
                <a:cubicBezTo>
                  <a:pt x="788264" y="96526"/>
                  <a:pt x="787673" y="96183"/>
                  <a:pt x="787218" y="95686"/>
                </a:cubicBezTo>
                <a:cubicBezTo>
                  <a:pt x="786764" y="95140"/>
                  <a:pt x="786424" y="94369"/>
                  <a:pt x="786198" y="93369"/>
                </a:cubicBezTo>
                <a:cubicBezTo>
                  <a:pt x="786015" y="92372"/>
                  <a:pt x="785924" y="91077"/>
                  <a:pt x="785924" y="89488"/>
                </a:cubicBezTo>
                <a:cubicBezTo>
                  <a:pt x="785924" y="87991"/>
                  <a:pt x="785993" y="86719"/>
                  <a:pt x="786130" y="85674"/>
                </a:cubicBezTo>
                <a:cubicBezTo>
                  <a:pt x="786267" y="84585"/>
                  <a:pt x="786515" y="83630"/>
                  <a:pt x="786878" y="82813"/>
                </a:cubicBezTo>
                <a:cubicBezTo>
                  <a:pt x="787241" y="81950"/>
                  <a:pt x="787696" y="81133"/>
                  <a:pt x="788241" y="80361"/>
                </a:cubicBezTo>
                <a:cubicBezTo>
                  <a:pt x="788830" y="79544"/>
                  <a:pt x="789579" y="78658"/>
                  <a:pt x="790487" y="77707"/>
                </a:cubicBezTo>
                <a:lnTo>
                  <a:pt x="805744" y="61362"/>
                </a:lnTo>
                <a:cubicBezTo>
                  <a:pt x="808787" y="58182"/>
                  <a:pt x="811239" y="55298"/>
                  <a:pt x="813099" y="52712"/>
                </a:cubicBezTo>
                <a:cubicBezTo>
                  <a:pt x="814959" y="50078"/>
                  <a:pt x="816413" y="47695"/>
                  <a:pt x="817456" y="45560"/>
                </a:cubicBezTo>
                <a:cubicBezTo>
                  <a:pt x="818502" y="43383"/>
                  <a:pt x="819205" y="41382"/>
                  <a:pt x="819568" y="39568"/>
                </a:cubicBezTo>
                <a:cubicBezTo>
                  <a:pt x="819977" y="37750"/>
                  <a:pt x="820183" y="36025"/>
                  <a:pt x="820183" y="34390"/>
                </a:cubicBezTo>
                <a:cubicBezTo>
                  <a:pt x="820183" y="32893"/>
                  <a:pt x="819931" y="31487"/>
                  <a:pt x="819434" y="30169"/>
                </a:cubicBezTo>
                <a:cubicBezTo>
                  <a:pt x="818980" y="28806"/>
                  <a:pt x="818274" y="27626"/>
                  <a:pt x="817322" y="26626"/>
                </a:cubicBezTo>
                <a:cubicBezTo>
                  <a:pt x="816413" y="25629"/>
                  <a:pt x="815256" y="24857"/>
                  <a:pt x="813847" y="24312"/>
                </a:cubicBezTo>
                <a:cubicBezTo>
                  <a:pt x="812442" y="23723"/>
                  <a:pt x="810784" y="23426"/>
                  <a:pt x="808875" y="23426"/>
                </a:cubicBezTo>
                <a:cubicBezTo>
                  <a:pt x="806198" y="23426"/>
                  <a:pt x="803815" y="23766"/>
                  <a:pt x="801726" y="24449"/>
                </a:cubicBezTo>
                <a:cubicBezTo>
                  <a:pt x="799683" y="25129"/>
                  <a:pt x="797865" y="25900"/>
                  <a:pt x="796277" y="26763"/>
                </a:cubicBezTo>
                <a:cubicBezTo>
                  <a:pt x="794734" y="27581"/>
                  <a:pt x="793439" y="28352"/>
                  <a:pt x="792396" y="29078"/>
                </a:cubicBezTo>
                <a:cubicBezTo>
                  <a:pt x="791350" y="29761"/>
                  <a:pt x="790533" y="30101"/>
                  <a:pt x="789944" y="30101"/>
                </a:cubicBezTo>
                <a:cubicBezTo>
                  <a:pt x="789536" y="30101"/>
                  <a:pt x="789170" y="29964"/>
                  <a:pt x="788853" y="29692"/>
                </a:cubicBezTo>
                <a:cubicBezTo>
                  <a:pt x="788581" y="29421"/>
                  <a:pt x="788353" y="28966"/>
                  <a:pt x="788173" y="28329"/>
                </a:cubicBezTo>
                <a:cubicBezTo>
                  <a:pt x="787990" y="27695"/>
                  <a:pt x="787833" y="26855"/>
                  <a:pt x="787696" y="25809"/>
                </a:cubicBezTo>
                <a:cubicBezTo>
                  <a:pt x="787604" y="24720"/>
                  <a:pt x="787558" y="23403"/>
                  <a:pt x="787558" y="21860"/>
                </a:cubicBezTo>
                <a:cubicBezTo>
                  <a:pt x="787558" y="20817"/>
                  <a:pt x="787581" y="19954"/>
                  <a:pt x="787627" y="19271"/>
                </a:cubicBezTo>
                <a:cubicBezTo>
                  <a:pt x="787718" y="18545"/>
                  <a:pt x="787833" y="17934"/>
                  <a:pt x="787967" y="17434"/>
                </a:cubicBezTo>
                <a:cubicBezTo>
                  <a:pt x="788104" y="16888"/>
                  <a:pt x="788287" y="16433"/>
                  <a:pt x="788513" y="16071"/>
                </a:cubicBezTo>
                <a:cubicBezTo>
                  <a:pt x="788741" y="15662"/>
                  <a:pt x="789127" y="15185"/>
                  <a:pt x="789670" y="14642"/>
                </a:cubicBezTo>
                <a:cubicBezTo>
                  <a:pt x="790262" y="14096"/>
                  <a:pt x="791305" y="13416"/>
                  <a:pt x="792805" y="12599"/>
                </a:cubicBezTo>
                <a:cubicBezTo>
                  <a:pt x="794348" y="11736"/>
                  <a:pt x="796231" y="10919"/>
                  <a:pt x="798457" y="10147"/>
                </a:cubicBezTo>
                <a:cubicBezTo>
                  <a:pt x="800680" y="9330"/>
                  <a:pt x="803132" y="8647"/>
                  <a:pt x="805812" y="8104"/>
                </a:cubicBezTo>
                <a:cubicBezTo>
                  <a:pt x="808490" y="7558"/>
                  <a:pt x="811281" y="7287"/>
                  <a:pt x="814187" y="7287"/>
                </a:cubicBezTo>
                <a:cubicBezTo>
                  <a:pt x="818774" y="7287"/>
                  <a:pt x="822769" y="7875"/>
                  <a:pt x="826175" y="9055"/>
                </a:cubicBezTo>
                <a:cubicBezTo>
                  <a:pt x="829627" y="10193"/>
                  <a:pt x="832487" y="11804"/>
                  <a:pt x="834756" y="13893"/>
                </a:cubicBezTo>
                <a:cubicBezTo>
                  <a:pt x="837027" y="15936"/>
                  <a:pt x="838705" y="18388"/>
                  <a:pt x="839796" y="21248"/>
                </a:cubicBezTo>
                <a:cubicBezTo>
                  <a:pt x="840931" y="24063"/>
                  <a:pt x="841499" y="27103"/>
                  <a:pt x="841499" y="30372"/>
                </a:cubicBezTo>
                <a:cubicBezTo>
                  <a:pt x="841499" y="33233"/>
                  <a:pt x="841225" y="36047"/>
                  <a:pt x="840682" y="38819"/>
                </a:cubicBezTo>
                <a:cubicBezTo>
                  <a:pt x="840136" y="41588"/>
                  <a:pt x="839002" y="44586"/>
                  <a:pt x="837276" y="47809"/>
                </a:cubicBezTo>
                <a:cubicBezTo>
                  <a:pt x="835550" y="50986"/>
                  <a:pt x="833121" y="54527"/>
                  <a:pt x="829989" y="58433"/>
                </a:cubicBezTo>
                <a:cubicBezTo>
                  <a:pt x="826855" y="62291"/>
                  <a:pt x="822703" y="66785"/>
                  <a:pt x="817525" y="71918"/>
                </a:cubicBezTo>
                <a:lnTo>
                  <a:pt x="807241" y="82473"/>
                </a:lnTo>
                <a:lnTo>
                  <a:pt x="841974" y="82473"/>
                </a:lnTo>
                <a:cubicBezTo>
                  <a:pt x="842428" y="82473"/>
                  <a:pt x="842837" y="82610"/>
                  <a:pt x="843200" y="82882"/>
                </a:cubicBezTo>
                <a:cubicBezTo>
                  <a:pt x="843608" y="83153"/>
                  <a:pt x="843951" y="83585"/>
                  <a:pt x="844223" y="84176"/>
                </a:cubicBezTo>
                <a:cubicBezTo>
                  <a:pt x="844494" y="84722"/>
                  <a:pt x="844700" y="85471"/>
                  <a:pt x="844834" y="86422"/>
                </a:cubicBezTo>
                <a:cubicBezTo>
                  <a:pt x="844971" y="87331"/>
                  <a:pt x="845040" y="88420"/>
                  <a:pt x="845040" y="89691"/>
                </a:cubicBezTo>
                <a:close/>
                <a:moveTo>
                  <a:pt x="924041" y="70555"/>
                </a:moveTo>
                <a:cubicBezTo>
                  <a:pt x="924041" y="73686"/>
                  <a:pt x="923610" y="76527"/>
                  <a:pt x="922747" y="79067"/>
                </a:cubicBezTo>
                <a:cubicBezTo>
                  <a:pt x="921884" y="81610"/>
                  <a:pt x="920681" y="83859"/>
                  <a:pt x="919138" y="85811"/>
                </a:cubicBezTo>
                <a:cubicBezTo>
                  <a:pt x="917640" y="87762"/>
                  <a:pt x="915823" y="89443"/>
                  <a:pt x="913688" y="90851"/>
                </a:cubicBezTo>
                <a:cubicBezTo>
                  <a:pt x="911600" y="92257"/>
                  <a:pt x="909285" y="93415"/>
                  <a:pt x="906742" y="94323"/>
                </a:cubicBezTo>
                <a:cubicBezTo>
                  <a:pt x="904199" y="95232"/>
                  <a:pt x="901476" y="95912"/>
                  <a:pt x="898569" y="96366"/>
                </a:cubicBezTo>
                <a:cubicBezTo>
                  <a:pt x="895709" y="96775"/>
                  <a:pt x="892509" y="96981"/>
                  <a:pt x="888968" y="96981"/>
                </a:cubicBezTo>
                <a:lnTo>
                  <a:pt x="865540" y="96981"/>
                </a:lnTo>
                <a:cubicBezTo>
                  <a:pt x="864042" y="96981"/>
                  <a:pt x="862771" y="96549"/>
                  <a:pt x="861725" y="95686"/>
                </a:cubicBezTo>
                <a:cubicBezTo>
                  <a:pt x="860728" y="94778"/>
                  <a:pt x="860228" y="93323"/>
                  <a:pt x="860228" y="91326"/>
                </a:cubicBezTo>
                <a:lnTo>
                  <a:pt x="860228" y="14505"/>
                </a:lnTo>
                <a:cubicBezTo>
                  <a:pt x="860228" y="12507"/>
                  <a:pt x="860728" y="11076"/>
                  <a:pt x="861725" y="10216"/>
                </a:cubicBezTo>
                <a:cubicBezTo>
                  <a:pt x="862771" y="9307"/>
                  <a:pt x="864042" y="8853"/>
                  <a:pt x="865540" y="8853"/>
                </a:cubicBezTo>
                <a:lnTo>
                  <a:pt x="887674" y="8853"/>
                </a:lnTo>
                <a:cubicBezTo>
                  <a:pt x="893077" y="8853"/>
                  <a:pt x="897638" y="9307"/>
                  <a:pt x="901361" y="10216"/>
                </a:cubicBezTo>
                <a:cubicBezTo>
                  <a:pt x="905130" y="11121"/>
                  <a:pt x="908285" y="12507"/>
                  <a:pt x="910828" y="14368"/>
                </a:cubicBezTo>
                <a:cubicBezTo>
                  <a:pt x="913417" y="16185"/>
                  <a:pt x="915392" y="18499"/>
                  <a:pt x="916755" y="21314"/>
                </a:cubicBezTo>
                <a:cubicBezTo>
                  <a:pt x="918115" y="24132"/>
                  <a:pt x="918798" y="27443"/>
                  <a:pt x="918798" y="31258"/>
                </a:cubicBezTo>
                <a:cubicBezTo>
                  <a:pt x="918798" y="33393"/>
                  <a:pt x="918523" y="35413"/>
                  <a:pt x="917980" y="37319"/>
                </a:cubicBezTo>
                <a:cubicBezTo>
                  <a:pt x="917435" y="39182"/>
                  <a:pt x="916640" y="40885"/>
                  <a:pt x="915597" y="42428"/>
                </a:cubicBezTo>
                <a:cubicBezTo>
                  <a:pt x="914551" y="43971"/>
                  <a:pt x="913257" y="45334"/>
                  <a:pt x="911714" y="46514"/>
                </a:cubicBezTo>
                <a:cubicBezTo>
                  <a:pt x="910217" y="47695"/>
                  <a:pt x="908491" y="48649"/>
                  <a:pt x="906539" y="49375"/>
                </a:cubicBezTo>
                <a:cubicBezTo>
                  <a:pt x="909036" y="49829"/>
                  <a:pt x="911328" y="50623"/>
                  <a:pt x="913417" y="51758"/>
                </a:cubicBezTo>
                <a:cubicBezTo>
                  <a:pt x="915552" y="52892"/>
                  <a:pt x="917389" y="54370"/>
                  <a:pt x="918932" y="56184"/>
                </a:cubicBezTo>
                <a:cubicBezTo>
                  <a:pt x="920524" y="57956"/>
                  <a:pt x="921772" y="60045"/>
                  <a:pt x="922678" y="62451"/>
                </a:cubicBezTo>
                <a:cubicBezTo>
                  <a:pt x="923587" y="64857"/>
                  <a:pt x="924041" y="67557"/>
                  <a:pt x="924041" y="70555"/>
                </a:cubicBezTo>
                <a:close/>
                <a:moveTo>
                  <a:pt x="900887" y="33438"/>
                </a:moveTo>
                <a:cubicBezTo>
                  <a:pt x="900887" y="31667"/>
                  <a:pt x="900613" y="30078"/>
                  <a:pt x="900070" y="28669"/>
                </a:cubicBezTo>
                <a:cubicBezTo>
                  <a:pt x="899524" y="27263"/>
                  <a:pt x="898707" y="26106"/>
                  <a:pt x="897615" y="25197"/>
                </a:cubicBezTo>
                <a:cubicBezTo>
                  <a:pt x="896526" y="24243"/>
                  <a:pt x="895143" y="23517"/>
                  <a:pt x="893463" y="23017"/>
                </a:cubicBezTo>
                <a:cubicBezTo>
                  <a:pt x="891829" y="22517"/>
                  <a:pt x="889625" y="22268"/>
                  <a:pt x="886857" y="22268"/>
                </a:cubicBezTo>
                <a:lnTo>
                  <a:pt x="877798" y="22268"/>
                </a:lnTo>
                <a:lnTo>
                  <a:pt x="877798" y="45151"/>
                </a:lnTo>
                <a:lnTo>
                  <a:pt x="887808" y="45151"/>
                </a:lnTo>
                <a:cubicBezTo>
                  <a:pt x="890397" y="45151"/>
                  <a:pt x="892463" y="44857"/>
                  <a:pt x="894006" y="44266"/>
                </a:cubicBezTo>
                <a:cubicBezTo>
                  <a:pt x="895552" y="43631"/>
                  <a:pt x="896821" y="42791"/>
                  <a:pt x="897821" y="41748"/>
                </a:cubicBezTo>
                <a:cubicBezTo>
                  <a:pt x="898864" y="40657"/>
                  <a:pt x="899638" y="39408"/>
                  <a:pt x="900135" y="38002"/>
                </a:cubicBezTo>
                <a:cubicBezTo>
                  <a:pt x="900635" y="36547"/>
                  <a:pt x="900887" y="35027"/>
                  <a:pt x="900887" y="33438"/>
                </a:cubicBezTo>
                <a:close/>
                <a:moveTo>
                  <a:pt x="905447" y="71169"/>
                </a:moveTo>
                <a:cubicBezTo>
                  <a:pt x="905447" y="69126"/>
                  <a:pt x="905107" y="67308"/>
                  <a:pt x="904427" y="65720"/>
                </a:cubicBezTo>
                <a:cubicBezTo>
                  <a:pt x="903747" y="64085"/>
                  <a:pt x="902747" y="62722"/>
                  <a:pt x="901430" y="61633"/>
                </a:cubicBezTo>
                <a:cubicBezTo>
                  <a:pt x="900112" y="60545"/>
                  <a:pt x="898432" y="59705"/>
                  <a:pt x="896389" y="59113"/>
                </a:cubicBezTo>
                <a:cubicBezTo>
                  <a:pt x="894346" y="58524"/>
                  <a:pt x="891691" y="58227"/>
                  <a:pt x="888422" y="58227"/>
                </a:cubicBezTo>
                <a:lnTo>
                  <a:pt x="877798" y="58227"/>
                </a:lnTo>
                <a:lnTo>
                  <a:pt x="877798" y="83290"/>
                </a:lnTo>
                <a:lnTo>
                  <a:pt x="890737" y="83290"/>
                </a:lnTo>
                <a:cubicBezTo>
                  <a:pt x="893234" y="83290"/>
                  <a:pt x="895323" y="83042"/>
                  <a:pt x="897004" y="82542"/>
                </a:cubicBezTo>
                <a:cubicBezTo>
                  <a:pt x="898729" y="81996"/>
                  <a:pt x="900204" y="81224"/>
                  <a:pt x="901430" y="80224"/>
                </a:cubicBezTo>
                <a:cubicBezTo>
                  <a:pt x="902701" y="79181"/>
                  <a:pt x="903679" y="77910"/>
                  <a:pt x="904359" y="76412"/>
                </a:cubicBezTo>
                <a:cubicBezTo>
                  <a:pt x="905085" y="74869"/>
                  <a:pt x="905447" y="73121"/>
                  <a:pt x="905447" y="71169"/>
                </a:cubicBezTo>
                <a:close/>
                <a:moveTo>
                  <a:pt x="976413" y="39568"/>
                </a:moveTo>
                <a:cubicBezTo>
                  <a:pt x="976413" y="41202"/>
                  <a:pt x="976368" y="42542"/>
                  <a:pt x="976276" y="43585"/>
                </a:cubicBezTo>
                <a:cubicBezTo>
                  <a:pt x="976185" y="44628"/>
                  <a:pt x="976051" y="45446"/>
                  <a:pt x="975868" y="46037"/>
                </a:cubicBezTo>
                <a:cubicBezTo>
                  <a:pt x="975688" y="46629"/>
                  <a:pt x="975436" y="47037"/>
                  <a:pt x="975119" y="47263"/>
                </a:cubicBezTo>
                <a:cubicBezTo>
                  <a:pt x="974848" y="47489"/>
                  <a:pt x="974485" y="47603"/>
                  <a:pt x="974030" y="47603"/>
                </a:cubicBezTo>
                <a:cubicBezTo>
                  <a:pt x="973667" y="47603"/>
                  <a:pt x="973259" y="47535"/>
                  <a:pt x="972804" y="47400"/>
                </a:cubicBezTo>
                <a:cubicBezTo>
                  <a:pt x="972350" y="47217"/>
                  <a:pt x="971827" y="47037"/>
                  <a:pt x="971239" y="46854"/>
                </a:cubicBezTo>
                <a:cubicBezTo>
                  <a:pt x="970693" y="46672"/>
                  <a:pt x="970078" y="46514"/>
                  <a:pt x="969398" y="46377"/>
                </a:cubicBezTo>
                <a:cubicBezTo>
                  <a:pt x="968718" y="46197"/>
                  <a:pt x="967970" y="46106"/>
                  <a:pt x="967152" y="46106"/>
                </a:cubicBezTo>
                <a:cubicBezTo>
                  <a:pt x="966198" y="46106"/>
                  <a:pt x="965243" y="46309"/>
                  <a:pt x="964292" y="46717"/>
                </a:cubicBezTo>
                <a:cubicBezTo>
                  <a:pt x="963338" y="47080"/>
                  <a:pt x="962337" y="47672"/>
                  <a:pt x="961294" y="48489"/>
                </a:cubicBezTo>
                <a:cubicBezTo>
                  <a:pt x="960294" y="49306"/>
                  <a:pt x="959228" y="50395"/>
                  <a:pt x="958094" y="51758"/>
                </a:cubicBezTo>
                <a:cubicBezTo>
                  <a:pt x="957002" y="53121"/>
                  <a:pt x="955822" y="54801"/>
                  <a:pt x="954551" y="56799"/>
                </a:cubicBezTo>
                <a:lnTo>
                  <a:pt x="954551" y="94663"/>
                </a:lnTo>
                <a:cubicBezTo>
                  <a:pt x="954551" y="95118"/>
                  <a:pt x="954416" y="95526"/>
                  <a:pt x="954142" y="95889"/>
                </a:cubicBezTo>
                <a:cubicBezTo>
                  <a:pt x="953871" y="96206"/>
                  <a:pt x="953393" y="96481"/>
                  <a:pt x="952713" y="96706"/>
                </a:cubicBezTo>
                <a:cubicBezTo>
                  <a:pt x="952076" y="96935"/>
                  <a:pt x="951216" y="97092"/>
                  <a:pt x="950124" y="97184"/>
                </a:cubicBezTo>
                <a:cubicBezTo>
                  <a:pt x="949036" y="97321"/>
                  <a:pt x="947650" y="97389"/>
                  <a:pt x="945970" y="97389"/>
                </a:cubicBezTo>
                <a:cubicBezTo>
                  <a:pt x="944289" y="97389"/>
                  <a:pt x="942906" y="97321"/>
                  <a:pt x="941815" y="97184"/>
                </a:cubicBezTo>
                <a:cubicBezTo>
                  <a:pt x="940726" y="97092"/>
                  <a:pt x="939840" y="96935"/>
                  <a:pt x="939160" y="96706"/>
                </a:cubicBezTo>
                <a:cubicBezTo>
                  <a:pt x="938526" y="96481"/>
                  <a:pt x="938072" y="96206"/>
                  <a:pt x="937797" y="95889"/>
                </a:cubicBezTo>
                <a:cubicBezTo>
                  <a:pt x="937526" y="95526"/>
                  <a:pt x="937389" y="95118"/>
                  <a:pt x="937389" y="94663"/>
                </a:cubicBezTo>
                <a:lnTo>
                  <a:pt x="937389" y="33916"/>
                </a:lnTo>
                <a:cubicBezTo>
                  <a:pt x="937389" y="33461"/>
                  <a:pt x="937503" y="33076"/>
                  <a:pt x="937729" y="32756"/>
                </a:cubicBezTo>
                <a:cubicBezTo>
                  <a:pt x="937957" y="32393"/>
                  <a:pt x="938366" y="32098"/>
                  <a:pt x="938954" y="31873"/>
                </a:cubicBezTo>
                <a:cubicBezTo>
                  <a:pt x="939546" y="31644"/>
                  <a:pt x="940295" y="31487"/>
                  <a:pt x="941203" y="31395"/>
                </a:cubicBezTo>
                <a:cubicBezTo>
                  <a:pt x="942158" y="31258"/>
                  <a:pt x="943338" y="31190"/>
                  <a:pt x="944744" y="31190"/>
                </a:cubicBezTo>
                <a:cubicBezTo>
                  <a:pt x="946198" y="31190"/>
                  <a:pt x="947401" y="31258"/>
                  <a:pt x="948356" y="31395"/>
                </a:cubicBezTo>
                <a:cubicBezTo>
                  <a:pt x="949307" y="31487"/>
                  <a:pt x="950033" y="31644"/>
                  <a:pt x="950533" y="31873"/>
                </a:cubicBezTo>
                <a:cubicBezTo>
                  <a:pt x="951079" y="32098"/>
                  <a:pt x="951465" y="32393"/>
                  <a:pt x="951690" y="32756"/>
                </a:cubicBezTo>
                <a:cubicBezTo>
                  <a:pt x="951919" y="33076"/>
                  <a:pt x="952033" y="33461"/>
                  <a:pt x="952033" y="33916"/>
                </a:cubicBezTo>
                <a:lnTo>
                  <a:pt x="952033" y="41474"/>
                </a:lnTo>
                <a:cubicBezTo>
                  <a:pt x="953622" y="39205"/>
                  <a:pt x="955119" y="37342"/>
                  <a:pt x="956528" y="35890"/>
                </a:cubicBezTo>
                <a:cubicBezTo>
                  <a:pt x="957934" y="34390"/>
                  <a:pt x="959274" y="33210"/>
                  <a:pt x="960546" y="32347"/>
                </a:cubicBezTo>
                <a:cubicBezTo>
                  <a:pt x="961817" y="31487"/>
                  <a:pt x="963086" y="30895"/>
                  <a:pt x="964358" y="30578"/>
                </a:cubicBezTo>
                <a:cubicBezTo>
                  <a:pt x="965629" y="30215"/>
                  <a:pt x="966901" y="30032"/>
                  <a:pt x="968172" y="30032"/>
                </a:cubicBezTo>
                <a:cubicBezTo>
                  <a:pt x="968764" y="30032"/>
                  <a:pt x="969398" y="30078"/>
                  <a:pt x="970078" y="30169"/>
                </a:cubicBezTo>
                <a:cubicBezTo>
                  <a:pt x="970761" y="30215"/>
                  <a:pt x="971464" y="30327"/>
                  <a:pt x="972190" y="30510"/>
                </a:cubicBezTo>
                <a:cubicBezTo>
                  <a:pt x="972916" y="30647"/>
                  <a:pt x="973553" y="30827"/>
                  <a:pt x="974099" y="31055"/>
                </a:cubicBezTo>
                <a:cubicBezTo>
                  <a:pt x="974642" y="31235"/>
                  <a:pt x="975028" y="31441"/>
                  <a:pt x="975256" y="31667"/>
                </a:cubicBezTo>
                <a:cubicBezTo>
                  <a:pt x="975528" y="31895"/>
                  <a:pt x="975711" y="32144"/>
                  <a:pt x="975799" y="32415"/>
                </a:cubicBezTo>
                <a:cubicBezTo>
                  <a:pt x="975936" y="32690"/>
                  <a:pt x="976051" y="33076"/>
                  <a:pt x="976142" y="33573"/>
                </a:cubicBezTo>
                <a:cubicBezTo>
                  <a:pt x="976231" y="34027"/>
                  <a:pt x="976299" y="34733"/>
                  <a:pt x="976345" y="35684"/>
                </a:cubicBezTo>
                <a:cubicBezTo>
                  <a:pt x="976391" y="36639"/>
                  <a:pt x="976413" y="37933"/>
                  <a:pt x="976413" y="39568"/>
                </a:cubicBezTo>
                <a:close/>
                <a:moveTo>
                  <a:pt x="1004131" y="94663"/>
                </a:moveTo>
                <a:cubicBezTo>
                  <a:pt x="1004131" y="95118"/>
                  <a:pt x="1003997" y="95526"/>
                  <a:pt x="1003723" y="95889"/>
                </a:cubicBezTo>
                <a:cubicBezTo>
                  <a:pt x="1003451" y="96206"/>
                  <a:pt x="1002974" y="96481"/>
                  <a:pt x="1002294" y="96706"/>
                </a:cubicBezTo>
                <a:cubicBezTo>
                  <a:pt x="1001657" y="96935"/>
                  <a:pt x="1000794" y="97092"/>
                  <a:pt x="999705" y="97184"/>
                </a:cubicBezTo>
                <a:cubicBezTo>
                  <a:pt x="998616" y="97321"/>
                  <a:pt x="997230" y="97389"/>
                  <a:pt x="995550" y="97389"/>
                </a:cubicBezTo>
                <a:cubicBezTo>
                  <a:pt x="993870" y="97389"/>
                  <a:pt x="992487" y="97321"/>
                  <a:pt x="991395" y="97184"/>
                </a:cubicBezTo>
                <a:cubicBezTo>
                  <a:pt x="990307" y="97092"/>
                  <a:pt x="989421" y="96935"/>
                  <a:pt x="988741" y="96706"/>
                </a:cubicBezTo>
                <a:cubicBezTo>
                  <a:pt x="988103" y="96481"/>
                  <a:pt x="987652" y="96206"/>
                  <a:pt x="987378" y="95889"/>
                </a:cubicBezTo>
                <a:cubicBezTo>
                  <a:pt x="987106" y="95526"/>
                  <a:pt x="986969" y="95118"/>
                  <a:pt x="986969" y="94663"/>
                </a:cubicBezTo>
                <a:lnTo>
                  <a:pt x="986969" y="34050"/>
                </a:lnTo>
                <a:cubicBezTo>
                  <a:pt x="986969" y="33596"/>
                  <a:pt x="987106" y="33210"/>
                  <a:pt x="987378" y="32893"/>
                </a:cubicBezTo>
                <a:cubicBezTo>
                  <a:pt x="987652" y="32530"/>
                  <a:pt x="988103" y="32235"/>
                  <a:pt x="988741" y="32007"/>
                </a:cubicBezTo>
                <a:cubicBezTo>
                  <a:pt x="989421" y="31735"/>
                  <a:pt x="990307" y="31530"/>
                  <a:pt x="991395" y="31395"/>
                </a:cubicBezTo>
                <a:cubicBezTo>
                  <a:pt x="992487" y="31258"/>
                  <a:pt x="993870" y="31190"/>
                  <a:pt x="995550" y="31190"/>
                </a:cubicBezTo>
                <a:cubicBezTo>
                  <a:pt x="997230" y="31190"/>
                  <a:pt x="998616" y="31258"/>
                  <a:pt x="999705" y="31395"/>
                </a:cubicBezTo>
                <a:cubicBezTo>
                  <a:pt x="1000794" y="31530"/>
                  <a:pt x="1001657" y="31735"/>
                  <a:pt x="1002294" y="32007"/>
                </a:cubicBezTo>
                <a:cubicBezTo>
                  <a:pt x="1002974" y="32235"/>
                  <a:pt x="1003451" y="32530"/>
                  <a:pt x="1003723" y="32893"/>
                </a:cubicBezTo>
                <a:cubicBezTo>
                  <a:pt x="1003997" y="33210"/>
                  <a:pt x="1004131" y="33596"/>
                  <a:pt x="1004131" y="34050"/>
                </a:cubicBezTo>
                <a:lnTo>
                  <a:pt x="1004131" y="94663"/>
                </a:lnTo>
                <a:close/>
                <a:moveTo>
                  <a:pt x="1005426" y="13347"/>
                </a:moveTo>
                <a:cubicBezTo>
                  <a:pt x="1005426" y="16796"/>
                  <a:pt x="1004723" y="19182"/>
                  <a:pt x="1003314" y="20497"/>
                </a:cubicBezTo>
                <a:cubicBezTo>
                  <a:pt x="1001908" y="21814"/>
                  <a:pt x="999296" y="22474"/>
                  <a:pt x="995482" y="22474"/>
                </a:cubicBezTo>
                <a:cubicBezTo>
                  <a:pt x="991624" y="22474"/>
                  <a:pt x="989012" y="21837"/>
                  <a:pt x="987652" y="20565"/>
                </a:cubicBezTo>
                <a:cubicBezTo>
                  <a:pt x="986335" y="19294"/>
                  <a:pt x="985675" y="17002"/>
                  <a:pt x="985675" y="13687"/>
                </a:cubicBezTo>
                <a:cubicBezTo>
                  <a:pt x="985675" y="10238"/>
                  <a:pt x="986358" y="7852"/>
                  <a:pt x="987718" y="6538"/>
                </a:cubicBezTo>
                <a:cubicBezTo>
                  <a:pt x="989126" y="5175"/>
                  <a:pt x="991758" y="4495"/>
                  <a:pt x="995619" y="4495"/>
                </a:cubicBezTo>
                <a:cubicBezTo>
                  <a:pt x="999433" y="4495"/>
                  <a:pt x="1002020" y="5152"/>
                  <a:pt x="1003383" y="6469"/>
                </a:cubicBezTo>
                <a:cubicBezTo>
                  <a:pt x="1004746" y="7741"/>
                  <a:pt x="1005426" y="10033"/>
                  <a:pt x="1005426" y="13347"/>
                </a:cubicBezTo>
                <a:close/>
                <a:moveTo>
                  <a:pt x="1067196" y="84993"/>
                </a:moveTo>
                <a:cubicBezTo>
                  <a:pt x="1067196" y="86174"/>
                  <a:pt x="1067151" y="87174"/>
                  <a:pt x="1067059" y="87991"/>
                </a:cubicBezTo>
                <a:cubicBezTo>
                  <a:pt x="1067016" y="88763"/>
                  <a:pt x="1066925" y="89420"/>
                  <a:pt x="1066788" y="89966"/>
                </a:cubicBezTo>
                <a:cubicBezTo>
                  <a:pt x="1066696" y="90508"/>
                  <a:pt x="1066562" y="90963"/>
                  <a:pt x="1066379" y="91326"/>
                </a:cubicBezTo>
                <a:cubicBezTo>
                  <a:pt x="1066242" y="91646"/>
                  <a:pt x="1065902" y="92077"/>
                  <a:pt x="1065359" y="92620"/>
                </a:cubicBezTo>
                <a:cubicBezTo>
                  <a:pt x="1064813" y="93120"/>
                  <a:pt x="1063882" y="93755"/>
                  <a:pt x="1062564" y="94529"/>
                </a:cubicBezTo>
                <a:cubicBezTo>
                  <a:pt x="1061250" y="95255"/>
                  <a:pt x="1059750" y="95912"/>
                  <a:pt x="1058069" y="96503"/>
                </a:cubicBezTo>
                <a:cubicBezTo>
                  <a:pt x="1056392" y="97092"/>
                  <a:pt x="1054552" y="97569"/>
                  <a:pt x="1052554" y="97932"/>
                </a:cubicBezTo>
                <a:cubicBezTo>
                  <a:pt x="1050603" y="98295"/>
                  <a:pt x="1048582" y="98478"/>
                  <a:pt x="1046494" y="98478"/>
                </a:cubicBezTo>
                <a:cubicBezTo>
                  <a:pt x="1041816" y="98478"/>
                  <a:pt x="1037661" y="97752"/>
                  <a:pt x="1034029" y="96298"/>
                </a:cubicBezTo>
                <a:cubicBezTo>
                  <a:pt x="1030443" y="94846"/>
                  <a:pt x="1027423" y="92712"/>
                  <a:pt x="1024971" y="89897"/>
                </a:cubicBezTo>
                <a:cubicBezTo>
                  <a:pt x="1022519" y="87037"/>
                  <a:pt x="1020659" y="83562"/>
                  <a:pt x="1019387" y="79476"/>
                </a:cubicBezTo>
                <a:cubicBezTo>
                  <a:pt x="1018162" y="75389"/>
                  <a:pt x="1017547" y="70715"/>
                  <a:pt x="1017547" y="65448"/>
                </a:cubicBezTo>
                <a:cubicBezTo>
                  <a:pt x="1017547" y="59362"/>
                  <a:pt x="1018299" y="54118"/>
                  <a:pt x="1019796" y="49715"/>
                </a:cubicBezTo>
                <a:cubicBezTo>
                  <a:pt x="1021339" y="45266"/>
                  <a:pt x="1023474" y="41588"/>
                  <a:pt x="1026197" y="38682"/>
                </a:cubicBezTo>
                <a:cubicBezTo>
                  <a:pt x="1028923" y="35776"/>
                  <a:pt x="1032146" y="33618"/>
                  <a:pt x="1035869" y="32213"/>
                </a:cubicBezTo>
                <a:cubicBezTo>
                  <a:pt x="1039593" y="30804"/>
                  <a:pt x="1043679" y="30101"/>
                  <a:pt x="1048128" y="30101"/>
                </a:cubicBezTo>
                <a:cubicBezTo>
                  <a:pt x="1049943" y="30101"/>
                  <a:pt x="1051714" y="30261"/>
                  <a:pt x="1053440" y="30578"/>
                </a:cubicBezTo>
                <a:cubicBezTo>
                  <a:pt x="1055209" y="30895"/>
                  <a:pt x="1056844" y="31327"/>
                  <a:pt x="1058344" y="31873"/>
                </a:cubicBezTo>
                <a:cubicBezTo>
                  <a:pt x="1059887" y="32415"/>
                  <a:pt x="1061250" y="33030"/>
                  <a:pt x="1062430" y="33710"/>
                </a:cubicBezTo>
                <a:cubicBezTo>
                  <a:pt x="1063656" y="34390"/>
                  <a:pt x="1064519" y="34982"/>
                  <a:pt x="1065016" y="35482"/>
                </a:cubicBezTo>
                <a:cubicBezTo>
                  <a:pt x="1065516" y="35982"/>
                  <a:pt x="1065856" y="36413"/>
                  <a:pt x="1066039" y="36776"/>
                </a:cubicBezTo>
                <a:cubicBezTo>
                  <a:pt x="1066265" y="37093"/>
                  <a:pt x="1066425" y="37525"/>
                  <a:pt x="1066516" y="38068"/>
                </a:cubicBezTo>
                <a:cubicBezTo>
                  <a:pt x="1066650" y="38613"/>
                  <a:pt x="1066742" y="39296"/>
                  <a:pt x="1066788" y="40114"/>
                </a:cubicBezTo>
                <a:cubicBezTo>
                  <a:pt x="1066879" y="40885"/>
                  <a:pt x="1066925" y="41837"/>
                  <a:pt x="1066925" y="42974"/>
                </a:cubicBezTo>
                <a:cubicBezTo>
                  <a:pt x="1066925" y="45606"/>
                  <a:pt x="1066696" y="47469"/>
                  <a:pt x="1066242" y="48557"/>
                </a:cubicBezTo>
                <a:cubicBezTo>
                  <a:pt x="1065790" y="49600"/>
                  <a:pt x="1065199" y="50123"/>
                  <a:pt x="1064473" y="50123"/>
                </a:cubicBezTo>
                <a:cubicBezTo>
                  <a:pt x="1063702" y="50123"/>
                  <a:pt x="1062884" y="49806"/>
                  <a:pt x="1062021" y="49169"/>
                </a:cubicBezTo>
                <a:cubicBezTo>
                  <a:pt x="1061158" y="48535"/>
                  <a:pt x="1060135" y="47832"/>
                  <a:pt x="1058955" y="47060"/>
                </a:cubicBezTo>
                <a:cubicBezTo>
                  <a:pt x="1057775" y="46286"/>
                  <a:pt x="1056369" y="45583"/>
                  <a:pt x="1054735" y="44948"/>
                </a:cubicBezTo>
                <a:cubicBezTo>
                  <a:pt x="1053100" y="44311"/>
                  <a:pt x="1051146" y="43994"/>
                  <a:pt x="1048877" y="43994"/>
                </a:cubicBezTo>
                <a:cubicBezTo>
                  <a:pt x="1044428" y="43994"/>
                  <a:pt x="1041022" y="45720"/>
                  <a:pt x="1038661" y="49169"/>
                </a:cubicBezTo>
                <a:cubicBezTo>
                  <a:pt x="1036301" y="52575"/>
                  <a:pt x="1035121" y="57593"/>
                  <a:pt x="1035121" y="64222"/>
                </a:cubicBezTo>
                <a:cubicBezTo>
                  <a:pt x="1035121" y="67491"/>
                  <a:pt x="1035415" y="70375"/>
                  <a:pt x="1036004" y="72869"/>
                </a:cubicBezTo>
                <a:cubicBezTo>
                  <a:pt x="1036595" y="75367"/>
                  <a:pt x="1037458" y="77455"/>
                  <a:pt x="1038593" y="79136"/>
                </a:cubicBezTo>
                <a:cubicBezTo>
                  <a:pt x="1039773" y="80816"/>
                  <a:pt x="1041227" y="82087"/>
                  <a:pt x="1042950" y="82950"/>
                </a:cubicBezTo>
                <a:cubicBezTo>
                  <a:pt x="1044722" y="83768"/>
                  <a:pt x="1046765" y="84176"/>
                  <a:pt x="1049080" y="84176"/>
                </a:cubicBezTo>
                <a:cubicBezTo>
                  <a:pt x="1051443" y="84176"/>
                  <a:pt x="1053463" y="83836"/>
                  <a:pt x="1055143" y="83153"/>
                </a:cubicBezTo>
                <a:cubicBezTo>
                  <a:pt x="1056866" y="82427"/>
                  <a:pt x="1058367" y="81633"/>
                  <a:pt x="1059638" y="80770"/>
                </a:cubicBezTo>
                <a:cubicBezTo>
                  <a:pt x="1060907" y="79907"/>
                  <a:pt x="1061976" y="79136"/>
                  <a:pt x="1062839" y="78456"/>
                </a:cubicBezTo>
                <a:cubicBezTo>
                  <a:pt x="1063702" y="77730"/>
                  <a:pt x="1064427" y="77364"/>
                  <a:pt x="1065016" y="77364"/>
                </a:cubicBezTo>
                <a:cubicBezTo>
                  <a:pt x="1065425" y="77364"/>
                  <a:pt x="1065767" y="77478"/>
                  <a:pt x="1066039" y="77707"/>
                </a:cubicBezTo>
                <a:cubicBezTo>
                  <a:pt x="1066310" y="77933"/>
                  <a:pt x="1066516" y="78364"/>
                  <a:pt x="1066650" y="78998"/>
                </a:cubicBezTo>
                <a:cubicBezTo>
                  <a:pt x="1066833" y="79590"/>
                  <a:pt x="1066970" y="80361"/>
                  <a:pt x="1067059" y="81316"/>
                </a:cubicBezTo>
                <a:cubicBezTo>
                  <a:pt x="1067151" y="82267"/>
                  <a:pt x="1067196" y="83496"/>
                  <a:pt x="1067196" y="84993"/>
                </a:cubicBezTo>
                <a:close/>
                <a:moveTo>
                  <a:pt x="1136051" y="94732"/>
                </a:moveTo>
                <a:cubicBezTo>
                  <a:pt x="1136051" y="95186"/>
                  <a:pt x="1135913" y="95595"/>
                  <a:pt x="1135642" y="95958"/>
                </a:cubicBezTo>
                <a:cubicBezTo>
                  <a:pt x="1135413" y="96275"/>
                  <a:pt x="1134962" y="96549"/>
                  <a:pt x="1134279" y="96775"/>
                </a:cubicBezTo>
                <a:cubicBezTo>
                  <a:pt x="1133645" y="96958"/>
                  <a:pt x="1132759" y="97092"/>
                  <a:pt x="1131624" y="97184"/>
                </a:cubicBezTo>
                <a:cubicBezTo>
                  <a:pt x="1130490" y="97321"/>
                  <a:pt x="1129013" y="97389"/>
                  <a:pt x="1127198" y="97389"/>
                </a:cubicBezTo>
                <a:cubicBezTo>
                  <a:pt x="1125335" y="97389"/>
                  <a:pt x="1123815" y="97344"/>
                  <a:pt x="1122635" y="97252"/>
                </a:cubicBezTo>
                <a:cubicBezTo>
                  <a:pt x="1121497" y="97161"/>
                  <a:pt x="1120546" y="97024"/>
                  <a:pt x="1119774" y="96844"/>
                </a:cubicBezTo>
                <a:cubicBezTo>
                  <a:pt x="1119046" y="96615"/>
                  <a:pt x="1118480" y="96321"/>
                  <a:pt x="1118071" y="95958"/>
                </a:cubicBezTo>
                <a:cubicBezTo>
                  <a:pt x="1117663" y="95595"/>
                  <a:pt x="1117300" y="95118"/>
                  <a:pt x="1116980" y="94529"/>
                </a:cubicBezTo>
                <a:lnTo>
                  <a:pt x="1096754" y="62519"/>
                </a:lnTo>
                <a:lnTo>
                  <a:pt x="1096754" y="94663"/>
                </a:lnTo>
                <a:cubicBezTo>
                  <a:pt x="1096754" y="95118"/>
                  <a:pt x="1096617" y="95526"/>
                  <a:pt x="1096346" y="95889"/>
                </a:cubicBezTo>
                <a:cubicBezTo>
                  <a:pt x="1096074" y="96206"/>
                  <a:pt x="1095597" y="96481"/>
                  <a:pt x="1094914" y="96706"/>
                </a:cubicBezTo>
                <a:cubicBezTo>
                  <a:pt x="1094280" y="96935"/>
                  <a:pt x="1093417" y="97092"/>
                  <a:pt x="1092328" y="97184"/>
                </a:cubicBezTo>
                <a:cubicBezTo>
                  <a:pt x="1091236" y="97321"/>
                  <a:pt x="1089853" y="97389"/>
                  <a:pt x="1088173" y="97389"/>
                </a:cubicBezTo>
                <a:cubicBezTo>
                  <a:pt x="1086493" y="97389"/>
                  <a:pt x="1085107" y="97321"/>
                  <a:pt x="1084018" y="97184"/>
                </a:cubicBezTo>
                <a:cubicBezTo>
                  <a:pt x="1082930" y="97092"/>
                  <a:pt x="1082044" y="96935"/>
                  <a:pt x="1081364" y="96706"/>
                </a:cubicBezTo>
                <a:cubicBezTo>
                  <a:pt x="1080727" y="96481"/>
                  <a:pt x="1080272" y="96206"/>
                  <a:pt x="1080001" y="95889"/>
                </a:cubicBezTo>
                <a:cubicBezTo>
                  <a:pt x="1079729" y="95526"/>
                  <a:pt x="1079592" y="95118"/>
                  <a:pt x="1079592" y="94663"/>
                </a:cubicBezTo>
                <a:lnTo>
                  <a:pt x="1079592" y="5106"/>
                </a:lnTo>
                <a:cubicBezTo>
                  <a:pt x="1079592" y="4652"/>
                  <a:pt x="1079729" y="4243"/>
                  <a:pt x="1080001" y="3880"/>
                </a:cubicBezTo>
                <a:cubicBezTo>
                  <a:pt x="1080272" y="3518"/>
                  <a:pt x="1080727" y="3223"/>
                  <a:pt x="1081364" y="2995"/>
                </a:cubicBezTo>
                <a:cubicBezTo>
                  <a:pt x="1082044" y="2723"/>
                  <a:pt x="1082930" y="2517"/>
                  <a:pt x="1084018" y="2383"/>
                </a:cubicBezTo>
                <a:cubicBezTo>
                  <a:pt x="1085107" y="2246"/>
                  <a:pt x="1086493" y="2177"/>
                  <a:pt x="1088173" y="2177"/>
                </a:cubicBezTo>
                <a:cubicBezTo>
                  <a:pt x="1089853" y="2177"/>
                  <a:pt x="1091236" y="2246"/>
                  <a:pt x="1092328" y="2383"/>
                </a:cubicBezTo>
                <a:cubicBezTo>
                  <a:pt x="1093417" y="2517"/>
                  <a:pt x="1094280" y="2723"/>
                  <a:pt x="1094914" y="2995"/>
                </a:cubicBezTo>
                <a:cubicBezTo>
                  <a:pt x="1095597" y="3223"/>
                  <a:pt x="1096074" y="3518"/>
                  <a:pt x="1096346" y="3880"/>
                </a:cubicBezTo>
                <a:cubicBezTo>
                  <a:pt x="1096617" y="4243"/>
                  <a:pt x="1096754" y="4652"/>
                  <a:pt x="1096754" y="5106"/>
                </a:cubicBezTo>
                <a:lnTo>
                  <a:pt x="1096754" y="58433"/>
                </a:lnTo>
                <a:lnTo>
                  <a:pt x="1114734" y="34256"/>
                </a:lnTo>
                <a:cubicBezTo>
                  <a:pt x="1115097" y="33710"/>
                  <a:pt x="1115505" y="33233"/>
                  <a:pt x="1115959" y="32824"/>
                </a:cubicBezTo>
                <a:cubicBezTo>
                  <a:pt x="1116414" y="32415"/>
                  <a:pt x="1117002" y="32098"/>
                  <a:pt x="1117731" y="31873"/>
                </a:cubicBezTo>
                <a:cubicBezTo>
                  <a:pt x="1118503" y="31644"/>
                  <a:pt x="1119434" y="31487"/>
                  <a:pt x="1120523" y="31395"/>
                </a:cubicBezTo>
                <a:cubicBezTo>
                  <a:pt x="1121657" y="31258"/>
                  <a:pt x="1123089" y="31190"/>
                  <a:pt x="1124812" y="31190"/>
                </a:cubicBezTo>
                <a:cubicBezTo>
                  <a:pt x="1126492" y="31190"/>
                  <a:pt x="1127901" y="31258"/>
                  <a:pt x="1129035" y="31395"/>
                </a:cubicBezTo>
                <a:cubicBezTo>
                  <a:pt x="1130216" y="31487"/>
                  <a:pt x="1131147" y="31644"/>
                  <a:pt x="1131827" y="31873"/>
                </a:cubicBezTo>
                <a:cubicBezTo>
                  <a:pt x="1132553" y="32098"/>
                  <a:pt x="1133053" y="32393"/>
                  <a:pt x="1133327" y="32756"/>
                </a:cubicBezTo>
                <a:cubicBezTo>
                  <a:pt x="1133599" y="33076"/>
                  <a:pt x="1133736" y="33484"/>
                  <a:pt x="1133736" y="33981"/>
                </a:cubicBezTo>
                <a:cubicBezTo>
                  <a:pt x="1133736" y="34664"/>
                  <a:pt x="1133553" y="35390"/>
                  <a:pt x="1133190" y="36162"/>
                </a:cubicBezTo>
                <a:cubicBezTo>
                  <a:pt x="1132873" y="36933"/>
                  <a:pt x="1132373" y="37750"/>
                  <a:pt x="1131693" y="38613"/>
                </a:cubicBezTo>
                <a:lnTo>
                  <a:pt x="1113916" y="58773"/>
                </a:lnTo>
                <a:lnTo>
                  <a:pt x="1134485" y="90577"/>
                </a:lnTo>
                <a:cubicBezTo>
                  <a:pt x="1135028" y="91486"/>
                  <a:pt x="1135413" y="92280"/>
                  <a:pt x="1135642" y="92960"/>
                </a:cubicBezTo>
                <a:cubicBezTo>
                  <a:pt x="1135913" y="93597"/>
                  <a:pt x="1136051" y="94186"/>
                  <a:pt x="1136051" y="94732"/>
                </a:cubicBezTo>
                <a:close/>
                <a:moveTo>
                  <a:pt x="1252305" y="51621"/>
                </a:moveTo>
                <a:cubicBezTo>
                  <a:pt x="1252305" y="59705"/>
                  <a:pt x="1251236" y="66628"/>
                  <a:pt x="1249105" y="72395"/>
                </a:cubicBezTo>
                <a:cubicBezTo>
                  <a:pt x="1247016" y="78115"/>
                  <a:pt x="1243995" y="82790"/>
                  <a:pt x="1240046" y="86422"/>
                </a:cubicBezTo>
                <a:cubicBezTo>
                  <a:pt x="1236094" y="90054"/>
                  <a:pt x="1231282" y="92734"/>
                  <a:pt x="1225607" y="94460"/>
                </a:cubicBezTo>
                <a:cubicBezTo>
                  <a:pt x="1219978" y="96141"/>
                  <a:pt x="1213257" y="96981"/>
                  <a:pt x="1205448" y="96981"/>
                </a:cubicBezTo>
                <a:lnTo>
                  <a:pt x="1184405" y="96981"/>
                </a:lnTo>
                <a:cubicBezTo>
                  <a:pt x="1182905" y="96981"/>
                  <a:pt x="1181636" y="96549"/>
                  <a:pt x="1180590" y="95686"/>
                </a:cubicBezTo>
                <a:cubicBezTo>
                  <a:pt x="1179593" y="94778"/>
                  <a:pt x="1179093" y="93323"/>
                  <a:pt x="1179093" y="91326"/>
                </a:cubicBezTo>
                <a:lnTo>
                  <a:pt x="1179093" y="14505"/>
                </a:lnTo>
                <a:cubicBezTo>
                  <a:pt x="1179093" y="12507"/>
                  <a:pt x="1179593" y="11076"/>
                  <a:pt x="1180590" y="10216"/>
                </a:cubicBezTo>
                <a:cubicBezTo>
                  <a:pt x="1181636" y="9307"/>
                  <a:pt x="1182905" y="8853"/>
                  <a:pt x="1184405" y="8853"/>
                </a:cubicBezTo>
                <a:lnTo>
                  <a:pt x="1207017" y="8853"/>
                </a:lnTo>
                <a:cubicBezTo>
                  <a:pt x="1214869" y="8853"/>
                  <a:pt x="1221521" y="9784"/>
                  <a:pt x="1226970" y="11644"/>
                </a:cubicBezTo>
                <a:cubicBezTo>
                  <a:pt x="1232463" y="13462"/>
                  <a:pt x="1237072" y="16185"/>
                  <a:pt x="1240795" y="19817"/>
                </a:cubicBezTo>
                <a:cubicBezTo>
                  <a:pt x="1244564" y="23403"/>
                  <a:pt x="1247424" y="27852"/>
                  <a:pt x="1249376" y="33164"/>
                </a:cubicBezTo>
                <a:cubicBezTo>
                  <a:pt x="1251328" y="38476"/>
                  <a:pt x="1252305" y="44628"/>
                  <a:pt x="1252305" y="51621"/>
                </a:cubicBezTo>
                <a:close/>
                <a:moveTo>
                  <a:pt x="1233780" y="52235"/>
                </a:moveTo>
                <a:cubicBezTo>
                  <a:pt x="1233780" y="48057"/>
                  <a:pt x="1233280" y="44177"/>
                  <a:pt x="1232283" y="40588"/>
                </a:cubicBezTo>
                <a:cubicBezTo>
                  <a:pt x="1231328" y="37002"/>
                  <a:pt x="1229762" y="33893"/>
                  <a:pt x="1227582" y="31258"/>
                </a:cubicBezTo>
                <a:cubicBezTo>
                  <a:pt x="1225447" y="28626"/>
                  <a:pt x="1222679" y="26583"/>
                  <a:pt x="1219275" y="25129"/>
                </a:cubicBezTo>
                <a:cubicBezTo>
                  <a:pt x="1215915" y="23632"/>
                  <a:pt x="1211489" y="22883"/>
                  <a:pt x="1205994" y="22883"/>
                </a:cubicBezTo>
                <a:lnTo>
                  <a:pt x="1196935" y="22883"/>
                </a:lnTo>
                <a:lnTo>
                  <a:pt x="1196935" y="82813"/>
                </a:lnTo>
                <a:lnTo>
                  <a:pt x="1206265" y="82813"/>
                </a:lnTo>
                <a:cubicBezTo>
                  <a:pt x="1211169" y="82813"/>
                  <a:pt x="1215300" y="82179"/>
                  <a:pt x="1218661" y="80907"/>
                </a:cubicBezTo>
                <a:cubicBezTo>
                  <a:pt x="1222021" y="79636"/>
                  <a:pt x="1224813" y="77730"/>
                  <a:pt x="1227039" y="75187"/>
                </a:cubicBezTo>
                <a:cubicBezTo>
                  <a:pt x="1229308" y="72598"/>
                  <a:pt x="1230988" y="69397"/>
                  <a:pt x="1232077" y="65582"/>
                </a:cubicBezTo>
                <a:cubicBezTo>
                  <a:pt x="1233211" y="61771"/>
                  <a:pt x="1233780" y="57319"/>
                  <a:pt x="1233780" y="52235"/>
                </a:cubicBezTo>
                <a:close/>
                <a:moveTo>
                  <a:pt x="1317753" y="94869"/>
                </a:moveTo>
                <a:cubicBezTo>
                  <a:pt x="1317753" y="95503"/>
                  <a:pt x="1317525" y="96003"/>
                  <a:pt x="1317073" y="96366"/>
                </a:cubicBezTo>
                <a:cubicBezTo>
                  <a:pt x="1316619" y="96729"/>
                  <a:pt x="1315893" y="96981"/>
                  <a:pt x="1314893" y="97115"/>
                </a:cubicBezTo>
                <a:cubicBezTo>
                  <a:pt x="1313939" y="97298"/>
                  <a:pt x="1312510" y="97389"/>
                  <a:pt x="1310601" y="97389"/>
                </a:cubicBezTo>
                <a:cubicBezTo>
                  <a:pt x="1308558" y="97389"/>
                  <a:pt x="1307061" y="97298"/>
                  <a:pt x="1306106" y="97115"/>
                </a:cubicBezTo>
                <a:cubicBezTo>
                  <a:pt x="1305200" y="96981"/>
                  <a:pt x="1304540" y="96729"/>
                  <a:pt x="1304132" y="96366"/>
                </a:cubicBezTo>
                <a:cubicBezTo>
                  <a:pt x="1303769" y="96003"/>
                  <a:pt x="1303589" y="95503"/>
                  <a:pt x="1303589" y="94869"/>
                </a:cubicBezTo>
                <a:lnTo>
                  <a:pt x="1303589" y="90034"/>
                </a:lnTo>
                <a:cubicBezTo>
                  <a:pt x="1301091" y="92712"/>
                  <a:pt x="1298231" y="94800"/>
                  <a:pt x="1295008" y="96298"/>
                </a:cubicBezTo>
                <a:cubicBezTo>
                  <a:pt x="1291827" y="97798"/>
                  <a:pt x="1288287" y="98547"/>
                  <a:pt x="1284381" y="98547"/>
                </a:cubicBezTo>
                <a:cubicBezTo>
                  <a:pt x="1281157" y="98547"/>
                  <a:pt x="1278185" y="98115"/>
                  <a:pt x="1275459" y="97252"/>
                </a:cubicBezTo>
                <a:cubicBezTo>
                  <a:pt x="1272782" y="96435"/>
                  <a:pt x="1270445" y="95209"/>
                  <a:pt x="1268444" y="93575"/>
                </a:cubicBezTo>
                <a:cubicBezTo>
                  <a:pt x="1266493" y="91894"/>
                  <a:pt x="1264972" y="89828"/>
                  <a:pt x="1263884" y="87377"/>
                </a:cubicBezTo>
                <a:cubicBezTo>
                  <a:pt x="1262792" y="84925"/>
                  <a:pt x="1262249" y="82065"/>
                  <a:pt x="1262249" y="78796"/>
                </a:cubicBezTo>
                <a:cubicBezTo>
                  <a:pt x="1262249" y="75255"/>
                  <a:pt x="1262929" y="72189"/>
                  <a:pt x="1264292" y="69600"/>
                </a:cubicBezTo>
                <a:cubicBezTo>
                  <a:pt x="1265698" y="66968"/>
                  <a:pt x="1267764" y="64811"/>
                  <a:pt x="1270487" y="63131"/>
                </a:cubicBezTo>
                <a:cubicBezTo>
                  <a:pt x="1273259" y="61405"/>
                  <a:pt x="1276685" y="60136"/>
                  <a:pt x="1280772" y="59319"/>
                </a:cubicBezTo>
                <a:cubicBezTo>
                  <a:pt x="1284858" y="58502"/>
                  <a:pt x="1289604" y="58093"/>
                  <a:pt x="1295008" y="58093"/>
                </a:cubicBezTo>
                <a:lnTo>
                  <a:pt x="1300931" y="58093"/>
                </a:lnTo>
                <a:lnTo>
                  <a:pt x="1300931" y="54415"/>
                </a:lnTo>
                <a:cubicBezTo>
                  <a:pt x="1300931" y="52507"/>
                  <a:pt x="1300728" y="50849"/>
                  <a:pt x="1300320" y="49443"/>
                </a:cubicBezTo>
                <a:cubicBezTo>
                  <a:pt x="1299954" y="47989"/>
                  <a:pt x="1299320" y="46786"/>
                  <a:pt x="1298411" y="45834"/>
                </a:cubicBezTo>
                <a:cubicBezTo>
                  <a:pt x="1297548" y="44880"/>
                  <a:pt x="1296368" y="44177"/>
                  <a:pt x="1294870" y="43723"/>
                </a:cubicBezTo>
                <a:cubicBezTo>
                  <a:pt x="1293416" y="43268"/>
                  <a:pt x="1291601" y="43040"/>
                  <a:pt x="1289421" y="43040"/>
                </a:cubicBezTo>
                <a:cubicBezTo>
                  <a:pt x="1286561" y="43040"/>
                  <a:pt x="1283995" y="43360"/>
                  <a:pt x="1281726" y="43994"/>
                </a:cubicBezTo>
                <a:cubicBezTo>
                  <a:pt x="1279500" y="44628"/>
                  <a:pt x="1277525" y="45334"/>
                  <a:pt x="1275799" y="46106"/>
                </a:cubicBezTo>
                <a:cubicBezTo>
                  <a:pt x="1274076" y="46877"/>
                  <a:pt x="1272622" y="47580"/>
                  <a:pt x="1271442" y="48217"/>
                </a:cubicBezTo>
                <a:cubicBezTo>
                  <a:pt x="1270307" y="48852"/>
                  <a:pt x="1269376" y="49169"/>
                  <a:pt x="1268650" y="49169"/>
                </a:cubicBezTo>
                <a:cubicBezTo>
                  <a:pt x="1268150" y="49169"/>
                  <a:pt x="1267696" y="49012"/>
                  <a:pt x="1267287" y="48695"/>
                </a:cubicBezTo>
                <a:cubicBezTo>
                  <a:pt x="1266924" y="48375"/>
                  <a:pt x="1266607" y="47920"/>
                  <a:pt x="1266335" y="47332"/>
                </a:cubicBezTo>
                <a:cubicBezTo>
                  <a:pt x="1266107" y="46740"/>
                  <a:pt x="1265927" y="46014"/>
                  <a:pt x="1265790" y="45151"/>
                </a:cubicBezTo>
                <a:cubicBezTo>
                  <a:pt x="1265652" y="44288"/>
                  <a:pt x="1265584" y="43337"/>
                  <a:pt x="1265584" y="42291"/>
                </a:cubicBezTo>
                <a:cubicBezTo>
                  <a:pt x="1265584" y="40885"/>
                  <a:pt x="1265698" y="39771"/>
                  <a:pt x="1265927" y="38953"/>
                </a:cubicBezTo>
                <a:cubicBezTo>
                  <a:pt x="1266153" y="38136"/>
                  <a:pt x="1266584" y="37410"/>
                  <a:pt x="1267218" y="36776"/>
                </a:cubicBezTo>
                <a:cubicBezTo>
                  <a:pt x="1267856" y="36093"/>
                  <a:pt x="1268967" y="35367"/>
                  <a:pt x="1270556" y="34596"/>
                </a:cubicBezTo>
                <a:cubicBezTo>
                  <a:pt x="1272145" y="33779"/>
                  <a:pt x="1274008" y="33030"/>
                  <a:pt x="1276142" y="32347"/>
                </a:cubicBezTo>
                <a:cubicBezTo>
                  <a:pt x="1278274" y="31667"/>
                  <a:pt x="1280591" y="31121"/>
                  <a:pt x="1283089" y="30712"/>
                </a:cubicBezTo>
                <a:cubicBezTo>
                  <a:pt x="1285629" y="30261"/>
                  <a:pt x="1288241" y="30032"/>
                  <a:pt x="1290921" y="30032"/>
                </a:cubicBezTo>
                <a:cubicBezTo>
                  <a:pt x="1295688" y="30032"/>
                  <a:pt x="1299751" y="30510"/>
                  <a:pt x="1303111" y="31464"/>
                </a:cubicBezTo>
                <a:cubicBezTo>
                  <a:pt x="1306515" y="32370"/>
                  <a:pt x="1309309" y="33801"/>
                  <a:pt x="1311487" y="35753"/>
                </a:cubicBezTo>
                <a:cubicBezTo>
                  <a:pt x="1313667" y="37659"/>
                  <a:pt x="1315256" y="40134"/>
                  <a:pt x="1316256" y="43177"/>
                </a:cubicBezTo>
                <a:cubicBezTo>
                  <a:pt x="1317253" y="46220"/>
                  <a:pt x="1317753" y="49829"/>
                  <a:pt x="1317753" y="54007"/>
                </a:cubicBezTo>
                <a:lnTo>
                  <a:pt x="1317753" y="94869"/>
                </a:lnTo>
                <a:close/>
                <a:moveTo>
                  <a:pt x="1300931" y="68851"/>
                </a:moveTo>
                <a:lnTo>
                  <a:pt x="1294393" y="68851"/>
                </a:lnTo>
                <a:cubicBezTo>
                  <a:pt x="1291624" y="68851"/>
                  <a:pt x="1289264" y="69057"/>
                  <a:pt x="1287309" y="69466"/>
                </a:cubicBezTo>
                <a:cubicBezTo>
                  <a:pt x="1285358" y="69874"/>
                  <a:pt x="1283769" y="70486"/>
                  <a:pt x="1282543" y="71303"/>
                </a:cubicBezTo>
                <a:cubicBezTo>
                  <a:pt x="1281317" y="72120"/>
                  <a:pt x="1280409" y="73121"/>
                  <a:pt x="1279820" y="74301"/>
                </a:cubicBezTo>
                <a:cubicBezTo>
                  <a:pt x="1279274" y="75435"/>
                  <a:pt x="1279003" y="76752"/>
                  <a:pt x="1279003" y="78250"/>
                </a:cubicBezTo>
                <a:cubicBezTo>
                  <a:pt x="1279003" y="80793"/>
                  <a:pt x="1279797" y="82790"/>
                  <a:pt x="1281386" y="84245"/>
                </a:cubicBezTo>
                <a:cubicBezTo>
                  <a:pt x="1283020" y="85696"/>
                  <a:pt x="1285266" y="86422"/>
                  <a:pt x="1288127" y="86422"/>
                </a:cubicBezTo>
                <a:cubicBezTo>
                  <a:pt x="1290533" y="86422"/>
                  <a:pt x="1292736" y="85811"/>
                  <a:pt x="1294733" y="84585"/>
                </a:cubicBezTo>
                <a:cubicBezTo>
                  <a:pt x="1296776" y="83359"/>
                  <a:pt x="1298842" y="81564"/>
                  <a:pt x="1300931" y="79204"/>
                </a:cubicBezTo>
                <a:lnTo>
                  <a:pt x="1300931" y="68851"/>
                </a:lnTo>
                <a:close/>
                <a:moveTo>
                  <a:pt x="1369511" y="88671"/>
                </a:moveTo>
                <a:cubicBezTo>
                  <a:pt x="1369511" y="90668"/>
                  <a:pt x="1369377" y="92212"/>
                  <a:pt x="1369103" y="93303"/>
                </a:cubicBezTo>
                <a:cubicBezTo>
                  <a:pt x="1368877" y="94346"/>
                  <a:pt x="1368560" y="95095"/>
                  <a:pt x="1368151" y="95549"/>
                </a:cubicBezTo>
                <a:cubicBezTo>
                  <a:pt x="1367742" y="95958"/>
                  <a:pt x="1367128" y="96343"/>
                  <a:pt x="1366311" y="96706"/>
                </a:cubicBezTo>
                <a:cubicBezTo>
                  <a:pt x="1365539" y="97024"/>
                  <a:pt x="1364608" y="97298"/>
                  <a:pt x="1363519" y="97524"/>
                </a:cubicBezTo>
                <a:cubicBezTo>
                  <a:pt x="1362476" y="97798"/>
                  <a:pt x="1361316" y="98001"/>
                  <a:pt x="1360047" y="98138"/>
                </a:cubicBezTo>
                <a:cubicBezTo>
                  <a:pt x="1358821" y="98272"/>
                  <a:pt x="1357573" y="98341"/>
                  <a:pt x="1356301" y="98341"/>
                </a:cubicBezTo>
                <a:cubicBezTo>
                  <a:pt x="1352895" y="98341"/>
                  <a:pt x="1349943" y="97909"/>
                  <a:pt x="1347446" y="97046"/>
                </a:cubicBezTo>
                <a:cubicBezTo>
                  <a:pt x="1344951" y="96183"/>
                  <a:pt x="1342885" y="94869"/>
                  <a:pt x="1341250" y="93097"/>
                </a:cubicBezTo>
                <a:cubicBezTo>
                  <a:pt x="1339616" y="91280"/>
                  <a:pt x="1338410" y="89011"/>
                  <a:pt x="1337639" y="86288"/>
                </a:cubicBezTo>
                <a:cubicBezTo>
                  <a:pt x="1336867" y="83562"/>
                  <a:pt x="1336481" y="80339"/>
                  <a:pt x="1336481" y="76615"/>
                </a:cubicBezTo>
                <a:lnTo>
                  <a:pt x="1336481" y="45491"/>
                </a:lnTo>
                <a:lnTo>
                  <a:pt x="1329195" y="45491"/>
                </a:lnTo>
                <a:cubicBezTo>
                  <a:pt x="1328332" y="45491"/>
                  <a:pt x="1327675" y="44971"/>
                  <a:pt x="1327220" y="43925"/>
                </a:cubicBezTo>
                <a:cubicBezTo>
                  <a:pt x="1326766" y="42837"/>
                  <a:pt x="1326537" y="41042"/>
                  <a:pt x="1326537" y="38545"/>
                </a:cubicBezTo>
                <a:cubicBezTo>
                  <a:pt x="1326537" y="37230"/>
                  <a:pt x="1326583" y="36116"/>
                  <a:pt x="1326674" y="35207"/>
                </a:cubicBezTo>
                <a:cubicBezTo>
                  <a:pt x="1326812" y="34301"/>
                  <a:pt x="1326992" y="33596"/>
                  <a:pt x="1327220" y="33098"/>
                </a:cubicBezTo>
                <a:cubicBezTo>
                  <a:pt x="1327446" y="32553"/>
                  <a:pt x="1327720" y="32167"/>
                  <a:pt x="1328037" y="31938"/>
                </a:cubicBezTo>
                <a:cubicBezTo>
                  <a:pt x="1328400" y="31713"/>
                  <a:pt x="1328809" y="31598"/>
                  <a:pt x="1329263" y="31598"/>
                </a:cubicBezTo>
                <a:lnTo>
                  <a:pt x="1336481" y="31598"/>
                </a:lnTo>
                <a:lnTo>
                  <a:pt x="1336481" y="18045"/>
                </a:lnTo>
                <a:cubicBezTo>
                  <a:pt x="1336481" y="17594"/>
                  <a:pt x="1336596" y="17185"/>
                  <a:pt x="1336821" y="16819"/>
                </a:cubicBezTo>
                <a:cubicBezTo>
                  <a:pt x="1337096" y="16456"/>
                  <a:pt x="1337550" y="16162"/>
                  <a:pt x="1338184" y="15936"/>
                </a:cubicBezTo>
                <a:cubicBezTo>
                  <a:pt x="1338864" y="15662"/>
                  <a:pt x="1339750" y="15482"/>
                  <a:pt x="1340842" y="15390"/>
                </a:cubicBezTo>
                <a:cubicBezTo>
                  <a:pt x="1341976" y="15253"/>
                  <a:pt x="1343359" y="15185"/>
                  <a:pt x="1344994" y="15185"/>
                </a:cubicBezTo>
                <a:cubicBezTo>
                  <a:pt x="1346674" y="15185"/>
                  <a:pt x="1348060" y="15253"/>
                  <a:pt x="1349149" y="15390"/>
                </a:cubicBezTo>
                <a:cubicBezTo>
                  <a:pt x="1350283" y="15482"/>
                  <a:pt x="1351169" y="15662"/>
                  <a:pt x="1351806" y="15936"/>
                </a:cubicBezTo>
                <a:cubicBezTo>
                  <a:pt x="1352440" y="16162"/>
                  <a:pt x="1352895" y="16456"/>
                  <a:pt x="1353166" y="16819"/>
                </a:cubicBezTo>
                <a:cubicBezTo>
                  <a:pt x="1353441" y="17185"/>
                  <a:pt x="1353575" y="17594"/>
                  <a:pt x="1353575" y="18045"/>
                </a:cubicBezTo>
                <a:lnTo>
                  <a:pt x="1353575" y="31598"/>
                </a:lnTo>
                <a:lnTo>
                  <a:pt x="1366788" y="31598"/>
                </a:lnTo>
                <a:cubicBezTo>
                  <a:pt x="1367242" y="31598"/>
                  <a:pt x="1367628" y="31713"/>
                  <a:pt x="1367945" y="31938"/>
                </a:cubicBezTo>
                <a:cubicBezTo>
                  <a:pt x="1368308" y="32167"/>
                  <a:pt x="1368605" y="32553"/>
                  <a:pt x="1368831" y="33098"/>
                </a:cubicBezTo>
                <a:cubicBezTo>
                  <a:pt x="1369060" y="33596"/>
                  <a:pt x="1369217" y="34301"/>
                  <a:pt x="1369308" y="35207"/>
                </a:cubicBezTo>
                <a:cubicBezTo>
                  <a:pt x="1369445" y="36116"/>
                  <a:pt x="1369511" y="37230"/>
                  <a:pt x="1369511" y="38545"/>
                </a:cubicBezTo>
                <a:cubicBezTo>
                  <a:pt x="1369511" y="41042"/>
                  <a:pt x="1369285" y="42837"/>
                  <a:pt x="1368831" y="43925"/>
                </a:cubicBezTo>
                <a:cubicBezTo>
                  <a:pt x="1368377" y="44971"/>
                  <a:pt x="1367720" y="45491"/>
                  <a:pt x="1366857" y="45491"/>
                </a:cubicBezTo>
                <a:lnTo>
                  <a:pt x="1353575" y="45491"/>
                </a:lnTo>
                <a:lnTo>
                  <a:pt x="1353575" y="74029"/>
                </a:lnTo>
                <a:cubicBezTo>
                  <a:pt x="1353575" y="77344"/>
                  <a:pt x="1354098" y="79839"/>
                  <a:pt x="1355144" y="81519"/>
                </a:cubicBezTo>
                <a:cubicBezTo>
                  <a:pt x="1356187" y="83153"/>
                  <a:pt x="1358050" y="83970"/>
                  <a:pt x="1360727" y="83970"/>
                </a:cubicBezTo>
                <a:cubicBezTo>
                  <a:pt x="1361636" y="83970"/>
                  <a:pt x="1362453" y="83905"/>
                  <a:pt x="1363179" y="83768"/>
                </a:cubicBezTo>
                <a:cubicBezTo>
                  <a:pt x="1363905" y="83585"/>
                  <a:pt x="1364542" y="83405"/>
                  <a:pt x="1365085" y="83222"/>
                </a:cubicBezTo>
                <a:cubicBezTo>
                  <a:pt x="1365676" y="82996"/>
                  <a:pt x="1366154" y="82813"/>
                  <a:pt x="1366517" y="82679"/>
                </a:cubicBezTo>
                <a:cubicBezTo>
                  <a:pt x="1366925" y="82496"/>
                  <a:pt x="1367288" y="82405"/>
                  <a:pt x="1367605" y="82405"/>
                </a:cubicBezTo>
                <a:cubicBezTo>
                  <a:pt x="1367877" y="82405"/>
                  <a:pt x="1368128" y="82496"/>
                  <a:pt x="1368354" y="82679"/>
                </a:cubicBezTo>
                <a:cubicBezTo>
                  <a:pt x="1368628" y="82813"/>
                  <a:pt x="1368831" y="83130"/>
                  <a:pt x="1368968" y="83630"/>
                </a:cubicBezTo>
                <a:cubicBezTo>
                  <a:pt x="1369103" y="84085"/>
                  <a:pt x="1369217" y="84722"/>
                  <a:pt x="1369308" y="85539"/>
                </a:cubicBezTo>
                <a:cubicBezTo>
                  <a:pt x="1369445" y="86357"/>
                  <a:pt x="1369511" y="87399"/>
                  <a:pt x="1369511" y="88671"/>
                </a:cubicBezTo>
                <a:close/>
                <a:moveTo>
                  <a:pt x="1432305" y="94869"/>
                </a:moveTo>
                <a:cubicBezTo>
                  <a:pt x="1432305" y="95503"/>
                  <a:pt x="1432079" y="96003"/>
                  <a:pt x="1431625" y="96366"/>
                </a:cubicBezTo>
                <a:cubicBezTo>
                  <a:pt x="1431170" y="96729"/>
                  <a:pt x="1430444" y="96981"/>
                  <a:pt x="1429444" y="97115"/>
                </a:cubicBezTo>
                <a:cubicBezTo>
                  <a:pt x="1428490" y="97298"/>
                  <a:pt x="1427061" y="97389"/>
                  <a:pt x="1425155" y="97389"/>
                </a:cubicBezTo>
                <a:cubicBezTo>
                  <a:pt x="1423112" y="97389"/>
                  <a:pt x="1421612" y="97298"/>
                  <a:pt x="1420658" y="97115"/>
                </a:cubicBezTo>
                <a:cubicBezTo>
                  <a:pt x="1419752" y="96981"/>
                  <a:pt x="1419092" y="96729"/>
                  <a:pt x="1418683" y="96366"/>
                </a:cubicBezTo>
                <a:cubicBezTo>
                  <a:pt x="1418320" y="96003"/>
                  <a:pt x="1418140" y="95503"/>
                  <a:pt x="1418140" y="94869"/>
                </a:cubicBezTo>
                <a:lnTo>
                  <a:pt x="1418140" y="90034"/>
                </a:lnTo>
                <a:cubicBezTo>
                  <a:pt x="1415643" y="92712"/>
                  <a:pt x="1412782" y="94800"/>
                  <a:pt x="1409559" y="96298"/>
                </a:cubicBezTo>
                <a:cubicBezTo>
                  <a:pt x="1406379" y="97798"/>
                  <a:pt x="1402838" y="98547"/>
                  <a:pt x="1398935" y="98547"/>
                </a:cubicBezTo>
                <a:cubicBezTo>
                  <a:pt x="1395709" y="98547"/>
                  <a:pt x="1392737" y="98115"/>
                  <a:pt x="1390011" y="97252"/>
                </a:cubicBezTo>
                <a:cubicBezTo>
                  <a:pt x="1387333" y="96435"/>
                  <a:pt x="1384996" y="95209"/>
                  <a:pt x="1382999" y="93575"/>
                </a:cubicBezTo>
                <a:cubicBezTo>
                  <a:pt x="1381044" y="91894"/>
                  <a:pt x="1379524" y="89828"/>
                  <a:pt x="1378435" y="87377"/>
                </a:cubicBezTo>
                <a:cubicBezTo>
                  <a:pt x="1377344" y="84925"/>
                  <a:pt x="1376801" y="82065"/>
                  <a:pt x="1376801" y="78796"/>
                </a:cubicBezTo>
                <a:cubicBezTo>
                  <a:pt x="1376801" y="75255"/>
                  <a:pt x="1377481" y="72189"/>
                  <a:pt x="1378844" y="69600"/>
                </a:cubicBezTo>
                <a:cubicBezTo>
                  <a:pt x="1380250" y="66968"/>
                  <a:pt x="1382316" y="64811"/>
                  <a:pt x="1385042" y="63131"/>
                </a:cubicBezTo>
                <a:cubicBezTo>
                  <a:pt x="1387811" y="61405"/>
                  <a:pt x="1391237" y="60136"/>
                  <a:pt x="1395323" y="59319"/>
                </a:cubicBezTo>
                <a:cubicBezTo>
                  <a:pt x="1399409" y="58502"/>
                  <a:pt x="1404155" y="58093"/>
                  <a:pt x="1409559" y="58093"/>
                </a:cubicBezTo>
                <a:lnTo>
                  <a:pt x="1415483" y="58093"/>
                </a:lnTo>
                <a:lnTo>
                  <a:pt x="1415483" y="54415"/>
                </a:lnTo>
                <a:cubicBezTo>
                  <a:pt x="1415483" y="52507"/>
                  <a:pt x="1415280" y="50849"/>
                  <a:pt x="1414871" y="49443"/>
                </a:cubicBezTo>
                <a:cubicBezTo>
                  <a:pt x="1414505" y="47989"/>
                  <a:pt x="1413871" y="46786"/>
                  <a:pt x="1412962" y="45834"/>
                </a:cubicBezTo>
                <a:cubicBezTo>
                  <a:pt x="1412099" y="44880"/>
                  <a:pt x="1410919" y="44177"/>
                  <a:pt x="1409422" y="43723"/>
                </a:cubicBezTo>
                <a:cubicBezTo>
                  <a:pt x="1407967" y="43268"/>
                  <a:pt x="1406153" y="43040"/>
                  <a:pt x="1403973" y="43040"/>
                </a:cubicBezTo>
                <a:cubicBezTo>
                  <a:pt x="1401112" y="43040"/>
                  <a:pt x="1398549" y="43360"/>
                  <a:pt x="1396277" y="43994"/>
                </a:cubicBezTo>
                <a:cubicBezTo>
                  <a:pt x="1394054" y="44628"/>
                  <a:pt x="1392077" y="45334"/>
                  <a:pt x="1390354" y="46106"/>
                </a:cubicBezTo>
                <a:cubicBezTo>
                  <a:pt x="1388628" y="46877"/>
                  <a:pt x="1387173" y="47580"/>
                  <a:pt x="1385993" y="48217"/>
                </a:cubicBezTo>
                <a:cubicBezTo>
                  <a:pt x="1384859" y="48852"/>
                  <a:pt x="1383927" y="49169"/>
                  <a:pt x="1383201" y="49169"/>
                </a:cubicBezTo>
                <a:cubicBezTo>
                  <a:pt x="1382701" y="49169"/>
                  <a:pt x="1382247" y="49012"/>
                  <a:pt x="1381838" y="48695"/>
                </a:cubicBezTo>
                <a:cubicBezTo>
                  <a:pt x="1381476" y="48375"/>
                  <a:pt x="1381158" y="47920"/>
                  <a:pt x="1380887" y="47332"/>
                </a:cubicBezTo>
                <a:cubicBezTo>
                  <a:pt x="1380658" y="46740"/>
                  <a:pt x="1380478" y="46014"/>
                  <a:pt x="1380341" y="45151"/>
                </a:cubicBezTo>
                <a:cubicBezTo>
                  <a:pt x="1380204" y="44288"/>
                  <a:pt x="1380138" y="43337"/>
                  <a:pt x="1380138" y="42291"/>
                </a:cubicBezTo>
                <a:cubicBezTo>
                  <a:pt x="1380138" y="40885"/>
                  <a:pt x="1380250" y="39771"/>
                  <a:pt x="1380478" y="38953"/>
                </a:cubicBezTo>
                <a:cubicBezTo>
                  <a:pt x="1380704" y="38136"/>
                  <a:pt x="1381135" y="37410"/>
                  <a:pt x="1381773" y="36776"/>
                </a:cubicBezTo>
                <a:cubicBezTo>
                  <a:pt x="1382407" y="36093"/>
                  <a:pt x="1383519" y="35367"/>
                  <a:pt x="1385107" y="34596"/>
                </a:cubicBezTo>
                <a:cubicBezTo>
                  <a:pt x="1386696" y="33779"/>
                  <a:pt x="1388559" y="33030"/>
                  <a:pt x="1390694" y="32347"/>
                </a:cubicBezTo>
                <a:cubicBezTo>
                  <a:pt x="1392828" y="31667"/>
                  <a:pt x="1395143" y="31121"/>
                  <a:pt x="1397640" y="30712"/>
                </a:cubicBezTo>
                <a:cubicBezTo>
                  <a:pt x="1400184" y="30261"/>
                  <a:pt x="1402792" y="30032"/>
                  <a:pt x="1405473" y="30032"/>
                </a:cubicBezTo>
                <a:cubicBezTo>
                  <a:pt x="1410239" y="30032"/>
                  <a:pt x="1414302" y="30510"/>
                  <a:pt x="1417663" y="31464"/>
                </a:cubicBezTo>
                <a:cubicBezTo>
                  <a:pt x="1421066" y="32370"/>
                  <a:pt x="1423861" y="33801"/>
                  <a:pt x="1426038" y="35753"/>
                </a:cubicBezTo>
                <a:cubicBezTo>
                  <a:pt x="1428219" y="37659"/>
                  <a:pt x="1429807" y="40134"/>
                  <a:pt x="1430807" y="43177"/>
                </a:cubicBezTo>
                <a:cubicBezTo>
                  <a:pt x="1431805" y="46220"/>
                  <a:pt x="1432305" y="49829"/>
                  <a:pt x="1432305" y="54007"/>
                </a:cubicBezTo>
                <a:lnTo>
                  <a:pt x="1432305" y="94869"/>
                </a:lnTo>
                <a:close/>
                <a:moveTo>
                  <a:pt x="1415483" y="68851"/>
                </a:moveTo>
                <a:lnTo>
                  <a:pt x="1408945" y="68851"/>
                </a:lnTo>
                <a:cubicBezTo>
                  <a:pt x="1406176" y="68851"/>
                  <a:pt x="1403815" y="69057"/>
                  <a:pt x="1401861" y="69466"/>
                </a:cubicBezTo>
                <a:cubicBezTo>
                  <a:pt x="1399909" y="69874"/>
                  <a:pt x="1398320" y="70486"/>
                  <a:pt x="1397095" y="71303"/>
                </a:cubicBezTo>
                <a:cubicBezTo>
                  <a:pt x="1395869" y="72120"/>
                  <a:pt x="1394960" y="73121"/>
                  <a:pt x="1394371" y="74301"/>
                </a:cubicBezTo>
                <a:cubicBezTo>
                  <a:pt x="1393826" y="75435"/>
                  <a:pt x="1393554" y="76752"/>
                  <a:pt x="1393554" y="78250"/>
                </a:cubicBezTo>
                <a:cubicBezTo>
                  <a:pt x="1393554" y="80793"/>
                  <a:pt x="1394349" y="82790"/>
                  <a:pt x="1395937" y="84245"/>
                </a:cubicBezTo>
                <a:cubicBezTo>
                  <a:pt x="1397572" y="85696"/>
                  <a:pt x="1399818" y="86422"/>
                  <a:pt x="1402678" y="86422"/>
                </a:cubicBezTo>
                <a:cubicBezTo>
                  <a:pt x="1405087" y="86422"/>
                  <a:pt x="1407287" y="85811"/>
                  <a:pt x="1409285" y="84585"/>
                </a:cubicBezTo>
                <a:cubicBezTo>
                  <a:pt x="1411328" y="83359"/>
                  <a:pt x="1413394" y="81564"/>
                  <a:pt x="1415483" y="79204"/>
                </a:cubicBezTo>
                <a:lnTo>
                  <a:pt x="1415483" y="68851"/>
                </a:lnTo>
                <a:close/>
                <a:moveTo>
                  <a:pt x="1492169" y="77501"/>
                </a:moveTo>
                <a:cubicBezTo>
                  <a:pt x="1492169" y="80953"/>
                  <a:pt x="1491509" y="83993"/>
                  <a:pt x="1490195" y="86628"/>
                </a:cubicBezTo>
                <a:cubicBezTo>
                  <a:pt x="1488923" y="89260"/>
                  <a:pt x="1487106" y="91463"/>
                  <a:pt x="1484746" y="93235"/>
                </a:cubicBezTo>
                <a:cubicBezTo>
                  <a:pt x="1482385" y="95003"/>
                  <a:pt x="1479593" y="96321"/>
                  <a:pt x="1476367" y="97184"/>
                </a:cubicBezTo>
                <a:cubicBezTo>
                  <a:pt x="1473144" y="98092"/>
                  <a:pt x="1469649" y="98547"/>
                  <a:pt x="1465880" y="98547"/>
                </a:cubicBezTo>
                <a:cubicBezTo>
                  <a:pt x="1463612" y="98547"/>
                  <a:pt x="1461431" y="98364"/>
                  <a:pt x="1459342" y="98001"/>
                </a:cubicBezTo>
                <a:cubicBezTo>
                  <a:pt x="1457299" y="97684"/>
                  <a:pt x="1455459" y="97275"/>
                  <a:pt x="1453825" y="96775"/>
                </a:cubicBezTo>
                <a:cubicBezTo>
                  <a:pt x="1452190" y="96229"/>
                  <a:pt x="1450830" y="95686"/>
                  <a:pt x="1449738" y="95140"/>
                </a:cubicBezTo>
                <a:cubicBezTo>
                  <a:pt x="1448650" y="94595"/>
                  <a:pt x="1447855" y="94097"/>
                  <a:pt x="1447355" y="93643"/>
                </a:cubicBezTo>
                <a:cubicBezTo>
                  <a:pt x="1446855" y="93143"/>
                  <a:pt x="1446469" y="92394"/>
                  <a:pt x="1446198" y="91394"/>
                </a:cubicBezTo>
                <a:cubicBezTo>
                  <a:pt x="1445926" y="90351"/>
                  <a:pt x="1445789" y="88828"/>
                  <a:pt x="1445789" y="86831"/>
                </a:cubicBezTo>
                <a:cubicBezTo>
                  <a:pt x="1445789" y="85516"/>
                  <a:pt x="1445835" y="84471"/>
                  <a:pt x="1445926" y="83699"/>
                </a:cubicBezTo>
                <a:cubicBezTo>
                  <a:pt x="1446018" y="82882"/>
                  <a:pt x="1446152" y="82247"/>
                  <a:pt x="1446335" y="81793"/>
                </a:cubicBezTo>
                <a:cubicBezTo>
                  <a:pt x="1446515" y="81293"/>
                  <a:pt x="1446744" y="80976"/>
                  <a:pt x="1447015" y="80839"/>
                </a:cubicBezTo>
                <a:cubicBezTo>
                  <a:pt x="1447287" y="80656"/>
                  <a:pt x="1447630" y="80567"/>
                  <a:pt x="1448038" y="80567"/>
                </a:cubicBezTo>
                <a:cubicBezTo>
                  <a:pt x="1448535" y="80567"/>
                  <a:pt x="1449264" y="80862"/>
                  <a:pt x="1450216" y="81450"/>
                </a:cubicBezTo>
                <a:cubicBezTo>
                  <a:pt x="1451216" y="81996"/>
                  <a:pt x="1452442" y="82610"/>
                  <a:pt x="1453893" y="83290"/>
                </a:cubicBezTo>
                <a:cubicBezTo>
                  <a:pt x="1455348" y="83970"/>
                  <a:pt x="1457028" y="84608"/>
                  <a:pt x="1458934" y="85196"/>
                </a:cubicBezTo>
                <a:cubicBezTo>
                  <a:pt x="1460885" y="85788"/>
                  <a:pt x="1463089" y="86082"/>
                  <a:pt x="1465540" y="86082"/>
                </a:cubicBezTo>
                <a:cubicBezTo>
                  <a:pt x="1467083" y="86082"/>
                  <a:pt x="1468446" y="85925"/>
                  <a:pt x="1469627" y="85605"/>
                </a:cubicBezTo>
                <a:cubicBezTo>
                  <a:pt x="1470852" y="85288"/>
                  <a:pt x="1471895" y="84833"/>
                  <a:pt x="1472758" y="84245"/>
                </a:cubicBezTo>
                <a:cubicBezTo>
                  <a:pt x="1473667" y="83653"/>
                  <a:pt x="1474347" y="82905"/>
                  <a:pt x="1474801" y="81996"/>
                </a:cubicBezTo>
                <a:cubicBezTo>
                  <a:pt x="1475256" y="81087"/>
                  <a:pt x="1475484" y="80044"/>
                  <a:pt x="1475484" y="78864"/>
                </a:cubicBezTo>
                <a:cubicBezTo>
                  <a:pt x="1475484" y="77501"/>
                  <a:pt x="1475053" y="76344"/>
                  <a:pt x="1474190" y="75389"/>
                </a:cubicBezTo>
                <a:cubicBezTo>
                  <a:pt x="1473373" y="74392"/>
                  <a:pt x="1472258" y="73529"/>
                  <a:pt x="1470852" y="72803"/>
                </a:cubicBezTo>
                <a:cubicBezTo>
                  <a:pt x="1469489" y="72075"/>
                  <a:pt x="1467923" y="71395"/>
                  <a:pt x="1466152" y="70760"/>
                </a:cubicBezTo>
                <a:cubicBezTo>
                  <a:pt x="1464429" y="70123"/>
                  <a:pt x="1462634" y="69420"/>
                  <a:pt x="1460771" y="68649"/>
                </a:cubicBezTo>
                <a:cubicBezTo>
                  <a:pt x="1458957" y="67877"/>
                  <a:pt x="1457162" y="66991"/>
                  <a:pt x="1455393" y="65991"/>
                </a:cubicBezTo>
                <a:cubicBezTo>
                  <a:pt x="1453667" y="64994"/>
                  <a:pt x="1452101" y="63768"/>
                  <a:pt x="1450693" y="62314"/>
                </a:cubicBezTo>
                <a:cubicBezTo>
                  <a:pt x="1449330" y="60862"/>
                  <a:pt x="1448218" y="59113"/>
                  <a:pt x="1447355" y="57070"/>
                </a:cubicBezTo>
                <a:cubicBezTo>
                  <a:pt x="1446538" y="55027"/>
                  <a:pt x="1446129" y="52575"/>
                  <a:pt x="1446129" y="49715"/>
                </a:cubicBezTo>
                <a:cubicBezTo>
                  <a:pt x="1446129" y="46809"/>
                  <a:pt x="1446698" y="44154"/>
                  <a:pt x="1447832" y="41748"/>
                </a:cubicBezTo>
                <a:cubicBezTo>
                  <a:pt x="1448967" y="39296"/>
                  <a:pt x="1450601" y="37208"/>
                  <a:pt x="1452736" y="35482"/>
                </a:cubicBezTo>
                <a:cubicBezTo>
                  <a:pt x="1454870" y="33756"/>
                  <a:pt x="1457459" y="32415"/>
                  <a:pt x="1460500" y="31464"/>
                </a:cubicBezTo>
                <a:cubicBezTo>
                  <a:pt x="1463589" y="30510"/>
                  <a:pt x="1467038" y="30032"/>
                  <a:pt x="1470852" y="30032"/>
                </a:cubicBezTo>
                <a:cubicBezTo>
                  <a:pt x="1472758" y="30032"/>
                  <a:pt x="1474599" y="30169"/>
                  <a:pt x="1476367" y="30441"/>
                </a:cubicBezTo>
                <a:cubicBezTo>
                  <a:pt x="1478185" y="30712"/>
                  <a:pt x="1479819" y="31055"/>
                  <a:pt x="1481271" y="31464"/>
                </a:cubicBezTo>
                <a:cubicBezTo>
                  <a:pt x="1482725" y="31873"/>
                  <a:pt x="1483951" y="32327"/>
                  <a:pt x="1484948" y="32824"/>
                </a:cubicBezTo>
                <a:cubicBezTo>
                  <a:pt x="1485949" y="33278"/>
                  <a:pt x="1486652" y="33687"/>
                  <a:pt x="1487060" y="34050"/>
                </a:cubicBezTo>
                <a:cubicBezTo>
                  <a:pt x="1487514" y="34370"/>
                  <a:pt x="1487832" y="34710"/>
                  <a:pt x="1488015" y="35073"/>
                </a:cubicBezTo>
                <a:cubicBezTo>
                  <a:pt x="1488195" y="35390"/>
                  <a:pt x="1488332" y="35799"/>
                  <a:pt x="1488423" y="36299"/>
                </a:cubicBezTo>
                <a:cubicBezTo>
                  <a:pt x="1488515" y="36753"/>
                  <a:pt x="1488583" y="37342"/>
                  <a:pt x="1488626" y="38068"/>
                </a:cubicBezTo>
                <a:cubicBezTo>
                  <a:pt x="1488717" y="38751"/>
                  <a:pt x="1488763" y="39614"/>
                  <a:pt x="1488763" y="40657"/>
                </a:cubicBezTo>
                <a:cubicBezTo>
                  <a:pt x="1488763" y="41882"/>
                  <a:pt x="1488717" y="42883"/>
                  <a:pt x="1488626" y="43654"/>
                </a:cubicBezTo>
                <a:cubicBezTo>
                  <a:pt x="1488583" y="44426"/>
                  <a:pt x="1488469" y="45037"/>
                  <a:pt x="1488286" y="45491"/>
                </a:cubicBezTo>
                <a:cubicBezTo>
                  <a:pt x="1488152" y="45946"/>
                  <a:pt x="1487946" y="46263"/>
                  <a:pt x="1487675" y="46446"/>
                </a:cubicBezTo>
                <a:cubicBezTo>
                  <a:pt x="1487400" y="46583"/>
                  <a:pt x="1487083" y="46652"/>
                  <a:pt x="1486720" y="46652"/>
                </a:cubicBezTo>
                <a:cubicBezTo>
                  <a:pt x="1486311" y="46652"/>
                  <a:pt x="1485677" y="46423"/>
                  <a:pt x="1484814" y="45969"/>
                </a:cubicBezTo>
                <a:cubicBezTo>
                  <a:pt x="1483951" y="45469"/>
                  <a:pt x="1482862" y="44948"/>
                  <a:pt x="1481545" y="44403"/>
                </a:cubicBezTo>
                <a:cubicBezTo>
                  <a:pt x="1480274" y="43857"/>
                  <a:pt x="1478776" y="43360"/>
                  <a:pt x="1477050" y="42905"/>
                </a:cubicBezTo>
                <a:cubicBezTo>
                  <a:pt x="1475370" y="42405"/>
                  <a:pt x="1473441" y="42157"/>
                  <a:pt x="1471261" y="42157"/>
                </a:cubicBezTo>
                <a:cubicBezTo>
                  <a:pt x="1469718" y="42157"/>
                  <a:pt x="1468378" y="42314"/>
                  <a:pt x="1467243" y="42631"/>
                </a:cubicBezTo>
                <a:cubicBezTo>
                  <a:pt x="1466106" y="42951"/>
                  <a:pt x="1465177" y="43403"/>
                  <a:pt x="1464452" y="43994"/>
                </a:cubicBezTo>
                <a:cubicBezTo>
                  <a:pt x="1463723" y="44586"/>
                  <a:pt x="1463180" y="45289"/>
                  <a:pt x="1462814" y="46106"/>
                </a:cubicBezTo>
                <a:cubicBezTo>
                  <a:pt x="1462451" y="46877"/>
                  <a:pt x="1462271" y="47717"/>
                  <a:pt x="1462271" y="48626"/>
                </a:cubicBezTo>
                <a:cubicBezTo>
                  <a:pt x="1462271" y="50032"/>
                  <a:pt x="1462703" y="51212"/>
                  <a:pt x="1463566" y="52167"/>
                </a:cubicBezTo>
                <a:cubicBezTo>
                  <a:pt x="1464429" y="53121"/>
                  <a:pt x="1465563" y="53961"/>
                  <a:pt x="1466969" y="54687"/>
                </a:cubicBezTo>
                <a:cubicBezTo>
                  <a:pt x="1468378" y="55413"/>
                  <a:pt x="1469967" y="56093"/>
                  <a:pt x="1471738" y="56730"/>
                </a:cubicBezTo>
                <a:cubicBezTo>
                  <a:pt x="1473553" y="57364"/>
                  <a:pt x="1475370" y="58070"/>
                  <a:pt x="1477185" y="58842"/>
                </a:cubicBezTo>
                <a:cubicBezTo>
                  <a:pt x="1479048" y="59567"/>
                  <a:pt x="1480862" y="60430"/>
                  <a:pt x="1482634" y="61428"/>
                </a:cubicBezTo>
                <a:cubicBezTo>
                  <a:pt x="1484451" y="62428"/>
                  <a:pt x="1486063" y="63654"/>
                  <a:pt x="1487469" y="65105"/>
                </a:cubicBezTo>
                <a:cubicBezTo>
                  <a:pt x="1488878" y="66560"/>
                  <a:pt x="1490012" y="68309"/>
                  <a:pt x="1490875" y="70352"/>
                </a:cubicBezTo>
                <a:cubicBezTo>
                  <a:pt x="1491738" y="72349"/>
                  <a:pt x="1492169" y="74732"/>
                  <a:pt x="1492169" y="77501"/>
                </a:cubicBezTo>
                <a:close/>
                <a:moveTo>
                  <a:pt x="1561158" y="62519"/>
                </a:moveTo>
                <a:cubicBezTo>
                  <a:pt x="1561158" y="64608"/>
                  <a:pt x="1560681" y="66151"/>
                  <a:pt x="1559729" y="67148"/>
                </a:cubicBezTo>
                <a:cubicBezTo>
                  <a:pt x="1558821" y="68149"/>
                  <a:pt x="1557549" y="68649"/>
                  <a:pt x="1555914" y="68649"/>
                </a:cubicBezTo>
                <a:lnTo>
                  <a:pt x="1518933" y="68649"/>
                </a:lnTo>
                <a:cubicBezTo>
                  <a:pt x="1518933" y="71235"/>
                  <a:pt x="1519230" y="73598"/>
                  <a:pt x="1519819" y="75729"/>
                </a:cubicBezTo>
                <a:cubicBezTo>
                  <a:pt x="1520456" y="77818"/>
                  <a:pt x="1521430" y="79613"/>
                  <a:pt x="1522747" y="81110"/>
                </a:cubicBezTo>
                <a:cubicBezTo>
                  <a:pt x="1524110" y="82565"/>
                  <a:pt x="1525836" y="83676"/>
                  <a:pt x="1527922" y="84448"/>
                </a:cubicBezTo>
                <a:cubicBezTo>
                  <a:pt x="1530057" y="85219"/>
                  <a:pt x="1532600" y="85605"/>
                  <a:pt x="1535552" y="85605"/>
                </a:cubicBezTo>
                <a:cubicBezTo>
                  <a:pt x="1538547" y="85605"/>
                  <a:pt x="1541181" y="85402"/>
                  <a:pt x="1543450" y="84993"/>
                </a:cubicBezTo>
                <a:cubicBezTo>
                  <a:pt x="1545722" y="84539"/>
                  <a:pt x="1547673" y="84062"/>
                  <a:pt x="1549308" y="83562"/>
                </a:cubicBezTo>
                <a:cubicBezTo>
                  <a:pt x="1550988" y="83019"/>
                  <a:pt x="1552374" y="82542"/>
                  <a:pt x="1553463" y="82133"/>
                </a:cubicBezTo>
                <a:cubicBezTo>
                  <a:pt x="1554551" y="81679"/>
                  <a:pt x="1555437" y="81450"/>
                  <a:pt x="1556120" y="81450"/>
                </a:cubicBezTo>
                <a:cubicBezTo>
                  <a:pt x="1556529" y="81450"/>
                  <a:pt x="1556869" y="81542"/>
                  <a:pt x="1557140" y="81725"/>
                </a:cubicBezTo>
                <a:cubicBezTo>
                  <a:pt x="1557412" y="81859"/>
                  <a:pt x="1557640" y="82133"/>
                  <a:pt x="1557820" y="82542"/>
                </a:cubicBezTo>
                <a:cubicBezTo>
                  <a:pt x="1558003" y="82950"/>
                  <a:pt x="1558118" y="83539"/>
                  <a:pt x="1558163" y="84313"/>
                </a:cubicBezTo>
                <a:cubicBezTo>
                  <a:pt x="1558252" y="85039"/>
                  <a:pt x="1558298" y="85968"/>
                  <a:pt x="1558298" y="87105"/>
                </a:cubicBezTo>
                <a:cubicBezTo>
                  <a:pt x="1558298" y="88102"/>
                  <a:pt x="1558275" y="88965"/>
                  <a:pt x="1558229" y="89691"/>
                </a:cubicBezTo>
                <a:cubicBezTo>
                  <a:pt x="1558183" y="90374"/>
                  <a:pt x="1558118" y="90963"/>
                  <a:pt x="1558026" y="91463"/>
                </a:cubicBezTo>
                <a:cubicBezTo>
                  <a:pt x="1557935" y="91963"/>
                  <a:pt x="1557798" y="92394"/>
                  <a:pt x="1557618" y="92757"/>
                </a:cubicBezTo>
                <a:cubicBezTo>
                  <a:pt x="1557435" y="93074"/>
                  <a:pt x="1557186" y="93392"/>
                  <a:pt x="1556869" y="93712"/>
                </a:cubicBezTo>
                <a:cubicBezTo>
                  <a:pt x="1556595" y="94029"/>
                  <a:pt x="1555800" y="94460"/>
                  <a:pt x="1554486" y="95003"/>
                </a:cubicBezTo>
                <a:cubicBezTo>
                  <a:pt x="1553168" y="95549"/>
                  <a:pt x="1551488" y="96095"/>
                  <a:pt x="1549445" y="96638"/>
                </a:cubicBezTo>
                <a:cubicBezTo>
                  <a:pt x="1547402" y="97138"/>
                  <a:pt x="1545065" y="97569"/>
                  <a:pt x="1542430" y="97932"/>
                </a:cubicBezTo>
                <a:cubicBezTo>
                  <a:pt x="1539795" y="98341"/>
                  <a:pt x="1536981" y="98547"/>
                  <a:pt x="1533986" y="98547"/>
                </a:cubicBezTo>
                <a:cubicBezTo>
                  <a:pt x="1528582" y="98547"/>
                  <a:pt x="1523836" y="97864"/>
                  <a:pt x="1519750" y="96503"/>
                </a:cubicBezTo>
                <a:cubicBezTo>
                  <a:pt x="1515709" y="95140"/>
                  <a:pt x="1512329" y="93074"/>
                  <a:pt x="1509603" y="90306"/>
                </a:cubicBezTo>
                <a:cubicBezTo>
                  <a:pt x="1506880" y="87537"/>
                  <a:pt x="1504837" y="84039"/>
                  <a:pt x="1503474" y="79816"/>
                </a:cubicBezTo>
                <a:cubicBezTo>
                  <a:pt x="1502156" y="75595"/>
                  <a:pt x="1501499" y="70646"/>
                  <a:pt x="1501499" y="64971"/>
                </a:cubicBezTo>
                <a:cubicBezTo>
                  <a:pt x="1501499" y="59567"/>
                  <a:pt x="1502202" y="54710"/>
                  <a:pt x="1503611" y="50395"/>
                </a:cubicBezTo>
                <a:cubicBezTo>
                  <a:pt x="1505017" y="46037"/>
                  <a:pt x="1507060" y="42360"/>
                  <a:pt x="1509740" y="39362"/>
                </a:cubicBezTo>
                <a:cubicBezTo>
                  <a:pt x="1512418" y="36322"/>
                  <a:pt x="1515664" y="34004"/>
                  <a:pt x="1519478" y="32415"/>
                </a:cubicBezTo>
                <a:cubicBezTo>
                  <a:pt x="1523339" y="30827"/>
                  <a:pt x="1527674" y="30032"/>
                  <a:pt x="1532486" y="30032"/>
                </a:cubicBezTo>
                <a:cubicBezTo>
                  <a:pt x="1537572" y="30032"/>
                  <a:pt x="1541907" y="30781"/>
                  <a:pt x="1545493" y="32281"/>
                </a:cubicBezTo>
                <a:cubicBezTo>
                  <a:pt x="1549128" y="33779"/>
                  <a:pt x="1552100" y="35867"/>
                  <a:pt x="1554417" y="38545"/>
                </a:cubicBezTo>
                <a:cubicBezTo>
                  <a:pt x="1556732" y="41179"/>
                  <a:pt x="1558435" y="44311"/>
                  <a:pt x="1559523" y="47943"/>
                </a:cubicBezTo>
                <a:cubicBezTo>
                  <a:pt x="1560615" y="51575"/>
                  <a:pt x="1561158" y="55527"/>
                  <a:pt x="1561158" y="59793"/>
                </a:cubicBezTo>
                <a:lnTo>
                  <a:pt x="1561158" y="62519"/>
                </a:lnTo>
                <a:close/>
                <a:moveTo>
                  <a:pt x="1544542" y="57616"/>
                </a:moveTo>
                <a:cubicBezTo>
                  <a:pt x="1544676" y="52801"/>
                  <a:pt x="1543702" y="49035"/>
                  <a:pt x="1541613" y="46309"/>
                </a:cubicBezTo>
                <a:cubicBezTo>
                  <a:pt x="1539570" y="43540"/>
                  <a:pt x="1536392" y="42157"/>
                  <a:pt x="1532077" y="42157"/>
                </a:cubicBezTo>
                <a:cubicBezTo>
                  <a:pt x="1529900" y="42157"/>
                  <a:pt x="1527991" y="42565"/>
                  <a:pt x="1526356" y="43383"/>
                </a:cubicBezTo>
                <a:cubicBezTo>
                  <a:pt x="1524768" y="44200"/>
                  <a:pt x="1523428" y="45311"/>
                  <a:pt x="1522339" y="46717"/>
                </a:cubicBezTo>
                <a:cubicBezTo>
                  <a:pt x="1521296" y="48080"/>
                  <a:pt x="1520479" y="49715"/>
                  <a:pt x="1519887" y="51621"/>
                </a:cubicBezTo>
                <a:cubicBezTo>
                  <a:pt x="1519341" y="53484"/>
                  <a:pt x="1519024" y="55481"/>
                  <a:pt x="1518933" y="57616"/>
                </a:cubicBezTo>
                <a:lnTo>
                  <a:pt x="1544542" y="57616"/>
                </a:lnTo>
                <a:close/>
                <a:moveTo>
                  <a:pt x="1610261" y="88671"/>
                </a:moveTo>
                <a:cubicBezTo>
                  <a:pt x="1610261" y="90668"/>
                  <a:pt x="1610127" y="92212"/>
                  <a:pt x="1609853" y="93303"/>
                </a:cubicBezTo>
                <a:cubicBezTo>
                  <a:pt x="1609627" y="94346"/>
                  <a:pt x="1609310" y="95095"/>
                  <a:pt x="1608901" y="95549"/>
                </a:cubicBezTo>
                <a:cubicBezTo>
                  <a:pt x="1608492" y="95958"/>
                  <a:pt x="1607878" y="96343"/>
                  <a:pt x="1607061" y="96706"/>
                </a:cubicBezTo>
                <a:cubicBezTo>
                  <a:pt x="1606289" y="97024"/>
                  <a:pt x="1605358" y="97298"/>
                  <a:pt x="1604269" y="97524"/>
                </a:cubicBezTo>
                <a:cubicBezTo>
                  <a:pt x="1603223" y="97798"/>
                  <a:pt x="1602066" y="98001"/>
                  <a:pt x="1600794" y="98138"/>
                </a:cubicBezTo>
                <a:cubicBezTo>
                  <a:pt x="1599568" y="98272"/>
                  <a:pt x="1598320" y="98341"/>
                  <a:pt x="1597051" y="98341"/>
                </a:cubicBezTo>
                <a:cubicBezTo>
                  <a:pt x="1593645" y="98341"/>
                  <a:pt x="1590693" y="97909"/>
                  <a:pt x="1588196" y="97046"/>
                </a:cubicBezTo>
                <a:cubicBezTo>
                  <a:pt x="1585698" y="96183"/>
                  <a:pt x="1583632" y="94869"/>
                  <a:pt x="1581998" y="93097"/>
                </a:cubicBezTo>
                <a:cubicBezTo>
                  <a:pt x="1580363" y="91280"/>
                  <a:pt x="1579160" y="89011"/>
                  <a:pt x="1578389" y="86288"/>
                </a:cubicBezTo>
                <a:cubicBezTo>
                  <a:pt x="1577617" y="83562"/>
                  <a:pt x="1577231" y="80339"/>
                  <a:pt x="1577231" y="76615"/>
                </a:cubicBezTo>
                <a:lnTo>
                  <a:pt x="1577231" y="45491"/>
                </a:lnTo>
                <a:lnTo>
                  <a:pt x="1569945" y="45491"/>
                </a:lnTo>
                <a:cubicBezTo>
                  <a:pt x="1569082" y="45491"/>
                  <a:pt x="1568422" y="44971"/>
                  <a:pt x="1567970" y="43925"/>
                </a:cubicBezTo>
                <a:cubicBezTo>
                  <a:pt x="1567516" y="42837"/>
                  <a:pt x="1567287" y="41042"/>
                  <a:pt x="1567287" y="38545"/>
                </a:cubicBezTo>
                <a:cubicBezTo>
                  <a:pt x="1567287" y="37230"/>
                  <a:pt x="1567333" y="36116"/>
                  <a:pt x="1567424" y="35207"/>
                </a:cubicBezTo>
                <a:cubicBezTo>
                  <a:pt x="1567562" y="34301"/>
                  <a:pt x="1567742" y="33596"/>
                  <a:pt x="1567970" y="33098"/>
                </a:cubicBezTo>
                <a:cubicBezTo>
                  <a:pt x="1568196" y="32553"/>
                  <a:pt x="1568467" y="32167"/>
                  <a:pt x="1568788" y="31938"/>
                </a:cubicBezTo>
                <a:cubicBezTo>
                  <a:pt x="1569150" y="31713"/>
                  <a:pt x="1569559" y="31598"/>
                  <a:pt x="1570013" y="31598"/>
                </a:cubicBezTo>
                <a:lnTo>
                  <a:pt x="1577231" y="31598"/>
                </a:lnTo>
                <a:lnTo>
                  <a:pt x="1577231" y="18045"/>
                </a:lnTo>
                <a:cubicBezTo>
                  <a:pt x="1577231" y="17594"/>
                  <a:pt x="1577346" y="17185"/>
                  <a:pt x="1577571" y="16819"/>
                </a:cubicBezTo>
                <a:cubicBezTo>
                  <a:pt x="1577843" y="16456"/>
                  <a:pt x="1578297" y="16162"/>
                  <a:pt x="1578934" y="15936"/>
                </a:cubicBezTo>
                <a:cubicBezTo>
                  <a:pt x="1579615" y="15662"/>
                  <a:pt x="1580500" y="15482"/>
                  <a:pt x="1581589" y="15390"/>
                </a:cubicBezTo>
                <a:cubicBezTo>
                  <a:pt x="1582724" y="15253"/>
                  <a:pt x="1584109" y="15185"/>
                  <a:pt x="1585744" y="15185"/>
                </a:cubicBezTo>
                <a:cubicBezTo>
                  <a:pt x="1587424" y="15185"/>
                  <a:pt x="1588810" y="15253"/>
                  <a:pt x="1589899" y="15390"/>
                </a:cubicBezTo>
                <a:cubicBezTo>
                  <a:pt x="1591033" y="15482"/>
                  <a:pt x="1591919" y="15662"/>
                  <a:pt x="1592553" y="15936"/>
                </a:cubicBezTo>
                <a:cubicBezTo>
                  <a:pt x="1593191" y="16162"/>
                  <a:pt x="1593645" y="16456"/>
                  <a:pt x="1593916" y="16819"/>
                </a:cubicBezTo>
                <a:cubicBezTo>
                  <a:pt x="1594188" y="17185"/>
                  <a:pt x="1594325" y="17594"/>
                  <a:pt x="1594325" y="18045"/>
                </a:cubicBezTo>
                <a:lnTo>
                  <a:pt x="1594325" y="31598"/>
                </a:lnTo>
                <a:lnTo>
                  <a:pt x="1607538" y="31598"/>
                </a:lnTo>
                <a:cubicBezTo>
                  <a:pt x="1607992" y="31598"/>
                  <a:pt x="1608378" y="31713"/>
                  <a:pt x="1608695" y="31938"/>
                </a:cubicBezTo>
                <a:cubicBezTo>
                  <a:pt x="1609058" y="32167"/>
                  <a:pt x="1609353" y="32553"/>
                  <a:pt x="1609581" y="33098"/>
                </a:cubicBezTo>
                <a:cubicBezTo>
                  <a:pt x="1609807" y="33596"/>
                  <a:pt x="1609967" y="34301"/>
                  <a:pt x="1610058" y="35207"/>
                </a:cubicBezTo>
                <a:cubicBezTo>
                  <a:pt x="1610193" y="36116"/>
                  <a:pt x="1610261" y="37230"/>
                  <a:pt x="1610261" y="38545"/>
                </a:cubicBezTo>
                <a:cubicBezTo>
                  <a:pt x="1610261" y="41042"/>
                  <a:pt x="1610036" y="42837"/>
                  <a:pt x="1609581" y="43925"/>
                </a:cubicBezTo>
                <a:cubicBezTo>
                  <a:pt x="1609127" y="44971"/>
                  <a:pt x="1608470" y="45491"/>
                  <a:pt x="1607607" y="45491"/>
                </a:cubicBezTo>
                <a:lnTo>
                  <a:pt x="1594325" y="45491"/>
                </a:lnTo>
                <a:lnTo>
                  <a:pt x="1594325" y="74029"/>
                </a:lnTo>
                <a:cubicBezTo>
                  <a:pt x="1594325" y="77344"/>
                  <a:pt x="1594848" y="79839"/>
                  <a:pt x="1595891" y="81519"/>
                </a:cubicBezTo>
                <a:cubicBezTo>
                  <a:pt x="1596937" y="83153"/>
                  <a:pt x="1598797" y="83970"/>
                  <a:pt x="1601477" y="83970"/>
                </a:cubicBezTo>
                <a:cubicBezTo>
                  <a:pt x="1602383" y="83970"/>
                  <a:pt x="1603200" y="83905"/>
                  <a:pt x="1603929" y="83768"/>
                </a:cubicBezTo>
                <a:cubicBezTo>
                  <a:pt x="1604655" y="83585"/>
                  <a:pt x="1605289" y="83405"/>
                  <a:pt x="1605835" y="83222"/>
                </a:cubicBezTo>
                <a:cubicBezTo>
                  <a:pt x="1606426" y="82996"/>
                  <a:pt x="1606901" y="82813"/>
                  <a:pt x="1607267" y="82679"/>
                </a:cubicBezTo>
                <a:cubicBezTo>
                  <a:pt x="1607675" y="82496"/>
                  <a:pt x="1608038" y="82405"/>
                  <a:pt x="1608355" y="82405"/>
                </a:cubicBezTo>
                <a:cubicBezTo>
                  <a:pt x="1608627" y="82405"/>
                  <a:pt x="1608878" y="82496"/>
                  <a:pt x="1609104" y="82679"/>
                </a:cubicBezTo>
                <a:cubicBezTo>
                  <a:pt x="1609375" y="82813"/>
                  <a:pt x="1609581" y="83130"/>
                  <a:pt x="1609718" y="83630"/>
                </a:cubicBezTo>
                <a:cubicBezTo>
                  <a:pt x="1609853" y="84085"/>
                  <a:pt x="1609967" y="84722"/>
                  <a:pt x="1610058" y="85539"/>
                </a:cubicBezTo>
                <a:cubicBezTo>
                  <a:pt x="1610193" y="86357"/>
                  <a:pt x="1610261" y="87399"/>
                  <a:pt x="1610261" y="88671"/>
                </a:cubicBezTo>
                <a:close/>
                <a:moveTo>
                  <a:pt x="1707448" y="70555"/>
                </a:moveTo>
                <a:cubicBezTo>
                  <a:pt x="1707448" y="75187"/>
                  <a:pt x="1706585" y="79250"/>
                  <a:pt x="1704859" y="82745"/>
                </a:cubicBezTo>
                <a:cubicBezTo>
                  <a:pt x="1703133" y="86242"/>
                  <a:pt x="1700795" y="89171"/>
                  <a:pt x="1697844" y="91531"/>
                </a:cubicBezTo>
                <a:cubicBezTo>
                  <a:pt x="1694892" y="93846"/>
                  <a:pt x="1691443" y="95595"/>
                  <a:pt x="1687494" y="96775"/>
                </a:cubicBezTo>
                <a:cubicBezTo>
                  <a:pt x="1683542" y="97955"/>
                  <a:pt x="1679318" y="98547"/>
                  <a:pt x="1674824" y="98547"/>
                </a:cubicBezTo>
                <a:cubicBezTo>
                  <a:pt x="1671783" y="98547"/>
                  <a:pt x="1668946" y="98295"/>
                  <a:pt x="1666311" y="97798"/>
                </a:cubicBezTo>
                <a:cubicBezTo>
                  <a:pt x="1663725" y="97298"/>
                  <a:pt x="1661431" y="96706"/>
                  <a:pt x="1659433" y="96026"/>
                </a:cubicBezTo>
                <a:cubicBezTo>
                  <a:pt x="1657436" y="95300"/>
                  <a:pt x="1655756" y="94549"/>
                  <a:pt x="1654392" y="93777"/>
                </a:cubicBezTo>
                <a:cubicBezTo>
                  <a:pt x="1653078" y="93006"/>
                  <a:pt x="1652124" y="92326"/>
                  <a:pt x="1651532" y="91734"/>
                </a:cubicBezTo>
                <a:cubicBezTo>
                  <a:pt x="1650943" y="91146"/>
                  <a:pt x="1650512" y="90306"/>
                  <a:pt x="1650241" y="89217"/>
                </a:cubicBezTo>
                <a:cubicBezTo>
                  <a:pt x="1650012" y="88080"/>
                  <a:pt x="1649898" y="86468"/>
                  <a:pt x="1649898" y="84379"/>
                </a:cubicBezTo>
                <a:cubicBezTo>
                  <a:pt x="1649898" y="82973"/>
                  <a:pt x="1649943" y="81793"/>
                  <a:pt x="1650035" y="80839"/>
                </a:cubicBezTo>
                <a:cubicBezTo>
                  <a:pt x="1650126" y="79884"/>
                  <a:pt x="1650261" y="79113"/>
                  <a:pt x="1650443" y="78524"/>
                </a:cubicBezTo>
                <a:cubicBezTo>
                  <a:pt x="1650669" y="77933"/>
                  <a:pt x="1650943" y="77524"/>
                  <a:pt x="1651261" y="77298"/>
                </a:cubicBezTo>
                <a:cubicBezTo>
                  <a:pt x="1651624" y="77024"/>
                  <a:pt x="1652032" y="76890"/>
                  <a:pt x="1652487" y="76890"/>
                </a:cubicBezTo>
                <a:cubicBezTo>
                  <a:pt x="1653124" y="76890"/>
                  <a:pt x="1654007" y="77275"/>
                  <a:pt x="1655144" y="78047"/>
                </a:cubicBezTo>
                <a:cubicBezTo>
                  <a:pt x="1656324" y="78773"/>
                  <a:pt x="1657821" y="79590"/>
                  <a:pt x="1659639" y="80499"/>
                </a:cubicBezTo>
                <a:cubicBezTo>
                  <a:pt x="1661453" y="81407"/>
                  <a:pt x="1663611" y="82247"/>
                  <a:pt x="1666108" y="83019"/>
                </a:cubicBezTo>
                <a:cubicBezTo>
                  <a:pt x="1668651" y="83745"/>
                  <a:pt x="1671577" y="84108"/>
                  <a:pt x="1674892" y="84108"/>
                </a:cubicBezTo>
                <a:cubicBezTo>
                  <a:pt x="1677072" y="84108"/>
                  <a:pt x="1679024" y="83859"/>
                  <a:pt x="1680750" y="83359"/>
                </a:cubicBezTo>
                <a:cubicBezTo>
                  <a:pt x="1682476" y="82813"/>
                  <a:pt x="1683928" y="82065"/>
                  <a:pt x="1685108" y="81110"/>
                </a:cubicBezTo>
                <a:cubicBezTo>
                  <a:pt x="1686334" y="80159"/>
                  <a:pt x="1687265" y="78978"/>
                  <a:pt x="1687902" y="77570"/>
                </a:cubicBezTo>
                <a:cubicBezTo>
                  <a:pt x="1688537" y="76161"/>
                  <a:pt x="1688854" y="74595"/>
                  <a:pt x="1688854" y="72869"/>
                </a:cubicBezTo>
                <a:cubicBezTo>
                  <a:pt x="1688854" y="70872"/>
                  <a:pt x="1688311" y="69172"/>
                  <a:pt x="1687219" y="67763"/>
                </a:cubicBezTo>
                <a:cubicBezTo>
                  <a:pt x="1686131" y="66308"/>
                  <a:pt x="1684699" y="65040"/>
                  <a:pt x="1682930" y="63948"/>
                </a:cubicBezTo>
                <a:cubicBezTo>
                  <a:pt x="1681204" y="62814"/>
                  <a:pt x="1679230" y="61771"/>
                  <a:pt x="1677004" y="60816"/>
                </a:cubicBezTo>
                <a:cubicBezTo>
                  <a:pt x="1674781" y="59816"/>
                  <a:pt x="1672486" y="58773"/>
                  <a:pt x="1670126" y="57684"/>
                </a:cubicBezTo>
                <a:cubicBezTo>
                  <a:pt x="1667766" y="56593"/>
                  <a:pt x="1665471" y="55367"/>
                  <a:pt x="1663248" y="54007"/>
                </a:cubicBezTo>
                <a:cubicBezTo>
                  <a:pt x="1661022" y="52598"/>
                  <a:pt x="1659024" y="50941"/>
                  <a:pt x="1657253" y="49035"/>
                </a:cubicBezTo>
                <a:cubicBezTo>
                  <a:pt x="1655530" y="47080"/>
                  <a:pt x="1654121" y="44788"/>
                  <a:pt x="1653032" y="42157"/>
                </a:cubicBezTo>
                <a:cubicBezTo>
                  <a:pt x="1651941" y="39522"/>
                  <a:pt x="1651398" y="36367"/>
                  <a:pt x="1651398" y="32690"/>
                </a:cubicBezTo>
                <a:cubicBezTo>
                  <a:pt x="1651398" y="28466"/>
                  <a:pt x="1652169" y="24766"/>
                  <a:pt x="1653712" y="21588"/>
                </a:cubicBezTo>
                <a:cubicBezTo>
                  <a:pt x="1655301" y="18365"/>
                  <a:pt x="1657413" y="15708"/>
                  <a:pt x="1660047" y="13619"/>
                </a:cubicBezTo>
                <a:cubicBezTo>
                  <a:pt x="1662725" y="11484"/>
                  <a:pt x="1665857" y="9896"/>
                  <a:pt x="1669446" y="8853"/>
                </a:cubicBezTo>
                <a:cubicBezTo>
                  <a:pt x="1673078" y="7807"/>
                  <a:pt x="1676912" y="7287"/>
                  <a:pt x="1680953" y="7287"/>
                </a:cubicBezTo>
                <a:cubicBezTo>
                  <a:pt x="1683042" y="7287"/>
                  <a:pt x="1685131" y="7444"/>
                  <a:pt x="1687219" y="7764"/>
                </a:cubicBezTo>
                <a:cubicBezTo>
                  <a:pt x="1689308" y="8081"/>
                  <a:pt x="1691260" y="8512"/>
                  <a:pt x="1693077" y="9055"/>
                </a:cubicBezTo>
                <a:cubicBezTo>
                  <a:pt x="1694892" y="9601"/>
                  <a:pt x="1696503" y="10216"/>
                  <a:pt x="1697912" y="10896"/>
                </a:cubicBezTo>
                <a:cubicBezTo>
                  <a:pt x="1699321" y="11576"/>
                  <a:pt x="1700250" y="12144"/>
                  <a:pt x="1700704" y="12599"/>
                </a:cubicBezTo>
                <a:cubicBezTo>
                  <a:pt x="1701158" y="13053"/>
                  <a:pt x="1701453" y="13439"/>
                  <a:pt x="1701590" y="13756"/>
                </a:cubicBezTo>
                <a:cubicBezTo>
                  <a:pt x="1701773" y="14073"/>
                  <a:pt x="1701907" y="14505"/>
                  <a:pt x="1701998" y="15050"/>
                </a:cubicBezTo>
                <a:cubicBezTo>
                  <a:pt x="1702136" y="15551"/>
                  <a:pt x="1702227" y="16208"/>
                  <a:pt x="1702270" y="17025"/>
                </a:cubicBezTo>
                <a:cubicBezTo>
                  <a:pt x="1702316" y="17797"/>
                  <a:pt x="1702338" y="18774"/>
                  <a:pt x="1702338" y="19954"/>
                </a:cubicBezTo>
                <a:cubicBezTo>
                  <a:pt x="1702338" y="21271"/>
                  <a:pt x="1702293" y="22383"/>
                  <a:pt x="1702204" y="23291"/>
                </a:cubicBezTo>
                <a:cubicBezTo>
                  <a:pt x="1702158" y="24197"/>
                  <a:pt x="1702044" y="24949"/>
                  <a:pt x="1701861" y="25537"/>
                </a:cubicBezTo>
                <a:cubicBezTo>
                  <a:pt x="1701727" y="26129"/>
                  <a:pt x="1701498" y="26560"/>
                  <a:pt x="1701181" y="26832"/>
                </a:cubicBezTo>
                <a:cubicBezTo>
                  <a:pt x="1700910" y="27103"/>
                  <a:pt x="1700524" y="27241"/>
                  <a:pt x="1700024" y="27241"/>
                </a:cubicBezTo>
                <a:cubicBezTo>
                  <a:pt x="1699524" y="27241"/>
                  <a:pt x="1698729" y="26923"/>
                  <a:pt x="1697641" y="26286"/>
                </a:cubicBezTo>
                <a:cubicBezTo>
                  <a:pt x="1696549" y="25652"/>
                  <a:pt x="1695212" y="24972"/>
                  <a:pt x="1693623" y="24243"/>
                </a:cubicBezTo>
                <a:cubicBezTo>
                  <a:pt x="1692031" y="23472"/>
                  <a:pt x="1690194" y="22791"/>
                  <a:pt x="1688105" y="22200"/>
                </a:cubicBezTo>
                <a:cubicBezTo>
                  <a:pt x="1686016" y="21566"/>
                  <a:pt x="1683725" y="21248"/>
                  <a:pt x="1681227" y="21248"/>
                </a:cubicBezTo>
                <a:cubicBezTo>
                  <a:pt x="1679276" y="21248"/>
                  <a:pt x="1677573" y="21497"/>
                  <a:pt x="1676118" y="21997"/>
                </a:cubicBezTo>
                <a:cubicBezTo>
                  <a:pt x="1674666" y="22451"/>
                  <a:pt x="1673441" y="23109"/>
                  <a:pt x="1672440" y="23972"/>
                </a:cubicBezTo>
                <a:cubicBezTo>
                  <a:pt x="1671489" y="24789"/>
                  <a:pt x="1670760" y="25789"/>
                  <a:pt x="1670263" y="26969"/>
                </a:cubicBezTo>
                <a:cubicBezTo>
                  <a:pt x="1669809" y="28149"/>
                  <a:pt x="1669580" y="29398"/>
                  <a:pt x="1669580" y="30712"/>
                </a:cubicBezTo>
                <a:cubicBezTo>
                  <a:pt x="1669580" y="32667"/>
                  <a:pt x="1670103" y="34370"/>
                  <a:pt x="1671146" y="35822"/>
                </a:cubicBezTo>
                <a:cubicBezTo>
                  <a:pt x="1672238" y="37230"/>
                  <a:pt x="1673666" y="38499"/>
                  <a:pt x="1675438" y="39636"/>
                </a:cubicBezTo>
                <a:cubicBezTo>
                  <a:pt x="1677255" y="40725"/>
                  <a:pt x="1679298" y="41768"/>
                  <a:pt x="1681567" y="42768"/>
                </a:cubicBezTo>
                <a:cubicBezTo>
                  <a:pt x="1683836" y="43723"/>
                  <a:pt x="1686154" y="44743"/>
                  <a:pt x="1688514" y="45834"/>
                </a:cubicBezTo>
                <a:cubicBezTo>
                  <a:pt x="1690874" y="46923"/>
                  <a:pt x="1693192" y="48172"/>
                  <a:pt x="1695460" y="49578"/>
                </a:cubicBezTo>
                <a:cubicBezTo>
                  <a:pt x="1697732" y="50941"/>
                  <a:pt x="1699752" y="52598"/>
                  <a:pt x="1701521" y="54550"/>
                </a:cubicBezTo>
                <a:cubicBezTo>
                  <a:pt x="1703293" y="56458"/>
                  <a:pt x="1704722" y="58727"/>
                  <a:pt x="1705813" y="61362"/>
                </a:cubicBezTo>
                <a:cubicBezTo>
                  <a:pt x="1706902" y="63948"/>
                  <a:pt x="1707448" y="67014"/>
                  <a:pt x="1707448" y="70555"/>
                </a:cubicBezTo>
                <a:close/>
                <a:moveTo>
                  <a:pt x="1771873" y="94869"/>
                </a:moveTo>
                <a:cubicBezTo>
                  <a:pt x="1771873" y="95503"/>
                  <a:pt x="1771647" y="96003"/>
                  <a:pt x="1771193" y="96366"/>
                </a:cubicBezTo>
                <a:cubicBezTo>
                  <a:pt x="1770738" y="96729"/>
                  <a:pt x="1770013" y="96981"/>
                  <a:pt x="1769013" y="97115"/>
                </a:cubicBezTo>
                <a:cubicBezTo>
                  <a:pt x="1768061" y="97298"/>
                  <a:pt x="1766629" y="97389"/>
                  <a:pt x="1764723" y="97389"/>
                </a:cubicBezTo>
                <a:cubicBezTo>
                  <a:pt x="1762680" y="97389"/>
                  <a:pt x="1761180" y="97298"/>
                  <a:pt x="1760229" y="97115"/>
                </a:cubicBezTo>
                <a:cubicBezTo>
                  <a:pt x="1759320" y="96981"/>
                  <a:pt x="1758663" y="96729"/>
                  <a:pt x="1758254" y="96366"/>
                </a:cubicBezTo>
                <a:cubicBezTo>
                  <a:pt x="1757888" y="96003"/>
                  <a:pt x="1757708" y="95503"/>
                  <a:pt x="1757708" y="94869"/>
                </a:cubicBezTo>
                <a:lnTo>
                  <a:pt x="1757708" y="90034"/>
                </a:lnTo>
                <a:cubicBezTo>
                  <a:pt x="1755211" y="92712"/>
                  <a:pt x="1752350" y="94800"/>
                  <a:pt x="1749127" y="96298"/>
                </a:cubicBezTo>
                <a:cubicBezTo>
                  <a:pt x="1745950" y="97798"/>
                  <a:pt x="1742406" y="98547"/>
                  <a:pt x="1738503" y="98547"/>
                </a:cubicBezTo>
                <a:cubicBezTo>
                  <a:pt x="1735280" y="98547"/>
                  <a:pt x="1732305" y="98115"/>
                  <a:pt x="1729582" y="97252"/>
                </a:cubicBezTo>
                <a:cubicBezTo>
                  <a:pt x="1726902" y="96435"/>
                  <a:pt x="1724564" y="95209"/>
                  <a:pt x="1722567" y="93575"/>
                </a:cubicBezTo>
                <a:cubicBezTo>
                  <a:pt x="1720615" y="91894"/>
                  <a:pt x="1719092" y="89828"/>
                  <a:pt x="1718003" y="87377"/>
                </a:cubicBezTo>
                <a:cubicBezTo>
                  <a:pt x="1716915" y="84925"/>
                  <a:pt x="1716369" y="82065"/>
                  <a:pt x="1716369" y="78796"/>
                </a:cubicBezTo>
                <a:cubicBezTo>
                  <a:pt x="1716369" y="75255"/>
                  <a:pt x="1717049" y="72189"/>
                  <a:pt x="1718412" y="69600"/>
                </a:cubicBezTo>
                <a:cubicBezTo>
                  <a:pt x="1719821" y="66968"/>
                  <a:pt x="1721884" y="64811"/>
                  <a:pt x="1724610" y="63131"/>
                </a:cubicBezTo>
                <a:cubicBezTo>
                  <a:pt x="1727379" y="61405"/>
                  <a:pt x="1730808" y="60136"/>
                  <a:pt x="1734894" y="59319"/>
                </a:cubicBezTo>
                <a:cubicBezTo>
                  <a:pt x="1738980" y="58502"/>
                  <a:pt x="1743724" y="58093"/>
                  <a:pt x="1749127" y="58093"/>
                </a:cubicBezTo>
                <a:lnTo>
                  <a:pt x="1755051" y="58093"/>
                </a:lnTo>
                <a:lnTo>
                  <a:pt x="1755051" y="54415"/>
                </a:lnTo>
                <a:cubicBezTo>
                  <a:pt x="1755051" y="52507"/>
                  <a:pt x="1754848" y="50849"/>
                  <a:pt x="1754439" y="49443"/>
                </a:cubicBezTo>
                <a:cubicBezTo>
                  <a:pt x="1754076" y="47989"/>
                  <a:pt x="1753439" y="46786"/>
                  <a:pt x="1752533" y="45834"/>
                </a:cubicBezTo>
                <a:cubicBezTo>
                  <a:pt x="1751670" y="44880"/>
                  <a:pt x="1750490" y="44177"/>
                  <a:pt x="1748990" y="43723"/>
                </a:cubicBezTo>
                <a:cubicBezTo>
                  <a:pt x="1747538" y="43268"/>
                  <a:pt x="1745721" y="43040"/>
                  <a:pt x="1743544" y="43040"/>
                </a:cubicBezTo>
                <a:cubicBezTo>
                  <a:pt x="1740683" y="43040"/>
                  <a:pt x="1738117" y="43360"/>
                  <a:pt x="1735846" y="43994"/>
                </a:cubicBezTo>
                <a:cubicBezTo>
                  <a:pt x="1733622" y="44628"/>
                  <a:pt x="1731648" y="45334"/>
                  <a:pt x="1729922" y="46106"/>
                </a:cubicBezTo>
                <a:cubicBezTo>
                  <a:pt x="1728196" y="46877"/>
                  <a:pt x="1726744" y="47580"/>
                  <a:pt x="1725561" y="48217"/>
                </a:cubicBezTo>
                <a:cubicBezTo>
                  <a:pt x="1724427" y="48852"/>
                  <a:pt x="1723498" y="49169"/>
                  <a:pt x="1722770" y="49169"/>
                </a:cubicBezTo>
                <a:cubicBezTo>
                  <a:pt x="1722272" y="49169"/>
                  <a:pt x="1721818" y="49012"/>
                  <a:pt x="1721409" y="48695"/>
                </a:cubicBezTo>
                <a:cubicBezTo>
                  <a:pt x="1721047" y="48375"/>
                  <a:pt x="1720726" y="47920"/>
                  <a:pt x="1720455" y="47332"/>
                </a:cubicBezTo>
                <a:cubicBezTo>
                  <a:pt x="1720229" y="46740"/>
                  <a:pt x="1720046" y="46014"/>
                  <a:pt x="1719909" y="45151"/>
                </a:cubicBezTo>
                <a:cubicBezTo>
                  <a:pt x="1719775" y="44288"/>
                  <a:pt x="1719706" y="43337"/>
                  <a:pt x="1719706" y="42291"/>
                </a:cubicBezTo>
                <a:cubicBezTo>
                  <a:pt x="1719706" y="40885"/>
                  <a:pt x="1719821" y="39771"/>
                  <a:pt x="1720046" y="38953"/>
                </a:cubicBezTo>
                <a:cubicBezTo>
                  <a:pt x="1720272" y="38136"/>
                  <a:pt x="1720704" y="37410"/>
                  <a:pt x="1721341" y="36776"/>
                </a:cubicBezTo>
                <a:cubicBezTo>
                  <a:pt x="1721975" y="36093"/>
                  <a:pt x="1723090" y="35367"/>
                  <a:pt x="1724678" y="34596"/>
                </a:cubicBezTo>
                <a:cubicBezTo>
                  <a:pt x="1726267" y="33779"/>
                  <a:pt x="1728127" y="33030"/>
                  <a:pt x="1730262" y="32347"/>
                </a:cubicBezTo>
                <a:cubicBezTo>
                  <a:pt x="1732397" y="31667"/>
                  <a:pt x="1734711" y="31121"/>
                  <a:pt x="1737209" y="30712"/>
                </a:cubicBezTo>
                <a:cubicBezTo>
                  <a:pt x="1739752" y="30261"/>
                  <a:pt x="1742361" y="30032"/>
                  <a:pt x="1745041" y="30032"/>
                </a:cubicBezTo>
                <a:cubicBezTo>
                  <a:pt x="1749807" y="30032"/>
                  <a:pt x="1753871" y="30510"/>
                  <a:pt x="1757231" y="31464"/>
                </a:cubicBezTo>
                <a:cubicBezTo>
                  <a:pt x="1760637" y="32370"/>
                  <a:pt x="1763429" y="33801"/>
                  <a:pt x="1765609" y="35753"/>
                </a:cubicBezTo>
                <a:cubicBezTo>
                  <a:pt x="1767787" y="37659"/>
                  <a:pt x="1769375" y="40134"/>
                  <a:pt x="1770376" y="43177"/>
                </a:cubicBezTo>
                <a:cubicBezTo>
                  <a:pt x="1771376" y="46220"/>
                  <a:pt x="1771873" y="49829"/>
                  <a:pt x="1771873" y="54007"/>
                </a:cubicBezTo>
                <a:lnTo>
                  <a:pt x="1771873" y="94869"/>
                </a:lnTo>
                <a:close/>
                <a:moveTo>
                  <a:pt x="1755051" y="68851"/>
                </a:moveTo>
                <a:lnTo>
                  <a:pt x="1748513" y="68851"/>
                </a:lnTo>
                <a:cubicBezTo>
                  <a:pt x="1745744" y="68851"/>
                  <a:pt x="1743384" y="69057"/>
                  <a:pt x="1741432" y="69466"/>
                </a:cubicBezTo>
                <a:cubicBezTo>
                  <a:pt x="1739480" y="69874"/>
                  <a:pt x="1737889" y="70486"/>
                  <a:pt x="1736663" y="71303"/>
                </a:cubicBezTo>
                <a:cubicBezTo>
                  <a:pt x="1735437" y="72120"/>
                  <a:pt x="1734531" y="73121"/>
                  <a:pt x="1733940" y="74301"/>
                </a:cubicBezTo>
                <a:cubicBezTo>
                  <a:pt x="1733394" y="75435"/>
                  <a:pt x="1733122" y="76752"/>
                  <a:pt x="1733122" y="78250"/>
                </a:cubicBezTo>
                <a:cubicBezTo>
                  <a:pt x="1733122" y="80793"/>
                  <a:pt x="1733917" y="82790"/>
                  <a:pt x="1735505" y="84245"/>
                </a:cubicBezTo>
                <a:cubicBezTo>
                  <a:pt x="1737140" y="85696"/>
                  <a:pt x="1739389" y="86422"/>
                  <a:pt x="1742249" y="86422"/>
                </a:cubicBezTo>
                <a:cubicBezTo>
                  <a:pt x="1744655" y="86422"/>
                  <a:pt x="1746855" y="85811"/>
                  <a:pt x="1748856" y="84585"/>
                </a:cubicBezTo>
                <a:cubicBezTo>
                  <a:pt x="1750899" y="83359"/>
                  <a:pt x="1752965" y="81564"/>
                  <a:pt x="1755051" y="79204"/>
                </a:cubicBezTo>
                <a:lnTo>
                  <a:pt x="1755051" y="68851"/>
                </a:lnTo>
                <a:close/>
                <a:moveTo>
                  <a:pt x="1885607" y="94663"/>
                </a:moveTo>
                <a:cubicBezTo>
                  <a:pt x="1885607" y="95118"/>
                  <a:pt x="1885473" y="95526"/>
                  <a:pt x="1885198" y="95889"/>
                </a:cubicBezTo>
                <a:cubicBezTo>
                  <a:pt x="1884927" y="96206"/>
                  <a:pt x="1884473" y="96481"/>
                  <a:pt x="1883838" y="96706"/>
                </a:cubicBezTo>
                <a:cubicBezTo>
                  <a:pt x="1883201" y="96935"/>
                  <a:pt x="1882338" y="97092"/>
                  <a:pt x="1881249" y="97184"/>
                </a:cubicBezTo>
                <a:cubicBezTo>
                  <a:pt x="1880161" y="97321"/>
                  <a:pt x="1878775" y="97389"/>
                  <a:pt x="1877095" y="97389"/>
                </a:cubicBezTo>
                <a:cubicBezTo>
                  <a:pt x="1875369" y="97389"/>
                  <a:pt x="1873963" y="97321"/>
                  <a:pt x="1872874" y="97184"/>
                </a:cubicBezTo>
                <a:cubicBezTo>
                  <a:pt x="1871783" y="97092"/>
                  <a:pt x="1870897" y="96935"/>
                  <a:pt x="1870217" y="96706"/>
                </a:cubicBezTo>
                <a:cubicBezTo>
                  <a:pt x="1869582" y="96481"/>
                  <a:pt x="1869128" y="96206"/>
                  <a:pt x="1868854" y="95889"/>
                </a:cubicBezTo>
                <a:cubicBezTo>
                  <a:pt x="1868628" y="95526"/>
                  <a:pt x="1868514" y="95118"/>
                  <a:pt x="1868514" y="94663"/>
                </a:cubicBezTo>
                <a:lnTo>
                  <a:pt x="1868514" y="58636"/>
                </a:lnTo>
                <a:cubicBezTo>
                  <a:pt x="1868514" y="56593"/>
                  <a:pt x="1868311" y="54733"/>
                  <a:pt x="1867902" y="53052"/>
                </a:cubicBezTo>
                <a:cubicBezTo>
                  <a:pt x="1867539" y="51372"/>
                  <a:pt x="1866948" y="49941"/>
                  <a:pt x="1866130" y="48760"/>
                </a:cubicBezTo>
                <a:cubicBezTo>
                  <a:pt x="1865359" y="47535"/>
                  <a:pt x="1864359" y="46606"/>
                  <a:pt x="1863133" y="45969"/>
                </a:cubicBezTo>
                <a:cubicBezTo>
                  <a:pt x="1861953" y="45289"/>
                  <a:pt x="1860524" y="44948"/>
                  <a:pt x="1858844" y="44948"/>
                </a:cubicBezTo>
                <a:cubicBezTo>
                  <a:pt x="1856801" y="44948"/>
                  <a:pt x="1854735" y="45743"/>
                  <a:pt x="1852646" y="47332"/>
                </a:cubicBezTo>
                <a:cubicBezTo>
                  <a:pt x="1850557" y="48920"/>
                  <a:pt x="1848288" y="51235"/>
                  <a:pt x="1845836" y="54278"/>
                </a:cubicBezTo>
                <a:lnTo>
                  <a:pt x="1845836" y="94663"/>
                </a:lnTo>
                <a:cubicBezTo>
                  <a:pt x="1845836" y="95118"/>
                  <a:pt x="1845699" y="95526"/>
                  <a:pt x="1845428" y="95889"/>
                </a:cubicBezTo>
                <a:cubicBezTo>
                  <a:pt x="1845153" y="96206"/>
                  <a:pt x="1844676" y="96481"/>
                  <a:pt x="1843996" y="96706"/>
                </a:cubicBezTo>
                <a:cubicBezTo>
                  <a:pt x="1843362" y="96935"/>
                  <a:pt x="1842499" y="97092"/>
                  <a:pt x="1841407" y="97184"/>
                </a:cubicBezTo>
                <a:cubicBezTo>
                  <a:pt x="1840319" y="97321"/>
                  <a:pt x="1838956" y="97389"/>
                  <a:pt x="1837321" y="97389"/>
                </a:cubicBezTo>
                <a:cubicBezTo>
                  <a:pt x="1835644" y="97389"/>
                  <a:pt x="1834258" y="97321"/>
                  <a:pt x="1833169" y="97184"/>
                </a:cubicBezTo>
                <a:cubicBezTo>
                  <a:pt x="1832078" y="97092"/>
                  <a:pt x="1831192" y="96935"/>
                  <a:pt x="1830512" y="96706"/>
                </a:cubicBezTo>
                <a:cubicBezTo>
                  <a:pt x="1829877" y="96481"/>
                  <a:pt x="1829423" y="96206"/>
                  <a:pt x="1829149" y="95889"/>
                </a:cubicBezTo>
                <a:cubicBezTo>
                  <a:pt x="1828877" y="95526"/>
                  <a:pt x="1828740" y="95118"/>
                  <a:pt x="1828740" y="94663"/>
                </a:cubicBezTo>
                <a:lnTo>
                  <a:pt x="1828740" y="58636"/>
                </a:lnTo>
                <a:cubicBezTo>
                  <a:pt x="1828740" y="56593"/>
                  <a:pt x="1828537" y="54733"/>
                  <a:pt x="1828128" y="53052"/>
                </a:cubicBezTo>
                <a:cubicBezTo>
                  <a:pt x="1827766" y="51372"/>
                  <a:pt x="1827197" y="49941"/>
                  <a:pt x="1826425" y="48760"/>
                </a:cubicBezTo>
                <a:cubicBezTo>
                  <a:pt x="1825654" y="47535"/>
                  <a:pt x="1824654" y="46606"/>
                  <a:pt x="1823428" y="45969"/>
                </a:cubicBezTo>
                <a:cubicBezTo>
                  <a:pt x="1822202" y="45289"/>
                  <a:pt x="1820773" y="44948"/>
                  <a:pt x="1819139" y="44948"/>
                </a:cubicBezTo>
                <a:cubicBezTo>
                  <a:pt x="1817050" y="44948"/>
                  <a:pt x="1814961" y="45743"/>
                  <a:pt x="1812872" y="47332"/>
                </a:cubicBezTo>
                <a:cubicBezTo>
                  <a:pt x="1810783" y="48920"/>
                  <a:pt x="1808537" y="51235"/>
                  <a:pt x="1806131" y="54278"/>
                </a:cubicBezTo>
                <a:lnTo>
                  <a:pt x="1806131" y="94663"/>
                </a:lnTo>
                <a:cubicBezTo>
                  <a:pt x="1806131" y="95118"/>
                  <a:pt x="1805994" y="95526"/>
                  <a:pt x="1805723" y="95889"/>
                </a:cubicBezTo>
                <a:cubicBezTo>
                  <a:pt x="1805449" y="96206"/>
                  <a:pt x="1804971" y="96481"/>
                  <a:pt x="1804291" y="96706"/>
                </a:cubicBezTo>
                <a:cubicBezTo>
                  <a:pt x="1803657" y="96935"/>
                  <a:pt x="1802794" y="97092"/>
                  <a:pt x="1801702" y="97184"/>
                </a:cubicBezTo>
                <a:cubicBezTo>
                  <a:pt x="1800614" y="97321"/>
                  <a:pt x="1799228" y="97389"/>
                  <a:pt x="1797550" y="97389"/>
                </a:cubicBezTo>
                <a:cubicBezTo>
                  <a:pt x="1795870" y="97389"/>
                  <a:pt x="1794484" y="97321"/>
                  <a:pt x="1793396" y="97184"/>
                </a:cubicBezTo>
                <a:cubicBezTo>
                  <a:pt x="1792304" y="97092"/>
                  <a:pt x="1791421" y="96935"/>
                  <a:pt x="1790738" y="96706"/>
                </a:cubicBezTo>
                <a:cubicBezTo>
                  <a:pt x="1790104" y="96481"/>
                  <a:pt x="1789649" y="96206"/>
                  <a:pt x="1789378" y="95889"/>
                </a:cubicBezTo>
                <a:cubicBezTo>
                  <a:pt x="1789104" y="95526"/>
                  <a:pt x="1788969" y="95118"/>
                  <a:pt x="1788969" y="94663"/>
                </a:cubicBezTo>
                <a:lnTo>
                  <a:pt x="1788969" y="33916"/>
                </a:lnTo>
                <a:cubicBezTo>
                  <a:pt x="1788969" y="33461"/>
                  <a:pt x="1789081" y="33076"/>
                  <a:pt x="1789309" y="32756"/>
                </a:cubicBezTo>
                <a:cubicBezTo>
                  <a:pt x="1789535" y="32393"/>
                  <a:pt x="1789944" y="32098"/>
                  <a:pt x="1790535" y="31873"/>
                </a:cubicBezTo>
                <a:cubicBezTo>
                  <a:pt x="1791124" y="31644"/>
                  <a:pt x="1791873" y="31487"/>
                  <a:pt x="1792781" y="31395"/>
                </a:cubicBezTo>
                <a:cubicBezTo>
                  <a:pt x="1793736" y="31258"/>
                  <a:pt x="1794916" y="31190"/>
                  <a:pt x="1796325" y="31190"/>
                </a:cubicBezTo>
                <a:cubicBezTo>
                  <a:pt x="1797776" y="31190"/>
                  <a:pt x="1798979" y="31258"/>
                  <a:pt x="1799934" y="31395"/>
                </a:cubicBezTo>
                <a:cubicBezTo>
                  <a:pt x="1800885" y="31487"/>
                  <a:pt x="1801614" y="31644"/>
                  <a:pt x="1802111" y="31873"/>
                </a:cubicBezTo>
                <a:cubicBezTo>
                  <a:pt x="1802657" y="32098"/>
                  <a:pt x="1803042" y="32393"/>
                  <a:pt x="1803271" y="32756"/>
                </a:cubicBezTo>
                <a:cubicBezTo>
                  <a:pt x="1803497" y="33076"/>
                  <a:pt x="1803611" y="33461"/>
                  <a:pt x="1803611" y="33916"/>
                </a:cubicBezTo>
                <a:lnTo>
                  <a:pt x="1803611" y="40931"/>
                </a:lnTo>
                <a:cubicBezTo>
                  <a:pt x="1806972" y="37296"/>
                  <a:pt x="1810306" y="34573"/>
                  <a:pt x="1813621" y="32756"/>
                </a:cubicBezTo>
                <a:cubicBezTo>
                  <a:pt x="1816981" y="30941"/>
                  <a:pt x="1820479" y="30032"/>
                  <a:pt x="1824111" y="30032"/>
                </a:cubicBezTo>
                <a:cubicBezTo>
                  <a:pt x="1826608" y="30032"/>
                  <a:pt x="1828854" y="30304"/>
                  <a:pt x="1830852" y="30850"/>
                </a:cubicBezTo>
                <a:cubicBezTo>
                  <a:pt x="1832849" y="31350"/>
                  <a:pt x="1834621" y="32098"/>
                  <a:pt x="1836164" y="33098"/>
                </a:cubicBezTo>
                <a:cubicBezTo>
                  <a:pt x="1837753" y="34050"/>
                  <a:pt x="1839116" y="35207"/>
                  <a:pt x="1840250" y="36570"/>
                </a:cubicBezTo>
                <a:cubicBezTo>
                  <a:pt x="1841384" y="37933"/>
                  <a:pt x="1842339" y="39454"/>
                  <a:pt x="1843110" y="41134"/>
                </a:cubicBezTo>
                <a:cubicBezTo>
                  <a:pt x="1844928" y="39182"/>
                  <a:pt x="1846699" y="37502"/>
                  <a:pt x="1848422" y="36093"/>
                </a:cubicBezTo>
                <a:cubicBezTo>
                  <a:pt x="1850194" y="34687"/>
                  <a:pt x="1851920" y="33553"/>
                  <a:pt x="1853600" y="32690"/>
                </a:cubicBezTo>
                <a:cubicBezTo>
                  <a:pt x="1855323" y="31781"/>
                  <a:pt x="1857026" y="31121"/>
                  <a:pt x="1858707" y="30712"/>
                </a:cubicBezTo>
                <a:cubicBezTo>
                  <a:pt x="1860433" y="30261"/>
                  <a:pt x="1862181" y="30032"/>
                  <a:pt x="1863950" y="30032"/>
                </a:cubicBezTo>
                <a:cubicBezTo>
                  <a:pt x="1867993" y="30032"/>
                  <a:pt x="1871397" y="30712"/>
                  <a:pt x="1874166" y="32075"/>
                </a:cubicBezTo>
                <a:cubicBezTo>
                  <a:pt x="1876937" y="33438"/>
                  <a:pt x="1879161" y="35299"/>
                  <a:pt x="1880841" y="37659"/>
                </a:cubicBezTo>
                <a:cubicBezTo>
                  <a:pt x="1882567" y="39976"/>
                  <a:pt x="1883793" y="42700"/>
                  <a:pt x="1884518" y="45834"/>
                </a:cubicBezTo>
                <a:cubicBezTo>
                  <a:pt x="1885244" y="48966"/>
                  <a:pt x="1885607" y="52281"/>
                  <a:pt x="1885607" y="55776"/>
                </a:cubicBezTo>
                <a:lnTo>
                  <a:pt x="1885607" y="94663"/>
                </a:lnTo>
                <a:close/>
                <a:moveTo>
                  <a:pt x="1963588" y="63405"/>
                </a:moveTo>
                <a:cubicBezTo>
                  <a:pt x="1963588" y="68806"/>
                  <a:pt x="1962997" y="73686"/>
                  <a:pt x="1961817" y="78047"/>
                </a:cubicBezTo>
                <a:cubicBezTo>
                  <a:pt x="1960682" y="82359"/>
                  <a:pt x="1959002" y="86036"/>
                  <a:pt x="1956779" y="89080"/>
                </a:cubicBezTo>
                <a:cubicBezTo>
                  <a:pt x="1954553" y="92120"/>
                  <a:pt x="1951784" y="94460"/>
                  <a:pt x="1948469" y="96095"/>
                </a:cubicBezTo>
                <a:cubicBezTo>
                  <a:pt x="1945155" y="97729"/>
                  <a:pt x="1941363" y="98547"/>
                  <a:pt x="1937096" y="98547"/>
                </a:cubicBezTo>
                <a:cubicBezTo>
                  <a:pt x="1935325" y="98547"/>
                  <a:pt x="1933690" y="98364"/>
                  <a:pt x="1932193" y="98001"/>
                </a:cubicBezTo>
                <a:cubicBezTo>
                  <a:pt x="1930738" y="97684"/>
                  <a:pt x="1929310" y="97184"/>
                  <a:pt x="1927901" y="96503"/>
                </a:cubicBezTo>
                <a:cubicBezTo>
                  <a:pt x="1926538" y="95775"/>
                  <a:pt x="1925178" y="94892"/>
                  <a:pt x="1923815" y="93846"/>
                </a:cubicBezTo>
                <a:cubicBezTo>
                  <a:pt x="1922452" y="92803"/>
                  <a:pt x="1921046" y="91577"/>
                  <a:pt x="1919591" y="90168"/>
                </a:cubicBezTo>
                <a:lnTo>
                  <a:pt x="1919591" y="118772"/>
                </a:lnTo>
                <a:cubicBezTo>
                  <a:pt x="1919591" y="119226"/>
                  <a:pt x="1919457" y="119635"/>
                  <a:pt x="1919183" y="119998"/>
                </a:cubicBezTo>
                <a:cubicBezTo>
                  <a:pt x="1918911" y="120361"/>
                  <a:pt x="1918434" y="120658"/>
                  <a:pt x="1917754" y="120884"/>
                </a:cubicBezTo>
                <a:cubicBezTo>
                  <a:pt x="1917117" y="121155"/>
                  <a:pt x="1916257" y="121361"/>
                  <a:pt x="1915165" y="121498"/>
                </a:cubicBezTo>
                <a:cubicBezTo>
                  <a:pt x="1914076" y="121632"/>
                  <a:pt x="1912690" y="121701"/>
                  <a:pt x="1911010" y="121701"/>
                </a:cubicBezTo>
                <a:cubicBezTo>
                  <a:pt x="1909330" y="121701"/>
                  <a:pt x="1907947" y="121632"/>
                  <a:pt x="1906858" y="121498"/>
                </a:cubicBezTo>
                <a:cubicBezTo>
                  <a:pt x="1905767" y="121361"/>
                  <a:pt x="1904881" y="121155"/>
                  <a:pt x="1904201" y="120884"/>
                </a:cubicBezTo>
                <a:cubicBezTo>
                  <a:pt x="1903566" y="120658"/>
                  <a:pt x="1903112" y="120361"/>
                  <a:pt x="1902838" y="119998"/>
                </a:cubicBezTo>
                <a:cubicBezTo>
                  <a:pt x="1902566" y="119635"/>
                  <a:pt x="1902429" y="119226"/>
                  <a:pt x="1902429" y="118772"/>
                </a:cubicBezTo>
                <a:lnTo>
                  <a:pt x="1902429" y="33916"/>
                </a:lnTo>
                <a:cubicBezTo>
                  <a:pt x="1902429" y="33461"/>
                  <a:pt x="1902544" y="33076"/>
                  <a:pt x="1902772" y="32756"/>
                </a:cubicBezTo>
                <a:cubicBezTo>
                  <a:pt x="1902998" y="32393"/>
                  <a:pt x="1903384" y="32098"/>
                  <a:pt x="1903929" y="31873"/>
                </a:cubicBezTo>
                <a:cubicBezTo>
                  <a:pt x="1904518" y="31644"/>
                  <a:pt x="1905267" y="31487"/>
                  <a:pt x="1906175" y="31395"/>
                </a:cubicBezTo>
                <a:cubicBezTo>
                  <a:pt x="1907130" y="31258"/>
                  <a:pt x="1908310" y="31190"/>
                  <a:pt x="1909719" y="31190"/>
                </a:cubicBezTo>
                <a:cubicBezTo>
                  <a:pt x="1911079" y="31190"/>
                  <a:pt x="1912213" y="31258"/>
                  <a:pt x="1913122" y="31395"/>
                </a:cubicBezTo>
                <a:cubicBezTo>
                  <a:pt x="1914076" y="31487"/>
                  <a:pt x="1914825" y="31644"/>
                  <a:pt x="1915371" y="31873"/>
                </a:cubicBezTo>
                <a:cubicBezTo>
                  <a:pt x="1915959" y="32098"/>
                  <a:pt x="1916368" y="32393"/>
                  <a:pt x="1916597" y="32756"/>
                </a:cubicBezTo>
                <a:cubicBezTo>
                  <a:pt x="1916822" y="33076"/>
                  <a:pt x="1916937" y="33461"/>
                  <a:pt x="1916937" y="33916"/>
                </a:cubicBezTo>
                <a:lnTo>
                  <a:pt x="1916937" y="41065"/>
                </a:lnTo>
                <a:cubicBezTo>
                  <a:pt x="1918708" y="39251"/>
                  <a:pt x="1920431" y="37659"/>
                  <a:pt x="1922112" y="36299"/>
                </a:cubicBezTo>
                <a:cubicBezTo>
                  <a:pt x="1923838" y="34890"/>
                  <a:pt x="1925586" y="33733"/>
                  <a:pt x="1927355" y="32824"/>
                </a:cubicBezTo>
                <a:cubicBezTo>
                  <a:pt x="1929127" y="31873"/>
                  <a:pt x="1930944" y="31167"/>
                  <a:pt x="1932804" y="30712"/>
                </a:cubicBezTo>
                <a:cubicBezTo>
                  <a:pt x="1934710" y="30261"/>
                  <a:pt x="1936731" y="30032"/>
                  <a:pt x="1938865" y="30032"/>
                </a:cubicBezTo>
                <a:cubicBezTo>
                  <a:pt x="1943314" y="30032"/>
                  <a:pt x="1947106" y="30918"/>
                  <a:pt x="1950241" y="32690"/>
                </a:cubicBezTo>
                <a:cubicBezTo>
                  <a:pt x="1953373" y="34413"/>
                  <a:pt x="1955916" y="36799"/>
                  <a:pt x="1957868" y="39839"/>
                </a:cubicBezTo>
                <a:cubicBezTo>
                  <a:pt x="1959865" y="42883"/>
                  <a:pt x="1961317" y="46423"/>
                  <a:pt x="1962225" y="50463"/>
                </a:cubicBezTo>
                <a:cubicBezTo>
                  <a:pt x="1963134" y="54504"/>
                  <a:pt x="1963588" y="58819"/>
                  <a:pt x="1963588" y="63405"/>
                </a:cubicBezTo>
                <a:close/>
                <a:moveTo>
                  <a:pt x="1945746" y="64631"/>
                </a:moveTo>
                <a:cubicBezTo>
                  <a:pt x="1945746" y="62042"/>
                  <a:pt x="1945540" y="59567"/>
                  <a:pt x="1945132" y="57207"/>
                </a:cubicBezTo>
                <a:cubicBezTo>
                  <a:pt x="1944769" y="54801"/>
                  <a:pt x="1944112" y="52667"/>
                  <a:pt x="1943157" y="50803"/>
                </a:cubicBezTo>
                <a:cubicBezTo>
                  <a:pt x="1942248" y="48943"/>
                  <a:pt x="1941023" y="47469"/>
                  <a:pt x="1939480" y="46377"/>
                </a:cubicBezTo>
                <a:cubicBezTo>
                  <a:pt x="1937979" y="45243"/>
                  <a:pt x="1936096" y="44674"/>
                  <a:pt x="1933827" y="44674"/>
                </a:cubicBezTo>
                <a:cubicBezTo>
                  <a:pt x="1932690" y="44674"/>
                  <a:pt x="1931556" y="44857"/>
                  <a:pt x="1930421" y="45220"/>
                </a:cubicBezTo>
                <a:cubicBezTo>
                  <a:pt x="1929333" y="45537"/>
                  <a:pt x="1928195" y="46083"/>
                  <a:pt x="1927015" y="46854"/>
                </a:cubicBezTo>
                <a:cubicBezTo>
                  <a:pt x="1925881" y="47626"/>
                  <a:pt x="1924701" y="48626"/>
                  <a:pt x="1923475" y="49852"/>
                </a:cubicBezTo>
                <a:cubicBezTo>
                  <a:pt x="1922249" y="51078"/>
                  <a:pt x="1920954" y="52598"/>
                  <a:pt x="1919591" y="54415"/>
                </a:cubicBezTo>
                <a:lnTo>
                  <a:pt x="1919591" y="74438"/>
                </a:lnTo>
                <a:cubicBezTo>
                  <a:pt x="1922000" y="77478"/>
                  <a:pt x="1924292" y="79839"/>
                  <a:pt x="1926472" y="81519"/>
                </a:cubicBezTo>
                <a:cubicBezTo>
                  <a:pt x="1928650" y="83153"/>
                  <a:pt x="1930921" y="83970"/>
                  <a:pt x="1933282" y="83970"/>
                </a:cubicBezTo>
                <a:cubicBezTo>
                  <a:pt x="1935508" y="83970"/>
                  <a:pt x="1937391" y="83405"/>
                  <a:pt x="1938934" y="82267"/>
                </a:cubicBezTo>
                <a:cubicBezTo>
                  <a:pt x="1940523" y="81133"/>
                  <a:pt x="1941817" y="79659"/>
                  <a:pt x="1942817" y="77841"/>
                </a:cubicBezTo>
                <a:cubicBezTo>
                  <a:pt x="1943814" y="75981"/>
                  <a:pt x="1944540" y="73892"/>
                  <a:pt x="1944995" y="71578"/>
                </a:cubicBezTo>
                <a:cubicBezTo>
                  <a:pt x="1945495" y="69260"/>
                  <a:pt x="1945746" y="66946"/>
                  <a:pt x="1945746" y="64631"/>
                </a:cubicBezTo>
                <a:close/>
                <a:moveTo>
                  <a:pt x="1994441" y="94663"/>
                </a:moveTo>
                <a:cubicBezTo>
                  <a:pt x="1994441" y="95118"/>
                  <a:pt x="1994304" y="95526"/>
                  <a:pt x="1994032" y="95889"/>
                </a:cubicBezTo>
                <a:cubicBezTo>
                  <a:pt x="1993758" y="96206"/>
                  <a:pt x="1993281" y="96481"/>
                  <a:pt x="1992600" y="96706"/>
                </a:cubicBezTo>
                <a:cubicBezTo>
                  <a:pt x="1991966" y="96935"/>
                  <a:pt x="1991103" y="97092"/>
                  <a:pt x="1990012" y="97184"/>
                </a:cubicBezTo>
                <a:cubicBezTo>
                  <a:pt x="1988923" y="97321"/>
                  <a:pt x="1987537" y="97389"/>
                  <a:pt x="1985860" y="97389"/>
                </a:cubicBezTo>
                <a:cubicBezTo>
                  <a:pt x="1984179" y="97389"/>
                  <a:pt x="1982794" y="97321"/>
                  <a:pt x="1981705" y="97184"/>
                </a:cubicBezTo>
                <a:cubicBezTo>
                  <a:pt x="1980613" y="97092"/>
                  <a:pt x="1979727" y="96935"/>
                  <a:pt x="1979047" y="96706"/>
                </a:cubicBezTo>
                <a:cubicBezTo>
                  <a:pt x="1978413" y="96481"/>
                  <a:pt x="1977959" y="96206"/>
                  <a:pt x="1977684" y="95889"/>
                </a:cubicBezTo>
                <a:cubicBezTo>
                  <a:pt x="1977413" y="95526"/>
                  <a:pt x="1977276" y="95118"/>
                  <a:pt x="1977276" y="94663"/>
                </a:cubicBezTo>
                <a:lnTo>
                  <a:pt x="1977276" y="5106"/>
                </a:lnTo>
                <a:cubicBezTo>
                  <a:pt x="1977276" y="4652"/>
                  <a:pt x="1977413" y="4243"/>
                  <a:pt x="1977684" y="3880"/>
                </a:cubicBezTo>
                <a:cubicBezTo>
                  <a:pt x="1977959" y="3518"/>
                  <a:pt x="1978413" y="3223"/>
                  <a:pt x="1979047" y="2995"/>
                </a:cubicBezTo>
                <a:cubicBezTo>
                  <a:pt x="1979727" y="2723"/>
                  <a:pt x="1980613" y="2517"/>
                  <a:pt x="1981705" y="2383"/>
                </a:cubicBezTo>
                <a:cubicBezTo>
                  <a:pt x="1982794" y="2246"/>
                  <a:pt x="1984179" y="2177"/>
                  <a:pt x="1985860" y="2177"/>
                </a:cubicBezTo>
                <a:cubicBezTo>
                  <a:pt x="1987537" y="2177"/>
                  <a:pt x="1988923" y="2246"/>
                  <a:pt x="1990012" y="2383"/>
                </a:cubicBezTo>
                <a:cubicBezTo>
                  <a:pt x="1991103" y="2517"/>
                  <a:pt x="1991966" y="2723"/>
                  <a:pt x="1992600" y="2995"/>
                </a:cubicBezTo>
                <a:cubicBezTo>
                  <a:pt x="1993281" y="3223"/>
                  <a:pt x="1993758" y="3518"/>
                  <a:pt x="1994032" y="3880"/>
                </a:cubicBezTo>
                <a:cubicBezTo>
                  <a:pt x="1994304" y="4243"/>
                  <a:pt x="1994441" y="4652"/>
                  <a:pt x="1994441" y="5106"/>
                </a:cubicBezTo>
                <a:lnTo>
                  <a:pt x="1994441" y="94663"/>
                </a:lnTo>
                <a:close/>
                <a:moveTo>
                  <a:pt x="2067653" y="62519"/>
                </a:moveTo>
                <a:cubicBezTo>
                  <a:pt x="2067653" y="64608"/>
                  <a:pt x="2067176" y="66151"/>
                  <a:pt x="2066221" y="67148"/>
                </a:cubicBezTo>
                <a:cubicBezTo>
                  <a:pt x="2065312" y="68149"/>
                  <a:pt x="2064041" y="68649"/>
                  <a:pt x="2062406" y="68649"/>
                </a:cubicBezTo>
                <a:lnTo>
                  <a:pt x="2025427" y="68649"/>
                </a:lnTo>
                <a:cubicBezTo>
                  <a:pt x="2025427" y="71235"/>
                  <a:pt x="2025722" y="73598"/>
                  <a:pt x="2026313" y="75729"/>
                </a:cubicBezTo>
                <a:cubicBezTo>
                  <a:pt x="2026948" y="77818"/>
                  <a:pt x="2027925" y="79613"/>
                  <a:pt x="2029242" y="81110"/>
                </a:cubicBezTo>
                <a:cubicBezTo>
                  <a:pt x="2030602" y="82565"/>
                  <a:pt x="2032328" y="83676"/>
                  <a:pt x="2034417" y="84448"/>
                </a:cubicBezTo>
                <a:cubicBezTo>
                  <a:pt x="2036552" y="85219"/>
                  <a:pt x="2039092" y="85605"/>
                  <a:pt x="2042044" y="85605"/>
                </a:cubicBezTo>
                <a:cubicBezTo>
                  <a:pt x="2045041" y="85605"/>
                  <a:pt x="2047673" y="85402"/>
                  <a:pt x="2049945" y="84993"/>
                </a:cubicBezTo>
                <a:cubicBezTo>
                  <a:pt x="2052214" y="84539"/>
                  <a:pt x="2054168" y="84062"/>
                  <a:pt x="2055803" y="83562"/>
                </a:cubicBezTo>
                <a:cubicBezTo>
                  <a:pt x="2057483" y="83019"/>
                  <a:pt x="2058866" y="82542"/>
                  <a:pt x="2059955" y="82133"/>
                </a:cubicBezTo>
                <a:cubicBezTo>
                  <a:pt x="2061046" y="81679"/>
                  <a:pt x="2061932" y="81450"/>
                  <a:pt x="2062612" y="81450"/>
                </a:cubicBezTo>
                <a:cubicBezTo>
                  <a:pt x="2063021" y="81450"/>
                  <a:pt x="2063361" y="81542"/>
                  <a:pt x="2063632" y="81725"/>
                </a:cubicBezTo>
                <a:cubicBezTo>
                  <a:pt x="2063907" y="81859"/>
                  <a:pt x="2064132" y="82133"/>
                  <a:pt x="2064315" y="82542"/>
                </a:cubicBezTo>
                <a:cubicBezTo>
                  <a:pt x="2064495" y="82950"/>
                  <a:pt x="2064609" y="83539"/>
                  <a:pt x="2064655" y="84313"/>
                </a:cubicBezTo>
                <a:cubicBezTo>
                  <a:pt x="2064747" y="85039"/>
                  <a:pt x="2064792" y="85968"/>
                  <a:pt x="2064792" y="87105"/>
                </a:cubicBezTo>
                <a:cubicBezTo>
                  <a:pt x="2064792" y="88102"/>
                  <a:pt x="2064769" y="88965"/>
                  <a:pt x="2064724" y="89691"/>
                </a:cubicBezTo>
                <a:cubicBezTo>
                  <a:pt x="2064678" y="90374"/>
                  <a:pt x="2064609" y="90963"/>
                  <a:pt x="2064518" y="91463"/>
                </a:cubicBezTo>
                <a:cubicBezTo>
                  <a:pt x="2064429" y="91963"/>
                  <a:pt x="2064292" y="92394"/>
                  <a:pt x="2064109" y="92757"/>
                </a:cubicBezTo>
                <a:cubicBezTo>
                  <a:pt x="2063929" y="93074"/>
                  <a:pt x="2063678" y="93392"/>
                  <a:pt x="2063361" y="93712"/>
                </a:cubicBezTo>
                <a:cubicBezTo>
                  <a:pt x="2063089" y="94029"/>
                  <a:pt x="2062295" y="94460"/>
                  <a:pt x="2060978" y="95003"/>
                </a:cubicBezTo>
                <a:cubicBezTo>
                  <a:pt x="2059660" y="95549"/>
                  <a:pt x="2057980" y="96095"/>
                  <a:pt x="2055937" y="96638"/>
                </a:cubicBezTo>
                <a:cubicBezTo>
                  <a:pt x="2053894" y="97138"/>
                  <a:pt x="2051556" y="97569"/>
                  <a:pt x="2048922" y="97932"/>
                </a:cubicBezTo>
                <a:cubicBezTo>
                  <a:pt x="2046290" y="98341"/>
                  <a:pt x="2043475" y="98547"/>
                  <a:pt x="2040478" y="98547"/>
                </a:cubicBezTo>
                <a:cubicBezTo>
                  <a:pt x="2035074" y="98547"/>
                  <a:pt x="2030331" y="97864"/>
                  <a:pt x="2026245" y="96503"/>
                </a:cubicBezTo>
                <a:cubicBezTo>
                  <a:pt x="2022204" y="95140"/>
                  <a:pt x="2018821" y="93074"/>
                  <a:pt x="2016098" y="90306"/>
                </a:cubicBezTo>
                <a:cubicBezTo>
                  <a:pt x="2013372" y="87537"/>
                  <a:pt x="2011329" y="84039"/>
                  <a:pt x="2009968" y="79816"/>
                </a:cubicBezTo>
                <a:cubicBezTo>
                  <a:pt x="2008651" y="75595"/>
                  <a:pt x="2007991" y="70646"/>
                  <a:pt x="2007991" y="64971"/>
                </a:cubicBezTo>
                <a:cubicBezTo>
                  <a:pt x="2007991" y="59567"/>
                  <a:pt x="2008697" y="54710"/>
                  <a:pt x="2010103" y="50395"/>
                </a:cubicBezTo>
                <a:cubicBezTo>
                  <a:pt x="2011511" y="46037"/>
                  <a:pt x="2013555" y="42360"/>
                  <a:pt x="2016232" y="39362"/>
                </a:cubicBezTo>
                <a:cubicBezTo>
                  <a:pt x="2018912" y="36322"/>
                  <a:pt x="2022158" y="34004"/>
                  <a:pt x="2025973" y="32415"/>
                </a:cubicBezTo>
                <a:cubicBezTo>
                  <a:pt x="2029831" y="30827"/>
                  <a:pt x="2034166" y="30032"/>
                  <a:pt x="2038981" y="30032"/>
                </a:cubicBezTo>
                <a:cubicBezTo>
                  <a:pt x="2044064" y="30032"/>
                  <a:pt x="2048402" y="30781"/>
                  <a:pt x="2051988" y="32281"/>
                </a:cubicBezTo>
                <a:cubicBezTo>
                  <a:pt x="2055620" y="33779"/>
                  <a:pt x="2058594" y="35867"/>
                  <a:pt x="2060909" y="38545"/>
                </a:cubicBezTo>
                <a:cubicBezTo>
                  <a:pt x="2063224" y="41179"/>
                  <a:pt x="2064927" y="44311"/>
                  <a:pt x="2066018" y="47943"/>
                </a:cubicBezTo>
                <a:cubicBezTo>
                  <a:pt x="2067107" y="51575"/>
                  <a:pt x="2067653" y="55527"/>
                  <a:pt x="2067653" y="59793"/>
                </a:cubicBezTo>
                <a:lnTo>
                  <a:pt x="2067653" y="62519"/>
                </a:lnTo>
                <a:close/>
                <a:moveTo>
                  <a:pt x="2051033" y="57616"/>
                </a:moveTo>
                <a:cubicBezTo>
                  <a:pt x="2051171" y="52801"/>
                  <a:pt x="2050193" y="49035"/>
                  <a:pt x="2048105" y="46309"/>
                </a:cubicBezTo>
                <a:cubicBezTo>
                  <a:pt x="2046061" y="43540"/>
                  <a:pt x="2042884" y="42157"/>
                  <a:pt x="2038572" y="42157"/>
                </a:cubicBezTo>
                <a:cubicBezTo>
                  <a:pt x="2036392" y="42157"/>
                  <a:pt x="2034486" y="42565"/>
                  <a:pt x="2032851" y="43383"/>
                </a:cubicBezTo>
                <a:cubicBezTo>
                  <a:pt x="2031262" y="44200"/>
                  <a:pt x="2029922" y="45311"/>
                  <a:pt x="2028831" y="46717"/>
                </a:cubicBezTo>
                <a:cubicBezTo>
                  <a:pt x="2027788" y="48080"/>
                  <a:pt x="2026970" y="49715"/>
                  <a:pt x="2026379" y="51621"/>
                </a:cubicBezTo>
                <a:cubicBezTo>
                  <a:pt x="2025836" y="53484"/>
                  <a:pt x="2025519" y="55481"/>
                  <a:pt x="2025427" y="57616"/>
                </a:cubicBezTo>
                <a:lnTo>
                  <a:pt x="2051033" y="57616"/>
                </a:lnTo>
                <a:close/>
                <a:moveTo>
                  <a:pt x="2124520" y="77501"/>
                </a:moveTo>
                <a:cubicBezTo>
                  <a:pt x="2124520" y="80953"/>
                  <a:pt x="2123860" y="83993"/>
                  <a:pt x="2122542" y="86628"/>
                </a:cubicBezTo>
                <a:cubicBezTo>
                  <a:pt x="2121274" y="89260"/>
                  <a:pt x="2119456" y="91463"/>
                  <a:pt x="2117096" y="93235"/>
                </a:cubicBezTo>
                <a:cubicBezTo>
                  <a:pt x="2114736" y="95003"/>
                  <a:pt x="2111941" y="96321"/>
                  <a:pt x="2108718" y="97184"/>
                </a:cubicBezTo>
                <a:cubicBezTo>
                  <a:pt x="2105495" y="98092"/>
                  <a:pt x="2102000" y="98547"/>
                  <a:pt x="2098231" y="98547"/>
                </a:cubicBezTo>
                <a:cubicBezTo>
                  <a:pt x="2095962" y="98547"/>
                  <a:pt x="2093782" y="98364"/>
                  <a:pt x="2091693" y="98001"/>
                </a:cubicBezTo>
                <a:cubicBezTo>
                  <a:pt x="2089650" y="97684"/>
                  <a:pt x="2087810" y="97275"/>
                  <a:pt x="2086175" y="96775"/>
                </a:cubicBezTo>
                <a:cubicBezTo>
                  <a:pt x="2084541" y="96229"/>
                  <a:pt x="2083180" y="95686"/>
                  <a:pt x="2082089" y="95140"/>
                </a:cubicBezTo>
                <a:cubicBezTo>
                  <a:pt x="2081000" y="94595"/>
                  <a:pt x="2080206" y="94097"/>
                  <a:pt x="2079706" y="93643"/>
                </a:cubicBezTo>
                <a:cubicBezTo>
                  <a:pt x="2079206" y="93143"/>
                  <a:pt x="2078820" y="92394"/>
                  <a:pt x="2078548" y="91394"/>
                </a:cubicBezTo>
                <a:cubicBezTo>
                  <a:pt x="2078277" y="90351"/>
                  <a:pt x="2078140" y="88828"/>
                  <a:pt x="2078140" y="86831"/>
                </a:cubicBezTo>
                <a:cubicBezTo>
                  <a:pt x="2078140" y="85516"/>
                  <a:pt x="2078185" y="84471"/>
                  <a:pt x="2078277" y="83699"/>
                </a:cubicBezTo>
                <a:cubicBezTo>
                  <a:pt x="2078365" y="82882"/>
                  <a:pt x="2078503" y="82247"/>
                  <a:pt x="2078686" y="81793"/>
                </a:cubicBezTo>
                <a:cubicBezTo>
                  <a:pt x="2078866" y="81293"/>
                  <a:pt x="2079094" y="80976"/>
                  <a:pt x="2079366" y="80839"/>
                </a:cubicBezTo>
                <a:cubicBezTo>
                  <a:pt x="2079637" y="80656"/>
                  <a:pt x="2079980" y="80567"/>
                  <a:pt x="2080389" y="80567"/>
                </a:cubicBezTo>
                <a:cubicBezTo>
                  <a:pt x="2080886" y="80567"/>
                  <a:pt x="2081614" y="80862"/>
                  <a:pt x="2082566" y="81450"/>
                </a:cubicBezTo>
                <a:cubicBezTo>
                  <a:pt x="2083566" y="81996"/>
                  <a:pt x="2084792" y="82610"/>
                  <a:pt x="2086244" y="83290"/>
                </a:cubicBezTo>
                <a:cubicBezTo>
                  <a:pt x="2087698" y="83970"/>
                  <a:pt x="2089378" y="84608"/>
                  <a:pt x="2091284" y="85196"/>
                </a:cubicBezTo>
                <a:cubicBezTo>
                  <a:pt x="2093236" y="85788"/>
                  <a:pt x="2095439" y="86082"/>
                  <a:pt x="2097891" y="86082"/>
                </a:cubicBezTo>
                <a:cubicBezTo>
                  <a:pt x="2099434" y="86082"/>
                  <a:pt x="2100797" y="85925"/>
                  <a:pt x="2101977" y="85605"/>
                </a:cubicBezTo>
                <a:cubicBezTo>
                  <a:pt x="2103203" y="85288"/>
                  <a:pt x="2104246" y="84833"/>
                  <a:pt x="2105109" y="84245"/>
                </a:cubicBezTo>
                <a:cubicBezTo>
                  <a:pt x="2106018" y="83653"/>
                  <a:pt x="2106698" y="82905"/>
                  <a:pt x="2107152" y="81996"/>
                </a:cubicBezTo>
                <a:cubicBezTo>
                  <a:pt x="2107606" y="81087"/>
                  <a:pt x="2107832" y="80044"/>
                  <a:pt x="2107832" y="78864"/>
                </a:cubicBezTo>
                <a:cubicBezTo>
                  <a:pt x="2107832" y="77501"/>
                  <a:pt x="2107403" y="76344"/>
                  <a:pt x="2106540" y="75389"/>
                </a:cubicBezTo>
                <a:cubicBezTo>
                  <a:pt x="2105723" y="74392"/>
                  <a:pt x="2104609" y="73529"/>
                  <a:pt x="2103203" y="72803"/>
                </a:cubicBezTo>
                <a:cubicBezTo>
                  <a:pt x="2101840" y="72075"/>
                  <a:pt x="2100274" y="71395"/>
                  <a:pt x="2098502" y="70760"/>
                </a:cubicBezTo>
                <a:cubicBezTo>
                  <a:pt x="2096779" y="70123"/>
                  <a:pt x="2094985" y="69420"/>
                  <a:pt x="2093122" y="68649"/>
                </a:cubicBezTo>
                <a:cubicBezTo>
                  <a:pt x="2091307" y="67877"/>
                  <a:pt x="2089513" y="66991"/>
                  <a:pt x="2087744" y="65991"/>
                </a:cubicBezTo>
                <a:cubicBezTo>
                  <a:pt x="2086018" y="64994"/>
                  <a:pt x="2084452" y="63768"/>
                  <a:pt x="2083043" y="62314"/>
                </a:cubicBezTo>
                <a:cubicBezTo>
                  <a:pt x="2081680" y="60862"/>
                  <a:pt x="2080569" y="59113"/>
                  <a:pt x="2079706" y="57070"/>
                </a:cubicBezTo>
                <a:cubicBezTo>
                  <a:pt x="2078888" y="55027"/>
                  <a:pt x="2078480" y="52575"/>
                  <a:pt x="2078480" y="49715"/>
                </a:cubicBezTo>
                <a:cubicBezTo>
                  <a:pt x="2078480" y="46809"/>
                  <a:pt x="2079048" y="44154"/>
                  <a:pt x="2080183" y="41748"/>
                </a:cubicBezTo>
                <a:cubicBezTo>
                  <a:pt x="2081317" y="39296"/>
                  <a:pt x="2082952" y="37208"/>
                  <a:pt x="2085086" y="35482"/>
                </a:cubicBezTo>
                <a:cubicBezTo>
                  <a:pt x="2087221" y="33756"/>
                  <a:pt x="2089807" y="32415"/>
                  <a:pt x="2092850" y="31464"/>
                </a:cubicBezTo>
                <a:cubicBezTo>
                  <a:pt x="2095936" y="30510"/>
                  <a:pt x="2099388" y="30032"/>
                  <a:pt x="2103203" y="30032"/>
                </a:cubicBezTo>
                <a:cubicBezTo>
                  <a:pt x="2105109" y="30032"/>
                  <a:pt x="2106949" y="30169"/>
                  <a:pt x="2108718" y="30441"/>
                </a:cubicBezTo>
                <a:cubicBezTo>
                  <a:pt x="2110535" y="30712"/>
                  <a:pt x="2112170" y="31055"/>
                  <a:pt x="2113621" y="31464"/>
                </a:cubicBezTo>
                <a:cubicBezTo>
                  <a:pt x="2115076" y="31873"/>
                  <a:pt x="2116302" y="32327"/>
                  <a:pt x="2117299" y="32824"/>
                </a:cubicBezTo>
                <a:cubicBezTo>
                  <a:pt x="2118299" y="33278"/>
                  <a:pt x="2119002" y="33687"/>
                  <a:pt x="2119411" y="34050"/>
                </a:cubicBezTo>
                <a:cubicBezTo>
                  <a:pt x="2119865" y="34370"/>
                  <a:pt x="2120182" y="34710"/>
                  <a:pt x="2120365" y="35073"/>
                </a:cubicBezTo>
                <a:cubicBezTo>
                  <a:pt x="2120545" y="35390"/>
                  <a:pt x="2120682" y="35799"/>
                  <a:pt x="2120774" y="36299"/>
                </a:cubicBezTo>
                <a:cubicBezTo>
                  <a:pt x="2120865" y="36753"/>
                  <a:pt x="2120931" y="37342"/>
                  <a:pt x="2120977" y="38068"/>
                </a:cubicBezTo>
                <a:cubicBezTo>
                  <a:pt x="2121068" y="38751"/>
                  <a:pt x="2121114" y="39614"/>
                  <a:pt x="2121114" y="40657"/>
                </a:cubicBezTo>
                <a:cubicBezTo>
                  <a:pt x="2121114" y="41882"/>
                  <a:pt x="2121068" y="42883"/>
                  <a:pt x="2120977" y="43654"/>
                </a:cubicBezTo>
                <a:cubicBezTo>
                  <a:pt x="2120931" y="44426"/>
                  <a:pt x="2120819" y="45037"/>
                  <a:pt x="2120636" y="45491"/>
                </a:cubicBezTo>
                <a:cubicBezTo>
                  <a:pt x="2120502" y="45946"/>
                  <a:pt x="2120296" y="46263"/>
                  <a:pt x="2120025" y="46446"/>
                </a:cubicBezTo>
                <a:cubicBezTo>
                  <a:pt x="2119751" y="46583"/>
                  <a:pt x="2119433" y="46652"/>
                  <a:pt x="2119071" y="46652"/>
                </a:cubicBezTo>
                <a:cubicBezTo>
                  <a:pt x="2118662" y="46652"/>
                  <a:pt x="2118028" y="46423"/>
                  <a:pt x="2117165" y="45969"/>
                </a:cubicBezTo>
                <a:cubicBezTo>
                  <a:pt x="2116302" y="45469"/>
                  <a:pt x="2115210" y="44948"/>
                  <a:pt x="2113896" y="44403"/>
                </a:cubicBezTo>
                <a:cubicBezTo>
                  <a:pt x="2112624" y="43857"/>
                  <a:pt x="2111124" y="43360"/>
                  <a:pt x="2109401" y="42905"/>
                </a:cubicBezTo>
                <a:cubicBezTo>
                  <a:pt x="2107721" y="42405"/>
                  <a:pt x="2105789" y="42157"/>
                  <a:pt x="2103611" y="42157"/>
                </a:cubicBezTo>
                <a:cubicBezTo>
                  <a:pt x="2102068" y="42157"/>
                  <a:pt x="2100728" y="42314"/>
                  <a:pt x="2099594" y="42631"/>
                </a:cubicBezTo>
                <a:cubicBezTo>
                  <a:pt x="2098457" y="42951"/>
                  <a:pt x="2097528" y="43403"/>
                  <a:pt x="2096799" y="43994"/>
                </a:cubicBezTo>
                <a:cubicBezTo>
                  <a:pt x="2096073" y="44586"/>
                  <a:pt x="2095530" y="45289"/>
                  <a:pt x="2095165" y="46106"/>
                </a:cubicBezTo>
                <a:cubicBezTo>
                  <a:pt x="2094802" y="46877"/>
                  <a:pt x="2094622" y="47717"/>
                  <a:pt x="2094622" y="48626"/>
                </a:cubicBezTo>
                <a:cubicBezTo>
                  <a:pt x="2094622" y="50032"/>
                  <a:pt x="2095053" y="51212"/>
                  <a:pt x="2095916" y="52167"/>
                </a:cubicBezTo>
                <a:cubicBezTo>
                  <a:pt x="2096779" y="53121"/>
                  <a:pt x="2097914" y="53961"/>
                  <a:pt x="2099320" y="54687"/>
                </a:cubicBezTo>
                <a:cubicBezTo>
                  <a:pt x="2100728" y="55413"/>
                  <a:pt x="2102317" y="56093"/>
                  <a:pt x="2104089" y="56730"/>
                </a:cubicBezTo>
                <a:cubicBezTo>
                  <a:pt x="2105903" y="57364"/>
                  <a:pt x="2107721" y="58070"/>
                  <a:pt x="2109535" y="58842"/>
                </a:cubicBezTo>
                <a:cubicBezTo>
                  <a:pt x="2111398" y="59567"/>
                  <a:pt x="2113213" y="60430"/>
                  <a:pt x="2114984" y="61428"/>
                </a:cubicBezTo>
                <a:cubicBezTo>
                  <a:pt x="2116802" y="62428"/>
                  <a:pt x="2118413" y="63654"/>
                  <a:pt x="2119819" y="65105"/>
                </a:cubicBezTo>
                <a:cubicBezTo>
                  <a:pt x="2121228" y="66560"/>
                  <a:pt x="2122362" y="68309"/>
                  <a:pt x="2123225" y="70352"/>
                </a:cubicBezTo>
                <a:cubicBezTo>
                  <a:pt x="2124088" y="72349"/>
                  <a:pt x="2124520" y="74732"/>
                  <a:pt x="2124520" y="77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8F839-CBA5-4A13-B96C-56BDF008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695" y="566372"/>
            <a:ext cx="338948" cy="211277"/>
          </a:xfrm>
          <a:custGeom xmlns:a="http://schemas.openxmlformats.org/drawingml/2006/main">
            <a:pathLst>
              <a:path w="338948" h="211277">
                <a:moveTo>
                  <a:pt x="0" y="211277"/>
                </a:moveTo>
                <a:lnTo>
                  <a:pt x="0" y="0"/>
                </a:lnTo>
                <a:lnTo>
                  <a:pt x="338948" y="0"/>
                </a:lnTo>
                <a:lnTo>
                  <a:pt x="338948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7F932-AC9C-406C-B1EE-1F2913B5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635" y="622358"/>
            <a:ext cx="238844" cy="96912"/>
          </a:xfrm>
          <a:custGeom xmlns:a="http://schemas.openxmlformats.org/drawingml/2006/main">
            <a:pathLst>
              <a:path w="238844" h="96912">
                <a:moveTo>
                  <a:pt x="57550" y="68923"/>
                </a:moveTo>
                <a:cubicBezTo>
                  <a:pt x="57550" y="73555"/>
                  <a:pt x="56687" y="77618"/>
                  <a:pt x="54961" y="81113"/>
                </a:cubicBezTo>
                <a:cubicBezTo>
                  <a:pt x="53235" y="84611"/>
                  <a:pt x="50898" y="87537"/>
                  <a:pt x="47946" y="89900"/>
                </a:cubicBezTo>
                <a:cubicBezTo>
                  <a:pt x="44994" y="92214"/>
                  <a:pt x="41545" y="93963"/>
                  <a:pt x="37593" y="95143"/>
                </a:cubicBezTo>
                <a:cubicBezTo>
                  <a:pt x="33644" y="96323"/>
                  <a:pt x="29421" y="96912"/>
                  <a:pt x="24926" y="96912"/>
                </a:cubicBezTo>
                <a:cubicBezTo>
                  <a:pt x="21886" y="96912"/>
                  <a:pt x="19048" y="96664"/>
                  <a:pt x="16413" y="96163"/>
                </a:cubicBezTo>
                <a:cubicBezTo>
                  <a:pt x="13825" y="95666"/>
                  <a:pt x="11533" y="95075"/>
                  <a:pt x="9535" y="94395"/>
                </a:cubicBezTo>
                <a:cubicBezTo>
                  <a:pt x="7538" y="93666"/>
                  <a:pt x="5858" y="92917"/>
                  <a:pt x="4495" y="92146"/>
                </a:cubicBezTo>
                <a:cubicBezTo>
                  <a:pt x="3178" y="91374"/>
                  <a:pt x="2226" y="90694"/>
                  <a:pt x="1634" y="90103"/>
                </a:cubicBezTo>
                <a:cubicBezTo>
                  <a:pt x="1046" y="89514"/>
                  <a:pt x="614" y="88674"/>
                  <a:pt x="340" y="87582"/>
                </a:cubicBezTo>
                <a:cubicBezTo>
                  <a:pt x="114" y="86448"/>
                  <a:pt x="0" y="84836"/>
                  <a:pt x="0" y="82747"/>
                </a:cubicBezTo>
                <a:cubicBezTo>
                  <a:pt x="0" y="81342"/>
                  <a:pt x="46" y="80159"/>
                  <a:pt x="137" y="79207"/>
                </a:cubicBezTo>
                <a:cubicBezTo>
                  <a:pt x="229" y="78253"/>
                  <a:pt x="363" y="77481"/>
                  <a:pt x="546" y="76890"/>
                </a:cubicBezTo>
                <a:cubicBezTo>
                  <a:pt x="772" y="76301"/>
                  <a:pt x="1046" y="75892"/>
                  <a:pt x="1363" y="75664"/>
                </a:cubicBezTo>
                <a:cubicBezTo>
                  <a:pt x="1726" y="75392"/>
                  <a:pt x="2135" y="75255"/>
                  <a:pt x="2589" y="75255"/>
                </a:cubicBezTo>
                <a:cubicBezTo>
                  <a:pt x="3223" y="75255"/>
                  <a:pt x="4109" y="75641"/>
                  <a:pt x="5244" y="76415"/>
                </a:cubicBezTo>
                <a:cubicBezTo>
                  <a:pt x="6424" y="77141"/>
                  <a:pt x="7924" y="77958"/>
                  <a:pt x="9738" y="78867"/>
                </a:cubicBezTo>
                <a:cubicBezTo>
                  <a:pt x="11556" y="79773"/>
                  <a:pt x="13713" y="80613"/>
                  <a:pt x="16211" y="81384"/>
                </a:cubicBezTo>
                <a:cubicBezTo>
                  <a:pt x="18751" y="82113"/>
                  <a:pt x="21680" y="82476"/>
                  <a:pt x="24995" y="82476"/>
                </a:cubicBezTo>
                <a:cubicBezTo>
                  <a:pt x="27175" y="82476"/>
                  <a:pt x="29126" y="82225"/>
                  <a:pt x="30852" y="81727"/>
                </a:cubicBezTo>
                <a:cubicBezTo>
                  <a:pt x="32578" y="81182"/>
                  <a:pt x="34030" y="80433"/>
                  <a:pt x="35210" y="79479"/>
                </a:cubicBezTo>
                <a:cubicBezTo>
                  <a:pt x="36436" y="78524"/>
                  <a:pt x="37368" y="77344"/>
                  <a:pt x="38002" y="75938"/>
                </a:cubicBezTo>
                <a:cubicBezTo>
                  <a:pt x="38639" y="74529"/>
                  <a:pt x="38956" y="72963"/>
                  <a:pt x="38956" y="71237"/>
                </a:cubicBezTo>
                <a:cubicBezTo>
                  <a:pt x="38956" y="69240"/>
                  <a:pt x="38411" y="67537"/>
                  <a:pt x="37322" y="66131"/>
                </a:cubicBezTo>
                <a:cubicBezTo>
                  <a:pt x="36233" y="64677"/>
                  <a:pt x="34801" y="63405"/>
                  <a:pt x="33030" y="62316"/>
                </a:cubicBezTo>
                <a:cubicBezTo>
                  <a:pt x="31307" y="61182"/>
                  <a:pt x="29332" y="60136"/>
                  <a:pt x="27106" y="59185"/>
                </a:cubicBezTo>
                <a:cubicBezTo>
                  <a:pt x="24880" y="58184"/>
                  <a:pt x="22589" y="57141"/>
                  <a:pt x="20228" y="56050"/>
                </a:cubicBezTo>
                <a:cubicBezTo>
                  <a:pt x="17868" y="54961"/>
                  <a:pt x="15573" y="53735"/>
                  <a:pt x="13350" y="52372"/>
                </a:cubicBezTo>
                <a:cubicBezTo>
                  <a:pt x="11124" y="50966"/>
                  <a:pt x="9127" y="49309"/>
                  <a:pt x="7355" y="47400"/>
                </a:cubicBezTo>
                <a:cubicBezTo>
                  <a:pt x="5629" y="45449"/>
                  <a:pt x="4223" y="43157"/>
                  <a:pt x="3135" y="40522"/>
                </a:cubicBezTo>
                <a:cubicBezTo>
                  <a:pt x="2043" y="37890"/>
                  <a:pt x="1500" y="34733"/>
                  <a:pt x="1500" y="31055"/>
                </a:cubicBezTo>
                <a:cubicBezTo>
                  <a:pt x="1500" y="26835"/>
                  <a:pt x="2272" y="23134"/>
                  <a:pt x="3815" y="19954"/>
                </a:cubicBezTo>
                <a:cubicBezTo>
                  <a:pt x="5404" y="16731"/>
                  <a:pt x="7515" y="14076"/>
                  <a:pt x="10147" y="11987"/>
                </a:cubicBezTo>
                <a:cubicBezTo>
                  <a:pt x="12827" y="9853"/>
                  <a:pt x="15959" y="8264"/>
                  <a:pt x="19545" y="7221"/>
                </a:cubicBezTo>
                <a:cubicBezTo>
                  <a:pt x="23180" y="6175"/>
                  <a:pt x="27015" y="5652"/>
                  <a:pt x="31055" y="5652"/>
                </a:cubicBezTo>
                <a:cubicBezTo>
                  <a:pt x="33144" y="5652"/>
                  <a:pt x="35233" y="5812"/>
                  <a:pt x="37322" y="6129"/>
                </a:cubicBezTo>
                <a:cubicBezTo>
                  <a:pt x="39411" y="6447"/>
                  <a:pt x="41362" y="6878"/>
                  <a:pt x="43180" y="7424"/>
                </a:cubicBezTo>
                <a:cubicBezTo>
                  <a:pt x="44994" y="7970"/>
                  <a:pt x="46606" y="8581"/>
                  <a:pt x="48015" y="9264"/>
                </a:cubicBezTo>
                <a:cubicBezTo>
                  <a:pt x="49420" y="9944"/>
                  <a:pt x="50352" y="10513"/>
                  <a:pt x="50806" y="10964"/>
                </a:cubicBezTo>
                <a:cubicBezTo>
                  <a:pt x="51261" y="11419"/>
                  <a:pt x="51555" y="11804"/>
                  <a:pt x="51692" y="12124"/>
                </a:cubicBezTo>
                <a:cubicBezTo>
                  <a:pt x="51872" y="12442"/>
                  <a:pt x="52009" y="12873"/>
                  <a:pt x="52101" y="13416"/>
                </a:cubicBezTo>
                <a:cubicBezTo>
                  <a:pt x="52238" y="13916"/>
                  <a:pt x="52327" y="14576"/>
                  <a:pt x="52372" y="15393"/>
                </a:cubicBezTo>
                <a:cubicBezTo>
                  <a:pt x="52418" y="16165"/>
                  <a:pt x="52441" y="17139"/>
                  <a:pt x="52441" y="18319"/>
                </a:cubicBezTo>
                <a:cubicBezTo>
                  <a:pt x="52441" y="19637"/>
                  <a:pt x="52395" y="20751"/>
                  <a:pt x="52304" y="21657"/>
                </a:cubicBezTo>
                <a:cubicBezTo>
                  <a:pt x="52261" y="22566"/>
                  <a:pt x="52147" y="23314"/>
                  <a:pt x="51964" y="23906"/>
                </a:cubicBezTo>
                <a:cubicBezTo>
                  <a:pt x="51829" y="24494"/>
                  <a:pt x="51601" y="24926"/>
                  <a:pt x="51284" y="25200"/>
                </a:cubicBezTo>
                <a:cubicBezTo>
                  <a:pt x="51012" y="25472"/>
                  <a:pt x="50623" y="25609"/>
                  <a:pt x="50126" y="25609"/>
                </a:cubicBezTo>
                <a:cubicBezTo>
                  <a:pt x="49626" y="25609"/>
                  <a:pt x="48832" y="25289"/>
                  <a:pt x="47743" y="24655"/>
                </a:cubicBezTo>
                <a:cubicBezTo>
                  <a:pt x="46652" y="24020"/>
                  <a:pt x="45311" y="23337"/>
                  <a:pt x="43723" y="22611"/>
                </a:cubicBezTo>
                <a:cubicBezTo>
                  <a:pt x="42134" y="21840"/>
                  <a:pt x="40296" y="21160"/>
                  <a:pt x="38208" y="20568"/>
                </a:cubicBezTo>
                <a:cubicBezTo>
                  <a:pt x="36119" y="19934"/>
                  <a:pt x="33827" y="19614"/>
                  <a:pt x="31330" y="19614"/>
                </a:cubicBezTo>
                <a:cubicBezTo>
                  <a:pt x="29375" y="19614"/>
                  <a:pt x="27675" y="19865"/>
                  <a:pt x="26220" y="20363"/>
                </a:cubicBezTo>
                <a:cubicBezTo>
                  <a:pt x="24769" y="20817"/>
                  <a:pt x="23543" y="21477"/>
                  <a:pt x="22543" y="22340"/>
                </a:cubicBezTo>
                <a:cubicBezTo>
                  <a:pt x="21588" y="23157"/>
                  <a:pt x="20863" y="24154"/>
                  <a:pt x="20363" y="25335"/>
                </a:cubicBezTo>
                <a:cubicBezTo>
                  <a:pt x="19911" y="26515"/>
                  <a:pt x="19682" y="27763"/>
                  <a:pt x="19682" y="29081"/>
                </a:cubicBezTo>
                <a:cubicBezTo>
                  <a:pt x="19682" y="31032"/>
                  <a:pt x="20205" y="32736"/>
                  <a:pt x="21248" y="34190"/>
                </a:cubicBezTo>
                <a:cubicBezTo>
                  <a:pt x="22340" y="35596"/>
                  <a:pt x="23769" y="36867"/>
                  <a:pt x="25540" y="38002"/>
                </a:cubicBezTo>
                <a:cubicBezTo>
                  <a:pt x="27355" y="39093"/>
                  <a:pt x="29398" y="40136"/>
                  <a:pt x="31670" y="41137"/>
                </a:cubicBezTo>
                <a:cubicBezTo>
                  <a:pt x="33939" y="42088"/>
                  <a:pt x="36256" y="43111"/>
                  <a:pt x="38616" y="44200"/>
                </a:cubicBezTo>
                <a:cubicBezTo>
                  <a:pt x="40977" y="45291"/>
                  <a:pt x="43291" y="46540"/>
                  <a:pt x="45563" y="47946"/>
                </a:cubicBezTo>
                <a:cubicBezTo>
                  <a:pt x="47832" y="49309"/>
                  <a:pt x="49852" y="50966"/>
                  <a:pt x="51624" y="52918"/>
                </a:cubicBezTo>
                <a:cubicBezTo>
                  <a:pt x="53395" y="54824"/>
                  <a:pt x="54824" y="57096"/>
                  <a:pt x="55916" y="59727"/>
                </a:cubicBezTo>
                <a:cubicBezTo>
                  <a:pt x="57004" y="62316"/>
                  <a:pt x="57550" y="65382"/>
                  <a:pt x="57550" y="68923"/>
                </a:cubicBezTo>
                <a:close/>
                <a:moveTo>
                  <a:pt x="131648" y="62045"/>
                </a:moveTo>
                <a:cubicBezTo>
                  <a:pt x="131648" y="67220"/>
                  <a:pt x="130965" y="71940"/>
                  <a:pt x="129605" y="76210"/>
                </a:cubicBezTo>
                <a:cubicBezTo>
                  <a:pt x="128242" y="80479"/>
                  <a:pt x="126176" y="84156"/>
                  <a:pt x="123407" y="87242"/>
                </a:cubicBezTo>
                <a:cubicBezTo>
                  <a:pt x="120635" y="90331"/>
                  <a:pt x="117163" y="92714"/>
                  <a:pt x="112986" y="94395"/>
                </a:cubicBezTo>
                <a:cubicBezTo>
                  <a:pt x="108808" y="96075"/>
                  <a:pt x="103927" y="96912"/>
                  <a:pt x="98344" y="96912"/>
                </a:cubicBezTo>
                <a:cubicBezTo>
                  <a:pt x="92940" y="96912"/>
                  <a:pt x="88242" y="96163"/>
                  <a:pt x="84245" y="94666"/>
                </a:cubicBezTo>
                <a:cubicBezTo>
                  <a:pt x="80250" y="93169"/>
                  <a:pt x="76935" y="90989"/>
                  <a:pt x="74304" y="88128"/>
                </a:cubicBezTo>
                <a:cubicBezTo>
                  <a:pt x="71669" y="85268"/>
                  <a:pt x="69717" y="81750"/>
                  <a:pt x="68446" y="77573"/>
                </a:cubicBezTo>
                <a:cubicBezTo>
                  <a:pt x="67174" y="73395"/>
                  <a:pt x="66540" y="68629"/>
                  <a:pt x="66540" y="63271"/>
                </a:cubicBezTo>
                <a:cubicBezTo>
                  <a:pt x="66540" y="58093"/>
                  <a:pt x="67220" y="53372"/>
                  <a:pt x="68583" y="49103"/>
                </a:cubicBezTo>
                <a:cubicBezTo>
                  <a:pt x="69989" y="44791"/>
                  <a:pt x="72078" y="41114"/>
                  <a:pt x="74846" y="38070"/>
                </a:cubicBezTo>
                <a:cubicBezTo>
                  <a:pt x="77618" y="34984"/>
                  <a:pt x="81067" y="32601"/>
                  <a:pt x="85199" y="30921"/>
                </a:cubicBezTo>
                <a:cubicBezTo>
                  <a:pt x="89377" y="29241"/>
                  <a:pt x="94257" y="28401"/>
                  <a:pt x="99841" y="28401"/>
                </a:cubicBezTo>
                <a:cubicBezTo>
                  <a:pt x="105290" y="28401"/>
                  <a:pt x="110011" y="29149"/>
                  <a:pt x="114009" y="30647"/>
                </a:cubicBezTo>
                <a:cubicBezTo>
                  <a:pt x="118003" y="32101"/>
                  <a:pt x="121295" y="34259"/>
                  <a:pt x="123881" y="37119"/>
                </a:cubicBezTo>
                <a:cubicBezTo>
                  <a:pt x="126516" y="39979"/>
                  <a:pt x="128467" y="43497"/>
                  <a:pt x="129739" y="47675"/>
                </a:cubicBezTo>
                <a:cubicBezTo>
                  <a:pt x="131011" y="51852"/>
                  <a:pt x="131648" y="56641"/>
                  <a:pt x="131648" y="62045"/>
                </a:cubicBezTo>
                <a:close/>
                <a:moveTo>
                  <a:pt x="114009" y="62725"/>
                </a:moveTo>
                <a:cubicBezTo>
                  <a:pt x="114009" y="59727"/>
                  <a:pt x="113757" y="56981"/>
                  <a:pt x="113257" y="54484"/>
                </a:cubicBezTo>
                <a:cubicBezTo>
                  <a:pt x="112806" y="51941"/>
                  <a:pt x="112011" y="49741"/>
                  <a:pt x="110874" y="47877"/>
                </a:cubicBezTo>
                <a:cubicBezTo>
                  <a:pt x="109739" y="46017"/>
                  <a:pt x="108219" y="44563"/>
                  <a:pt x="106310" y="43520"/>
                </a:cubicBezTo>
                <a:cubicBezTo>
                  <a:pt x="104450" y="42474"/>
                  <a:pt x="102090" y="41954"/>
                  <a:pt x="99230" y="41954"/>
                </a:cubicBezTo>
                <a:cubicBezTo>
                  <a:pt x="96686" y="41954"/>
                  <a:pt x="94460" y="42431"/>
                  <a:pt x="92554" y="43383"/>
                </a:cubicBezTo>
                <a:cubicBezTo>
                  <a:pt x="90648" y="44291"/>
                  <a:pt x="89083" y="45654"/>
                  <a:pt x="87857" y="47469"/>
                </a:cubicBezTo>
                <a:cubicBezTo>
                  <a:pt x="86631" y="49240"/>
                  <a:pt x="85699" y="51398"/>
                  <a:pt x="85062" y="53938"/>
                </a:cubicBezTo>
                <a:cubicBezTo>
                  <a:pt x="84473" y="56436"/>
                  <a:pt x="84179" y="59296"/>
                  <a:pt x="84179" y="62519"/>
                </a:cubicBezTo>
                <a:cubicBezTo>
                  <a:pt x="84179" y="65517"/>
                  <a:pt x="84428" y="68286"/>
                  <a:pt x="84928" y="70829"/>
                </a:cubicBezTo>
                <a:cubicBezTo>
                  <a:pt x="85425" y="73326"/>
                  <a:pt x="86222" y="75507"/>
                  <a:pt x="87311" y="77367"/>
                </a:cubicBezTo>
                <a:cubicBezTo>
                  <a:pt x="88445" y="79230"/>
                  <a:pt x="89966" y="80682"/>
                  <a:pt x="91874" y="81727"/>
                </a:cubicBezTo>
                <a:cubicBezTo>
                  <a:pt x="93780" y="82725"/>
                  <a:pt x="96141" y="83225"/>
                  <a:pt x="98955" y="83225"/>
                </a:cubicBezTo>
                <a:cubicBezTo>
                  <a:pt x="101544" y="83225"/>
                  <a:pt x="103793" y="82770"/>
                  <a:pt x="105699" y="81862"/>
                </a:cubicBezTo>
                <a:cubicBezTo>
                  <a:pt x="107605" y="80910"/>
                  <a:pt x="109171" y="79547"/>
                  <a:pt x="110397" y="77775"/>
                </a:cubicBezTo>
                <a:cubicBezTo>
                  <a:pt x="111623" y="76007"/>
                  <a:pt x="112531" y="73872"/>
                  <a:pt x="113123" y="71375"/>
                </a:cubicBezTo>
                <a:cubicBezTo>
                  <a:pt x="113711" y="68831"/>
                  <a:pt x="114009" y="65948"/>
                  <a:pt x="114009" y="62725"/>
                </a:cubicBezTo>
                <a:close/>
                <a:moveTo>
                  <a:pt x="181840" y="9127"/>
                </a:moveTo>
                <a:cubicBezTo>
                  <a:pt x="181840" y="10444"/>
                  <a:pt x="181794" y="11510"/>
                  <a:pt x="181703" y="12327"/>
                </a:cubicBezTo>
                <a:cubicBezTo>
                  <a:pt x="181611" y="13099"/>
                  <a:pt x="181477" y="13713"/>
                  <a:pt x="181294" y="14167"/>
                </a:cubicBezTo>
                <a:cubicBezTo>
                  <a:pt x="181114" y="14576"/>
                  <a:pt x="180908" y="14870"/>
                  <a:pt x="180683" y="15050"/>
                </a:cubicBezTo>
                <a:cubicBezTo>
                  <a:pt x="180454" y="15188"/>
                  <a:pt x="180205" y="15256"/>
                  <a:pt x="179934" y="15256"/>
                </a:cubicBezTo>
                <a:cubicBezTo>
                  <a:pt x="179614" y="15256"/>
                  <a:pt x="179251" y="15188"/>
                  <a:pt x="178842" y="15050"/>
                </a:cubicBezTo>
                <a:cubicBezTo>
                  <a:pt x="178479" y="14870"/>
                  <a:pt x="178002" y="14688"/>
                  <a:pt x="177414" y="14508"/>
                </a:cubicBezTo>
                <a:cubicBezTo>
                  <a:pt x="176868" y="14325"/>
                  <a:pt x="176211" y="14167"/>
                  <a:pt x="175439" y="14030"/>
                </a:cubicBezTo>
                <a:cubicBezTo>
                  <a:pt x="174665" y="13847"/>
                  <a:pt x="173759" y="13759"/>
                  <a:pt x="172713" y="13759"/>
                </a:cubicBezTo>
                <a:cubicBezTo>
                  <a:pt x="171487" y="13759"/>
                  <a:pt x="170421" y="13962"/>
                  <a:pt x="169513" y="14370"/>
                </a:cubicBezTo>
                <a:cubicBezTo>
                  <a:pt x="168650" y="14733"/>
                  <a:pt x="167924" y="15348"/>
                  <a:pt x="167332" y="16211"/>
                </a:cubicBezTo>
                <a:cubicBezTo>
                  <a:pt x="166744" y="17028"/>
                  <a:pt x="166312" y="18117"/>
                  <a:pt x="166038" y="19480"/>
                </a:cubicBezTo>
                <a:cubicBezTo>
                  <a:pt x="165766" y="20794"/>
                  <a:pt x="165629" y="22429"/>
                  <a:pt x="165629" y="24383"/>
                </a:cubicBezTo>
                <a:lnTo>
                  <a:pt x="165629" y="29967"/>
                </a:lnTo>
                <a:lnTo>
                  <a:pt x="176731" y="29967"/>
                </a:lnTo>
                <a:cubicBezTo>
                  <a:pt x="177139" y="29967"/>
                  <a:pt x="177502" y="30081"/>
                  <a:pt x="177822" y="30307"/>
                </a:cubicBezTo>
                <a:cubicBezTo>
                  <a:pt x="178185" y="30535"/>
                  <a:pt x="178479" y="30921"/>
                  <a:pt x="178708" y="31464"/>
                </a:cubicBezTo>
                <a:cubicBezTo>
                  <a:pt x="178934" y="31964"/>
                  <a:pt x="179094" y="32667"/>
                  <a:pt x="179182" y="33576"/>
                </a:cubicBezTo>
                <a:cubicBezTo>
                  <a:pt x="179320" y="34484"/>
                  <a:pt x="179388" y="35596"/>
                  <a:pt x="179388" y="36913"/>
                </a:cubicBezTo>
                <a:cubicBezTo>
                  <a:pt x="179388" y="39411"/>
                  <a:pt x="179160" y="41205"/>
                  <a:pt x="178708" y="42294"/>
                </a:cubicBezTo>
                <a:cubicBezTo>
                  <a:pt x="178254" y="43337"/>
                  <a:pt x="177594" y="43860"/>
                  <a:pt x="176731" y="43860"/>
                </a:cubicBezTo>
                <a:lnTo>
                  <a:pt x="165629" y="43860"/>
                </a:lnTo>
                <a:lnTo>
                  <a:pt x="165629" y="93032"/>
                </a:lnTo>
                <a:cubicBezTo>
                  <a:pt x="165629" y="93486"/>
                  <a:pt x="165495" y="93895"/>
                  <a:pt x="165221" y="94257"/>
                </a:cubicBezTo>
                <a:cubicBezTo>
                  <a:pt x="164949" y="94575"/>
                  <a:pt x="164495" y="94849"/>
                  <a:pt x="163860" y="95075"/>
                </a:cubicBezTo>
                <a:cubicBezTo>
                  <a:pt x="163223" y="95300"/>
                  <a:pt x="162340" y="95461"/>
                  <a:pt x="161203" y="95552"/>
                </a:cubicBezTo>
                <a:cubicBezTo>
                  <a:pt x="160069" y="95686"/>
                  <a:pt x="158683" y="95755"/>
                  <a:pt x="157048" y="95755"/>
                </a:cubicBezTo>
                <a:cubicBezTo>
                  <a:pt x="155414" y="95755"/>
                  <a:pt x="154031" y="95686"/>
                  <a:pt x="152896" y="95552"/>
                </a:cubicBezTo>
                <a:cubicBezTo>
                  <a:pt x="151805" y="95461"/>
                  <a:pt x="150919" y="95300"/>
                  <a:pt x="150239" y="95075"/>
                </a:cubicBezTo>
                <a:cubicBezTo>
                  <a:pt x="149604" y="94849"/>
                  <a:pt x="149150" y="94575"/>
                  <a:pt x="148876" y="94257"/>
                </a:cubicBezTo>
                <a:cubicBezTo>
                  <a:pt x="148650" y="93895"/>
                  <a:pt x="148536" y="93486"/>
                  <a:pt x="148536" y="93032"/>
                </a:cubicBezTo>
                <a:lnTo>
                  <a:pt x="148536" y="43860"/>
                </a:lnTo>
                <a:lnTo>
                  <a:pt x="140909" y="43860"/>
                </a:lnTo>
                <a:cubicBezTo>
                  <a:pt x="140046" y="43860"/>
                  <a:pt x="139389" y="43337"/>
                  <a:pt x="138935" y="42294"/>
                </a:cubicBezTo>
                <a:cubicBezTo>
                  <a:pt x="138526" y="41205"/>
                  <a:pt x="138320" y="39411"/>
                  <a:pt x="138320" y="36913"/>
                </a:cubicBezTo>
                <a:cubicBezTo>
                  <a:pt x="138320" y="35596"/>
                  <a:pt x="138366" y="34484"/>
                  <a:pt x="138457" y="33576"/>
                </a:cubicBezTo>
                <a:cubicBezTo>
                  <a:pt x="138594" y="32667"/>
                  <a:pt x="138752" y="31964"/>
                  <a:pt x="138935" y="31464"/>
                </a:cubicBezTo>
                <a:cubicBezTo>
                  <a:pt x="139160" y="30921"/>
                  <a:pt x="139435" y="30535"/>
                  <a:pt x="139752" y="30307"/>
                </a:cubicBezTo>
                <a:cubicBezTo>
                  <a:pt x="140115" y="30081"/>
                  <a:pt x="140523" y="29967"/>
                  <a:pt x="140978" y="29967"/>
                </a:cubicBezTo>
                <a:lnTo>
                  <a:pt x="148536" y="29967"/>
                </a:lnTo>
                <a:lnTo>
                  <a:pt x="148536" y="24860"/>
                </a:lnTo>
                <a:cubicBezTo>
                  <a:pt x="148536" y="20728"/>
                  <a:pt x="148944" y="17116"/>
                  <a:pt x="149762" y="14030"/>
                </a:cubicBezTo>
                <a:cubicBezTo>
                  <a:pt x="150579" y="10899"/>
                  <a:pt x="151850" y="8310"/>
                  <a:pt x="153576" y="6266"/>
                </a:cubicBezTo>
                <a:cubicBezTo>
                  <a:pt x="155348" y="4178"/>
                  <a:pt x="157571" y="2612"/>
                  <a:pt x="160251" y="1566"/>
                </a:cubicBezTo>
                <a:cubicBezTo>
                  <a:pt x="162975" y="523"/>
                  <a:pt x="166175" y="0"/>
                  <a:pt x="169853" y="0"/>
                </a:cubicBezTo>
                <a:cubicBezTo>
                  <a:pt x="171624" y="0"/>
                  <a:pt x="173305" y="160"/>
                  <a:pt x="174893" y="477"/>
                </a:cubicBezTo>
                <a:cubicBezTo>
                  <a:pt x="176482" y="749"/>
                  <a:pt x="177731" y="1069"/>
                  <a:pt x="178639" y="1432"/>
                </a:cubicBezTo>
                <a:cubicBezTo>
                  <a:pt x="179545" y="1749"/>
                  <a:pt x="180160" y="2066"/>
                  <a:pt x="180477" y="2383"/>
                </a:cubicBezTo>
                <a:cubicBezTo>
                  <a:pt x="180794" y="2657"/>
                  <a:pt x="181045" y="3089"/>
                  <a:pt x="181226" y="3678"/>
                </a:cubicBezTo>
                <a:cubicBezTo>
                  <a:pt x="181454" y="4223"/>
                  <a:pt x="181611" y="4949"/>
                  <a:pt x="181703" y="5858"/>
                </a:cubicBezTo>
                <a:cubicBezTo>
                  <a:pt x="181794" y="6721"/>
                  <a:pt x="181840" y="7810"/>
                  <a:pt x="181840" y="9127"/>
                </a:cubicBezTo>
                <a:close/>
                <a:moveTo>
                  <a:pt x="238844" y="93235"/>
                </a:moveTo>
                <a:cubicBezTo>
                  <a:pt x="238844" y="93872"/>
                  <a:pt x="238616" y="94372"/>
                  <a:pt x="238161" y="94735"/>
                </a:cubicBezTo>
                <a:cubicBezTo>
                  <a:pt x="237707" y="95098"/>
                  <a:pt x="236981" y="95346"/>
                  <a:pt x="235984" y="95483"/>
                </a:cubicBezTo>
                <a:cubicBezTo>
                  <a:pt x="235029" y="95666"/>
                  <a:pt x="233598" y="95755"/>
                  <a:pt x="231692" y="95755"/>
                </a:cubicBezTo>
                <a:cubicBezTo>
                  <a:pt x="229649" y="95755"/>
                  <a:pt x="228151" y="95666"/>
                  <a:pt x="227197" y="95483"/>
                </a:cubicBezTo>
                <a:cubicBezTo>
                  <a:pt x="226288" y="95346"/>
                  <a:pt x="225631" y="95098"/>
                  <a:pt x="225222" y="94735"/>
                </a:cubicBezTo>
                <a:cubicBezTo>
                  <a:pt x="224860" y="94372"/>
                  <a:pt x="224677" y="93872"/>
                  <a:pt x="224677" y="93235"/>
                </a:cubicBezTo>
                <a:lnTo>
                  <a:pt x="224677" y="88400"/>
                </a:lnTo>
                <a:cubicBezTo>
                  <a:pt x="222179" y="91080"/>
                  <a:pt x="219319" y="93169"/>
                  <a:pt x="216096" y="94666"/>
                </a:cubicBezTo>
                <a:cubicBezTo>
                  <a:pt x="212918" y="96163"/>
                  <a:pt x="209378" y="96912"/>
                  <a:pt x="205471" y="96912"/>
                </a:cubicBezTo>
                <a:cubicBezTo>
                  <a:pt x="202248" y="96912"/>
                  <a:pt x="199273" y="96483"/>
                  <a:pt x="196550" y="95621"/>
                </a:cubicBezTo>
                <a:cubicBezTo>
                  <a:pt x="193870" y="94803"/>
                  <a:pt x="191533" y="93577"/>
                  <a:pt x="189535" y="91943"/>
                </a:cubicBezTo>
                <a:cubicBezTo>
                  <a:pt x="187583" y="90263"/>
                  <a:pt x="186063" y="88197"/>
                  <a:pt x="184972" y="85745"/>
                </a:cubicBezTo>
                <a:cubicBezTo>
                  <a:pt x="183883" y="83293"/>
                  <a:pt x="183337" y="80433"/>
                  <a:pt x="183337" y="77164"/>
                </a:cubicBezTo>
                <a:cubicBezTo>
                  <a:pt x="183337" y="73621"/>
                  <a:pt x="184020" y="70557"/>
                  <a:pt x="185380" y="67968"/>
                </a:cubicBezTo>
                <a:cubicBezTo>
                  <a:pt x="186789" y="65337"/>
                  <a:pt x="188855" y="63179"/>
                  <a:pt x="191578" y="61499"/>
                </a:cubicBezTo>
                <a:cubicBezTo>
                  <a:pt x="194347" y="59773"/>
                  <a:pt x="197776" y="58502"/>
                  <a:pt x="201862" y="57684"/>
                </a:cubicBezTo>
                <a:cubicBezTo>
                  <a:pt x="205949" y="56867"/>
                  <a:pt x="210692" y="56458"/>
                  <a:pt x="216096" y="56458"/>
                </a:cubicBezTo>
                <a:lnTo>
                  <a:pt x="222022" y="56458"/>
                </a:lnTo>
                <a:lnTo>
                  <a:pt x="222022" y="52781"/>
                </a:lnTo>
                <a:cubicBezTo>
                  <a:pt x="222022" y="50875"/>
                  <a:pt x="221816" y="49218"/>
                  <a:pt x="221408" y="47809"/>
                </a:cubicBezTo>
                <a:cubicBezTo>
                  <a:pt x="221045" y="46357"/>
                  <a:pt x="220410" y="45154"/>
                  <a:pt x="219502" y="44200"/>
                </a:cubicBezTo>
                <a:cubicBezTo>
                  <a:pt x="218639" y="43248"/>
                  <a:pt x="217459" y="42542"/>
                  <a:pt x="215961" y="42088"/>
                </a:cubicBezTo>
                <a:cubicBezTo>
                  <a:pt x="214507" y="41637"/>
                  <a:pt x="212692" y="41408"/>
                  <a:pt x="210512" y="41408"/>
                </a:cubicBezTo>
                <a:cubicBezTo>
                  <a:pt x="207652" y="41408"/>
                  <a:pt x="205086" y="41725"/>
                  <a:pt x="202817" y="42362"/>
                </a:cubicBezTo>
                <a:cubicBezTo>
                  <a:pt x="200591" y="42997"/>
                  <a:pt x="198616" y="43700"/>
                  <a:pt x="196890" y="44474"/>
                </a:cubicBezTo>
                <a:cubicBezTo>
                  <a:pt x="195164" y="45246"/>
                  <a:pt x="193713" y="45949"/>
                  <a:pt x="192533" y="46583"/>
                </a:cubicBezTo>
                <a:cubicBezTo>
                  <a:pt x="191398" y="47220"/>
                  <a:pt x="190467" y="47537"/>
                  <a:pt x="189741" y="47537"/>
                </a:cubicBezTo>
                <a:cubicBezTo>
                  <a:pt x="189241" y="47537"/>
                  <a:pt x="188786" y="47377"/>
                  <a:pt x="188378" y="47060"/>
                </a:cubicBezTo>
                <a:cubicBezTo>
                  <a:pt x="188015" y="46743"/>
                  <a:pt x="187698" y="46289"/>
                  <a:pt x="187423" y="45700"/>
                </a:cubicBezTo>
                <a:cubicBezTo>
                  <a:pt x="187198" y="45108"/>
                  <a:pt x="187015" y="44383"/>
                  <a:pt x="186881" y="43520"/>
                </a:cubicBezTo>
                <a:cubicBezTo>
                  <a:pt x="186743" y="42657"/>
                  <a:pt x="186675" y="41702"/>
                  <a:pt x="186675" y="40659"/>
                </a:cubicBezTo>
                <a:cubicBezTo>
                  <a:pt x="186675" y="39251"/>
                  <a:pt x="186789" y="38139"/>
                  <a:pt x="187015" y="37322"/>
                </a:cubicBezTo>
                <a:cubicBezTo>
                  <a:pt x="187243" y="36505"/>
                  <a:pt x="187675" y="35779"/>
                  <a:pt x="188309" y="35142"/>
                </a:cubicBezTo>
                <a:cubicBezTo>
                  <a:pt x="188946" y="34461"/>
                  <a:pt x="190058" y="33736"/>
                  <a:pt x="191647" y="32964"/>
                </a:cubicBezTo>
                <a:cubicBezTo>
                  <a:pt x="193236" y="32147"/>
                  <a:pt x="195096" y="31398"/>
                  <a:pt x="197230" y="30715"/>
                </a:cubicBezTo>
                <a:cubicBezTo>
                  <a:pt x="199365" y="30035"/>
                  <a:pt x="201679" y="29489"/>
                  <a:pt x="204177" y="29081"/>
                </a:cubicBezTo>
                <a:cubicBezTo>
                  <a:pt x="206720" y="28626"/>
                  <a:pt x="209332" y="28401"/>
                  <a:pt x="212009" y="28401"/>
                </a:cubicBezTo>
                <a:cubicBezTo>
                  <a:pt x="216779" y="28401"/>
                  <a:pt x="220842" y="28878"/>
                  <a:pt x="224199" y="29829"/>
                </a:cubicBezTo>
                <a:cubicBezTo>
                  <a:pt x="227606" y="30738"/>
                  <a:pt x="230397" y="32170"/>
                  <a:pt x="232578" y="34121"/>
                </a:cubicBezTo>
                <a:cubicBezTo>
                  <a:pt x="234758" y="36027"/>
                  <a:pt x="236347" y="38502"/>
                  <a:pt x="237344" y="41545"/>
                </a:cubicBezTo>
                <a:cubicBezTo>
                  <a:pt x="238344" y="44586"/>
                  <a:pt x="238844" y="48195"/>
                  <a:pt x="238844" y="52372"/>
                </a:cubicBezTo>
                <a:lnTo>
                  <a:pt x="238844" y="93235"/>
                </a:lnTo>
                <a:close/>
                <a:moveTo>
                  <a:pt x="222022" y="67220"/>
                </a:moveTo>
                <a:lnTo>
                  <a:pt x="215484" y="67220"/>
                </a:lnTo>
                <a:cubicBezTo>
                  <a:pt x="212712" y="67220"/>
                  <a:pt x="210352" y="67426"/>
                  <a:pt x="208400" y="67834"/>
                </a:cubicBezTo>
                <a:cubicBezTo>
                  <a:pt x="206449" y="68243"/>
                  <a:pt x="204860" y="68854"/>
                  <a:pt x="203634" y="69672"/>
                </a:cubicBezTo>
                <a:cubicBezTo>
                  <a:pt x="202408" y="70489"/>
                  <a:pt x="201499" y="71489"/>
                  <a:pt x="200908" y="72669"/>
                </a:cubicBezTo>
                <a:cubicBezTo>
                  <a:pt x="200365" y="73804"/>
                  <a:pt x="200091" y="75121"/>
                  <a:pt x="200091" y="76618"/>
                </a:cubicBezTo>
                <a:cubicBezTo>
                  <a:pt x="200091" y="79161"/>
                  <a:pt x="200885" y="81159"/>
                  <a:pt x="202474" y="82610"/>
                </a:cubicBezTo>
                <a:cubicBezTo>
                  <a:pt x="204108" y="84065"/>
                  <a:pt x="206357" y="84791"/>
                  <a:pt x="209218" y="84791"/>
                </a:cubicBezTo>
                <a:cubicBezTo>
                  <a:pt x="211624" y="84791"/>
                  <a:pt x="213827" y="84179"/>
                  <a:pt x="215824" y="82953"/>
                </a:cubicBezTo>
                <a:cubicBezTo>
                  <a:pt x="217867" y="81727"/>
                  <a:pt x="219933" y="79933"/>
                  <a:pt x="222022" y="77573"/>
                </a:cubicBezTo>
                <a:lnTo>
                  <a:pt x="222022" y="67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2F59A-8744-4CA8-BFC5-DA021C9B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968" y="1390060"/>
            <a:ext cx="310393" cy="211277"/>
          </a:xfrm>
          <a:custGeom xmlns:a="http://schemas.openxmlformats.org/drawingml/2006/main">
            <a:pathLst>
              <a:path w="310393" h="211277">
                <a:moveTo>
                  <a:pt x="0" y="211277"/>
                </a:moveTo>
                <a:lnTo>
                  <a:pt x="0" y="0"/>
                </a:lnTo>
                <a:lnTo>
                  <a:pt x="310393" y="0"/>
                </a:lnTo>
                <a:lnTo>
                  <a:pt x="310393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49D45-C28C-4D8F-9C37-FFF98C85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143" y="1446798"/>
            <a:ext cx="204997" cy="96163"/>
          </a:xfrm>
          <a:custGeom xmlns:a="http://schemas.openxmlformats.org/drawingml/2006/main">
            <a:pathLst>
              <a:path w="204997" h="96163">
                <a:moveTo>
                  <a:pt x="63817" y="68171"/>
                </a:moveTo>
                <a:cubicBezTo>
                  <a:pt x="63817" y="71303"/>
                  <a:pt x="63385" y="74141"/>
                  <a:pt x="62522" y="76684"/>
                </a:cubicBezTo>
                <a:cubicBezTo>
                  <a:pt x="61659" y="79227"/>
                  <a:pt x="60456" y="81473"/>
                  <a:pt x="58913" y="83428"/>
                </a:cubicBezTo>
                <a:cubicBezTo>
                  <a:pt x="57413" y="85379"/>
                  <a:pt x="55598" y="87059"/>
                  <a:pt x="53464" y="88465"/>
                </a:cubicBezTo>
                <a:cubicBezTo>
                  <a:pt x="51375" y="89874"/>
                  <a:pt x="49060" y="91031"/>
                  <a:pt x="46517" y="91940"/>
                </a:cubicBezTo>
                <a:cubicBezTo>
                  <a:pt x="43974" y="92849"/>
                  <a:pt x="41251" y="93529"/>
                  <a:pt x="38345" y="93983"/>
                </a:cubicBezTo>
                <a:cubicBezTo>
                  <a:pt x="35484" y="94392"/>
                  <a:pt x="32284" y="94595"/>
                  <a:pt x="28741" y="94595"/>
                </a:cubicBezTo>
                <a:lnTo>
                  <a:pt x="5312" y="94595"/>
                </a:lnTo>
                <a:cubicBezTo>
                  <a:pt x="3815" y="94595"/>
                  <a:pt x="2543" y="94163"/>
                  <a:pt x="1500" y="93303"/>
                </a:cubicBezTo>
                <a:cubicBezTo>
                  <a:pt x="500" y="92394"/>
                  <a:pt x="0" y="90940"/>
                  <a:pt x="0" y="88943"/>
                </a:cubicBezTo>
                <a:lnTo>
                  <a:pt x="0" y="12122"/>
                </a:lnTo>
                <a:cubicBezTo>
                  <a:pt x="0" y="10124"/>
                  <a:pt x="500" y="8693"/>
                  <a:pt x="1500" y="7830"/>
                </a:cubicBezTo>
                <a:cubicBezTo>
                  <a:pt x="2543" y="6924"/>
                  <a:pt x="3815" y="6469"/>
                  <a:pt x="5312" y="6469"/>
                </a:cubicBezTo>
                <a:lnTo>
                  <a:pt x="27446" y="6469"/>
                </a:lnTo>
                <a:cubicBezTo>
                  <a:pt x="32850" y="6469"/>
                  <a:pt x="37413" y="6924"/>
                  <a:pt x="41137" y="7830"/>
                </a:cubicBezTo>
                <a:cubicBezTo>
                  <a:pt x="44906" y="8738"/>
                  <a:pt x="48060" y="10124"/>
                  <a:pt x="50603" y="11984"/>
                </a:cubicBezTo>
                <a:cubicBezTo>
                  <a:pt x="53192" y="13802"/>
                  <a:pt x="55167" y="16116"/>
                  <a:pt x="56527" y="18931"/>
                </a:cubicBezTo>
                <a:cubicBezTo>
                  <a:pt x="57890" y="21746"/>
                  <a:pt x="58570" y="25060"/>
                  <a:pt x="58570" y="28875"/>
                </a:cubicBezTo>
                <a:cubicBezTo>
                  <a:pt x="58570" y="31010"/>
                  <a:pt x="58299" y="33030"/>
                  <a:pt x="57753" y="34936"/>
                </a:cubicBezTo>
                <a:cubicBezTo>
                  <a:pt x="57210" y="36799"/>
                  <a:pt x="56416" y="38499"/>
                  <a:pt x="55370" y="40045"/>
                </a:cubicBezTo>
                <a:cubicBezTo>
                  <a:pt x="54327" y="41588"/>
                  <a:pt x="53032" y="42951"/>
                  <a:pt x="51489" y="44131"/>
                </a:cubicBezTo>
                <a:cubicBezTo>
                  <a:pt x="49989" y="45311"/>
                  <a:pt x="48266" y="46266"/>
                  <a:pt x="46312" y="46992"/>
                </a:cubicBezTo>
                <a:cubicBezTo>
                  <a:pt x="48809" y="47446"/>
                  <a:pt x="51104" y="48240"/>
                  <a:pt x="53192" y="49375"/>
                </a:cubicBezTo>
                <a:cubicBezTo>
                  <a:pt x="55324" y="50509"/>
                  <a:pt x="57164" y="51986"/>
                  <a:pt x="58707" y="53801"/>
                </a:cubicBezTo>
                <a:cubicBezTo>
                  <a:pt x="60296" y="55573"/>
                  <a:pt x="61545" y="57661"/>
                  <a:pt x="62454" y="60068"/>
                </a:cubicBezTo>
                <a:cubicBezTo>
                  <a:pt x="63362" y="62474"/>
                  <a:pt x="63817" y="65174"/>
                  <a:pt x="63817" y="68171"/>
                </a:cubicBezTo>
                <a:close/>
                <a:moveTo>
                  <a:pt x="40659" y="31055"/>
                </a:moveTo>
                <a:cubicBezTo>
                  <a:pt x="40659" y="29284"/>
                  <a:pt x="40388" y="27695"/>
                  <a:pt x="39842" y="26286"/>
                </a:cubicBezTo>
                <a:cubicBezTo>
                  <a:pt x="39296" y="24880"/>
                  <a:pt x="38479" y="23723"/>
                  <a:pt x="37390" y="22814"/>
                </a:cubicBezTo>
                <a:cubicBezTo>
                  <a:pt x="36302" y="21860"/>
                  <a:pt x="34916" y="21134"/>
                  <a:pt x="33236" y="20634"/>
                </a:cubicBezTo>
                <a:cubicBezTo>
                  <a:pt x="31601" y="20134"/>
                  <a:pt x="29401" y="19885"/>
                  <a:pt x="26629" y="19885"/>
                </a:cubicBezTo>
                <a:lnTo>
                  <a:pt x="17574" y="19885"/>
                </a:lnTo>
                <a:lnTo>
                  <a:pt x="17574" y="42768"/>
                </a:lnTo>
                <a:lnTo>
                  <a:pt x="27583" y="42768"/>
                </a:lnTo>
                <a:cubicBezTo>
                  <a:pt x="30172" y="42768"/>
                  <a:pt x="32238" y="42474"/>
                  <a:pt x="33781" y="41882"/>
                </a:cubicBezTo>
                <a:cubicBezTo>
                  <a:pt x="35324" y="41248"/>
                  <a:pt x="36596" y="40408"/>
                  <a:pt x="37596" y="39362"/>
                </a:cubicBezTo>
                <a:cubicBezTo>
                  <a:pt x="38639" y="38273"/>
                  <a:pt x="39411" y="37025"/>
                  <a:pt x="39911" y="35619"/>
                </a:cubicBezTo>
                <a:cubicBezTo>
                  <a:pt x="40411" y="34164"/>
                  <a:pt x="40659" y="32644"/>
                  <a:pt x="40659" y="31055"/>
                </a:cubicBezTo>
                <a:close/>
                <a:moveTo>
                  <a:pt x="45223" y="68783"/>
                </a:moveTo>
                <a:cubicBezTo>
                  <a:pt x="45223" y="66740"/>
                  <a:pt x="44883" y="64925"/>
                  <a:pt x="44200" y="63336"/>
                </a:cubicBezTo>
                <a:cubicBezTo>
                  <a:pt x="43520" y="61702"/>
                  <a:pt x="42522" y="60339"/>
                  <a:pt x="41205" y="59250"/>
                </a:cubicBezTo>
                <a:cubicBezTo>
                  <a:pt x="39888" y="58159"/>
                  <a:pt x="38208" y="57319"/>
                  <a:pt x="36165" y="56730"/>
                </a:cubicBezTo>
                <a:cubicBezTo>
                  <a:pt x="34121" y="56138"/>
                  <a:pt x="31467" y="55844"/>
                  <a:pt x="28198" y="55844"/>
                </a:cubicBezTo>
                <a:lnTo>
                  <a:pt x="17574" y="55844"/>
                </a:lnTo>
                <a:lnTo>
                  <a:pt x="17574" y="80907"/>
                </a:lnTo>
                <a:lnTo>
                  <a:pt x="30512" y="80907"/>
                </a:lnTo>
                <a:cubicBezTo>
                  <a:pt x="33010" y="80907"/>
                  <a:pt x="35099" y="80656"/>
                  <a:pt x="36779" y="80159"/>
                </a:cubicBezTo>
                <a:cubicBezTo>
                  <a:pt x="38502" y="79613"/>
                  <a:pt x="39979" y="78841"/>
                  <a:pt x="41205" y="77841"/>
                </a:cubicBezTo>
                <a:cubicBezTo>
                  <a:pt x="42477" y="76798"/>
                  <a:pt x="43451" y="75527"/>
                  <a:pt x="44134" y="74029"/>
                </a:cubicBezTo>
                <a:cubicBezTo>
                  <a:pt x="44860" y="72483"/>
                  <a:pt x="45223" y="70737"/>
                  <a:pt x="45223" y="68783"/>
                </a:cubicBezTo>
                <a:close/>
                <a:moveTo>
                  <a:pt x="133282" y="60136"/>
                </a:moveTo>
                <a:cubicBezTo>
                  <a:pt x="133282" y="62225"/>
                  <a:pt x="132805" y="63768"/>
                  <a:pt x="131851" y="64765"/>
                </a:cubicBezTo>
                <a:cubicBezTo>
                  <a:pt x="130945" y="65765"/>
                  <a:pt x="129673" y="66265"/>
                  <a:pt x="128039" y="66265"/>
                </a:cubicBezTo>
                <a:lnTo>
                  <a:pt x="91057" y="66265"/>
                </a:lnTo>
                <a:cubicBezTo>
                  <a:pt x="91057" y="68851"/>
                  <a:pt x="91351" y="71215"/>
                  <a:pt x="91943" y="73346"/>
                </a:cubicBezTo>
                <a:cubicBezTo>
                  <a:pt x="92577" y="75435"/>
                  <a:pt x="93555" y="77230"/>
                  <a:pt x="94872" y="78727"/>
                </a:cubicBezTo>
                <a:cubicBezTo>
                  <a:pt x="96232" y="80181"/>
                  <a:pt x="97958" y="81293"/>
                  <a:pt x="100047" y="82065"/>
                </a:cubicBezTo>
                <a:cubicBezTo>
                  <a:pt x="102181" y="82836"/>
                  <a:pt x="104725" y="83222"/>
                  <a:pt x="107673" y="83222"/>
                </a:cubicBezTo>
                <a:cubicBezTo>
                  <a:pt x="110671" y="83222"/>
                  <a:pt x="113306" y="83019"/>
                  <a:pt x="115574" y="82610"/>
                </a:cubicBezTo>
                <a:cubicBezTo>
                  <a:pt x="117846" y="82156"/>
                  <a:pt x="119798" y="81679"/>
                  <a:pt x="121432" y="81179"/>
                </a:cubicBezTo>
                <a:cubicBezTo>
                  <a:pt x="123113" y="80636"/>
                  <a:pt x="124496" y="80159"/>
                  <a:pt x="125587" y="79750"/>
                </a:cubicBezTo>
                <a:cubicBezTo>
                  <a:pt x="126676" y="79296"/>
                  <a:pt x="127562" y="79067"/>
                  <a:pt x="128242" y="79067"/>
                </a:cubicBezTo>
                <a:cubicBezTo>
                  <a:pt x="128650" y="79067"/>
                  <a:pt x="128990" y="79158"/>
                  <a:pt x="129265" y="79341"/>
                </a:cubicBezTo>
                <a:cubicBezTo>
                  <a:pt x="129536" y="79476"/>
                  <a:pt x="129762" y="79750"/>
                  <a:pt x="129945" y="80159"/>
                </a:cubicBezTo>
                <a:cubicBezTo>
                  <a:pt x="130128" y="80567"/>
                  <a:pt x="130239" y="81156"/>
                  <a:pt x="130285" y="81927"/>
                </a:cubicBezTo>
                <a:cubicBezTo>
                  <a:pt x="130376" y="82656"/>
                  <a:pt x="130422" y="83585"/>
                  <a:pt x="130422" y="84722"/>
                </a:cubicBezTo>
                <a:cubicBezTo>
                  <a:pt x="130422" y="85719"/>
                  <a:pt x="130399" y="86582"/>
                  <a:pt x="130353" y="87308"/>
                </a:cubicBezTo>
                <a:cubicBezTo>
                  <a:pt x="130308" y="87991"/>
                  <a:pt x="130239" y="88580"/>
                  <a:pt x="130148" y="89080"/>
                </a:cubicBezTo>
                <a:cubicBezTo>
                  <a:pt x="130059" y="89580"/>
                  <a:pt x="129922" y="90011"/>
                  <a:pt x="129739" y="90374"/>
                </a:cubicBezTo>
                <a:cubicBezTo>
                  <a:pt x="129559" y="90691"/>
                  <a:pt x="129310" y="91009"/>
                  <a:pt x="128990" y="91326"/>
                </a:cubicBezTo>
                <a:cubicBezTo>
                  <a:pt x="128719" y="91646"/>
                  <a:pt x="127925" y="92077"/>
                  <a:pt x="126607" y="92620"/>
                </a:cubicBezTo>
                <a:cubicBezTo>
                  <a:pt x="125290" y="93166"/>
                  <a:pt x="123610" y="93712"/>
                  <a:pt x="121567" y="94255"/>
                </a:cubicBezTo>
                <a:cubicBezTo>
                  <a:pt x="119524" y="94755"/>
                  <a:pt x="117186" y="95186"/>
                  <a:pt x="114554" y="95549"/>
                </a:cubicBezTo>
                <a:cubicBezTo>
                  <a:pt x="111920" y="95958"/>
                  <a:pt x="109105" y="96163"/>
                  <a:pt x="106108" y="96163"/>
                </a:cubicBezTo>
                <a:cubicBezTo>
                  <a:pt x="100704" y="96163"/>
                  <a:pt x="95961" y="95481"/>
                  <a:pt x="91874" y="94120"/>
                </a:cubicBezTo>
                <a:cubicBezTo>
                  <a:pt x="87834" y="92757"/>
                  <a:pt x="84451" y="90691"/>
                  <a:pt x="81727" y="87922"/>
                </a:cubicBezTo>
                <a:cubicBezTo>
                  <a:pt x="79001" y="85151"/>
                  <a:pt x="76958" y="81656"/>
                  <a:pt x="75598" y="77433"/>
                </a:cubicBezTo>
                <a:cubicBezTo>
                  <a:pt x="74281" y="73212"/>
                  <a:pt x="73623" y="68263"/>
                  <a:pt x="73623" y="62588"/>
                </a:cubicBezTo>
                <a:cubicBezTo>
                  <a:pt x="73623" y="57184"/>
                  <a:pt x="74326" y="52327"/>
                  <a:pt x="75732" y="48012"/>
                </a:cubicBezTo>
                <a:cubicBezTo>
                  <a:pt x="77141" y="43654"/>
                  <a:pt x="79184" y="39976"/>
                  <a:pt x="81862" y="36979"/>
                </a:cubicBezTo>
                <a:cubicBezTo>
                  <a:pt x="84542" y="33939"/>
                  <a:pt x="87788" y="31621"/>
                  <a:pt x="91603" y="30032"/>
                </a:cubicBezTo>
                <a:cubicBezTo>
                  <a:pt x="95461" y="28444"/>
                  <a:pt x="99798" y="27649"/>
                  <a:pt x="104610" y="27649"/>
                </a:cubicBezTo>
                <a:cubicBezTo>
                  <a:pt x="109694" y="27649"/>
                  <a:pt x="114031" y="28398"/>
                  <a:pt x="117618" y="29895"/>
                </a:cubicBezTo>
                <a:cubicBezTo>
                  <a:pt x="121249" y="31395"/>
                  <a:pt x="124224" y="33484"/>
                  <a:pt x="126539" y="36162"/>
                </a:cubicBezTo>
                <a:cubicBezTo>
                  <a:pt x="128856" y="38796"/>
                  <a:pt x="130556" y="41928"/>
                  <a:pt x="131648" y="45560"/>
                </a:cubicBezTo>
                <a:cubicBezTo>
                  <a:pt x="132737" y="49192"/>
                  <a:pt x="133282" y="53144"/>
                  <a:pt x="133282" y="57410"/>
                </a:cubicBezTo>
                <a:lnTo>
                  <a:pt x="133282" y="60136"/>
                </a:lnTo>
                <a:close/>
                <a:moveTo>
                  <a:pt x="116663" y="55233"/>
                </a:moveTo>
                <a:cubicBezTo>
                  <a:pt x="116800" y="50418"/>
                  <a:pt x="115823" y="46652"/>
                  <a:pt x="113737" y="43925"/>
                </a:cubicBezTo>
                <a:cubicBezTo>
                  <a:pt x="111694" y="41157"/>
                  <a:pt x="108514" y="39771"/>
                  <a:pt x="104202" y="39771"/>
                </a:cubicBezTo>
                <a:cubicBezTo>
                  <a:pt x="102021" y="39771"/>
                  <a:pt x="100115" y="40179"/>
                  <a:pt x="98481" y="40997"/>
                </a:cubicBezTo>
                <a:cubicBezTo>
                  <a:pt x="96892" y="41814"/>
                  <a:pt x="95552" y="42928"/>
                  <a:pt x="94463" y="44334"/>
                </a:cubicBezTo>
                <a:cubicBezTo>
                  <a:pt x="93417" y="45697"/>
                  <a:pt x="92600" y="47332"/>
                  <a:pt x="92012" y="49238"/>
                </a:cubicBezTo>
                <a:cubicBezTo>
                  <a:pt x="91466" y="51101"/>
                  <a:pt x="91149" y="53098"/>
                  <a:pt x="91057" y="55233"/>
                </a:cubicBezTo>
                <a:lnTo>
                  <a:pt x="116663" y="55233"/>
                </a:lnTo>
                <a:close/>
                <a:moveTo>
                  <a:pt x="204997" y="92280"/>
                </a:moveTo>
                <a:cubicBezTo>
                  <a:pt x="204997" y="92780"/>
                  <a:pt x="204883" y="93212"/>
                  <a:pt x="204654" y="93575"/>
                </a:cubicBezTo>
                <a:cubicBezTo>
                  <a:pt x="204428" y="93892"/>
                  <a:pt x="204043" y="94163"/>
                  <a:pt x="203497" y="94392"/>
                </a:cubicBezTo>
                <a:cubicBezTo>
                  <a:pt x="202954" y="94618"/>
                  <a:pt x="202202" y="94778"/>
                  <a:pt x="201251" y="94869"/>
                </a:cubicBezTo>
                <a:cubicBezTo>
                  <a:pt x="200342" y="94960"/>
                  <a:pt x="199208" y="95003"/>
                  <a:pt x="197845" y="95003"/>
                </a:cubicBezTo>
                <a:cubicBezTo>
                  <a:pt x="196393" y="95003"/>
                  <a:pt x="195210" y="94960"/>
                  <a:pt x="194304" y="94869"/>
                </a:cubicBezTo>
                <a:cubicBezTo>
                  <a:pt x="193396" y="94778"/>
                  <a:pt x="192647" y="94618"/>
                  <a:pt x="192055" y="94392"/>
                </a:cubicBezTo>
                <a:cubicBezTo>
                  <a:pt x="191513" y="94163"/>
                  <a:pt x="191104" y="93892"/>
                  <a:pt x="190830" y="93575"/>
                </a:cubicBezTo>
                <a:cubicBezTo>
                  <a:pt x="190604" y="93212"/>
                  <a:pt x="190490" y="92780"/>
                  <a:pt x="190490" y="92280"/>
                </a:cubicBezTo>
                <a:lnTo>
                  <a:pt x="190490" y="85539"/>
                </a:lnTo>
                <a:cubicBezTo>
                  <a:pt x="187358" y="88897"/>
                  <a:pt x="184066" y="91509"/>
                  <a:pt x="180614" y="93369"/>
                </a:cubicBezTo>
                <a:cubicBezTo>
                  <a:pt x="177208" y="95232"/>
                  <a:pt x="173419" y="96163"/>
                  <a:pt x="169241" y="96163"/>
                </a:cubicBezTo>
                <a:cubicBezTo>
                  <a:pt x="164609" y="96163"/>
                  <a:pt x="160683" y="95278"/>
                  <a:pt x="157460" y="93506"/>
                </a:cubicBezTo>
                <a:cubicBezTo>
                  <a:pt x="154279" y="91691"/>
                  <a:pt x="151670" y="89260"/>
                  <a:pt x="149627" y="86219"/>
                </a:cubicBezTo>
                <a:cubicBezTo>
                  <a:pt x="147630" y="83176"/>
                  <a:pt x="146175" y="79636"/>
                  <a:pt x="145270" y="75595"/>
                </a:cubicBezTo>
                <a:cubicBezTo>
                  <a:pt x="144361" y="71509"/>
                  <a:pt x="143907" y="67217"/>
                  <a:pt x="143907" y="62722"/>
                </a:cubicBezTo>
                <a:cubicBezTo>
                  <a:pt x="143907" y="57319"/>
                  <a:pt x="144472" y="52461"/>
                  <a:pt x="145610" y="48149"/>
                </a:cubicBezTo>
                <a:cubicBezTo>
                  <a:pt x="146790" y="43834"/>
                  <a:pt x="148493" y="40156"/>
                  <a:pt x="150716" y="37116"/>
                </a:cubicBezTo>
                <a:cubicBezTo>
                  <a:pt x="152942" y="34073"/>
                  <a:pt x="155711" y="31735"/>
                  <a:pt x="159026" y="30101"/>
                </a:cubicBezTo>
                <a:cubicBezTo>
                  <a:pt x="162340" y="28466"/>
                  <a:pt x="166152" y="27649"/>
                  <a:pt x="170467" y="27649"/>
                </a:cubicBezTo>
                <a:cubicBezTo>
                  <a:pt x="173873" y="27649"/>
                  <a:pt x="176959" y="28352"/>
                  <a:pt x="179728" y="29761"/>
                </a:cubicBezTo>
                <a:cubicBezTo>
                  <a:pt x="182500" y="31124"/>
                  <a:pt x="185246" y="33144"/>
                  <a:pt x="187969" y="35822"/>
                </a:cubicBezTo>
                <a:lnTo>
                  <a:pt x="187969" y="2926"/>
                </a:lnTo>
                <a:cubicBezTo>
                  <a:pt x="187969" y="2475"/>
                  <a:pt x="188084" y="2066"/>
                  <a:pt x="188309" y="1700"/>
                </a:cubicBezTo>
                <a:cubicBezTo>
                  <a:pt x="188584" y="1337"/>
                  <a:pt x="189038" y="1043"/>
                  <a:pt x="189672" y="817"/>
                </a:cubicBezTo>
                <a:cubicBezTo>
                  <a:pt x="190352" y="543"/>
                  <a:pt x="191238" y="340"/>
                  <a:pt x="192330" y="203"/>
                </a:cubicBezTo>
                <a:cubicBezTo>
                  <a:pt x="193418" y="66"/>
                  <a:pt x="194801" y="0"/>
                  <a:pt x="196482" y="0"/>
                </a:cubicBezTo>
                <a:cubicBezTo>
                  <a:pt x="198162" y="0"/>
                  <a:pt x="199548" y="66"/>
                  <a:pt x="200637" y="203"/>
                </a:cubicBezTo>
                <a:cubicBezTo>
                  <a:pt x="201728" y="340"/>
                  <a:pt x="202588" y="543"/>
                  <a:pt x="203225" y="817"/>
                </a:cubicBezTo>
                <a:cubicBezTo>
                  <a:pt x="203860" y="1043"/>
                  <a:pt x="204314" y="1337"/>
                  <a:pt x="204588" y="1700"/>
                </a:cubicBezTo>
                <a:cubicBezTo>
                  <a:pt x="204860" y="2066"/>
                  <a:pt x="204997" y="2475"/>
                  <a:pt x="204997" y="2926"/>
                </a:cubicBezTo>
                <a:lnTo>
                  <a:pt x="204997" y="92280"/>
                </a:lnTo>
                <a:close/>
                <a:moveTo>
                  <a:pt x="187969" y="51689"/>
                </a:moveTo>
                <a:cubicBezTo>
                  <a:pt x="185517" y="48603"/>
                  <a:pt x="183157" y="46243"/>
                  <a:pt x="180885" y="44608"/>
                </a:cubicBezTo>
                <a:cubicBezTo>
                  <a:pt x="178662" y="42974"/>
                  <a:pt x="176325" y="42157"/>
                  <a:pt x="173873" y="42157"/>
                </a:cubicBezTo>
                <a:cubicBezTo>
                  <a:pt x="171647" y="42157"/>
                  <a:pt x="169718" y="42722"/>
                  <a:pt x="168084" y="43857"/>
                </a:cubicBezTo>
                <a:cubicBezTo>
                  <a:pt x="166495" y="44948"/>
                  <a:pt x="165201" y="46423"/>
                  <a:pt x="164201" y="48286"/>
                </a:cubicBezTo>
                <a:cubicBezTo>
                  <a:pt x="163249" y="50146"/>
                  <a:pt x="162520" y="52235"/>
                  <a:pt x="162023" y="54550"/>
                </a:cubicBezTo>
                <a:cubicBezTo>
                  <a:pt x="161569" y="56821"/>
                  <a:pt x="161340" y="59159"/>
                  <a:pt x="161340" y="61565"/>
                </a:cubicBezTo>
                <a:cubicBezTo>
                  <a:pt x="161340" y="64108"/>
                  <a:pt x="161546" y="66583"/>
                  <a:pt x="161955" y="68989"/>
                </a:cubicBezTo>
                <a:cubicBezTo>
                  <a:pt x="162363" y="71395"/>
                  <a:pt x="163020" y="73552"/>
                  <a:pt x="163929" y="75458"/>
                </a:cubicBezTo>
                <a:cubicBezTo>
                  <a:pt x="164883" y="77321"/>
                  <a:pt x="166132" y="78818"/>
                  <a:pt x="167675" y="79953"/>
                </a:cubicBezTo>
                <a:cubicBezTo>
                  <a:pt x="169218" y="81087"/>
                  <a:pt x="171170" y="81656"/>
                  <a:pt x="173530" y="81656"/>
                </a:cubicBezTo>
                <a:cubicBezTo>
                  <a:pt x="174713" y="81656"/>
                  <a:pt x="175848" y="81496"/>
                  <a:pt x="176936" y="81179"/>
                </a:cubicBezTo>
                <a:cubicBezTo>
                  <a:pt x="178071" y="80816"/>
                  <a:pt x="179208" y="80247"/>
                  <a:pt x="180343" y="79476"/>
                </a:cubicBezTo>
                <a:cubicBezTo>
                  <a:pt x="181523" y="78704"/>
                  <a:pt x="182726" y="77707"/>
                  <a:pt x="183952" y="76481"/>
                </a:cubicBezTo>
                <a:cubicBezTo>
                  <a:pt x="185177" y="75209"/>
                  <a:pt x="186518" y="73666"/>
                  <a:pt x="187969" y="71849"/>
                </a:cubicBezTo>
                <a:lnTo>
                  <a:pt x="187969" y="516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3EF5E-0237-487E-A328-C9A3C593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8962" y="2213749"/>
            <a:ext cx="354461" cy="211277"/>
          </a:xfrm>
          <a:custGeom xmlns:a="http://schemas.openxmlformats.org/drawingml/2006/main">
            <a:pathLst>
              <a:path w="354461" h="211277">
                <a:moveTo>
                  <a:pt x="0" y="211277"/>
                </a:moveTo>
                <a:lnTo>
                  <a:pt x="0" y="0"/>
                </a:lnTo>
                <a:lnTo>
                  <a:pt x="354461" y="0"/>
                </a:lnTo>
                <a:lnTo>
                  <a:pt x="354461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77F12-2138-4631-98B0-842B7184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355" y="2276956"/>
            <a:ext cx="250488" cy="112986"/>
          </a:xfrm>
          <a:custGeom xmlns:a="http://schemas.openxmlformats.org/drawingml/2006/main">
            <a:pathLst>
              <a:path w="250488" h="112986">
                <a:moveTo>
                  <a:pt x="102701" y="85676"/>
                </a:moveTo>
                <a:cubicBezTo>
                  <a:pt x="102701" y="86128"/>
                  <a:pt x="102564" y="86537"/>
                  <a:pt x="102293" y="86902"/>
                </a:cubicBezTo>
                <a:cubicBezTo>
                  <a:pt x="102064" y="87265"/>
                  <a:pt x="101610" y="87560"/>
                  <a:pt x="100930" y="87785"/>
                </a:cubicBezTo>
                <a:cubicBezTo>
                  <a:pt x="100295" y="88014"/>
                  <a:pt x="99432" y="88194"/>
                  <a:pt x="98341" y="88331"/>
                </a:cubicBezTo>
                <a:cubicBezTo>
                  <a:pt x="97252" y="88468"/>
                  <a:pt x="95866" y="88537"/>
                  <a:pt x="94189" y="88537"/>
                </a:cubicBezTo>
                <a:cubicBezTo>
                  <a:pt x="92554" y="88537"/>
                  <a:pt x="91191" y="88468"/>
                  <a:pt x="90103" y="88331"/>
                </a:cubicBezTo>
                <a:cubicBezTo>
                  <a:pt x="89011" y="88194"/>
                  <a:pt x="88148" y="88014"/>
                  <a:pt x="87514" y="87785"/>
                </a:cubicBezTo>
                <a:cubicBezTo>
                  <a:pt x="86877" y="87560"/>
                  <a:pt x="86425" y="87265"/>
                  <a:pt x="86151" y="86902"/>
                </a:cubicBezTo>
                <a:cubicBezTo>
                  <a:pt x="85879" y="86537"/>
                  <a:pt x="85742" y="86128"/>
                  <a:pt x="85742" y="85676"/>
                </a:cubicBezTo>
                <a:lnTo>
                  <a:pt x="85742" y="13962"/>
                </a:lnTo>
                <a:lnTo>
                  <a:pt x="85608" y="13962"/>
                </a:lnTo>
                <a:lnTo>
                  <a:pt x="60068" y="85608"/>
                </a:lnTo>
                <a:cubicBezTo>
                  <a:pt x="59885" y="86196"/>
                  <a:pt x="59590" y="86697"/>
                  <a:pt x="59182" y="87105"/>
                </a:cubicBezTo>
                <a:cubicBezTo>
                  <a:pt x="58773" y="87468"/>
                  <a:pt x="58204" y="87762"/>
                  <a:pt x="57479" y="87991"/>
                </a:cubicBezTo>
                <a:cubicBezTo>
                  <a:pt x="56799" y="88217"/>
                  <a:pt x="55913" y="88354"/>
                  <a:pt x="54824" y="88400"/>
                </a:cubicBezTo>
                <a:cubicBezTo>
                  <a:pt x="53732" y="88491"/>
                  <a:pt x="52418" y="88537"/>
                  <a:pt x="50872" y="88537"/>
                </a:cubicBezTo>
                <a:cubicBezTo>
                  <a:pt x="49329" y="88537"/>
                  <a:pt x="48012" y="88468"/>
                  <a:pt x="46923" y="88331"/>
                </a:cubicBezTo>
                <a:cubicBezTo>
                  <a:pt x="45834" y="88240"/>
                  <a:pt x="44926" y="88082"/>
                  <a:pt x="44200" y="87854"/>
                </a:cubicBezTo>
                <a:cubicBezTo>
                  <a:pt x="43517" y="87582"/>
                  <a:pt x="42974" y="87265"/>
                  <a:pt x="42565" y="86902"/>
                </a:cubicBezTo>
                <a:cubicBezTo>
                  <a:pt x="42157" y="86537"/>
                  <a:pt x="41882" y="86105"/>
                  <a:pt x="41748" y="85608"/>
                </a:cubicBezTo>
                <a:lnTo>
                  <a:pt x="17094" y="13962"/>
                </a:lnTo>
                <a:lnTo>
                  <a:pt x="16956" y="13962"/>
                </a:lnTo>
                <a:lnTo>
                  <a:pt x="16956" y="85676"/>
                </a:lnTo>
                <a:cubicBezTo>
                  <a:pt x="16956" y="86128"/>
                  <a:pt x="16822" y="86537"/>
                  <a:pt x="16548" y="86902"/>
                </a:cubicBezTo>
                <a:cubicBezTo>
                  <a:pt x="16322" y="87265"/>
                  <a:pt x="15868" y="87560"/>
                  <a:pt x="15188" y="87785"/>
                </a:cubicBezTo>
                <a:cubicBezTo>
                  <a:pt x="14505" y="88014"/>
                  <a:pt x="13619" y="88194"/>
                  <a:pt x="12530" y="88331"/>
                </a:cubicBezTo>
                <a:cubicBezTo>
                  <a:pt x="11487" y="88468"/>
                  <a:pt x="10124" y="88537"/>
                  <a:pt x="8444" y="88537"/>
                </a:cubicBezTo>
                <a:cubicBezTo>
                  <a:pt x="6809" y="88537"/>
                  <a:pt x="5446" y="88468"/>
                  <a:pt x="4358" y="88331"/>
                </a:cubicBezTo>
                <a:cubicBezTo>
                  <a:pt x="3269" y="88194"/>
                  <a:pt x="2383" y="88014"/>
                  <a:pt x="1703" y="87785"/>
                </a:cubicBezTo>
                <a:cubicBezTo>
                  <a:pt x="1066" y="87560"/>
                  <a:pt x="612" y="87265"/>
                  <a:pt x="340" y="86902"/>
                </a:cubicBezTo>
                <a:cubicBezTo>
                  <a:pt x="111" y="86537"/>
                  <a:pt x="0" y="86128"/>
                  <a:pt x="0" y="85676"/>
                </a:cubicBezTo>
                <a:lnTo>
                  <a:pt x="0" y="7149"/>
                </a:lnTo>
                <a:cubicBezTo>
                  <a:pt x="0" y="4835"/>
                  <a:pt x="612" y="3063"/>
                  <a:pt x="1837" y="1837"/>
                </a:cubicBezTo>
                <a:cubicBezTo>
                  <a:pt x="3063" y="612"/>
                  <a:pt x="4698" y="0"/>
                  <a:pt x="6741" y="0"/>
                </a:cubicBezTo>
                <a:lnTo>
                  <a:pt x="18457" y="0"/>
                </a:lnTo>
                <a:cubicBezTo>
                  <a:pt x="20543" y="0"/>
                  <a:pt x="22337" y="180"/>
                  <a:pt x="23834" y="546"/>
                </a:cubicBezTo>
                <a:cubicBezTo>
                  <a:pt x="25335" y="863"/>
                  <a:pt x="26629" y="1429"/>
                  <a:pt x="27718" y="2246"/>
                </a:cubicBezTo>
                <a:cubicBezTo>
                  <a:pt x="28806" y="3018"/>
                  <a:pt x="29715" y="4063"/>
                  <a:pt x="30441" y="5381"/>
                </a:cubicBezTo>
                <a:cubicBezTo>
                  <a:pt x="31170" y="6652"/>
                  <a:pt x="31804" y="8241"/>
                  <a:pt x="32350" y="10147"/>
                </a:cubicBezTo>
                <a:lnTo>
                  <a:pt x="51418" y="62656"/>
                </a:lnTo>
                <a:lnTo>
                  <a:pt x="51689" y="62656"/>
                </a:lnTo>
                <a:lnTo>
                  <a:pt x="71440" y="10284"/>
                </a:lnTo>
                <a:cubicBezTo>
                  <a:pt x="72032" y="8375"/>
                  <a:pt x="72666" y="6764"/>
                  <a:pt x="73346" y="5449"/>
                </a:cubicBezTo>
                <a:cubicBezTo>
                  <a:pt x="74075" y="4132"/>
                  <a:pt x="74892" y="3063"/>
                  <a:pt x="75798" y="2246"/>
                </a:cubicBezTo>
                <a:cubicBezTo>
                  <a:pt x="76752" y="1429"/>
                  <a:pt x="77864" y="863"/>
                  <a:pt x="79136" y="546"/>
                </a:cubicBezTo>
                <a:cubicBezTo>
                  <a:pt x="80407" y="180"/>
                  <a:pt x="81885" y="0"/>
                  <a:pt x="83562" y="0"/>
                </a:cubicBezTo>
                <a:lnTo>
                  <a:pt x="95618" y="0"/>
                </a:lnTo>
                <a:cubicBezTo>
                  <a:pt x="96844" y="0"/>
                  <a:pt x="97887" y="157"/>
                  <a:pt x="98749" y="477"/>
                </a:cubicBezTo>
                <a:cubicBezTo>
                  <a:pt x="99658" y="794"/>
                  <a:pt x="100384" y="1272"/>
                  <a:pt x="100930" y="1906"/>
                </a:cubicBezTo>
                <a:cubicBezTo>
                  <a:pt x="101521" y="2497"/>
                  <a:pt x="101953" y="3246"/>
                  <a:pt x="102224" y="4155"/>
                </a:cubicBezTo>
                <a:cubicBezTo>
                  <a:pt x="102541" y="5018"/>
                  <a:pt x="102701" y="6015"/>
                  <a:pt x="102701" y="7149"/>
                </a:cubicBezTo>
                <a:lnTo>
                  <a:pt x="102701" y="85676"/>
                </a:lnTo>
                <a:close/>
                <a:moveTo>
                  <a:pt x="178502" y="85811"/>
                </a:moveTo>
                <a:cubicBezTo>
                  <a:pt x="178502" y="86265"/>
                  <a:pt x="178388" y="86674"/>
                  <a:pt x="178159" y="87037"/>
                </a:cubicBezTo>
                <a:cubicBezTo>
                  <a:pt x="177934" y="87354"/>
                  <a:pt x="177525" y="87628"/>
                  <a:pt x="176934" y="87854"/>
                </a:cubicBezTo>
                <a:cubicBezTo>
                  <a:pt x="176391" y="88082"/>
                  <a:pt x="175642" y="88240"/>
                  <a:pt x="174688" y="88331"/>
                </a:cubicBezTo>
                <a:cubicBezTo>
                  <a:pt x="173779" y="88468"/>
                  <a:pt x="172622" y="88537"/>
                  <a:pt x="171213" y="88537"/>
                </a:cubicBezTo>
                <a:cubicBezTo>
                  <a:pt x="169715" y="88537"/>
                  <a:pt x="168490" y="88468"/>
                  <a:pt x="167535" y="88331"/>
                </a:cubicBezTo>
                <a:cubicBezTo>
                  <a:pt x="166629" y="88240"/>
                  <a:pt x="165901" y="88082"/>
                  <a:pt x="165358" y="87854"/>
                </a:cubicBezTo>
                <a:cubicBezTo>
                  <a:pt x="164812" y="87628"/>
                  <a:pt x="164426" y="87354"/>
                  <a:pt x="164198" y="87037"/>
                </a:cubicBezTo>
                <a:cubicBezTo>
                  <a:pt x="163972" y="86674"/>
                  <a:pt x="163858" y="86265"/>
                  <a:pt x="163858" y="85811"/>
                </a:cubicBezTo>
                <a:lnTo>
                  <a:pt x="163858" y="78796"/>
                </a:lnTo>
                <a:cubicBezTo>
                  <a:pt x="160500" y="82427"/>
                  <a:pt x="157071" y="85154"/>
                  <a:pt x="153573" y="86968"/>
                </a:cubicBezTo>
                <a:cubicBezTo>
                  <a:pt x="150124" y="88785"/>
                  <a:pt x="146538" y="89694"/>
                  <a:pt x="142815" y="89694"/>
                </a:cubicBezTo>
                <a:cubicBezTo>
                  <a:pt x="138637" y="89694"/>
                  <a:pt x="135120" y="89011"/>
                  <a:pt x="132259" y="87651"/>
                </a:cubicBezTo>
                <a:cubicBezTo>
                  <a:pt x="129442" y="86288"/>
                  <a:pt x="127150" y="84428"/>
                  <a:pt x="125379" y="82065"/>
                </a:cubicBezTo>
                <a:cubicBezTo>
                  <a:pt x="123655" y="79704"/>
                  <a:pt x="122407" y="76981"/>
                  <a:pt x="121632" y="73892"/>
                </a:cubicBezTo>
                <a:cubicBezTo>
                  <a:pt x="120907" y="70760"/>
                  <a:pt x="120544" y="66877"/>
                  <a:pt x="120544" y="62248"/>
                </a:cubicBezTo>
                <a:lnTo>
                  <a:pt x="120544" y="25063"/>
                </a:lnTo>
                <a:cubicBezTo>
                  <a:pt x="120544" y="24609"/>
                  <a:pt x="120658" y="24223"/>
                  <a:pt x="120884" y="23903"/>
                </a:cubicBezTo>
                <a:cubicBezTo>
                  <a:pt x="121158" y="23540"/>
                  <a:pt x="121612" y="23246"/>
                  <a:pt x="122247" y="23020"/>
                </a:cubicBezTo>
                <a:cubicBezTo>
                  <a:pt x="122927" y="22791"/>
                  <a:pt x="123813" y="22634"/>
                  <a:pt x="124901" y="22543"/>
                </a:cubicBezTo>
                <a:cubicBezTo>
                  <a:pt x="126039" y="22406"/>
                  <a:pt x="127422" y="22337"/>
                  <a:pt x="129056" y="22337"/>
                </a:cubicBezTo>
                <a:cubicBezTo>
                  <a:pt x="130736" y="22337"/>
                  <a:pt x="132122" y="22406"/>
                  <a:pt x="133211" y="22543"/>
                </a:cubicBezTo>
                <a:cubicBezTo>
                  <a:pt x="134302" y="22634"/>
                  <a:pt x="135163" y="22791"/>
                  <a:pt x="135800" y="23020"/>
                </a:cubicBezTo>
                <a:cubicBezTo>
                  <a:pt x="136480" y="23246"/>
                  <a:pt x="136957" y="23540"/>
                  <a:pt x="137229" y="23903"/>
                </a:cubicBezTo>
                <a:cubicBezTo>
                  <a:pt x="137503" y="24223"/>
                  <a:pt x="137637" y="24609"/>
                  <a:pt x="137637" y="25063"/>
                </a:cubicBezTo>
                <a:lnTo>
                  <a:pt x="137637" y="59387"/>
                </a:lnTo>
                <a:cubicBezTo>
                  <a:pt x="137637" y="62565"/>
                  <a:pt x="137843" y="64994"/>
                  <a:pt x="138252" y="66674"/>
                </a:cubicBezTo>
                <a:cubicBezTo>
                  <a:pt x="138660" y="68354"/>
                  <a:pt x="139272" y="69806"/>
                  <a:pt x="140089" y="71032"/>
                </a:cubicBezTo>
                <a:cubicBezTo>
                  <a:pt x="140952" y="72212"/>
                  <a:pt x="142021" y="73143"/>
                  <a:pt x="143292" y="73824"/>
                </a:cubicBezTo>
                <a:cubicBezTo>
                  <a:pt x="144607" y="74461"/>
                  <a:pt x="146130" y="74778"/>
                  <a:pt x="147853" y="74778"/>
                </a:cubicBezTo>
                <a:cubicBezTo>
                  <a:pt x="150033" y="74778"/>
                  <a:pt x="152213" y="73984"/>
                  <a:pt x="154391" y="72395"/>
                </a:cubicBezTo>
                <a:cubicBezTo>
                  <a:pt x="156617" y="70806"/>
                  <a:pt x="158977" y="68491"/>
                  <a:pt x="161474" y="65448"/>
                </a:cubicBezTo>
                <a:lnTo>
                  <a:pt x="161474" y="25063"/>
                </a:lnTo>
                <a:cubicBezTo>
                  <a:pt x="161474" y="24609"/>
                  <a:pt x="161589" y="24223"/>
                  <a:pt x="161815" y="23903"/>
                </a:cubicBezTo>
                <a:cubicBezTo>
                  <a:pt x="162089" y="23540"/>
                  <a:pt x="162543" y="23246"/>
                  <a:pt x="163178" y="23020"/>
                </a:cubicBezTo>
                <a:cubicBezTo>
                  <a:pt x="163858" y="22791"/>
                  <a:pt x="164743" y="22634"/>
                  <a:pt x="165832" y="22543"/>
                </a:cubicBezTo>
                <a:cubicBezTo>
                  <a:pt x="166924" y="22406"/>
                  <a:pt x="168307" y="22337"/>
                  <a:pt x="169987" y="22337"/>
                </a:cubicBezTo>
                <a:cubicBezTo>
                  <a:pt x="171667" y="22337"/>
                  <a:pt x="173053" y="22406"/>
                  <a:pt x="174142" y="22543"/>
                </a:cubicBezTo>
                <a:cubicBezTo>
                  <a:pt x="175233" y="22634"/>
                  <a:pt x="176093" y="22791"/>
                  <a:pt x="176731" y="23020"/>
                </a:cubicBezTo>
                <a:cubicBezTo>
                  <a:pt x="177365" y="23246"/>
                  <a:pt x="177819" y="23540"/>
                  <a:pt x="178094" y="23903"/>
                </a:cubicBezTo>
                <a:cubicBezTo>
                  <a:pt x="178365" y="24223"/>
                  <a:pt x="178502" y="24609"/>
                  <a:pt x="178502" y="25063"/>
                </a:cubicBezTo>
                <a:lnTo>
                  <a:pt x="178502" y="85811"/>
                </a:lnTo>
                <a:close/>
                <a:moveTo>
                  <a:pt x="250488" y="29284"/>
                </a:moveTo>
                <a:cubicBezTo>
                  <a:pt x="250488" y="31464"/>
                  <a:pt x="250237" y="33076"/>
                  <a:pt x="249737" y="34121"/>
                </a:cubicBezTo>
                <a:cubicBezTo>
                  <a:pt x="249240" y="35164"/>
                  <a:pt x="248625" y="35687"/>
                  <a:pt x="247900" y="35687"/>
                </a:cubicBezTo>
                <a:lnTo>
                  <a:pt x="240747" y="35687"/>
                </a:lnTo>
                <a:cubicBezTo>
                  <a:pt x="241747" y="36776"/>
                  <a:pt x="242450" y="38025"/>
                  <a:pt x="242859" y="39433"/>
                </a:cubicBezTo>
                <a:cubicBezTo>
                  <a:pt x="243313" y="40794"/>
                  <a:pt x="243542" y="42225"/>
                  <a:pt x="243542" y="43723"/>
                </a:cubicBezTo>
                <a:cubicBezTo>
                  <a:pt x="243542" y="47263"/>
                  <a:pt x="242950" y="50421"/>
                  <a:pt x="241770" y="53190"/>
                </a:cubicBezTo>
                <a:cubicBezTo>
                  <a:pt x="240590" y="55913"/>
                  <a:pt x="238887" y="58230"/>
                  <a:pt x="236661" y="60136"/>
                </a:cubicBezTo>
                <a:cubicBezTo>
                  <a:pt x="234484" y="61996"/>
                  <a:pt x="231826" y="63428"/>
                  <a:pt x="228694" y="64425"/>
                </a:cubicBezTo>
                <a:cubicBezTo>
                  <a:pt x="225605" y="65380"/>
                  <a:pt x="222156" y="65857"/>
                  <a:pt x="218342" y="65857"/>
                </a:cubicBezTo>
                <a:cubicBezTo>
                  <a:pt x="216390" y="65857"/>
                  <a:pt x="214527" y="65631"/>
                  <a:pt x="212758" y="65177"/>
                </a:cubicBezTo>
                <a:cubicBezTo>
                  <a:pt x="210986" y="64677"/>
                  <a:pt x="209623" y="64108"/>
                  <a:pt x="208672" y="63474"/>
                </a:cubicBezTo>
                <a:cubicBezTo>
                  <a:pt x="208126" y="64062"/>
                  <a:pt x="207626" y="64768"/>
                  <a:pt x="207172" y="65585"/>
                </a:cubicBezTo>
                <a:cubicBezTo>
                  <a:pt x="206763" y="66403"/>
                  <a:pt x="206560" y="67308"/>
                  <a:pt x="206560" y="68309"/>
                </a:cubicBezTo>
                <a:cubicBezTo>
                  <a:pt x="206560" y="69626"/>
                  <a:pt x="207129" y="70715"/>
                  <a:pt x="208263" y="71578"/>
                </a:cubicBezTo>
                <a:cubicBezTo>
                  <a:pt x="209443" y="72395"/>
                  <a:pt x="211078" y="72849"/>
                  <a:pt x="213167" y="72941"/>
                </a:cubicBezTo>
                <a:lnTo>
                  <a:pt x="227946" y="73483"/>
                </a:lnTo>
                <a:cubicBezTo>
                  <a:pt x="231395" y="73621"/>
                  <a:pt x="234461" y="74121"/>
                  <a:pt x="237138" y="74984"/>
                </a:cubicBezTo>
                <a:cubicBezTo>
                  <a:pt x="239864" y="75801"/>
                  <a:pt x="242133" y="76981"/>
                  <a:pt x="243950" y="78524"/>
                </a:cubicBezTo>
                <a:cubicBezTo>
                  <a:pt x="245811" y="80021"/>
                  <a:pt x="247219" y="81839"/>
                  <a:pt x="248171" y="83973"/>
                </a:cubicBezTo>
                <a:cubicBezTo>
                  <a:pt x="249171" y="86105"/>
                  <a:pt x="249671" y="88537"/>
                  <a:pt x="249671" y="91260"/>
                </a:cubicBezTo>
                <a:cubicBezTo>
                  <a:pt x="249671" y="94257"/>
                  <a:pt x="249011" y="97072"/>
                  <a:pt x="247694" y="99704"/>
                </a:cubicBezTo>
                <a:cubicBezTo>
                  <a:pt x="246379" y="102384"/>
                  <a:pt x="244402" y="104699"/>
                  <a:pt x="241770" y="106650"/>
                </a:cubicBezTo>
                <a:cubicBezTo>
                  <a:pt x="239136" y="108605"/>
                  <a:pt x="235821" y="110148"/>
                  <a:pt x="231826" y="111282"/>
                </a:cubicBezTo>
                <a:cubicBezTo>
                  <a:pt x="227877" y="112417"/>
                  <a:pt x="223245" y="112986"/>
                  <a:pt x="217933" y="112986"/>
                </a:cubicBezTo>
                <a:cubicBezTo>
                  <a:pt x="212758" y="112986"/>
                  <a:pt x="208332" y="112577"/>
                  <a:pt x="204654" y="111760"/>
                </a:cubicBezTo>
                <a:cubicBezTo>
                  <a:pt x="201022" y="110942"/>
                  <a:pt x="198025" y="109808"/>
                  <a:pt x="195664" y="108354"/>
                </a:cubicBezTo>
                <a:cubicBezTo>
                  <a:pt x="193347" y="106902"/>
                  <a:pt x="191644" y="105153"/>
                  <a:pt x="190555" y="103110"/>
                </a:cubicBezTo>
                <a:cubicBezTo>
                  <a:pt x="189512" y="101113"/>
                  <a:pt x="188989" y="98910"/>
                  <a:pt x="188989" y="96503"/>
                </a:cubicBezTo>
                <a:cubicBezTo>
                  <a:pt x="188989" y="95006"/>
                  <a:pt x="189169" y="93575"/>
                  <a:pt x="189535" y="92214"/>
                </a:cubicBezTo>
                <a:cubicBezTo>
                  <a:pt x="189944" y="90851"/>
                  <a:pt x="190510" y="89534"/>
                  <a:pt x="191235" y="88262"/>
                </a:cubicBezTo>
                <a:cubicBezTo>
                  <a:pt x="192010" y="87037"/>
                  <a:pt x="192938" y="85856"/>
                  <a:pt x="194030" y="84722"/>
                </a:cubicBezTo>
                <a:cubicBezTo>
                  <a:pt x="195119" y="83588"/>
                  <a:pt x="196367" y="82496"/>
                  <a:pt x="197773" y="81453"/>
                </a:cubicBezTo>
                <a:cubicBezTo>
                  <a:pt x="195822" y="80407"/>
                  <a:pt x="194301" y="79001"/>
                  <a:pt x="193213" y="77230"/>
                </a:cubicBezTo>
                <a:cubicBezTo>
                  <a:pt x="192167" y="75415"/>
                  <a:pt x="191644" y="73438"/>
                  <a:pt x="191644" y="71306"/>
                </a:cubicBezTo>
                <a:cubicBezTo>
                  <a:pt x="191644" y="68626"/>
                  <a:pt x="192258" y="66197"/>
                  <a:pt x="193484" y="64017"/>
                </a:cubicBezTo>
                <a:cubicBezTo>
                  <a:pt x="194710" y="61793"/>
                  <a:pt x="196299" y="59796"/>
                  <a:pt x="198250" y="58024"/>
                </a:cubicBezTo>
                <a:cubicBezTo>
                  <a:pt x="196662" y="56436"/>
                  <a:pt x="195390" y="54530"/>
                  <a:pt x="194439" y="52304"/>
                </a:cubicBezTo>
                <a:cubicBezTo>
                  <a:pt x="193484" y="50081"/>
                  <a:pt x="193007" y="47309"/>
                  <a:pt x="193007" y="43994"/>
                </a:cubicBezTo>
                <a:cubicBezTo>
                  <a:pt x="193007" y="40454"/>
                  <a:pt x="193621" y="37299"/>
                  <a:pt x="194847" y="34530"/>
                </a:cubicBezTo>
                <a:cubicBezTo>
                  <a:pt x="196116" y="31713"/>
                  <a:pt x="197865" y="29352"/>
                  <a:pt x="200091" y="27446"/>
                </a:cubicBezTo>
                <a:cubicBezTo>
                  <a:pt x="202314" y="25495"/>
                  <a:pt x="204971" y="24017"/>
                  <a:pt x="208057" y="23020"/>
                </a:cubicBezTo>
                <a:cubicBezTo>
                  <a:pt x="211146" y="21974"/>
                  <a:pt x="214550" y="21451"/>
                  <a:pt x="218273" y="21451"/>
                </a:cubicBezTo>
                <a:cubicBezTo>
                  <a:pt x="220182" y="21451"/>
                  <a:pt x="221996" y="21566"/>
                  <a:pt x="223722" y="21794"/>
                </a:cubicBezTo>
                <a:cubicBezTo>
                  <a:pt x="225494" y="22020"/>
                  <a:pt x="227128" y="22337"/>
                  <a:pt x="228626" y="22746"/>
                </a:cubicBezTo>
                <a:lnTo>
                  <a:pt x="247900" y="22746"/>
                </a:lnTo>
                <a:cubicBezTo>
                  <a:pt x="248671" y="22746"/>
                  <a:pt x="249285" y="23246"/>
                  <a:pt x="249737" y="24246"/>
                </a:cubicBezTo>
                <a:cubicBezTo>
                  <a:pt x="250237" y="25243"/>
                  <a:pt x="250488" y="26923"/>
                  <a:pt x="250488" y="29284"/>
                </a:cubicBezTo>
                <a:close/>
                <a:moveTo>
                  <a:pt x="228489" y="43654"/>
                </a:moveTo>
                <a:cubicBezTo>
                  <a:pt x="228489" y="40385"/>
                  <a:pt x="227583" y="37842"/>
                  <a:pt x="225765" y="36027"/>
                </a:cubicBezTo>
                <a:cubicBezTo>
                  <a:pt x="223948" y="34210"/>
                  <a:pt x="221385" y="33304"/>
                  <a:pt x="218070" y="33304"/>
                </a:cubicBezTo>
                <a:cubicBezTo>
                  <a:pt x="216390" y="33304"/>
                  <a:pt x="214915" y="33598"/>
                  <a:pt x="213644" y="34187"/>
                </a:cubicBezTo>
                <a:cubicBezTo>
                  <a:pt x="212372" y="34733"/>
                  <a:pt x="211304" y="35504"/>
                  <a:pt x="210441" y="36505"/>
                </a:cubicBezTo>
                <a:cubicBezTo>
                  <a:pt x="209623" y="37456"/>
                  <a:pt x="209012" y="38593"/>
                  <a:pt x="208603" y="39908"/>
                </a:cubicBezTo>
                <a:cubicBezTo>
                  <a:pt x="208195" y="41179"/>
                  <a:pt x="207989" y="42520"/>
                  <a:pt x="207989" y="43928"/>
                </a:cubicBezTo>
                <a:cubicBezTo>
                  <a:pt x="207989" y="47014"/>
                  <a:pt x="208898" y="49466"/>
                  <a:pt x="210715" y="51284"/>
                </a:cubicBezTo>
                <a:cubicBezTo>
                  <a:pt x="212529" y="53052"/>
                  <a:pt x="215050" y="53938"/>
                  <a:pt x="218273" y="53938"/>
                </a:cubicBezTo>
                <a:cubicBezTo>
                  <a:pt x="219999" y="53938"/>
                  <a:pt x="221496" y="53667"/>
                  <a:pt x="222768" y="53121"/>
                </a:cubicBezTo>
                <a:cubicBezTo>
                  <a:pt x="224039" y="52575"/>
                  <a:pt x="225085" y="51826"/>
                  <a:pt x="225903" y="50875"/>
                </a:cubicBezTo>
                <a:cubicBezTo>
                  <a:pt x="226765" y="49921"/>
                  <a:pt x="227400" y="48832"/>
                  <a:pt x="227808" y="47606"/>
                </a:cubicBezTo>
                <a:cubicBezTo>
                  <a:pt x="228263" y="46334"/>
                  <a:pt x="228489" y="45017"/>
                  <a:pt x="228489" y="43654"/>
                </a:cubicBezTo>
                <a:close/>
                <a:moveTo>
                  <a:pt x="232509" y="92146"/>
                </a:moveTo>
                <a:cubicBezTo>
                  <a:pt x="232509" y="90103"/>
                  <a:pt x="231692" y="88537"/>
                  <a:pt x="230057" y="87445"/>
                </a:cubicBezTo>
                <a:cubicBezTo>
                  <a:pt x="228423" y="86357"/>
                  <a:pt x="226174" y="85765"/>
                  <a:pt x="223314" y="85676"/>
                </a:cubicBezTo>
                <a:lnTo>
                  <a:pt x="211124" y="85334"/>
                </a:lnTo>
                <a:cubicBezTo>
                  <a:pt x="209943" y="86196"/>
                  <a:pt x="208989" y="87037"/>
                  <a:pt x="208263" y="87854"/>
                </a:cubicBezTo>
                <a:cubicBezTo>
                  <a:pt x="207580" y="88625"/>
                  <a:pt x="207014" y="89374"/>
                  <a:pt x="206560" y="90103"/>
                </a:cubicBezTo>
                <a:cubicBezTo>
                  <a:pt x="206151" y="90828"/>
                  <a:pt x="205880" y="91531"/>
                  <a:pt x="205743" y="92214"/>
                </a:cubicBezTo>
                <a:cubicBezTo>
                  <a:pt x="205606" y="92894"/>
                  <a:pt x="205537" y="93597"/>
                  <a:pt x="205537" y="94323"/>
                </a:cubicBezTo>
                <a:cubicBezTo>
                  <a:pt x="205537" y="96595"/>
                  <a:pt x="206674" y="98321"/>
                  <a:pt x="208943" y="99501"/>
                </a:cubicBezTo>
                <a:cubicBezTo>
                  <a:pt x="211258" y="100681"/>
                  <a:pt x="214507" y="101270"/>
                  <a:pt x="218682" y="101270"/>
                </a:cubicBezTo>
                <a:cubicBezTo>
                  <a:pt x="221271" y="101270"/>
                  <a:pt x="223451" y="100998"/>
                  <a:pt x="225220" y="100453"/>
                </a:cubicBezTo>
                <a:cubicBezTo>
                  <a:pt x="226991" y="99955"/>
                  <a:pt x="228423" y="99272"/>
                  <a:pt x="229512" y="98409"/>
                </a:cubicBezTo>
                <a:cubicBezTo>
                  <a:pt x="230600" y="97549"/>
                  <a:pt x="231372" y="96572"/>
                  <a:pt x="231826" y="95483"/>
                </a:cubicBezTo>
                <a:cubicBezTo>
                  <a:pt x="232280" y="94438"/>
                  <a:pt x="232509" y="93326"/>
                  <a:pt x="232509" y="921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CC38E-DE77-4EF3-ACCB-07270DE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1723" y="3037438"/>
            <a:ext cx="388919" cy="211277"/>
          </a:xfrm>
          <a:custGeom xmlns:a="http://schemas.openxmlformats.org/drawingml/2006/main">
            <a:pathLst>
              <a:path w="388919" h="211277">
                <a:moveTo>
                  <a:pt x="0" y="211277"/>
                </a:moveTo>
                <a:lnTo>
                  <a:pt x="0" y="0"/>
                </a:lnTo>
                <a:lnTo>
                  <a:pt x="388919" y="0"/>
                </a:lnTo>
                <a:lnTo>
                  <a:pt x="388919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757F2-C698-4841-B3A2-D359C485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884" y="3093970"/>
            <a:ext cx="294005" cy="96369"/>
          </a:xfrm>
          <a:custGeom xmlns:a="http://schemas.openxmlformats.org/drawingml/2006/main">
            <a:pathLst>
              <a:path w="294005" h="96369">
                <a:moveTo>
                  <a:pt x="65174" y="81453"/>
                </a:moveTo>
                <a:cubicBezTo>
                  <a:pt x="65174" y="82590"/>
                  <a:pt x="65128" y="83565"/>
                  <a:pt x="65040" y="84382"/>
                </a:cubicBezTo>
                <a:cubicBezTo>
                  <a:pt x="64994" y="85154"/>
                  <a:pt x="64902" y="85836"/>
                  <a:pt x="64765" y="86425"/>
                </a:cubicBezTo>
                <a:cubicBezTo>
                  <a:pt x="64631" y="86971"/>
                  <a:pt x="64448" y="87448"/>
                  <a:pt x="64222" y="87857"/>
                </a:cubicBezTo>
                <a:cubicBezTo>
                  <a:pt x="63994" y="88265"/>
                  <a:pt x="63631" y="88740"/>
                  <a:pt x="63131" y="89285"/>
                </a:cubicBezTo>
                <a:cubicBezTo>
                  <a:pt x="62634" y="89786"/>
                  <a:pt x="61656" y="90443"/>
                  <a:pt x="60202" y="91260"/>
                </a:cubicBezTo>
                <a:cubicBezTo>
                  <a:pt x="58796" y="92077"/>
                  <a:pt x="57047" y="92872"/>
                  <a:pt x="54958" y="93646"/>
                </a:cubicBezTo>
                <a:cubicBezTo>
                  <a:pt x="52915" y="94372"/>
                  <a:pt x="50555" y="94983"/>
                  <a:pt x="47877" y="95483"/>
                </a:cubicBezTo>
                <a:cubicBezTo>
                  <a:pt x="45243" y="95983"/>
                  <a:pt x="42382" y="96232"/>
                  <a:pt x="39296" y="96232"/>
                </a:cubicBezTo>
                <a:cubicBezTo>
                  <a:pt x="33256" y="96232"/>
                  <a:pt x="27809" y="95300"/>
                  <a:pt x="22951" y="93440"/>
                </a:cubicBezTo>
                <a:cubicBezTo>
                  <a:pt x="18091" y="91580"/>
                  <a:pt x="13959" y="88808"/>
                  <a:pt x="10556" y="85131"/>
                </a:cubicBezTo>
                <a:cubicBezTo>
                  <a:pt x="7149" y="81407"/>
                  <a:pt x="4538" y="76778"/>
                  <a:pt x="2723" y="71237"/>
                </a:cubicBezTo>
                <a:cubicBezTo>
                  <a:pt x="906" y="65700"/>
                  <a:pt x="0" y="59253"/>
                  <a:pt x="0" y="51898"/>
                </a:cubicBezTo>
                <a:cubicBezTo>
                  <a:pt x="0" y="44406"/>
                  <a:pt x="997" y="37753"/>
                  <a:pt x="2995" y="31941"/>
                </a:cubicBezTo>
                <a:cubicBezTo>
                  <a:pt x="4992" y="26129"/>
                  <a:pt x="7787" y="21248"/>
                  <a:pt x="11373" y="17299"/>
                </a:cubicBezTo>
                <a:cubicBezTo>
                  <a:pt x="14959" y="13350"/>
                  <a:pt x="19251" y="10353"/>
                  <a:pt x="24243" y="8310"/>
                </a:cubicBezTo>
                <a:cubicBezTo>
                  <a:pt x="29284" y="6266"/>
                  <a:pt x="34821" y="5244"/>
                  <a:pt x="40862" y="5244"/>
                </a:cubicBezTo>
                <a:cubicBezTo>
                  <a:pt x="43314" y="5244"/>
                  <a:pt x="45674" y="5449"/>
                  <a:pt x="47943" y="5858"/>
                </a:cubicBezTo>
                <a:cubicBezTo>
                  <a:pt x="50215" y="6266"/>
                  <a:pt x="52304" y="6812"/>
                  <a:pt x="54210" y="7492"/>
                </a:cubicBezTo>
                <a:cubicBezTo>
                  <a:pt x="56161" y="8127"/>
                  <a:pt x="57910" y="8878"/>
                  <a:pt x="59453" y="9741"/>
                </a:cubicBezTo>
                <a:cubicBezTo>
                  <a:pt x="60999" y="10601"/>
                  <a:pt x="62065" y="11353"/>
                  <a:pt x="62654" y="11987"/>
                </a:cubicBezTo>
                <a:cubicBezTo>
                  <a:pt x="63291" y="12579"/>
                  <a:pt x="63722" y="13076"/>
                  <a:pt x="63948" y="13485"/>
                </a:cubicBezTo>
                <a:cubicBezTo>
                  <a:pt x="64177" y="13893"/>
                  <a:pt x="64357" y="14416"/>
                  <a:pt x="64494" y="15053"/>
                </a:cubicBezTo>
                <a:cubicBezTo>
                  <a:pt x="64631" y="15688"/>
                  <a:pt x="64720" y="16436"/>
                  <a:pt x="64765" y="17299"/>
                </a:cubicBezTo>
                <a:cubicBezTo>
                  <a:pt x="64857" y="18162"/>
                  <a:pt x="64902" y="19228"/>
                  <a:pt x="64902" y="20500"/>
                </a:cubicBezTo>
                <a:cubicBezTo>
                  <a:pt x="64902" y="21863"/>
                  <a:pt x="64857" y="23020"/>
                  <a:pt x="64765" y="23974"/>
                </a:cubicBezTo>
                <a:cubicBezTo>
                  <a:pt x="64677" y="24926"/>
                  <a:pt x="64517" y="25700"/>
                  <a:pt x="64288" y="26289"/>
                </a:cubicBezTo>
                <a:cubicBezTo>
                  <a:pt x="64062" y="26881"/>
                  <a:pt x="63791" y="27312"/>
                  <a:pt x="63471" y="27583"/>
                </a:cubicBezTo>
                <a:cubicBezTo>
                  <a:pt x="63154" y="27855"/>
                  <a:pt x="62791" y="27992"/>
                  <a:pt x="62382" y="27992"/>
                </a:cubicBezTo>
                <a:cubicBezTo>
                  <a:pt x="61702" y="27992"/>
                  <a:pt x="60839" y="27606"/>
                  <a:pt x="59793" y="26835"/>
                </a:cubicBezTo>
                <a:cubicBezTo>
                  <a:pt x="58750" y="26018"/>
                  <a:pt x="57387" y="25132"/>
                  <a:pt x="55707" y="24177"/>
                </a:cubicBezTo>
                <a:cubicBezTo>
                  <a:pt x="54072" y="23180"/>
                  <a:pt x="52098" y="22294"/>
                  <a:pt x="49783" y="21523"/>
                </a:cubicBezTo>
                <a:cubicBezTo>
                  <a:pt x="47512" y="20705"/>
                  <a:pt x="44788" y="20297"/>
                  <a:pt x="41611" y="20297"/>
                </a:cubicBezTo>
                <a:cubicBezTo>
                  <a:pt x="38113" y="20297"/>
                  <a:pt x="34982" y="21023"/>
                  <a:pt x="32213" y="22474"/>
                </a:cubicBezTo>
                <a:cubicBezTo>
                  <a:pt x="29489" y="23883"/>
                  <a:pt x="27149" y="25926"/>
                  <a:pt x="25197" y="28604"/>
                </a:cubicBezTo>
                <a:cubicBezTo>
                  <a:pt x="23291" y="31238"/>
                  <a:pt x="21837" y="34439"/>
                  <a:pt x="20840" y="38208"/>
                </a:cubicBezTo>
                <a:cubicBezTo>
                  <a:pt x="19840" y="41977"/>
                  <a:pt x="19340" y="46220"/>
                  <a:pt x="19340" y="50944"/>
                </a:cubicBezTo>
                <a:cubicBezTo>
                  <a:pt x="19340" y="56118"/>
                  <a:pt x="19862" y="60613"/>
                  <a:pt x="20905" y="64428"/>
                </a:cubicBezTo>
                <a:cubicBezTo>
                  <a:pt x="21997" y="68197"/>
                  <a:pt x="23517" y="71306"/>
                  <a:pt x="25469" y="73758"/>
                </a:cubicBezTo>
                <a:cubicBezTo>
                  <a:pt x="27466" y="76210"/>
                  <a:pt x="29852" y="78050"/>
                  <a:pt x="32621" y="79276"/>
                </a:cubicBezTo>
                <a:cubicBezTo>
                  <a:pt x="35436" y="80456"/>
                  <a:pt x="38591" y="81044"/>
                  <a:pt x="42088" y="81044"/>
                </a:cubicBezTo>
                <a:cubicBezTo>
                  <a:pt x="45266" y="81044"/>
                  <a:pt x="48012" y="80682"/>
                  <a:pt x="50329" y="79956"/>
                </a:cubicBezTo>
                <a:cubicBezTo>
                  <a:pt x="52644" y="79184"/>
                  <a:pt x="54618" y="78344"/>
                  <a:pt x="56253" y="77435"/>
                </a:cubicBezTo>
                <a:cubicBezTo>
                  <a:pt x="57933" y="76527"/>
                  <a:pt x="59296" y="75709"/>
                  <a:pt x="60339" y="74984"/>
                </a:cubicBezTo>
                <a:cubicBezTo>
                  <a:pt x="61428" y="74258"/>
                  <a:pt x="62268" y="73895"/>
                  <a:pt x="62859" y="73895"/>
                </a:cubicBezTo>
                <a:cubicBezTo>
                  <a:pt x="63314" y="73895"/>
                  <a:pt x="63677" y="73986"/>
                  <a:pt x="63948" y="74166"/>
                </a:cubicBezTo>
                <a:cubicBezTo>
                  <a:pt x="64222" y="74349"/>
                  <a:pt x="64448" y="74712"/>
                  <a:pt x="64631" y="75255"/>
                </a:cubicBezTo>
                <a:cubicBezTo>
                  <a:pt x="64811" y="75801"/>
                  <a:pt x="64948" y="76572"/>
                  <a:pt x="65040" y="77573"/>
                </a:cubicBezTo>
                <a:cubicBezTo>
                  <a:pt x="65128" y="78524"/>
                  <a:pt x="65174" y="79819"/>
                  <a:pt x="65174" y="81453"/>
                </a:cubicBezTo>
                <a:close/>
                <a:moveTo>
                  <a:pt x="135051" y="92486"/>
                </a:moveTo>
                <a:cubicBezTo>
                  <a:pt x="135051" y="92940"/>
                  <a:pt x="134914" y="93349"/>
                  <a:pt x="134643" y="93712"/>
                </a:cubicBezTo>
                <a:cubicBezTo>
                  <a:pt x="134368" y="94032"/>
                  <a:pt x="133914" y="94303"/>
                  <a:pt x="133280" y="94529"/>
                </a:cubicBezTo>
                <a:cubicBezTo>
                  <a:pt x="132642" y="94758"/>
                  <a:pt x="131759" y="94915"/>
                  <a:pt x="130622" y="95006"/>
                </a:cubicBezTo>
                <a:cubicBezTo>
                  <a:pt x="129533" y="95143"/>
                  <a:pt x="128170" y="95212"/>
                  <a:pt x="126536" y="95212"/>
                </a:cubicBezTo>
                <a:cubicBezTo>
                  <a:pt x="124858" y="95212"/>
                  <a:pt x="123450" y="95143"/>
                  <a:pt x="122315" y="95006"/>
                </a:cubicBezTo>
                <a:cubicBezTo>
                  <a:pt x="121224" y="94915"/>
                  <a:pt x="120361" y="94758"/>
                  <a:pt x="119726" y="94529"/>
                </a:cubicBezTo>
                <a:cubicBezTo>
                  <a:pt x="119092" y="94303"/>
                  <a:pt x="118638" y="94032"/>
                  <a:pt x="118363" y="93712"/>
                </a:cubicBezTo>
                <a:cubicBezTo>
                  <a:pt x="118092" y="93349"/>
                  <a:pt x="117955" y="92940"/>
                  <a:pt x="117955" y="92486"/>
                </a:cubicBezTo>
                <a:lnTo>
                  <a:pt x="117955" y="57822"/>
                </a:lnTo>
                <a:cubicBezTo>
                  <a:pt x="117955" y="54870"/>
                  <a:pt x="117729" y="52555"/>
                  <a:pt x="117275" y="50875"/>
                </a:cubicBezTo>
                <a:cubicBezTo>
                  <a:pt x="116866" y="49195"/>
                  <a:pt x="116255" y="47766"/>
                  <a:pt x="115437" y="46583"/>
                </a:cubicBezTo>
                <a:cubicBezTo>
                  <a:pt x="114620" y="45357"/>
                  <a:pt x="113551" y="44428"/>
                  <a:pt x="112234" y="43791"/>
                </a:cubicBezTo>
                <a:cubicBezTo>
                  <a:pt x="110962" y="43111"/>
                  <a:pt x="109465" y="42771"/>
                  <a:pt x="107739" y="42771"/>
                </a:cubicBezTo>
                <a:cubicBezTo>
                  <a:pt x="105562" y="42771"/>
                  <a:pt x="103359" y="43565"/>
                  <a:pt x="101133" y="45154"/>
                </a:cubicBezTo>
                <a:cubicBezTo>
                  <a:pt x="98910" y="46743"/>
                  <a:pt x="96595" y="49058"/>
                  <a:pt x="94186" y="52101"/>
                </a:cubicBezTo>
                <a:lnTo>
                  <a:pt x="94186" y="92486"/>
                </a:lnTo>
                <a:cubicBezTo>
                  <a:pt x="94186" y="92940"/>
                  <a:pt x="94052" y="93349"/>
                  <a:pt x="93777" y="93712"/>
                </a:cubicBezTo>
                <a:cubicBezTo>
                  <a:pt x="93506" y="94032"/>
                  <a:pt x="93029" y="94303"/>
                  <a:pt x="92349" y="94529"/>
                </a:cubicBezTo>
                <a:cubicBezTo>
                  <a:pt x="91711" y="94758"/>
                  <a:pt x="90851" y="94915"/>
                  <a:pt x="89760" y="95006"/>
                </a:cubicBezTo>
                <a:cubicBezTo>
                  <a:pt x="88671" y="95143"/>
                  <a:pt x="87285" y="95212"/>
                  <a:pt x="85605" y="95212"/>
                </a:cubicBezTo>
                <a:cubicBezTo>
                  <a:pt x="83928" y="95212"/>
                  <a:pt x="82542" y="95143"/>
                  <a:pt x="81453" y="95006"/>
                </a:cubicBezTo>
                <a:cubicBezTo>
                  <a:pt x="80361" y="94915"/>
                  <a:pt x="79476" y="94758"/>
                  <a:pt x="78796" y="94529"/>
                </a:cubicBezTo>
                <a:cubicBezTo>
                  <a:pt x="78161" y="94303"/>
                  <a:pt x="77707" y="94032"/>
                  <a:pt x="77433" y="93712"/>
                </a:cubicBezTo>
                <a:cubicBezTo>
                  <a:pt x="77161" y="93349"/>
                  <a:pt x="77024" y="92940"/>
                  <a:pt x="77024" y="92486"/>
                </a:cubicBezTo>
                <a:lnTo>
                  <a:pt x="77024" y="2929"/>
                </a:lnTo>
                <a:cubicBezTo>
                  <a:pt x="77024" y="2475"/>
                  <a:pt x="77161" y="2066"/>
                  <a:pt x="77433" y="1703"/>
                </a:cubicBezTo>
                <a:cubicBezTo>
                  <a:pt x="77707" y="1340"/>
                  <a:pt x="78161" y="1046"/>
                  <a:pt x="78796" y="817"/>
                </a:cubicBezTo>
                <a:cubicBezTo>
                  <a:pt x="79476" y="546"/>
                  <a:pt x="80361" y="340"/>
                  <a:pt x="81453" y="206"/>
                </a:cubicBezTo>
                <a:cubicBezTo>
                  <a:pt x="82542" y="69"/>
                  <a:pt x="83928" y="0"/>
                  <a:pt x="85605" y="0"/>
                </a:cubicBezTo>
                <a:cubicBezTo>
                  <a:pt x="87285" y="0"/>
                  <a:pt x="88671" y="69"/>
                  <a:pt x="89760" y="206"/>
                </a:cubicBezTo>
                <a:cubicBezTo>
                  <a:pt x="90851" y="340"/>
                  <a:pt x="91711" y="546"/>
                  <a:pt x="92349" y="817"/>
                </a:cubicBezTo>
                <a:cubicBezTo>
                  <a:pt x="93029" y="1046"/>
                  <a:pt x="93506" y="1340"/>
                  <a:pt x="93777" y="1703"/>
                </a:cubicBezTo>
                <a:cubicBezTo>
                  <a:pt x="94052" y="2066"/>
                  <a:pt x="94186" y="2475"/>
                  <a:pt x="94186" y="2929"/>
                </a:cubicBezTo>
                <a:lnTo>
                  <a:pt x="94186" y="36505"/>
                </a:lnTo>
                <a:cubicBezTo>
                  <a:pt x="97138" y="33598"/>
                  <a:pt x="100135" y="31441"/>
                  <a:pt x="103176" y="30035"/>
                </a:cubicBezTo>
                <a:cubicBezTo>
                  <a:pt x="106265" y="28581"/>
                  <a:pt x="109465" y="27855"/>
                  <a:pt x="112780" y="27855"/>
                </a:cubicBezTo>
                <a:cubicBezTo>
                  <a:pt x="116912" y="27855"/>
                  <a:pt x="120384" y="28538"/>
                  <a:pt x="123201" y="29898"/>
                </a:cubicBezTo>
                <a:cubicBezTo>
                  <a:pt x="126061" y="31261"/>
                  <a:pt x="128353" y="33121"/>
                  <a:pt x="130079" y="35484"/>
                </a:cubicBezTo>
                <a:cubicBezTo>
                  <a:pt x="131848" y="37845"/>
                  <a:pt x="133119" y="40614"/>
                  <a:pt x="133891" y="43791"/>
                </a:cubicBezTo>
                <a:cubicBezTo>
                  <a:pt x="134665" y="46926"/>
                  <a:pt x="135051" y="50738"/>
                  <a:pt x="135051" y="55233"/>
                </a:cubicBezTo>
                <a:lnTo>
                  <a:pt x="135051" y="92486"/>
                </a:lnTo>
                <a:close/>
                <a:moveTo>
                  <a:pt x="203631" y="92692"/>
                </a:moveTo>
                <a:cubicBezTo>
                  <a:pt x="203631" y="93326"/>
                  <a:pt x="203405" y="93826"/>
                  <a:pt x="202951" y="94189"/>
                </a:cubicBezTo>
                <a:cubicBezTo>
                  <a:pt x="202497" y="94552"/>
                  <a:pt x="201771" y="94803"/>
                  <a:pt x="200771" y="94938"/>
                </a:cubicBezTo>
                <a:cubicBezTo>
                  <a:pt x="199816" y="95120"/>
                  <a:pt x="198388" y="95212"/>
                  <a:pt x="196482" y="95212"/>
                </a:cubicBezTo>
                <a:cubicBezTo>
                  <a:pt x="194436" y="95212"/>
                  <a:pt x="192938" y="95120"/>
                  <a:pt x="191984" y="94938"/>
                </a:cubicBezTo>
                <a:cubicBezTo>
                  <a:pt x="191078" y="94803"/>
                  <a:pt x="190418" y="94552"/>
                  <a:pt x="190009" y="94189"/>
                </a:cubicBezTo>
                <a:cubicBezTo>
                  <a:pt x="189647" y="93826"/>
                  <a:pt x="189467" y="93326"/>
                  <a:pt x="189467" y="92692"/>
                </a:cubicBezTo>
                <a:lnTo>
                  <a:pt x="189467" y="87857"/>
                </a:lnTo>
                <a:cubicBezTo>
                  <a:pt x="186969" y="90534"/>
                  <a:pt x="184109" y="92623"/>
                  <a:pt x="180885" y="94120"/>
                </a:cubicBezTo>
                <a:cubicBezTo>
                  <a:pt x="177705" y="95621"/>
                  <a:pt x="174165" y="96369"/>
                  <a:pt x="170261" y="96369"/>
                </a:cubicBezTo>
                <a:cubicBezTo>
                  <a:pt x="167035" y="96369"/>
                  <a:pt x="164063" y="95938"/>
                  <a:pt x="161337" y="95075"/>
                </a:cubicBezTo>
                <a:cubicBezTo>
                  <a:pt x="158660" y="94257"/>
                  <a:pt x="156322" y="93032"/>
                  <a:pt x="154325" y="91397"/>
                </a:cubicBezTo>
                <a:cubicBezTo>
                  <a:pt x="152370" y="89717"/>
                  <a:pt x="150850" y="87651"/>
                  <a:pt x="149762" y="85199"/>
                </a:cubicBezTo>
                <a:cubicBezTo>
                  <a:pt x="148670" y="82747"/>
                  <a:pt x="148127" y="79887"/>
                  <a:pt x="148127" y="76618"/>
                </a:cubicBezTo>
                <a:cubicBezTo>
                  <a:pt x="148127" y="73078"/>
                  <a:pt x="148807" y="70012"/>
                  <a:pt x="150170" y="67426"/>
                </a:cubicBezTo>
                <a:cubicBezTo>
                  <a:pt x="151576" y="64791"/>
                  <a:pt x="153642" y="62634"/>
                  <a:pt x="156368" y="60953"/>
                </a:cubicBezTo>
                <a:cubicBezTo>
                  <a:pt x="159137" y="59230"/>
                  <a:pt x="162563" y="57959"/>
                  <a:pt x="166649" y="57141"/>
                </a:cubicBezTo>
                <a:cubicBezTo>
                  <a:pt x="170736" y="56324"/>
                  <a:pt x="175482" y="55916"/>
                  <a:pt x="180885" y="55916"/>
                </a:cubicBezTo>
                <a:lnTo>
                  <a:pt x="186809" y="55916"/>
                </a:lnTo>
                <a:lnTo>
                  <a:pt x="186809" y="52238"/>
                </a:lnTo>
                <a:cubicBezTo>
                  <a:pt x="186809" y="50329"/>
                  <a:pt x="186606" y="48672"/>
                  <a:pt x="186198" y="47266"/>
                </a:cubicBezTo>
                <a:cubicBezTo>
                  <a:pt x="185835" y="45811"/>
                  <a:pt x="185197" y="44608"/>
                  <a:pt x="184289" y="43657"/>
                </a:cubicBezTo>
                <a:cubicBezTo>
                  <a:pt x="183426" y="42702"/>
                  <a:pt x="182246" y="42000"/>
                  <a:pt x="180748" y="41545"/>
                </a:cubicBezTo>
                <a:cubicBezTo>
                  <a:pt x="179294" y="41091"/>
                  <a:pt x="177479" y="40862"/>
                  <a:pt x="175299" y="40862"/>
                </a:cubicBezTo>
                <a:cubicBezTo>
                  <a:pt x="172439" y="40862"/>
                  <a:pt x="169876" y="41182"/>
                  <a:pt x="167604" y="41817"/>
                </a:cubicBezTo>
                <a:cubicBezTo>
                  <a:pt x="165378" y="42454"/>
                  <a:pt x="163403" y="43157"/>
                  <a:pt x="161680" y="43928"/>
                </a:cubicBezTo>
                <a:cubicBezTo>
                  <a:pt x="159954" y="44700"/>
                  <a:pt x="158500" y="45403"/>
                  <a:pt x="157320" y="46040"/>
                </a:cubicBezTo>
                <a:cubicBezTo>
                  <a:pt x="156185" y="46674"/>
                  <a:pt x="155254" y="46992"/>
                  <a:pt x="154528" y="46992"/>
                </a:cubicBezTo>
                <a:cubicBezTo>
                  <a:pt x="154028" y="46992"/>
                  <a:pt x="153573" y="46834"/>
                  <a:pt x="153165" y="46517"/>
                </a:cubicBezTo>
                <a:cubicBezTo>
                  <a:pt x="152802" y="46197"/>
                  <a:pt x="152485" y="45746"/>
                  <a:pt x="152213" y="45154"/>
                </a:cubicBezTo>
                <a:cubicBezTo>
                  <a:pt x="151985" y="44563"/>
                  <a:pt x="151805" y="43837"/>
                  <a:pt x="151668" y="42974"/>
                </a:cubicBezTo>
                <a:cubicBezTo>
                  <a:pt x="151530" y="42111"/>
                  <a:pt x="151462" y="41159"/>
                  <a:pt x="151462" y="40114"/>
                </a:cubicBezTo>
                <a:cubicBezTo>
                  <a:pt x="151462" y="38708"/>
                  <a:pt x="151576" y="37593"/>
                  <a:pt x="151805" y="36776"/>
                </a:cubicBezTo>
                <a:cubicBezTo>
                  <a:pt x="152030" y="35959"/>
                  <a:pt x="152462" y="35233"/>
                  <a:pt x="153099" y="34599"/>
                </a:cubicBezTo>
                <a:cubicBezTo>
                  <a:pt x="153733" y="33916"/>
                  <a:pt x="154845" y="33190"/>
                  <a:pt x="156434" y="32418"/>
                </a:cubicBezTo>
                <a:cubicBezTo>
                  <a:pt x="158023" y="31601"/>
                  <a:pt x="159886" y="30852"/>
                  <a:pt x="162020" y="30172"/>
                </a:cubicBezTo>
                <a:cubicBezTo>
                  <a:pt x="164152" y="29489"/>
                  <a:pt x="166469" y="28946"/>
                  <a:pt x="168967" y="28538"/>
                </a:cubicBezTo>
                <a:cubicBezTo>
                  <a:pt x="171510" y="28084"/>
                  <a:pt x="174119" y="27855"/>
                  <a:pt x="176799" y="27855"/>
                </a:cubicBezTo>
                <a:cubicBezTo>
                  <a:pt x="181566" y="27855"/>
                  <a:pt x="185629" y="28332"/>
                  <a:pt x="188989" y="29287"/>
                </a:cubicBezTo>
                <a:cubicBezTo>
                  <a:pt x="192393" y="30195"/>
                  <a:pt x="195187" y="31624"/>
                  <a:pt x="197365" y="33576"/>
                </a:cubicBezTo>
                <a:cubicBezTo>
                  <a:pt x="199545" y="35484"/>
                  <a:pt x="201134" y="37959"/>
                  <a:pt x="202134" y="40999"/>
                </a:cubicBezTo>
                <a:cubicBezTo>
                  <a:pt x="203131" y="44043"/>
                  <a:pt x="203631" y="47652"/>
                  <a:pt x="203631" y="51829"/>
                </a:cubicBezTo>
                <a:lnTo>
                  <a:pt x="203631" y="92692"/>
                </a:lnTo>
                <a:close/>
                <a:moveTo>
                  <a:pt x="186809" y="66674"/>
                </a:moveTo>
                <a:lnTo>
                  <a:pt x="180271" y="66674"/>
                </a:lnTo>
                <a:cubicBezTo>
                  <a:pt x="177502" y="66674"/>
                  <a:pt x="175142" y="66880"/>
                  <a:pt x="173187" y="67288"/>
                </a:cubicBezTo>
                <a:cubicBezTo>
                  <a:pt x="171236" y="67697"/>
                  <a:pt x="169647" y="68309"/>
                  <a:pt x="168421" y="69126"/>
                </a:cubicBezTo>
                <a:cubicBezTo>
                  <a:pt x="167195" y="69943"/>
                  <a:pt x="166286" y="70943"/>
                  <a:pt x="165698" y="72123"/>
                </a:cubicBezTo>
                <a:cubicBezTo>
                  <a:pt x="165152" y="73258"/>
                  <a:pt x="164881" y="74575"/>
                  <a:pt x="164881" y="76072"/>
                </a:cubicBezTo>
                <a:cubicBezTo>
                  <a:pt x="164881" y="78616"/>
                  <a:pt x="165675" y="80613"/>
                  <a:pt x="167264" y="82067"/>
                </a:cubicBezTo>
                <a:cubicBezTo>
                  <a:pt x="168898" y="83519"/>
                  <a:pt x="171144" y="84245"/>
                  <a:pt x="174005" y="84245"/>
                </a:cubicBezTo>
                <a:cubicBezTo>
                  <a:pt x="176413" y="84245"/>
                  <a:pt x="178614" y="83633"/>
                  <a:pt x="180611" y="82407"/>
                </a:cubicBezTo>
                <a:cubicBezTo>
                  <a:pt x="182654" y="81182"/>
                  <a:pt x="184720" y="79387"/>
                  <a:pt x="186809" y="77027"/>
                </a:cubicBezTo>
                <a:lnTo>
                  <a:pt x="186809" y="66674"/>
                </a:lnTo>
                <a:close/>
                <a:moveTo>
                  <a:pt x="237887" y="92486"/>
                </a:moveTo>
                <a:cubicBezTo>
                  <a:pt x="237887" y="92940"/>
                  <a:pt x="237753" y="93349"/>
                  <a:pt x="237478" y="93712"/>
                </a:cubicBezTo>
                <a:cubicBezTo>
                  <a:pt x="237207" y="94032"/>
                  <a:pt x="236730" y="94303"/>
                  <a:pt x="236050" y="94529"/>
                </a:cubicBezTo>
                <a:cubicBezTo>
                  <a:pt x="235412" y="94758"/>
                  <a:pt x="234549" y="94915"/>
                  <a:pt x="233461" y="95006"/>
                </a:cubicBezTo>
                <a:cubicBezTo>
                  <a:pt x="232372" y="95143"/>
                  <a:pt x="230986" y="95212"/>
                  <a:pt x="229306" y="95212"/>
                </a:cubicBezTo>
                <a:cubicBezTo>
                  <a:pt x="227626" y="95212"/>
                  <a:pt x="226243" y="95143"/>
                  <a:pt x="225151" y="95006"/>
                </a:cubicBezTo>
                <a:cubicBezTo>
                  <a:pt x="224062" y="94915"/>
                  <a:pt x="223176" y="94758"/>
                  <a:pt x="222496" y="94529"/>
                </a:cubicBezTo>
                <a:cubicBezTo>
                  <a:pt x="221859" y="94303"/>
                  <a:pt x="221408" y="94032"/>
                  <a:pt x="221133" y="93712"/>
                </a:cubicBezTo>
                <a:cubicBezTo>
                  <a:pt x="220862" y="93349"/>
                  <a:pt x="220725" y="92940"/>
                  <a:pt x="220725" y="92486"/>
                </a:cubicBezTo>
                <a:lnTo>
                  <a:pt x="220725" y="31873"/>
                </a:lnTo>
                <a:cubicBezTo>
                  <a:pt x="220725" y="31421"/>
                  <a:pt x="220862" y="31032"/>
                  <a:pt x="221133" y="30715"/>
                </a:cubicBezTo>
                <a:cubicBezTo>
                  <a:pt x="221408" y="30352"/>
                  <a:pt x="221859" y="30058"/>
                  <a:pt x="222496" y="29829"/>
                </a:cubicBezTo>
                <a:cubicBezTo>
                  <a:pt x="223176" y="29558"/>
                  <a:pt x="224062" y="29355"/>
                  <a:pt x="225151" y="29218"/>
                </a:cubicBezTo>
                <a:cubicBezTo>
                  <a:pt x="226243" y="29081"/>
                  <a:pt x="227626" y="29012"/>
                  <a:pt x="229306" y="29012"/>
                </a:cubicBezTo>
                <a:cubicBezTo>
                  <a:pt x="230986" y="29012"/>
                  <a:pt x="232372" y="29081"/>
                  <a:pt x="233461" y="29218"/>
                </a:cubicBezTo>
                <a:cubicBezTo>
                  <a:pt x="234549" y="29355"/>
                  <a:pt x="235412" y="29558"/>
                  <a:pt x="236050" y="29829"/>
                </a:cubicBezTo>
                <a:cubicBezTo>
                  <a:pt x="236730" y="30058"/>
                  <a:pt x="237207" y="30352"/>
                  <a:pt x="237478" y="30715"/>
                </a:cubicBezTo>
                <a:cubicBezTo>
                  <a:pt x="237753" y="31032"/>
                  <a:pt x="237887" y="31421"/>
                  <a:pt x="237887" y="31873"/>
                </a:cubicBezTo>
                <a:lnTo>
                  <a:pt x="237887" y="92486"/>
                </a:lnTo>
                <a:close/>
                <a:moveTo>
                  <a:pt x="239181" y="11170"/>
                </a:moveTo>
                <a:cubicBezTo>
                  <a:pt x="239181" y="14622"/>
                  <a:pt x="238478" y="17005"/>
                  <a:pt x="237070" y="18322"/>
                </a:cubicBezTo>
                <a:cubicBezTo>
                  <a:pt x="235664" y="19637"/>
                  <a:pt x="233052" y="20297"/>
                  <a:pt x="229237" y="20297"/>
                </a:cubicBezTo>
                <a:cubicBezTo>
                  <a:pt x="225380" y="20297"/>
                  <a:pt x="222768" y="19660"/>
                  <a:pt x="221408" y="18388"/>
                </a:cubicBezTo>
                <a:cubicBezTo>
                  <a:pt x="220090" y="17116"/>
                  <a:pt x="219430" y="14825"/>
                  <a:pt x="219430" y="11510"/>
                </a:cubicBezTo>
                <a:cubicBezTo>
                  <a:pt x="219430" y="8061"/>
                  <a:pt x="220113" y="5675"/>
                  <a:pt x="221473" y="4361"/>
                </a:cubicBezTo>
                <a:cubicBezTo>
                  <a:pt x="222882" y="2998"/>
                  <a:pt x="225517" y="2317"/>
                  <a:pt x="229374" y="2317"/>
                </a:cubicBezTo>
                <a:cubicBezTo>
                  <a:pt x="233189" y="2317"/>
                  <a:pt x="235775" y="2975"/>
                  <a:pt x="237138" y="4292"/>
                </a:cubicBezTo>
                <a:cubicBezTo>
                  <a:pt x="238501" y="5564"/>
                  <a:pt x="239181" y="7855"/>
                  <a:pt x="239181" y="11170"/>
                </a:cubicBezTo>
                <a:close/>
                <a:moveTo>
                  <a:pt x="294005" y="37390"/>
                </a:moveTo>
                <a:cubicBezTo>
                  <a:pt x="294005" y="39025"/>
                  <a:pt x="293960" y="40365"/>
                  <a:pt x="293871" y="41408"/>
                </a:cubicBezTo>
                <a:cubicBezTo>
                  <a:pt x="293780" y="42454"/>
                  <a:pt x="293642" y="43271"/>
                  <a:pt x="293462" y="43860"/>
                </a:cubicBezTo>
                <a:cubicBezTo>
                  <a:pt x="293280" y="44451"/>
                  <a:pt x="293031" y="44860"/>
                  <a:pt x="292711" y="45086"/>
                </a:cubicBezTo>
                <a:cubicBezTo>
                  <a:pt x="292439" y="45314"/>
                  <a:pt x="292077" y="45426"/>
                  <a:pt x="291622" y="45426"/>
                </a:cubicBezTo>
                <a:cubicBezTo>
                  <a:pt x="291259" y="45426"/>
                  <a:pt x="290851" y="45357"/>
                  <a:pt x="290396" y="45223"/>
                </a:cubicBezTo>
                <a:cubicBezTo>
                  <a:pt x="289942" y="45040"/>
                  <a:pt x="289419" y="44860"/>
                  <a:pt x="288830" y="44677"/>
                </a:cubicBezTo>
                <a:cubicBezTo>
                  <a:pt x="288285" y="44497"/>
                  <a:pt x="287673" y="44337"/>
                  <a:pt x="286990" y="44200"/>
                </a:cubicBezTo>
                <a:cubicBezTo>
                  <a:pt x="286310" y="44020"/>
                  <a:pt x="285561" y="43928"/>
                  <a:pt x="284744" y="43928"/>
                </a:cubicBezTo>
                <a:cubicBezTo>
                  <a:pt x="283790" y="43928"/>
                  <a:pt x="282835" y="44131"/>
                  <a:pt x="281884" y="44540"/>
                </a:cubicBezTo>
                <a:cubicBezTo>
                  <a:pt x="280929" y="44906"/>
                  <a:pt x="279932" y="45494"/>
                  <a:pt x="278886" y="46312"/>
                </a:cubicBezTo>
                <a:cubicBezTo>
                  <a:pt x="277889" y="47129"/>
                  <a:pt x="276820" y="48217"/>
                  <a:pt x="275686" y="49580"/>
                </a:cubicBezTo>
                <a:cubicBezTo>
                  <a:pt x="274597" y="50944"/>
                  <a:pt x="273417" y="52624"/>
                  <a:pt x="272145" y="54621"/>
                </a:cubicBezTo>
                <a:lnTo>
                  <a:pt x="272145" y="92486"/>
                </a:lnTo>
                <a:cubicBezTo>
                  <a:pt x="272145" y="92940"/>
                  <a:pt x="272008" y="93349"/>
                  <a:pt x="271737" y="93712"/>
                </a:cubicBezTo>
                <a:cubicBezTo>
                  <a:pt x="271462" y="94032"/>
                  <a:pt x="270985" y="94303"/>
                  <a:pt x="270305" y="94529"/>
                </a:cubicBezTo>
                <a:cubicBezTo>
                  <a:pt x="269671" y="94758"/>
                  <a:pt x="268808" y="94915"/>
                  <a:pt x="267716" y="95006"/>
                </a:cubicBezTo>
                <a:cubicBezTo>
                  <a:pt x="266628" y="95143"/>
                  <a:pt x="265242" y="95212"/>
                  <a:pt x="263564" y="95212"/>
                </a:cubicBezTo>
                <a:cubicBezTo>
                  <a:pt x="261884" y="95212"/>
                  <a:pt x="260498" y="95143"/>
                  <a:pt x="259410" y="95006"/>
                </a:cubicBezTo>
                <a:cubicBezTo>
                  <a:pt x="258318" y="94915"/>
                  <a:pt x="257435" y="94758"/>
                  <a:pt x="256752" y="94529"/>
                </a:cubicBezTo>
                <a:cubicBezTo>
                  <a:pt x="256118" y="94303"/>
                  <a:pt x="255663" y="94032"/>
                  <a:pt x="255392" y="93712"/>
                </a:cubicBezTo>
                <a:cubicBezTo>
                  <a:pt x="255118" y="93349"/>
                  <a:pt x="254983" y="92940"/>
                  <a:pt x="254983" y="92486"/>
                </a:cubicBezTo>
                <a:lnTo>
                  <a:pt x="254983" y="31738"/>
                </a:lnTo>
                <a:cubicBezTo>
                  <a:pt x="254983" y="31284"/>
                  <a:pt x="255095" y="30898"/>
                  <a:pt x="255323" y="30581"/>
                </a:cubicBezTo>
                <a:cubicBezTo>
                  <a:pt x="255549" y="30215"/>
                  <a:pt x="255958" y="29921"/>
                  <a:pt x="256549" y="29695"/>
                </a:cubicBezTo>
                <a:cubicBezTo>
                  <a:pt x="257138" y="29467"/>
                  <a:pt x="257887" y="29309"/>
                  <a:pt x="258795" y="29218"/>
                </a:cubicBezTo>
                <a:cubicBezTo>
                  <a:pt x="259750" y="29081"/>
                  <a:pt x="260930" y="29012"/>
                  <a:pt x="262339" y="29012"/>
                </a:cubicBezTo>
                <a:cubicBezTo>
                  <a:pt x="263790" y="29012"/>
                  <a:pt x="264993" y="29081"/>
                  <a:pt x="265948" y="29218"/>
                </a:cubicBezTo>
                <a:cubicBezTo>
                  <a:pt x="266899" y="29309"/>
                  <a:pt x="267628" y="29467"/>
                  <a:pt x="268125" y="29695"/>
                </a:cubicBezTo>
                <a:cubicBezTo>
                  <a:pt x="268671" y="29921"/>
                  <a:pt x="269056" y="30215"/>
                  <a:pt x="269285" y="30581"/>
                </a:cubicBezTo>
                <a:cubicBezTo>
                  <a:pt x="269511" y="30898"/>
                  <a:pt x="269625" y="31284"/>
                  <a:pt x="269625" y="31738"/>
                </a:cubicBezTo>
                <a:lnTo>
                  <a:pt x="269625" y="39296"/>
                </a:lnTo>
                <a:cubicBezTo>
                  <a:pt x="271214" y="37027"/>
                  <a:pt x="272711" y="35164"/>
                  <a:pt x="274120" y="33713"/>
                </a:cubicBezTo>
                <a:cubicBezTo>
                  <a:pt x="275526" y="32215"/>
                  <a:pt x="276866" y="31032"/>
                  <a:pt x="278138" y="30172"/>
                </a:cubicBezTo>
                <a:cubicBezTo>
                  <a:pt x="279409" y="29309"/>
                  <a:pt x="280681" y="28718"/>
                  <a:pt x="281952" y="28401"/>
                </a:cubicBezTo>
                <a:cubicBezTo>
                  <a:pt x="283224" y="28038"/>
                  <a:pt x="284493" y="27855"/>
                  <a:pt x="285764" y="27855"/>
                </a:cubicBezTo>
                <a:cubicBezTo>
                  <a:pt x="286356" y="27855"/>
                  <a:pt x="286990" y="27901"/>
                  <a:pt x="287673" y="27992"/>
                </a:cubicBezTo>
                <a:cubicBezTo>
                  <a:pt x="288353" y="28038"/>
                  <a:pt x="289056" y="28152"/>
                  <a:pt x="289785" y="28332"/>
                </a:cubicBezTo>
                <a:cubicBezTo>
                  <a:pt x="290511" y="28469"/>
                  <a:pt x="291145" y="28649"/>
                  <a:pt x="291691" y="28878"/>
                </a:cubicBezTo>
                <a:cubicBezTo>
                  <a:pt x="292237" y="29058"/>
                  <a:pt x="292622" y="29264"/>
                  <a:pt x="292848" y="29489"/>
                </a:cubicBezTo>
                <a:cubicBezTo>
                  <a:pt x="293119" y="29718"/>
                  <a:pt x="293302" y="29967"/>
                  <a:pt x="293394" y="30238"/>
                </a:cubicBezTo>
                <a:cubicBezTo>
                  <a:pt x="293528" y="30512"/>
                  <a:pt x="293642" y="30898"/>
                  <a:pt x="293734" y="31398"/>
                </a:cubicBezTo>
                <a:cubicBezTo>
                  <a:pt x="293825" y="31850"/>
                  <a:pt x="293891" y="32555"/>
                  <a:pt x="293937" y="33507"/>
                </a:cubicBezTo>
                <a:cubicBezTo>
                  <a:pt x="293982" y="34461"/>
                  <a:pt x="294005" y="35756"/>
                  <a:pt x="294005" y="373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6C146-D467-47D2-8BC3-7B7A3A4E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643" y="3861126"/>
            <a:ext cx="531142" cy="211277"/>
          </a:xfrm>
          <a:custGeom xmlns:a="http://schemas.openxmlformats.org/drawingml/2006/main">
            <a:pathLst>
              <a:path w="531142" h="211277">
                <a:moveTo>
                  <a:pt x="0" y="211277"/>
                </a:moveTo>
                <a:lnTo>
                  <a:pt x="0" y="0"/>
                </a:lnTo>
                <a:lnTo>
                  <a:pt x="531142" y="0"/>
                </a:lnTo>
                <a:lnTo>
                  <a:pt x="531142" y="211277"/>
                </a:lnTo>
                <a:lnTo>
                  <a:pt x="0" y="21127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72CA9-DF2F-438C-B95B-FBEFAB90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732" y="3922905"/>
            <a:ext cx="427833" cy="91123"/>
          </a:xfrm>
          <a:custGeom xmlns:a="http://schemas.openxmlformats.org/drawingml/2006/main">
            <a:pathLst>
              <a:path w="427833" h="91123">
                <a:moveTo>
                  <a:pt x="65177" y="76207"/>
                </a:moveTo>
                <a:cubicBezTo>
                  <a:pt x="65177" y="77344"/>
                  <a:pt x="65131" y="78318"/>
                  <a:pt x="65040" y="79136"/>
                </a:cubicBezTo>
                <a:cubicBezTo>
                  <a:pt x="64994" y="79907"/>
                  <a:pt x="64905" y="80590"/>
                  <a:pt x="64768" y="81179"/>
                </a:cubicBezTo>
                <a:cubicBezTo>
                  <a:pt x="64631" y="81725"/>
                  <a:pt x="64451" y="82202"/>
                  <a:pt x="64222" y="82610"/>
                </a:cubicBezTo>
                <a:cubicBezTo>
                  <a:pt x="63997" y="83019"/>
                  <a:pt x="63634" y="83496"/>
                  <a:pt x="63134" y="84039"/>
                </a:cubicBezTo>
                <a:cubicBezTo>
                  <a:pt x="62634" y="84539"/>
                  <a:pt x="61656" y="85196"/>
                  <a:pt x="60205" y="86014"/>
                </a:cubicBezTo>
                <a:cubicBezTo>
                  <a:pt x="58796" y="86831"/>
                  <a:pt x="57050" y="87625"/>
                  <a:pt x="54961" y="88400"/>
                </a:cubicBezTo>
                <a:cubicBezTo>
                  <a:pt x="52918" y="89125"/>
                  <a:pt x="50558" y="89737"/>
                  <a:pt x="47877" y="90237"/>
                </a:cubicBezTo>
                <a:cubicBezTo>
                  <a:pt x="45246" y="90737"/>
                  <a:pt x="42385" y="90986"/>
                  <a:pt x="39296" y="90986"/>
                </a:cubicBezTo>
                <a:cubicBezTo>
                  <a:pt x="33258" y="90986"/>
                  <a:pt x="27809" y="90057"/>
                  <a:pt x="22951" y="88194"/>
                </a:cubicBezTo>
                <a:cubicBezTo>
                  <a:pt x="18094" y="86334"/>
                  <a:pt x="13962" y="83562"/>
                  <a:pt x="10556" y="79884"/>
                </a:cubicBezTo>
                <a:cubicBezTo>
                  <a:pt x="7152" y="76164"/>
                  <a:pt x="4541" y="71532"/>
                  <a:pt x="2723" y="65991"/>
                </a:cubicBezTo>
                <a:cubicBezTo>
                  <a:pt x="909" y="60453"/>
                  <a:pt x="0" y="54007"/>
                  <a:pt x="0" y="46652"/>
                </a:cubicBezTo>
                <a:cubicBezTo>
                  <a:pt x="0" y="39159"/>
                  <a:pt x="1000" y="32507"/>
                  <a:pt x="2998" y="26695"/>
                </a:cubicBezTo>
                <a:cubicBezTo>
                  <a:pt x="4995" y="20885"/>
                  <a:pt x="7787" y="16002"/>
                  <a:pt x="11373" y="12053"/>
                </a:cubicBezTo>
                <a:cubicBezTo>
                  <a:pt x="14962" y="8104"/>
                  <a:pt x="19251" y="5106"/>
                  <a:pt x="24246" y="3063"/>
                </a:cubicBezTo>
                <a:cubicBezTo>
                  <a:pt x="29287" y="1020"/>
                  <a:pt x="34824" y="0"/>
                  <a:pt x="40862" y="0"/>
                </a:cubicBezTo>
                <a:cubicBezTo>
                  <a:pt x="43314" y="0"/>
                  <a:pt x="45677" y="203"/>
                  <a:pt x="47946" y="612"/>
                </a:cubicBezTo>
                <a:cubicBezTo>
                  <a:pt x="50215" y="1020"/>
                  <a:pt x="52304" y="1566"/>
                  <a:pt x="54212" y="2246"/>
                </a:cubicBezTo>
                <a:cubicBezTo>
                  <a:pt x="56164" y="2883"/>
                  <a:pt x="57913" y="3632"/>
                  <a:pt x="59456" y="4495"/>
                </a:cubicBezTo>
                <a:cubicBezTo>
                  <a:pt x="60999" y="5358"/>
                  <a:pt x="62065" y="6106"/>
                  <a:pt x="62656" y="6741"/>
                </a:cubicBezTo>
                <a:cubicBezTo>
                  <a:pt x="63291" y="7332"/>
                  <a:pt x="63722" y="7830"/>
                  <a:pt x="63951" y="8238"/>
                </a:cubicBezTo>
                <a:cubicBezTo>
                  <a:pt x="64177" y="8647"/>
                  <a:pt x="64359" y="9170"/>
                  <a:pt x="64497" y="9807"/>
                </a:cubicBezTo>
                <a:cubicBezTo>
                  <a:pt x="64631" y="10441"/>
                  <a:pt x="64722" y="11190"/>
                  <a:pt x="64768" y="12053"/>
                </a:cubicBezTo>
                <a:cubicBezTo>
                  <a:pt x="64860" y="12916"/>
                  <a:pt x="64905" y="13982"/>
                  <a:pt x="64905" y="15253"/>
                </a:cubicBezTo>
                <a:cubicBezTo>
                  <a:pt x="64905" y="16616"/>
                  <a:pt x="64860" y="17774"/>
                  <a:pt x="64768" y="18728"/>
                </a:cubicBezTo>
                <a:cubicBezTo>
                  <a:pt x="64677" y="19682"/>
                  <a:pt x="64517" y="20454"/>
                  <a:pt x="64291" y="21043"/>
                </a:cubicBezTo>
                <a:cubicBezTo>
                  <a:pt x="64065" y="21634"/>
                  <a:pt x="63791" y="22066"/>
                  <a:pt x="63474" y="22337"/>
                </a:cubicBezTo>
                <a:cubicBezTo>
                  <a:pt x="63156" y="22609"/>
                  <a:pt x="62794" y="22746"/>
                  <a:pt x="62385" y="22746"/>
                </a:cubicBezTo>
                <a:cubicBezTo>
                  <a:pt x="61702" y="22746"/>
                  <a:pt x="60839" y="22360"/>
                  <a:pt x="59796" y="21588"/>
                </a:cubicBezTo>
                <a:cubicBezTo>
                  <a:pt x="58753" y="20771"/>
                  <a:pt x="57390" y="19885"/>
                  <a:pt x="55710" y="18931"/>
                </a:cubicBezTo>
                <a:cubicBezTo>
                  <a:pt x="54075" y="17934"/>
                  <a:pt x="52101" y="17048"/>
                  <a:pt x="49783" y="16276"/>
                </a:cubicBezTo>
                <a:cubicBezTo>
                  <a:pt x="47515" y="15459"/>
                  <a:pt x="44791" y="15050"/>
                  <a:pt x="41611" y="15050"/>
                </a:cubicBezTo>
                <a:cubicBezTo>
                  <a:pt x="38116" y="15050"/>
                  <a:pt x="34984" y="15776"/>
                  <a:pt x="32213" y="17228"/>
                </a:cubicBezTo>
                <a:cubicBezTo>
                  <a:pt x="29489" y="18637"/>
                  <a:pt x="27152" y="20680"/>
                  <a:pt x="25200" y="23360"/>
                </a:cubicBezTo>
                <a:cubicBezTo>
                  <a:pt x="23291" y="25992"/>
                  <a:pt x="21840" y="29192"/>
                  <a:pt x="20840" y="32961"/>
                </a:cubicBezTo>
                <a:cubicBezTo>
                  <a:pt x="19842" y="36730"/>
                  <a:pt x="19342" y="40974"/>
                  <a:pt x="19342" y="45697"/>
                </a:cubicBezTo>
                <a:cubicBezTo>
                  <a:pt x="19342" y="50872"/>
                  <a:pt x="19865" y="55367"/>
                  <a:pt x="20908" y="59182"/>
                </a:cubicBezTo>
                <a:cubicBezTo>
                  <a:pt x="21997" y="62951"/>
                  <a:pt x="23520" y="66060"/>
                  <a:pt x="25472" y="68511"/>
                </a:cubicBezTo>
                <a:cubicBezTo>
                  <a:pt x="27469" y="70963"/>
                  <a:pt x="29852" y="72803"/>
                  <a:pt x="32621" y="74029"/>
                </a:cubicBezTo>
                <a:cubicBezTo>
                  <a:pt x="35439" y="75209"/>
                  <a:pt x="38593" y="75798"/>
                  <a:pt x="42088" y="75798"/>
                </a:cubicBezTo>
                <a:cubicBezTo>
                  <a:pt x="45269" y="75798"/>
                  <a:pt x="48015" y="75435"/>
                  <a:pt x="50329" y="74709"/>
                </a:cubicBezTo>
                <a:cubicBezTo>
                  <a:pt x="52647" y="73938"/>
                  <a:pt x="54621" y="73098"/>
                  <a:pt x="56256" y="72189"/>
                </a:cubicBezTo>
                <a:cubicBezTo>
                  <a:pt x="57936" y="71280"/>
                  <a:pt x="59296" y="70463"/>
                  <a:pt x="60342" y="69737"/>
                </a:cubicBezTo>
                <a:cubicBezTo>
                  <a:pt x="61431" y="69011"/>
                  <a:pt x="62271" y="68649"/>
                  <a:pt x="62862" y="68649"/>
                </a:cubicBezTo>
                <a:cubicBezTo>
                  <a:pt x="63314" y="68649"/>
                  <a:pt x="63679" y="68740"/>
                  <a:pt x="63951" y="68920"/>
                </a:cubicBezTo>
                <a:cubicBezTo>
                  <a:pt x="64222" y="69103"/>
                  <a:pt x="64451" y="69466"/>
                  <a:pt x="64631" y="70012"/>
                </a:cubicBezTo>
                <a:cubicBezTo>
                  <a:pt x="64814" y="70555"/>
                  <a:pt x="64948" y="71326"/>
                  <a:pt x="65040" y="72326"/>
                </a:cubicBezTo>
                <a:cubicBezTo>
                  <a:pt x="65131" y="73281"/>
                  <a:pt x="65177" y="74572"/>
                  <a:pt x="65177" y="76207"/>
                </a:cubicBezTo>
                <a:close/>
                <a:moveTo>
                  <a:pt x="128785" y="87445"/>
                </a:moveTo>
                <a:cubicBezTo>
                  <a:pt x="128785" y="88080"/>
                  <a:pt x="128559" y="88580"/>
                  <a:pt x="128105" y="88943"/>
                </a:cubicBezTo>
                <a:cubicBezTo>
                  <a:pt x="127650" y="89305"/>
                  <a:pt x="126924" y="89557"/>
                  <a:pt x="125924" y="89691"/>
                </a:cubicBezTo>
                <a:cubicBezTo>
                  <a:pt x="124973" y="89874"/>
                  <a:pt x="123541" y="89966"/>
                  <a:pt x="121635" y="89966"/>
                </a:cubicBezTo>
                <a:cubicBezTo>
                  <a:pt x="119592" y="89966"/>
                  <a:pt x="118095" y="89874"/>
                  <a:pt x="117140" y="89691"/>
                </a:cubicBezTo>
                <a:cubicBezTo>
                  <a:pt x="116232" y="89557"/>
                  <a:pt x="115574" y="89305"/>
                  <a:pt x="115166" y="88943"/>
                </a:cubicBezTo>
                <a:cubicBezTo>
                  <a:pt x="114803" y="88580"/>
                  <a:pt x="114620" y="88080"/>
                  <a:pt x="114620" y="87445"/>
                </a:cubicBezTo>
                <a:lnTo>
                  <a:pt x="114620" y="82610"/>
                </a:lnTo>
                <a:cubicBezTo>
                  <a:pt x="112123" y="85288"/>
                  <a:pt x="109262" y="87377"/>
                  <a:pt x="106039" y="88874"/>
                </a:cubicBezTo>
                <a:cubicBezTo>
                  <a:pt x="102861" y="90374"/>
                  <a:pt x="99318" y="91123"/>
                  <a:pt x="95415" y="91123"/>
                </a:cubicBezTo>
                <a:cubicBezTo>
                  <a:pt x="92192" y="91123"/>
                  <a:pt x="89217" y="90691"/>
                  <a:pt x="86494" y="89828"/>
                </a:cubicBezTo>
                <a:cubicBezTo>
                  <a:pt x="83813" y="89011"/>
                  <a:pt x="81476" y="87785"/>
                  <a:pt x="79479" y="86151"/>
                </a:cubicBezTo>
                <a:cubicBezTo>
                  <a:pt x="77527" y="84471"/>
                  <a:pt x="76004" y="82405"/>
                  <a:pt x="74915" y="79953"/>
                </a:cubicBezTo>
                <a:cubicBezTo>
                  <a:pt x="73826" y="77501"/>
                  <a:pt x="73281" y="74641"/>
                  <a:pt x="73281" y="71372"/>
                </a:cubicBezTo>
                <a:cubicBezTo>
                  <a:pt x="73281" y="67831"/>
                  <a:pt x="73961" y="64765"/>
                  <a:pt x="75324" y="62179"/>
                </a:cubicBezTo>
                <a:cubicBezTo>
                  <a:pt x="76732" y="59545"/>
                  <a:pt x="78798" y="57387"/>
                  <a:pt x="81522" y="55707"/>
                </a:cubicBezTo>
                <a:cubicBezTo>
                  <a:pt x="84291" y="53984"/>
                  <a:pt x="87720" y="52712"/>
                  <a:pt x="91806" y="51895"/>
                </a:cubicBezTo>
                <a:cubicBezTo>
                  <a:pt x="95892" y="51078"/>
                  <a:pt x="100635" y="50669"/>
                  <a:pt x="106039" y="50669"/>
                </a:cubicBezTo>
                <a:lnTo>
                  <a:pt x="111965" y="50669"/>
                </a:lnTo>
                <a:lnTo>
                  <a:pt x="111965" y="46992"/>
                </a:lnTo>
                <a:cubicBezTo>
                  <a:pt x="111965" y="45083"/>
                  <a:pt x="111760" y="43425"/>
                  <a:pt x="111351" y="42020"/>
                </a:cubicBezTo>
                <a:cubicBezTo>
                  <a:pt x="110988" y="40565"/>
                  <a:pt x="110354" y="39362"/>
                  <a:pt x="109445" y="38411"/>
                </a:cubicBezTo>
                <a:cubicBezTo>
                  <a:pt x="108582" y="37456"/>
                  <a:pt x="107402" y="36753"/>
                  <a:pt x="105902" y="36299"/>
                </a:cubicBezTo>
                <a:cubicBezTo>
                  <a:pt x="104450" y="35844"/>
                  <a:pt x="102633" y="35619"/>
                  <a:pt x="100455" y="35619"/>
                </a:cubicBezTo>
                <a:cubicBezTo>
                  <a:pt x="97595" y="35619"/>
                  <a:pt x="95029" y="35936"/>
                  <a:pt x="92757" y="36570"/>
                </a:cubicBezTo>
                <a:cubicBezTo>
                  <a:pt x="90534" y="37208"/>
                  <a:pt x="88560" y="37910"/>
                  <a:pt x="86834" y="38682"/>
                </a:cubicBezTo>
                <a:cubicBezTo>
                  <a:pt x="85108" y="39454"/>
                  <a:pt x="83656" y="40156"/>
                  <a:pt x="82476" y="40794"/>
                </a:cubicBezTo>
                <a:cubicBezTo>
                  <a:pt x="81339" y="41428"/>
                  <a:pt x="80410" y="41748"/>
                  <a:pt x="79681" y="41748"/>
                </a:cubicBezTo>
                <a:cubicBezTo>
                  <a:pt x="79184" y="41748"/>
                  <a:pt x="78730" y="41588"/>
                  <a:pt x="78321" y="41271"/>
                </a:cubicBezTo>
                <a:cubicBezTo>
                  <a:pt x="77958" y="40954"/>
                  <a:pt x="77638" y="40499"/>
                  <a:pt x="77367" y="39908"/>
                </a:cubicBezTo>
                <a:cubicBezTo>
                  <a:pt x="77141" y="39319"/>
                  <a:pt x="76958" y="38591"/>
                  <a:pt x="76821" y="37728"/>
                </a:cubicBezTo>
                <a:cubicBezTo>
                  <a:pt x="76687" y="36867"/>
                  <a:pt x="76618" y="35913"/>
                  <a:pt x="76618" y="34867"/>
                </a:cubicBezTo>
                <a:cubicBezTo>
                  <a:pt x="76618" y="33461"/>
                  <a:pt x="76732" y="32350"/>
                  <a:pt x="76958" y="31533"/>
                </a:cubicBezTo>
                <a:cubicBezTo>
                  <a:pt x="77187" y="30715"/>
                  <a:pt x="77615" y="29987"/>
                  <a:pt x="78253" y="29352"/>
                </a:cubicBezTo>
                <a:cubicBezTo>
                  <a:pt x="78887" y="28672"/>
                  <a:pt x="80001" y="27943"/>
                  <a:pt x="81590" y="27172"/>
                </a:cubicBezTo>
                <a:cubicBezTo>
                  <a:pt x="83179" y="26355"/>
                  <a:pt x="85039" y="25606"/>
                  <a:pt x="87174" y="24926"/>
                </a:cubicBezTo>
                <a:cubicBezTo>
                  <a:pt x="89308" y="24243"/>
                  <a:pt x="91623" y="23700"/>
                  <a:pt x="94120" y="23291"/>
                </a:cubicBezTo>
                <a:cubicBezTo>
                  <a:pt x="96664" y="22837"/>
                  <a:pt x="99275" y="22609"/>
                  <a:pt x="101953" y="22609"/>
                </a:cubicBezTo>
                <a:cubicBezTo>
                  <a:pt x="106719" y="22609"/>
                  <a:pt x="110782" y="23086"/>
                  <a:pt x="114143" y="24040"/>
                </a:cubicBezTo>
                <a:cubicBezTo>
                  <a:pt x="117549" y="24949"/>
                  <a:pt x="120341" y="26378"/>
                  <a:pt x="122521" y="28329"/>
                </a:cubicBezTo>
                <a:cubicBezTo>
                  <a:pt x="124698" y="30238"/>
                  <a:pt x="126290" y="32713"/>
                  <a:pt x="127287" y="35753"/>
                </a:cubicBezTo>
                <a:cubicBezTo>
                  <a:pt x="128287" y="38796"/>
                  <a:pt x="128785" y="42405"/>
                  <a:pt x="128785" y="46583"/>
                </a:cubicBezTo>
                <a:lnTo>
                  <a:pt x="128785" y="87445"/>
                </a:lnTo>
                <a:close/>
                <a:moveTo>
                  <a:pt x="111965" y="61431"/>
                </a:moveTo>
                <a:lnTo>
                  <a:pt x="105427" y="61431"/>
                </a:lnTo>
                <a:cubicBezTo>
                  <a:pt x="102656" y="61431"/>
                  <a:pt x="100295" y="61633"/>
                  <a:pt x="98344" y="62042"/>
                </a:cubicBezTo>
                <a:cubicBezTo>
                  <a:pt x="96392" y="62451"/>
                  <a:pt x="94803" y="63065"/>
                  <a:pt x="93575" y="63882"/>
                </a:cubicBezTo>
                <a:cubicBezTo>
                  <a:pt x="92349" y="64700"/>
                  <a:pt x="91443" y="65697"/>
                  <a:pt x="90851" y="66877"/>
                </a:cubicBezTo>
                <a:cubicBezTo>
                  <a:pt x="90306" y="68011"/>
                  <a:pt x="90034" y="69329"/>
                  <a:pt x="90034" y="70829"/>
                </a:cubicBezTo>
                <a:cubicBezTo>
                  <a:pt x="90034" y="73369"/>
                  <a:pt x="90828" y="75367"/>
                  <a:pt x="92417" y="76821"/>
                </a:cubicBezTo>
                <a:cubicBezTo>
                  <a:pt x="94052" y="78273"/>
                  <a:pt x="96301" y="79001"/>
                  <a:pt x="99161" y="79001"/>
                </a:cubicBezTo>
                <a:cubicBezTo>
                  <a:pt x="101567" y="79001"/>
                  <a:pt x="103770" y="78387"/>
                  <a:pt x="105768" y="77161"/>
                </a:cubicBezTo>
                <a:cubicBezTo>
                  <a:pt x="107811" y="75935"/>
                  <a:pt x="109877" y="74141"/>
                  <a:pt x="111965" y="71780"/>
                </a:cubicBezTo>
                <a:lnTo>
                  <a:pt x="111965" y="61431"/>
                </a:lnTo>
                <a:close/>
                <a:moveTo>
                  <a:pt x="242522" y="87239"/>
                </a:moveTo>
                <a:cubicBezTo>
                  <a:pt x="242522" y="87694"/>
                  <a:pt x="242385" y="88102"/>
                  <a:pt x="242113" y="88465"/>
                </a:cubicBezTo>
                <a:cubicBezTo>
                  <a:pt x="241839" y="88785"/>
                  <a:pt x="241384" y="89057"/>
                  <a:pt x="240750" y="89283"/>
                </a:cubicBezTo>
                <a:cubicBezTo>
                  <a:pt x="240113" y="89511"/>
                  <a:pt x="239253" y="89668"/>
                  <a:pt x="238161" y="89760"/>
                </a:cubicBezTo>
                <a:cubicBezTo>
                  <a:pt x="237072" y="89897"/>
                  <a:pt x="235687" y="89966"/>
                  <a:pt x="234006" y="89966"/>
                </a:cubicBezTo>
                <a:cubicBezTo>
                  <a:pt x="232283" y="89966"/>
                  <a:pt x="230875" y="89897"/>
                  <a:pt x="229786" y="89760"/>
                </a:cubicBezTo>
                <a:cubicBezTo>
                  <a:pt x="228694" y="89671"/>
                  <a:pt x="227811" y="89511"/>
                  <a:pt x="227128" y="89283"/>
                </a:cubicBezTo>
                <a:cubicBezTo>
                  <a:pt x="226494" y="89057"/>
                  <a:pt x="226040" y="88785"/>
                  <a:pt x="225768" y="88465"/>
                </a:cubicBezTo>
                <a:cubicBezTo>
                  <a:pt x="225540" y="88102"/>
                  <a:pt x="225425" y="87694"/>
                  <a:pt x="225425" y="87239"/>
                </a:cubicBezTo>
                <a:lnTo>
                  <a:pt x="225425" y="51212"/>
                </a:lnTo>
                <a:cubicBezTo>
                  <a:pt x="225425" y="49169"/>
                  <a:pt x="225222" y="47309"/>
                  <a:pt x="224814" y="45629"/>
                </a:cubicBezTo>
                <a:cubicBezTo>
                  <a:pt x="224451" y="43948"/>
                  <a:pt x="223859" y="42520"/>
                  <a:pt x="223042" y="41339"/>
                </a:cubicBezTo>
                <a:cubicBezTo>
                  <a:pt x="222271" y="40114"/>
                  <a:pt x="221271" y="39182"/>
                  <a:pt x="220045" y="38545"/>
                </a:cubicBezTo>
                <a:cubicBezTo>
                  <a:pt x="218864" y="37865"/>
                  <a:pt x="217436" y="37525"/>
                  <a:pt x="215756" y="37525"/>
                </a:cubicBezTo>
                <a:cubicBezTo>
                  <a:pt x="213712" y="37525"/>
                  <a:pt x="211646" y="38319"/>
                  <a:pt x="209558" y="39908"/>
                </a:cubicBezTo>
                <a:cubicBezTo>
                  <a:pt x="207469" y="41497"/>
                  <a:pt x="205200" y="43814"/>
                  <a:pt x="202748" y="46854"/>
                </a:cubicBezTo>
                <a:lnTo>
                  <a:pt x="202748" y="87239"/>
                </a:lnTo>
                <a:cubicBezTo>
                  <a:pt x="202748" y="87694"/>
                  <a:pt x="202611" y="88102"/>
                  <a:pt x="202340" y="88465"/>
                </a:cubicBezTo>
                <a:cubicBezTo>
                  <a:pt x="202065" y="88785"/>
                  <a:pt x="201591" y="89057"/>
                  <a:pt x="200908" y="89283"/>
                </a:cubicBezTo>
                <a:cubicBezTo>
                  <a:pt x="200274" y="89511"/>
                  <a:pt x="199411" y="89668"/>
                  <a:pt x="198322" y="89760"/>
                </a:cubicBezTo>
                <a:cubicBezTo>
                  <a:pt x="197230" y="89897"/>
                  <a:pt x="195870" y="89966"/>
                  <a:pt x="194236" y="89966"/>
                </a:cubicBezTo>
                <a:cubicBezTo>
                  <a:pt x="192555" y="89966"/>
                  <a:pt x="191170" y="89897"/>
                  <a:pt x="190081" y="89760"/>
                </a:cubicBezTo>
                <a:cubicBezTo>
                  <a:pt x="188989" y="89671"/>
                  <a:pt x="188106" y="89511"/>
                  <a:pt x="187423" y="89283"/>
                </a:cubicBezTo>
                <a:cubicBezTo>
                  <a:pt x="186789" y="89057"/>
                  <a:pt x="186335" y="88785"/>
                  <a:pt x="186063" y="88465"/>
                </a:cubicBezTo>
                <a:cubicBezTo>
                  <a:pt x="185789" y="88102"/>
                  <a:pt x="185655" y="87694"/>
                  <a:pt x="185655" y="87239"/>
                </a:cubicBezTo>
                <a:lnTo>
                  <a:pt x="185655" y="51212"/>
                </a:lnTo>
                <a:cubicBezTo>
                  <a:pt x="185655" y="49169"/>
                  <a:pt x="185449" y="47309"/>
                  <a:pt x="185040" y="45629"/>
                </a:cubicBezTo>
                <a:cubicBezTo>
                  <a:pt x="184677" y="43948"/>
                  <a:pt x="184109" y="42520"/>
                  <a:pt x="183337" y="41339"/>
                </a:cubicBezTo>
                <a:cubicBezTo>
                  <a:pt x="182566" y="40114"/>
                  <a:pt x="181568" y="39182"/>
                  <a:pt x="180340" y="38545"/>
                </a:cubicBezTo>
                <a:cubicBezTo>
                  <a:pt x="179114" y="37865"/>
                  <a:pt x="177685" y="37525"/>
                  <a:pt x="176051" y="37525"/>
                </a:cubicBezTo>
                <a:cubicBezTo>
                  <a:pt x="173962" y="37525"/>
                  <a:pt x="171873" y="38319"/>
                  <a:pt x="169784" y="39908"/>
                </a:cubicBezTo>
                <a:cubicBezTo>
                  <a:pt x="167695" y="41497"/>
                  <a:pt x="165449" y="43814"/>
                  <a:pt x="163043" y="46854"/>
                </a:cubicBezTo>
                <a:lnTo>
                  <a:pt x="163043" y="87239"/>
                </a:lnTo>
                <a:cubicBezTo>
                  <a:pt x="163043" y="87694"/>
                  <a:pt x="162906" y="88102"/>
                  <a:pt x="162635" y="88465"/>
                </a:cubicBezTo>
                <a:cubicBezTo>
                  <a:pt x="162360" y="88785"/>
                  <a:pt x="161886" y="89057"/>
                  <a:pt x="161203" y="89283"/>
                </a:cubicBezTo>
                <a:cubicBezTo>
                  <a:pt x="160569" y="89511"/>
                  <a:pt x="159706" y="89668"/>
                  <a:pt x="158617" y="89760"/>
                </a:cubicBezTo>
                <a:cubicBezTo>
                  <a:pt x="157525" y="89897"/>
                  <a:pt x="156142" y="89966"/>
                  <a:pt x="154462" y="89966"/>
                </a:cubicBezTo>
                <a:cubicBezTo>
                  <a:pt x="152782" y="89966"/>
                  <a:pt x="151396" y="89897"/>
                  <a:pt x="150307" y="89760"/>
                </a:cubicBezTo>
                <a:cubicBezTo>
                  <a:pt x="149219" y="89671"/>
                  <a:pt x="148333" y="89511"/>
                  <a:pt x="147650" y="89283"/>
                </a:cubicBezTo>
                <a:cubicBezTo>
                  <a:pt x="147016" y="89057"/>
                  <a:pt x="146561" y="88785"/>
                  <a:pt x="146290" y="88465"/>
                </a:cubicBezTo>
                <a:cubicBezTo>
                  <a:pt x="146015" y="88102"/>
                  <a:pt x="145881" y="87694"/>
                  <a:pt x="145881" y="87239"/>
                </a:cubicBezTo>
                <a:lnTo>
                  <a:pt x="145881" y="26492"/>
                </a:lnTo>
                <a:cubicBezTo>
                  <a:pt x="145881" y="26038"/>
                  <a:pt x="145993" y="25652"/>
                  <a:pt x="146221" y="25335"/>
                </a:cubicBezTo>
                <a:cubicBezTo>
                  <a:pt x="146447" y="24972"/>
                  <a:pt x="146855" y="24675"/>
                  <a:pt x="147447" y="24449"/>
                </a:cubicBezTo>
                <a:cubicBezTo>
                  <a:pt x="148036" y="24220"/>
                  <a:pt x="148787" y="24063"/>
                  <a:pt x="149693" y="23972"/>
                </a:cubicBezTo>
                <a:cubicBezTo>
                  <a:pt x="150647" y="23834"/>
                  <a:pt x="151828" y="23769"/>
                  <a:pt x="153236" y="23769"/>
                </a:cubicBezTo>
                <a:cubicBezTo>
                  <a:pt x="154688" y="23769"/>
                  <a:pt x="155891" y="23834"/>
                  <a:pt x="156845" y="23972"/>
                </a:cubicBezTo>
                <a:cubicBezTo>
                  <a:pt x="157800" y="24063"/>
                  <a:pt x="158526" y="24220"/>
                  <a:pt x="159026" y="24449"/>
                </a:cubicBezTo>
                <a:cubicBezTo>
                  <a:pt x="159569" y="24675"/>
                  <a:pt x="159954" y="24972"/>
                  <a:pt x="160183" y="25335"/>
                </a:cubicBezTo>
                <a:cubicBezTo>
                  <a:pt x="160409" y="25652"/>
                  <a:pt x="160523" y="26038"/>
                  <a:pt x="160523" y="26492"/>
                </a:cubicBezTo>
                <a:lnTo>
                  <a:pt x="160523" y="33507"/>
                </a:lnTo>
                <a:cubicBezTo>
                  <a:pt x="163883" y="29875"/>
                  <a:pt x="167221" y="27149"/>
                  <a:pt x="170533" y="25335"/>
                </a:cubicBezTo>
                <a:cubicBezTo>
                  <a:pt x="173893" y="23517"/>
                  <a:pt x="177391" y="22609"/>
                  <a:pt x="181023" y="22609"/>
                </a:cubicBezTo>
                <a:cubicBezTo>
                  <a:pt x="183520" y="22609"/>
                  <a:pt x="185766" y="22883"/>
                  <a:pt x="187763" y="23426"/>
                </a:cubicBezTo>
                <a:cubicBezTo>
                  <a:pt x="189761" y="23926"/>
                  <a:pt x="191533" y="24675"/>
                  <a:pt x="193076" y="25675"/>
                </a:cubicBezTo>
                <a:cubicBezTo>
                  <a:pt x="194664" y="26629"/>
                  <a:pt x="196027" y="27786"/>
                  <a:pt x="197162" y="29146"/>
                </a:cubicBezTo>
                <a:cubicBezTo>
                  <a:pt x="198299" y="30510"/>
                  <a:pt x="199251" y="32030"/>
                  <a:pt x="200022" y="33710"/>
                </a:cubicBezTo>
                <a:cubicBezTo>
                  <a:pt x="201840" y="31758"/>
                  <a:pt x="203611" y="30078"/>
                  <a:pt x="205334" y="28672"/>
                </a:cubicBezTo>
                <a:cubicBezTo>
                  <a:pt x="207106" y="27263"/>
                  <a:pt x="208832" y="26129"/>
                  <a:pt x="210512" y="25266"/>
                </a:cubicBezTo>
                <a:cubicBezTo>
                  <a:pt x="212238" y="24357"/>
                  <a:pt x="213938" y="23700"/>
                  <a:pt x="215618" y="23291"/>
                </a:cubicBezTo>
                <a:cubicBezTo>
                  <a:pt x="217344" y="22837"/>
                  <a:pt x="219093" y="22609"/>
                  <a:pt x="220862" y="22609"/>
                </a:cubicBezTo>
                <a:cubicBezTo>
                  <a:pt x="224905" y="22609"/>
                  <a:pt x="228309" y="23291"/>
                  <a:pt x="231080" y="24652"/>
                </a:cubicBezTo>
                <a:cubicBezTo>
                  <a:pt x="233849" y="26015"/>
                  <a:pt x="236072" y="27875"/>
                  <a:pt x="237753" y="30238"/>
                </a:cubicBezTo>
                <a:cubicBezTo>
                  <a:pt x="239479" y="32553"/>
                  <a:pt x="240704" y="35276"/>
                  <a:pt x="241430" y="38411"/>
                </a:cubicBezTo>
                <a:cubicBezTo>
                  <a:pt x="242156" y="41542"/>
                  <a:pt x="242522" y="44857"/>
                  <a:pt x="242522" y="48352"/>
                </a:cubicBezTo>
                <a:lnTo>
                  <a:pt x="242522" y="87239"/>
                </a:lnTo>
                <a:close/>
                <a:moveTo>
                  <a:pt x="315459" y="55095"/>
                </a:moveTo>
                <a:cubicBezTo>
                  <a:pt x="315459" y="57184"/>
                  <a:pt x="314985" y="58727"/>
                  <a:pt x="314031" y="59727"/>
                </a:cubicBezTo>
                <a:cubicBezTo>
                  <a:pt x="313122" y="60725"/>
                  <a:pt x="311850" y="61225"/>
                  <a:pt x="310216" y="61225"/>
                </a:cubicBezTo>
                <a:lnTo>
                  <a:pt x="273237" y="61225"/>
                </a:lnTo>
                <a:cubicBezTo>
                  <a:pt x="273237" y="63814"/>
                  <a:pt x="273531" y="66174"/>
                  <a:pt x="274120" y="68309"/>
                </a:cubicBezTo>
                <a:cubicBezTo>
                  <a:pt x="274757" y="70397"/>
                  <a:pt x="275732" y="72189"/>
                  <a:pt x="277049" y="73689"/>
                </a:cubicBezTo>
                <a:cubicBezTo>
                  <a:pt x="278412" y="75141"/>
                  <a:pt x="280138" y="76252"/>
                  <a:pt x="282227" y="77024"/>
                </a:cubicBezTo>
                <a:cubicBezTo>
                  <a:pt x="284358" y="77798"/>
                  <a:pt x="286902" y="78184"/>
                  <a:pt x="289853" y="78184"/>
                </a:cubicBezTo>
                <a:cubicBezTo>
                  <a:pt x="292851" y="78184"/>
                  <a:pt x="295483" y="77978"/>
                  <a:pt x="297754" y="77570"/>
                </a:cubicBezTo>
                <a:cubicBezTo>
                  <a:pt x="300023" y="77115"/>
                  <a:pt x="301975" y="76638"/>
                  <a:pt x="303609" y="76141"/>
                </a:cubicBezTo>
                <a:cubicBezTo>
                  <a:pt x="305290" y="75595"/>
                  <a:pt x="306675" y="75118"/>
                  <a:pt x="307764" y="74709"/>
                </a:cubicBezTo>
                <a:cubicBezTo>
                  <a:pt x="308853" y="74255"/>
                  <a:pt x="309739" y="74029"/>
                  <a:pt x="310422" y="74029"/>
                </a:cubicBezTo>
                <a:cubicBezTo>
                  <a:pt x="310830" y="74029"/>
                  <a:pt x="311170" y="74118"/>
                  <a:pt x="311442" y="74301"/>
                </a:cubicBezTo>
                <a:cubicBezTo>
                  <a:pt x="311716" y="74438"/>
                  <a:pt x="311942" y="74709"/>
                  <a:pt x="312125" y="75118"/>
                </a:cubicBezTo>
                <a:cubicBezTo>
                  <a:pt x="312305" y="75527"/>
                  <a:pt x="312419" y="76118"/>
                  <a:pt x="312465" y="76890"/>
                </a:cubicBezTo>
                <a:cubicBezTo>
                  <a:pt x="312553" y="77615"/>
                  <a:pt x="312599" y="78547"/>
                  <a:pt x="312599" y="79681"/>
                </a:cubicBezTo>
                <a:cubicBezTo>
                  <a:pt x="312599" y="80679"/>
                  <a:pt x="312576" y="81542"/>
                  <a:pt x="312533" y="82270"/>
                </a:cubicBezTo>
                <a:cubicBezTo>
                  <a:pt x="312488" y="82950"/>
                  <a:pt x="312419" y="83539"/>
                  <a:pt x="312328" y="84039"/>
                </a:cubicBezTo>
                <a:cubicBezTo>
                  <a:pt x="312236" y="84539"/>
                  <a:pt x="312102" y="84971"/>
                  <a:pt x="311919" y="85334"/>
                </a:cubicBezTo>
                <a:cubicBezTo>
                  <a:pt x="311736" y="85651"/>
                  <a:pt x="311488" y="85971"/>
                  <a:pt x="311170" y="86288"/>
                </a:cubicBezTo>
                <a:cubicBezTo>
                  <a:pt x="310896" y="86605"/>
                  <a:pt x="310102" y="87037"/>
                  <a:pt x="308787" y="87582"/>
                </a:cubicBezTo>
                <a:cubicBezTo>
                  <a:pt x="307470" y="88125"/>
                  <a:pt x="305790" y="88671"/>
                  <a:pt x="303747" y="89217"/>
                </a:cubicBezTo>
                <a:cubicBezTo>
                  <a:pt x="301703" y="89714"/>
                  <a:pt x="299366" y="90146"/>
                  <a:pt x="296731" y="90508"/>
                </a:cubicBezTo>
                <a:cubicBezTo>
                  <a:pt x="294100" y="90917"/>
                  <a:pt x="291282" y="91123"/>
                  <a:pt x="288287" y="91123"/>
                </a:cubicBezTo>
                <a:cubicBezTo>
                  <a:pt x="282884" y="91123"/>
                  <a:pt x="278140" y="90443"/>
                  <a:pt x="274054" y="89080"/>
                </a:cubicBezTo>
                <a:cubicBezTo>
                  <a:pt x="270011" y="87717"/>
                  <a:pt x="266630" y="85651"/>
                  <a:pt x="263904" y="82882"/>
                </a:cubicBezTo>
                <a:cubicBezTo>
                  <a:pt x="261181" y="80113"/>
                  <a:pt x="259138" y="76615"/>
                  <a:pt x="257775" y="72395"/>
                </a:cubicBezTo>
                <a:cubicBezTo>
                  <a:pt x="256461" y="68171"/>
                  <a:pt x="255801" y="63222"/>
                  <a:pt x="255801" y="57547"/>
                </a:cubicBezTo>
                <a:cubicBezTo>
                  <a:pt x="255801" y="52144"/>
                  <a:pt x="256503" y="47286"/>
                  <a:pt x="257912" y="42974"/>
                </a:cubicBezTo>
                <a:cubicBezTo>
                  <a:pt x="259321" y="38613"/>
                  <a:pt x="261364" y="34936"/>
                  <a:pt x="264042" y="31941"/>
                </a:cubicBezTo>
                <a:cubicBezTo>
                  <a:pt x="266719" y="28898"/>
                  <a:pt x="269968" y="26583"/>
                  <a:pt x="273780" y="24995"/>
                </a:cubicBezTo>
                <a:cubicBezTo>
                  <a:pt x="277640" y="23403"/>
                  <a:pt x="281975" y="22609"/>
                  <a:pt x="286787" y="22609"/>
                </a:cubicBezTo>
                <a:cubicBezTo>
                  <a:pt x="291874" y="22609"/>
                  <a:pt x="296208" y="23360"/>
                  <a:pt x="299797" y="24857"/>
                </a:cubicBezTo>
                <a:cubicBezTo>
                  <a:pt x="303429" y="26355"/>
                  <a:pt x="306401" y="28444"/>
                  <a:pt x="308719" y="31124"/>
                </a:cubicBezTo>
                <a:cubicBezTo>
                  <a:pt x="311033" y="33756"/>
                  <a:pt x="312736" y="36887"/>
                  <a:pt x="313825" y="40522"/>
                </a:cubicBezTo>
                <a:cubicBezTo>
                  <a:pt x="314917" y="44154"/>
                  <a:pt x="315459" y="48103"/>
                  <a:pt x="315459" y="52372"/>
                </a:cubicBezTo>
                <a:lnTo>
                  <a:pt x="315459" y="55095"/>
                </a:lnTo>
                <a:close/>
                <a:moveTo>
                  <a:pt x="298843" y="50192"/>
                </a:moveTo>
                <a:cubicBezTo>
                  <a:pt x="298980" y="45380"/>
                  <a:pt x="298003" y="41611"/>
                  <a:pt x="295914" y="38888"/>
                </a:cubicBezTo>
                <a:cubicBezTo>
                  <a:pt x="293871" y="36116"/>
                  <a:pt x="290693" y="34733"/>
                  <a:pt x="286379" y="34733"/>
                </a:cubicBezTo>
                <a:cubicBezTo>
                  <a:pt x="284201" y="34733"/>
                  <a:pt x="282292" y="35142"/>
                  <a:pt x="280658" y="35959"/>
                </a:cubicBezTo>
                <a:cubicBezTo>
                  <a:pt x="279069" y="36776"/>
                  <a:pt x="277732" y="37888"/>
                  <a:pt x="276640" y="39296"/>
                </a:cubicBezTo>
                <a:cubicBezTo>
                  <a:pt x="275597" y="40657"/>
                  <a:pt x="274780" y="42291"/>
                  <a:pt x="274189" y="44200"/>
                </a:cubicBezTo>
                <a:cubicBezTo>
                  <a:pt x="273646" y="46060"/>
                  <a:pt x="273326" y="48057"/>
                  <a:pt x="273237" y="50192"/>
                </a:cubicBezTo>
                <a:lnTo>
                  <a:pt x="298843" y="50192"/>
                </a:lnTo>
                <a:close/>
                <a:moveTo>
                  <a:pt x="368583" y="32144"/>
                </a:moveTo>
                <a:cubicBezTo>
                  <a:pt x="368583" y="33779"/>
                  <a:pt x="368537" y="35119"/>
                  <a:pt x="368446" y="36162"/>
                </a:cubicBezTo>
                <a:cubicBezTo>
                  <a:pt x="368355" y="37208"/>
                  <a:pt x="368217" y="38025"/>
                  <a:pt x="368037" y="38613"/>
                </a:cubicBezTo>
                <a:cubicBezTo>
                  <a:pt x="367855" y="39205"/>
                  <a:pt x="367606" y="39614"/>
                  <a:pt x="367289" y="39839"/>
                </a:cubicBezTo>
                <a:cubicBezTo>
                  <a:pt x="367014" y="40068"/>
                  <a:pt x="366652" y="40179"/>
                  <a:pt x="366197" y="40179"/>
                </a:cubicBezTo>
                <a:cubicBezTo>
                  <a:pt x="365834" y="40179"/>
                  <a:pt x="365426" y="40114"/>
                  <a:pt x="364971" y="39976"/>
                </a:cubicBezTo>
                <a:cubicBezTo>
                  <a:pt x="364517" y="39794"/>
                  <a:pt x="363997" y="39614"/>
                  <a:pt x="363405" y="39431"/>
                </a:cubicBezTo>
                <a:cubicBezTo>
                  <a:pt x="362862" y="39251"/>
                  <a:pt x="362248" y="39091"/>
                  <a:pt x="361568" y="38953"/>
                </a:cubicBezTo>
                <a:cubicBezTo>
                  <a:pt x="360885" y="38773"/>
                  <a:pt x="360136" y="38682"/>
                  <a:pt x="359319" y="38682"/>
                </a:cubicBezTo>
                <a:cubicBezTo>
                  <a:pt x="358368" y="38682"/>
                  <a:pt x="357413" y="38888"/>
                  <a:pt x="356459" y="39296"/>
                </a:cubicBezTo>
                <a:cubicBezTo>
                  <a:pt x="355507" y="39659"/>
                  <a:pt x="354507" y="40248"/>
                  <a:pt x="353464" y="41065"/>
                </a:cubicBezTo>
                <a:cubicBezTo>
                  <a:pt x="352464" y="41882"/>
                  <a:pt x="351398" y="42974"/>
                  <a:pt x="350261" y="44334"/>
                </a:cubicBezTo>
                <a:cubicBezTo>
                  <a:pt x="349172" y="45697"/>
                  <a:pt x="347992" y="47377"/>
                  <a:pt x="346720" y="49375"/>
                </a:cubicBezTo>
                <a:lnTo>
                  <a:pt x="346720" y="87239"/>
                </a:lnTo>
                <a:cubicBezTo>
                  <a:pt x="346720" y="87694"/>
                  <a:pt x="346583" y="88102"/>
                  <a:pt x="346312" y="88465"/>
                </a:cubicBezTo>
                <a:cubicBezTo>
                  <a:pt x="346040" y="88785"/>
                  <a:pt x="345563" y="89057"/>
                  <a:pt x="344880" y="89283"/>
                </a:cubicBezTo>
                <a:cubicBezTo>
                  <a:pt x="344246" y="89511"/>
                  <a:pt x="343383" y="89668"/>
                  <a:pt x="342294" y="89760"/>
                </a:cubicBezTo>
                <a:cubicBezTo>
                  <a:pt x="341203" y="89897"/>
                  <a:pt x="339820" y="89966"/>
                  <a:pt x="338139" y="89966"/>
                </a:cubicBezTo>
                <a:cubicBezTo>
                  <a:pt x="336459" y="89966"/>
                  <a:pt x="335073" y="89897"/>
                  <a:pt x="333985" y="89760"/>
                </a:cubicBezTo>
                <a:cubicBezTo>
                  <a:pt x="332896" y="89671"/>
                  <a:pt x="332010" y="89511"/>
                  <a:pt x="331330" y="89283"/>
                </a:cubicBezTo>
                <a:cubicBezTo>
                  <a:pt x="330693" y="89057"/>
                  <a:pt x="330238" y="88785"/>
                  <a:pt x="329967" y="88465"/>
                </a:cubicBezTo>
                <a:cubicBezTo>
                  <a:pt x="329695" y="88102"/>
                  <a:pt x="329558" y="87694"/>
                  <a:pt x="329558" y="87239"/>
                </a:cubicBezTo>
                <a:lnTo>
                  <a:pt x="329558" y="26492"/>
                </a:lnTo>
                <a:cubicBezTo>
                  <a:pt x="329558" y="26038"/>
                  <a:pt x="329673" y="25652"/>
                  <a:pt x="329898" y="25335"/>
                </a:cubicBezTo>
                <a:cubicBezTo>
                  <a:pt x="330127" y="24972"/>
                  <a:pt x="330536" y="24675"/>
                  <a:pt x="331124" y="24449"/>
                </a:cubicBezTo>
                <a:cubicBezTo>
                  <a:pt x="331716" y="24220"/>
                  <a:pt x="332464" y="24063"/>
                  <a:pt x="333373" y="23972"/>
                </a:cubicBezTo>
                <a:cubicBezTo>
                  <a:pt x="334325" y="23834"/>
                  <a:pt x="335505" y="23769"/>
                  <a:pt x="336914" y="23769"/>
                </a:cubicBezTo>
                <a:cubicBezTo>
                  <a:pt x="338365" y="23769"/>
                  <a:pt x="339568" y="23834"/>
                  <a:pt x="340523" y="23972"/>
                </a:cubicBezTo>
                <a:cubicBezTo>
                  <a:pt x="341477" y="24063"/>
                  <a:pt x="342203" y="24220"/>
                  <a:pt x="342703" y="24449"/>
                </a:cubicBezTo>
                <a:cubicBezTo>
                  <a:pt x="343246" y="24675"/>
                  <a:pt x="343634" y="24972"/>
                  <a:pt x="343860" y="25335"/>
                </a:cubicBezTo>
                <a:cubicBezTo>
                  <a:pt x="344086" y="25652"/>
                  <a:pt x="344200" y="26038"/>
                  <a:pt x="344200" y="26492"/>
                </a:cubicBezTo>
                <a:lnTo>
                  <a:pt x="344200" y="34050"/>
                </a:lnTo>
                <a:cubicBezTo>
                  <a:pt x="345789" y="31781"/>
                  <a:pt x="347289" y="29918"/>
                  <a:pt x="348695" y="28466"/>
                </a:cubicBezTo>
                <a:cubicBezTo>
                  <a:pt x="350104" y="26969"/>
                  <a:pt x="351441" y="25789"/>
                  <a:pt x="352713" y="24926"/>
                </a:cubicBezTo>
                <a:cubicBezTo>
                  <a:pt x="353984" y="24063"/>
                  <a:pt x="355256" y="23472"/>
                  <a:pt x="356527" y="23154"/>
                </a:cubicBezTo>
                <a:cubicBezTo>
                  <a:pt x="357799" y="22791"/>
                  <a:pt x="359071" y="22609"/>
                  <a:pt x="360342" y="22609"/>
                </a:cubicBezTo>
                <a:cubicBezTo>
                  <a:pt x="360931" y="22609"/>
                  <a:pt x="361568" y="22654"/>
                  <a:pt x="362248" y="22746"/>
                </a:cubicBezTo>
                <a:cubicBezTo>
                  <a:pt x="362928" y="22791"/>
                  <a:pt x="363634" y="22906"/>
                  <a:pt x="364360" y="23086"/>
                </a:cubicBezTo>
                <a:cubicBezTo>
                  <a:pt x="365086" y="23223"/>
                  <a:pt x="365723" y="23403"/>
                  <a:pt x="366266" y="23632"/>
                </a:cubicBezTo>
                <a:cubicBezTo>
                  <a:pt x="366812" y="23812"/>
                  <a:pt x="367197" y="24017"/>
                  <a:pt x="367423" y="24243"/>
                </a:cubicBezTo>
                <a:cubicBezTo>
                  <a:pt x="367697" y="24472"/>
                  <a:pt x="367877" y="24720"/>
                  <a:pt x="367969" y="24995"/>
                </a:cubicBezTo>
                <a:cubicBezTo>
                  <a:pt x="368106" y="25266"/>
                  <a:pt x="368217" y="25652"/>
                  <a:pt x="368309" y="26152"/>
                </a:cubicBezTo>
                <a:cubicBezTo>
                  <a:pt x="368400" y="26606"/>
                  <a:pt x="368469" y="27309"/>
                  <a:pt x="368515" y="28264"/>
                </a:cubicBezTo>
                <a:cubicBezTo>
                  <a:pt x="368560" y="29215"/>
                  <a:pt x="368583" y="30510"/>
                  <a:pt x="368583" y="32144"/>
                </a:cubicBezTo>
                <a:close/>
                <a:moveTo>
                  <a:pt x="427833" y="87445"/>
                </a:moveTo>
                <a:cubicBezTo>
                  <a:pt x="427833" y="88080"/>
                  <a:pt x="427605" y="88580"/>
                  <a:pt x="427151" y="88943"/>
                </a:cubicBezTo>
                <a:cubicBezTo>
                  <a:pt x="426699" y="89305"/>
                  <a:pt x="425970" y="89557"/>
                  <a:pt x="424973" y="89691"/>
                </a:cubicBezTo>
                <a:cubicBezTo>
                  <a:pt x="424019" y="89874"/>
                  <a:pt x="422590" y="89966"/>
                  <a:pt x="420681" y="89966"/>
                </a:cubicBezTo>
                <a:cubicBezTo>
                  <a:pt x="418638" y="89966"/>
                  <a:pt x="417141" y="89874"/>
                  <a:pt x="416186" y="89691"/>
                </a:cubicBezTo>
                <a:cubicBezTo>
                  <a:pt x="415278" y="89557"/>
                  <a:pt x="414620" y="89305"/>
                  <a:pt x="414212" y="88943"/>
                </a:cubicBezTo>
                <a:cubicBezTo>
                  <a:pt x="413849" y="88580"/>
                  <a:pt x="413666" y="88080"/>
                  <a:pt x="413666" y="87445"/>
                </a:cubicBezTo>
                <a:lnTo>
                  <a:pt x="413666" y="82610"/>
                </a:lnTo>
                <a:cubicBezTo>
                  <a:pt x="411171" y="85288"/>
                  <a:pt x="408308" y="87377"/>
                  <a:pt x="405085" y="88874"/>
                </a:cubicBezTo>
                <a:cubicBezTo>
                  <a:pt x="401907" y="90374"/>
                  <a:pt x="398367" y="91123"/>
                  <a:pt x="394461" y="91123"/>
                </a:cubicBezTo>
                <a:cubicBezTo>
                  <a:pt x="391237" y="91123"/>
                  <a:pt x="388263" y="90691"/>
                  <a:pt x="385540" y="89828"/>
                </a:cubicBezTo>
                <a:cubicBezTo>
                  <a:pt x="382862" y="89011"/>
                  <a:pt x="380522" y="87785"/>
                  <a:pt x="378524" y="86151"/>
                </a:cubicBezTo>
                <a:cubicBezTo>
                  <a:pt x="376573" y="84471"/>
                  <a:pt x="375053" y="82405"/>
                  <a:pt x="373961" y="79953"/>
                </a:cubicBezTo>
                <a:cubicBezTo>
                  <a:pt x="372872" y="77501"/>
                  <a:pt x="372327" y="74641"/>
                  <a:pt x="372327" y="71372"/>
                </a:cubicBezTo>
                <a:cubicBezTo>
                  <a:pt x="372327" y="67831"/>
                  <a:pt x="373009" y="64765"/>
                  <a:pt x="374370" y="62179"/>
                </a:cubicBezTo>
                <a:cubicBezTo>
                  <a:pt x="375778" y="59545"/>
                  <a:pt x="377844" y="57387"/>
                  <a:pt x="380568" y="55707"/>
                </a:cubicBezTo>
                <a:cubicBezTo>
                  <a:pt x="383336" y="53984"/>
                  <a:pt x="386765" y="52712"/>
                  <a:pt x="390852" y="51895"/>
                </a:cubicBezTo>
                <a:cubicBezTo>
                  <a:pt x="394938" y="51078"/>
                  <a:pt x="399684" y="50669"/>
                  <a:pt x="405085" y="50669"/>
                </a:cubicBezTo>
                <a:lnTo>
                  <a:pt x="411011" y="50669"/>
                </a:lnTo>
                <a:lnTo>
                  <a:pt x="411011" y="46992"/>
                </a:lnTo>
                <a:cubicBezTo>
                  <a:pt x="411011" y="45083"/>
                  <a:pt x="410806" y="43425"/>
                  <a:pt x="410397" y="42020"/>
                </a:cubicBezTo>
                <a:cubicBezTo>
                  <a:pt x="410034" y="40565"/>
                  <a:pt x="409400" y="39362"/>
                  <a:pt x="408491" y="38411"/>
                </a:cubicBezTo>
                <a:cubicBezTo>
                  <a:pt x="407628" y="37456"/>
                  <a:pt x="406448" y="36753"/>
                  <a:pt x="404951" y="36299"/>
                </a:cubicBezTo>
                <a:cubicBezTo>
                  <a:pt x="403496" y="35844"/>
                  <a:pt x="401682" y="35619"/>
                  <a:pt x="399501" y="35619"/>
                </a:cubicBezTo>
                <a:cubicBezTo>
                  <a:pt x="396641" y="35619"/>
                  <a:pt x="394075" y="35936"/>
                  <a:pt x="391806" y="36570"/>
                </a:cubicBezTo>
                <a:cubicBezTo>
                  <a:pt x="389580" y="37208"/>
                  <a:pt x="387606" y="37910"/>
                  <a:pt x="385880" y="38682"/>
                </a:cubicBezTo>
                <a:cubicBezTo>
                  <a:pt x="384154" y="39454"/>
                  <a:pt x="382702" y="40156"/>
                  <a:pt x="381522" y="40794"/>
                </a:cubicBezTo>
                <a:cubicBezTo>
                  <a:pt x="380388" y="41428"/>
                  <a:pt x="379456" y="41748"/>
                  <a:pt x="378730" y="41748"/>
                </a:cubicBezTo>
                <a:cubicBezTo>
                  <a:pt x="378230" y="41748"/>
                  <a:pt x="377776" y="41588"/>
                  <a:pt x="377367" y="41271"/>
                </a:cubicBezTo>
                <a:cubicBezTo>
                  <a:pt x="377004" y="40954"/>
                  <a:pt x="376687" y="40499"/>
                  <a:pt x="376413" y="39908"/>
                </a:cubicBezTo>
                <a:cubicBezTo>
                  <a:pt x="376187" y="39319"/>
                  <a:pt x="376004" y="38591"/>
                  <a:pt x="375870" y="37728"/>
                </a:cubicBezTo>
                <a:cubicBezTo>
                  <a:pt x="375733" y="36867"/>
                  <a:pt x="375664" y="35913"/>
                  <a:pt x="375664" y="34867"/>
                </a:cubicBezTo>
                <a:cubicBezTo>
                  <a:pt x="375664" y="33461"/>
                  <a:pt x="375778" y="32350"/>
                  <a:pt x="376004" y="31533"/>
                </a:cubicBezTo>
                <a:cubicBezTo>
                  <a:pt x="376233" y="30715"/>
                  <a:pt x="376664" y="29987"/>
                  <a:pt x="377299" y="29352"/>
                </a:cubicBezTo>
                <a:cubicBezTo>
                  <a:pt x="377936" y="28672"/>
                  <a:pt x="379047" y="27943"/>
                  <a:pt x="380636" y="27172"/>
                </a:cubicBezTo>
                <a:cubicBezTo>
                  <a:pt x="382225" y="26355"/>
                  <a:pt x="384088" y="25606"/>
                  <a:pt x="386220" y="24926"/>
                </a:cubicBezTo>
                <a:cubicBezTo>
                  <a:pt x="388354" y="24243"/>
                  <a:pt x="390672" y="23700"/>
                  <a:pt x="393166" y="23291"/>
                </a:cubicBezTo>
                <a:cubicBezTo>
                  <a:pt x="395709" y="22837"/>
                  <a:pt x="398321" y="22609"/>
                  <a:pt x="400999" y="22609"/>
                </a:cubicBezTo>
                <a:cubicBezTo>
                  <a:pt x="405768" y="22609"/>
                  <a:pt x="409831" y="23086"/>
                  <a:pt x="413192" y="24040"/>
                </a:cubicBezTo>
                <a:cubicBezTo>
                  <a:pt x="416595" y="24949"/>
                  <a:pt x="419387" y="26378"/>
                  <a:pt x="421567" y="28329"/>
                </a:cubicBezTo>
                <a:cubicBezTo>
                  <a:pt x="423747" y="30238"/>
                  <a:pt x="425336" y="32713"/>
                  <a:pt x="426333" y="35753"/>
                </a:cubicBezTo>
                <a:cubicBezTo>
                  <a:pt x="427333" y="38796"/>
                  <a:pt x="427833" y="42405"/>
                  <a:pt x="427833" y="46583"/>
                </a:cubicBezTo>
                <a:lnTo>
                  <a:pt x="427833" y="87445"/>
                </a:lnTo>
                <a:close/>
                <a:moveTo>
                  <a:pt x="411011" y="61431"/>
                </a:moveTo>
                <a:lnTo>
                  <a:pt x="404473" y="61431"/>
                </a:lnTo>
                <a:cubicBezTo>
                  <a:pt x="401704" y="61431"/>
                  <a:pt x="399341" y="61633"/>
                  <a:pt x="397390" y="62042"/>
                </a:cubicBezTo>
                <a:cubicBezTo>
                  <a:pt x="395438" y="62451"/>
                  <a:pt x="393849" y="63065"/>
                  <a:pt x="392623" y="63882"/>
                </a:cubicBezTo>
                <a:cubicBezTo>
                  <a:pt x="391397" y="64700"/>
                  <a:pt x="390489" y="65697"/>
                  <a:pt x="389897" y="66877"/>
                </a:cubicBezTo>
                <a:cubicBezTo>
                  <a:pt x="389354" y="68011"/>
                  <a:pt x="389080" y="69329"/>
                  <a:pt x="389080" y="70829"/>
                </a:cubicBezTo>
                <a:cubicBezTo>
                  <a:pt x="389080" y="73369"/>
                  <a:pt x="389877" y="75367"/>
                  <a:pt x="391466" y="76821"/>
                </a:cubicBezTo>
                <a:cubicBezTo>
                  <a:pt x="393101" y="78273"/>
                  <a:pt x="395347" y="79001"/>
                  <a:pt x="398207" y="79001"/>
                </a:cubicBezTo>
                <a:cubicBezTo>
                  <a:pt x="400613" y="79001"/>
                  <a:pt x="402816" y="78387"/>
                  <a:pt x="404813" y="77161"/>
                </a:cubicBezTo>
                <a:cubicBezTo>
                  <a:pt x="406857" y="75935"/>
                  <a:pt x="408923" y="74141"/>
                  <a:pt x="411011" y="71780"/>
                </a:cubicBezTo>
                <a:lnTo>
                  <a:pt x="411011" y="614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469B4-2A38-47DB-9FBD-9F7BE172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972" y="1394769"/>
            <a:ext cx="897821" cy="183133"/>
          </a:xfrm>
          <a:custGeom xmlns:a="http://schemas.openxmlformats.org/drawingml/2006/main">
            <a:pathLst>
              <a:path w="897821" h="183133">
                <a:moveTo>
                  <a:pt x="0" y="183133"/>
                </a:moveTo>
                <a:lnTo>
                  <a:pt x="0" y="0"/>
                </a:lnTo>
                <a:lnTo>
                  <a:pt x="897821" y="0"/>
                </a:lnTo>
                <a:lnTo>
                  <a:pt x="897821" y="183133"/>
                </a:lnTo>
                <a:lnTo>
                  <a:pt x="0" y="183133"/>
                </a:lnTo>
                <a:close/>
              </a:path>
            </a:pathLst>
          </a:custGeom>
          <a:solidFill xmlns:a="http://schemas.openxmlformats.org/drawingml/2006/main">
            <a:srgbClr val="4EA72E">
              <a:alpha val="49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3EBE8-FABE-46BF-9501-76C18F1F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649" y="1444786"/>
            <a:ext cx="722867" cy="80090"/>
          </a:xfrm>
          <a:custGeom xmlns:a="http://schemas.openxmlformats.org/drawingml/2006/main">
            <a:pathLst>
              <a:path w="722867" h="80090">
                <a:moveTo>
                  <a:pt x="62722" y="75527"/>
                </a:moveTo>
                <a:cubicBezTo>
                  <a:pt x="63042" y="76390"/>
                  <a:pt x="63199" y="77072"/>
                  <a:pt x="63199" y="77570"/>
                </a:cubicBezTo>
                <a:cubicBezTo>
                  <a:pt x="63245" y="78070"/>
                  <a:pt x="63111" y="78456"/>
                  <a:pt x="62791" y="78730"/>
                </a:cubicBezTo>
                <a:cubicBezTo>
                  <a:pt x="62519" y="79001"/>
                  <a:pt x="62019" y="79161"/>
                  <a:pt x="61293" y="79204"/>
                </a:cubicBezTo>
                <a:cubicBezTo>
                  <a:pt x="60613" y="79296"/>
                  <a:pt x="59682" y="79341"/>
                  <a:pt x="58502" y="79341"/>
                </a:cubicBezTo>
                <a:cubicBezTo>
                  <a:pt x="57321" y="79341"/>
                  <a:pt x="56367" y="79296"/>
                  <a:pt x="55641" y="79204"/>
                </a:cubicBezTo>
                <a:cubicBezTo>
                  <a:pt x="54958" y="79161"/>
                  <a:pt x="54438" y="79093"/>
                  <a:pt x="54075" y="79001"/>
                </a:cubicBezTo>
                <a:cubicBezTo>
                  <a:pt x="53755" y="78864"/>
                  <a:pt x="53507" y="78684"/>
                  <a:pt x="53324" y="78456"/>
                </a:cubicBezTo>
                <a:cubicBezTo>
                  <a:pt x="53144" y="78230"/>
                  <a:pt x="52984" y="77935"/>
                  <a:pt x="52849" y="77570"/>
                </a:cubicBezTo>
                <a:lnTo>
                  <a:pt x="46514" y="59727"/>
                </a:lnTo>
                <a:lnTo>
                  <a:pt x="16005" y="59727"/>
                </a:lnTo>
                <a:lnTo>
                  <a:pt x="10010" y="77367"/>
                </a:lnTo>
                <a:cubicBezTo>
                  <a:pt x="9876" y="77684"/>
                  <a:pt x="9716" y="77978"/>
                  <a:pt x="9533" y="78253"/>
                </a:cubicBezTo>
                <a:cubicBezTo>
                  <a:pt x="9353" y="78478"/>
                  <a:pt x="9081" y="78684"/>
                  <a:pt x="8715" y="78864"/>
                </a:cubicBezTo>
                <a:cubicBezTo>
                  <a:pt x="8352" y="79047"/>
                  <a:pt x="7832" y="79161"/>
                  <a:pt x="7149" y="79204"/>
                </a:cubicBezTo>
                <a:cubicBezTo>
                  <a:pt x="6515" y="79296"/>
                  <a:pt x="5675" y="79341"/>
                  <a:pt x="4629" y="79341"/>
                </a:cubicBezTo>
                <a:cubicBezTo>
                  <a:pt x="3495" y="79341"/>
                  <a:pt x="2586" y="79296"/>
                  <a:pt x="1906" y="79204"/>
                </a:cubicBezTo>
                <a:cubicBezTo>
                  <a:pt x="1226" y="79116"/>
                  <a:pt x="726" y="78933"/>
                  <a:pt x="409" y="78661"/>
                </a:cubicBezTo>
                <a:cubicBezTo>
                  <a:pt x="134" y="78387"/>
                  <a:pt x="0" y="78001"/>
                  <a:pt x="0" y="77504"/>
                </a:cubicBezTo>
                <a:cubicBezTo>
                  <a:pt x="46" y="77004"/>
                  <a:pt x="226" y="76321"/>
                  <a:pt x="543" y="75461"/>
                </a:cubicBezTo>
                <a:lnTo>
                  <a:pt x="25129" y="7287"/>
                </a:lnTo>
                <a:cubicBezTo>
                  <a:pt x="25312" y="6878"/>
                  <a:pt x="25515" y="6538"/>
                  <a:pt x="25743" y="6266"/>
                </a:cubicBezTo>
                <a:cubicBezTo>
                  <a:pt x="25969" y="5992"/>
                  <a:pt x="26309" y="5789"/>
                  <a:pt x="26763" y="5652"/>
                </a:cubicBezTo>
                <a:cubicBezTo>
                  <a:pt x="27263" y="5515"/>
                  <a:pt x="27878" y="5426"/>
                  <a:pt x="28604" y="5381"/>
                </a:cubicBezTo>
                <a:cubicBezTo>
                  <a:pt x="29375" y="5289"/>
                  <a:pt x="30330" y="5244"/>
                  <a:pt x="31464" y="5244"/>
                </a:cubicBezTo>
                <a:cubicBezTo>
                  <a:pt x="32644" y="5244"/>
                  <a:pt x="33621" y="5289"/>
                  <a:pt x="34393" y="5381"/>
                </a:cubicBezTo>
                <a:cubicBezTo>
                  <a:pt x="35210" y="5426"/>
                  <a:pt x="35867" y="5515"/>
                  <a:pt x="36367" y="5652"/>
                </a:cubicBezTo>
                <a:cubicBezTo>
                  <a:pt x="36867" y="5789"/>
                  <a:pt x="37253" y="6015"/>
                  <a:pt x="37525" y="6332"/>
                </a:cubicBezTo>
                <a:cubicBezTo>
                  <a:pt x="37796" y="6607"/>
                  <a:pt x="38002" y="6947"/>
                  <a:pt x="38139" y="7355"/>
                </a:cubicBezTo>
                <a:lnTo>
                  <a:pt x="62722" y="75527"/>
                </a:lnTo>
                <a:close/>
                <a:moveTo>
                  <a:pt x="31124" y="15325"/>
                </a:moveTo>
                <a:lnTo>
                  <a:pt x="31124" y="15325"/>
                </a:lnTo>
                <a:lnTo>
                  <a:pt x="18457" y="51964"/>
                </a:lnTo>
                <a:lnTo>
                  <a:pt x="43994" y="51964"/>
                </a:lnTo>
                <a:lnTo>
                  <a:pt x="31124" y="15325"/>
                </a:lnTo>
                <a:close/>
                <a:moveTo>
                  <a:pt x="83299" y="77570"/>
                </a:moveTo>
                <a:cubicBezTo>
                  <a:pt x="83299" y="77890"/>
                  <a:pt x="83208" y="78161"/>
                  <a:pt x="83028" y="78387"/>
                </a:cubicBezTo>
                <a:cubicBezTo>
                  <a:pt x="82890" y="78570"/>
                  <a:pt x="82642" y="78753"/>
                  <a:pt x="82276" y="78933"/>
                </a:cubicBezTo>
                <a:cubicBezTo>
                  <a:pt x="81959" y="79070"/>
                  <a:pt x="81504" y="79161"/>
                  <a:pt x="80916" y="79204"/>
                </a:cubicBezTo>
                <a:cubicBezTo>
                  <a:pt x="80324" y="79296"/>
                  <a:pt x="79553" y="79341"/>
                  <a:pt x="78598" y="79341"/>
                </a:cubicBezTo>
                <a:cubicBezTo>
                  <a:pt x="77693" y="79341"/>
                  <a:pt x="76921" y="79296"/>
                  <a:pt x="76284" y="79204"/>
                </a:cubicBezTo>
                <a:cubicBezTo>
                  <a:pt x="75695" y="79161"/>
                  <a:pt x="75218" y="79070"/>
                  <a:pt x="74855" y="78933"/>
                </a:cubicBezTo>
                <a:cubicBezTo>
                  <a:pt x="74489" y="78753"/>
                  <a:pt x="74241" y="78570"/>
                  <a:pt x="74104" y="78387"/>
                </a:cubicBezTo>
                <a:cubicBezTo>
                  <a:pt x="73969" y="78161"/>
                  <a:pt x="73901" y="77890"/>
                  <a:pt x="73901" y="77570"/>
                </a:cubicBezTo>
                <a:lnTo>
                  <a:pt x="73901" y="1772"/>
                </a:lnTo>
                <a:cubicBezTo>
                  <a:pt x="73901" y="1497"/>
                  <a:pt x="73969" y="1249"/>
                  <a:pt x="74104" y="1020"/>
                </a:cubicBezTo>
                <a:cubicBezTo>
                  <a:pt x="74241" y="794"/>
                  <a:pt x="74489" y="612"/>
                  <a:pt x="74855" y="477"/>
                </a:cubicBezTo>
                <a:cubicBezTo>
                  <a:pt x="75218" y="294"/>
                  <a:pt x="75695" y="183"/>
                  <a:pt x="76284" y="137"/>
                </a:cubicBezTo>
                <a:cubicBezTo>
                  <a:pt x="76921" y="46"/>
                  <a:pt x="77693" y="0"/>
                  <a:pt x="78598" y="0"/>
                </a:cubicBezTo>
                <a:cubicBezTo>
                  <a:pt x="79553" y="0"/>
                  <a:pt x="80324" y="46"/>
                  <a:pt x="80916" y="137"/>
                </a:cubicBezTo>
                <a:cubicBezTo>
                  <a:pt x="81504" y="183"/>
                  <a:pt x="81959" y="294"/>
                  <a:pt x="82276" y="477"/>
                </a:cubicBezTo>
                <a:cubicBezTo>
                  <a:pt x="82642" y="612"/>
                  <a:pt x="82890" y="794"/>
                  <a:pt x="83028" y="1020"/>
                </a:cubicBezTo>
                <a:cubicBezTo>
                  <a:pt x="83208" y="1249"/>
                  <a:pt x="83299" y="1497"/>
                  <a:pt x="83299" y="1772"/>
                </a:cubicBezTo>
                <a:lnTo>
                  <a:pt x="83299" y="77570"/>
                </a:lnTo>
                <a:close/>
                <a:moveTo>
                  <a:pt x="109962" y="77570"/>
                </a:moveTo>
                <a:cubicBezTo>
                  <a:pt x="109962" y="77890"/>
                  <a:pt x="109871" y="78161"/>
                  <a:pt x="109691" y="78387"/>
                </a:cubicBezTo>
                <a:cubicBezTo>
                  <a:pt x="109554" y="78570"/>
                  <a:pt x="109305" y="78753"/>
                  <a:pt x="108942" y="78933"/>
                </a:cubicBezTo>
                <a:cubicBezTo>
                  <a:pt x="108622" y="79070"/>
                  <a:pt x="108168" y="79161"/>
                  <a:pt x="107579" y="79204"/>
                </a:cubicBezTo>
                <a:cubicBezTo>
                  <a:pt x="106988" y="79296"/>
                  <a:pt x="106216" y="79341"/>
                  <a:pt x="105265" y="79341"/>
                </a:cubicBezTo>
                <a:cubicBezTo>
                  <a:pt x="104356" y="79341"/>
                  <a:pt x="103584" y="79296"/>
                  <a:pt x="102947" y="79204"/>
                </a:cubicBezTo>
                <a:cubicBezTo>
                  <a:pt x="102359" y="79161"/>
                  <a:pt x="101881" y="79070"/>
                  <a:pt x="101518" y="78933"/>
                </a:cubicBezTo>
                <a:cubicBezTo>
                  <a:pt x="101156" y="78753"/>
                  <a:pt x="100904" y="78570"/>
                  <a:pt x="100770" y="78387"/>
                </a:cubicBezTo>
                <a:cubicBezTo>
                  <a:pt x="100633" y="78161"/>
                  <a:pt x="100564" y="77890"/>
                  <a:pt x="100564" y="77570"/>
                </a:cubicBezTo>
                <a:lnTo>
                  <a:pt x="100564" y="1772"/>
                </a:lnTo>
                <a:cubicBezTo>
                  <a:pt x="100564" y="1497"/>
                  <a:pt x="100633" y="1249"/>
                  <a:pt x="100770" y="1020"/>
                </a:cubicBezTo>
                <a:cubicBezTo>
                  <a:pt x="100904" y="794"/>
                  <a:pt x="101156" y="612"/>
                  <a:pt x="101518" y="477"/>
                </a:cubicBezTo>
                <a:cubicBezTo>
                  <a:pt x="101881" y="294"/>
                  <a:pt x="102359" y="183"/>
                  <a:pt x="102947" y="137"/>
                </a:cubicBezTo>
                <a:cubicBezTo>
                  <a:pt x="103584" y="46"/>
                  <a:pt x="104356" y="0"/>
                  <a:pt x="105265" y="0"/>
                </a:cubicBezTo>
                <a:cubicBezTo>
                  <a:pt x="106216" y="0"/>
                  <a:pt x="106988" y="46"/>
                  <a:pt x="107579" y="137"/>
                </a:cubicBezTo>
                <a:cubicBezTo>
                  <a:pt x="108171" y="183"/>
                  <a:pt x="108622" y="294"/>
                  <a:pt x="108942" y="477"/>
                </a:cubicBezTo>
                <a:cubicBezTo>
                  <a:pt x="109305" y="612"/>
                  <a:pt x="109554" y="794"/>
                  <a:pt x="109691" y="1020"/>
                </a:cubicBezTo>
                <a:cubicBezTo>
                  <a:pt x="109871" y="1249"/>
                  <a:pt x="109962" y="1497"/>
                  <a:pt x="109962" y="1772"/>
                </a:cubicBezTo>
                <a:lnTo>
                  <a:pt x="109962" y="77570"/>
                </a:lnTo>
                <a:close/>
                <a:moveTo>
                  <a:pt x="200488" y="51352"/>
                </a:moveTo>
                <a:cubicBezTo>
                  <a:pt x="200488" y="55801"/>
                  <a:pt x="200011" y="59796"/>
                  <a:pt x="199056" y="63336"/>
                </a:cubicBezTo>
                <a:cubicBezTo>
                  <a:pt x="198102" y="66880"/>
                  <a:pt x="196673" y="69897"/>
                  <a:pt x="194767" y="72395"/>
                </a:cubicBezTo>
                <a:cubicBezTo>
                  <a:pt x="192904" y="74892"/>
                  <a:pt x="190612" y="76798"/>
                  <a:pt x="187886" y="78115"/>
                </a:cubicBezTo>
                <a:cubicBezTo>
                  <a:pt x="185163" y="79433"/>
                  <a:pt x="182054" y="80090"/>
                  <a:pt x="178557" y="80090"/>
                </a:cubicBezTo>
                <a:cubicBezTo>
                  <a:pt x="176922" y="80090"/>
                  <a:pt x="175402" y="79933"/>
                  <a:pt x="173993" y="79613"/>
                </a:cubicBezTo>
                <a:cubicBezTo>
                  <a:pt x="172633" y="79296"/>
                  <a:pt x="171293" y="78773"/>
                  <a:pt x="169976" y="78047"/>
                </a:cubicBezTo>
                <a:cubicBezTo>
                  <a:pt x="168658" y="77321"/>
                  <a:pt x="167344" y="76412"/>
                  <a:pt x="166026" y="75324"/>
                </a:cubicBezTo>
                <a:cubicBezTo>
                  <a:pt x="164709" y="74235"/>
                  <a:pt x="163303" y="72918"/>
                  <a:pt x="161803" y="71375"/>
                </a:cubicBezTo>
                <a:lnTo>
                  <a:pt x="161803" y="77570"/>
                </a:lnTo>
                <a:cubicBezTo>
                  <a:pt x="161803" y="77890"/>
                  <a:pt x="161712" y="78161"/>
                  <a:pt x="161532" y="78387"/>
                </a:cubicBezTo>
                <a:cubicBezTo>
                  <a:pt x="161394" y="78616"/>
                  <a:pt x="161146" y="78796"/>
                  <a:pt x="160783" y="78933"/>
                </a:cubicBezTo>
                <a:cubicBezTo>
                  <a:pt x="160463" y="79070"/>
                  <a:pt x="160054" y="79161"/>
                  <a:pt x="159557" y="79204"/>
                </a:cubicBezTo>
                <a:cubicBezTo>
                  <a:pt x="159057" y="79296"/>
                  <a:pt x="158397" y="79341"/>
                  <a:pt x="157580" y="79341"/>
                </a:cubicBezTo>
                <a:cubicBezTo>
                  <a:pt x="156854" y="79341"/>
                  <a:pt x="156220" y="79296"/>
                  <a:pt x="155674" y="79204"/>
                </a:cubicBezTo>
                <a:cubicBezTo>
                  <a:pt x="155128" y="79161"/>
                  <a:pt x="154676" y="79070"/>
                  <a:pt x="154311" y="78933"/>
                </a:cubicBezTo>
                <a:cubicBezTo>
                  <a:pt x="153994" y="78796"/>
                  <a:pt x="153768" y="78616"/>
                  <a:pt x="153631" y="78387"/>
                </a:cubicBezTo>
                <a:cubicBezTo>
                  <a:pt x="153539" y="78161"/>
                  <a:pt x="153493" y="77890"/>
                  <a:pt x="153493" y="77570"/>
                </a:cubicBezTo>
                <a:lnTo>
                  <a:pt x="153493" y="1772"/>
                </a:lnTo>
                <a:cubicBezTo>
                  <a:pt x="153493" y="1497"/>
                  <a:pt x="153562" y="1249"/>
                  <a:pt x="153699" y="1020"/>
                </a:cubicBezTo>
                <a:cubicBezTo>
                  <a:pt x="153836" y="794"/>
                  <a:pt x="154085" y="612"/>
                  <a:pt x="154448" y="477"/>
                </a:cubicBezTo>
                <a:cubicBezTo>
                  <a:pt x="154811" y="294"/>
                  <a:pt x="155288" y="183"/>
                  <a:pt x="155879" y="137"/>
                </a:cubicBezTo>
                <a:cubicBezTo>
                  <a:pt x="156514" y="46"/>
                  <a:pt x="157285" y="0"/>
                  <a:pt x="158194" y="0"/>
                </a:cubicBezTo>
                <a:cubicBezTo>
                  <a:pt x="159148" y="0"/>
                  <a:pt x="159920" y="46"/>
                  <a:pt x="160509" y="137"/>
                </a:cubicBezTo>
                <a:cubicBezTo>
                  <a:pt x="161100" y="183"/>
                  <a:pt x="161554" y="294"/>
                  <a:pt x="161872" y="477"/>
                </a:cubicBezTo>
                <a:cubicBezTo>
                  <a:pt x="162235" y="612"/>
                  <a:pt x="162483" y="794"/>
                  <a:pt x="162620" y="1020"/>
                </a:cubicBezTo>
                <a:cubicBezTo>
                  <a:pt x="162803" y="1249"/>
                  <a:pt x="162895" y="1497"/>
                  <a:pt x="162895" y="1772"/>
                </a:cubicBezTo>
                <a:lnTo>
                  <a:pt x="162895" y="32350"/>
                </a:lnTo>
                <a:cubicBezTo>
                  <a:pt x="164392" y="30807"/>
                  <a:pt x="165844" y="29512"/>
                  <a:pt x="167252" y="28466"/>
                </a:cubicBezTo>
                <a:cubicBezTo>
                  <a:pt x="168704" y="27378"/>
                  <a:pt x="170113" y="26515"/>
                  <a:pt x="171476" y="25880"/>
                </a:cubicBezTo>
                <a:cubicBezTo>
                  <a:pt x="172836" y="25197"/>
                  <a:pt x="174199" y="24723"/>
                  <a:pt x="175562" y="24449"/>
                </a:cubicBezTo>
                <a:cubicBezTo>
                  <a:pt x="176922" y="24132"/>
                  <a:pt x="178354" y="23972"/>
                  <a:pt x="179851" y="23972"/>
                </a:cubicBezTo>
                <a:cubicBezTo>
                  <a:pt x="183574" y="23972"/>
                  <a:pt x="186729" y="24723"/>
                  <a:pt x="189318" y="26220"/>
                </a:cubicBezTo>
                <a:cubicBezTo>
                  <a:pt x="191953" y="27672"/>
                  <a:pt x="194084" y="29649"/>
                  <a:pt x="195719" y="32144"/>
                </a:cubicBezTo>
                <a:cubicBezTo>
                  <a:pt x="197399" y="34596"/>
                  <a:pt x="198602" y="37502"/>
                  <a:pt x="199328" y="40862"/>
                </a:cubicBezTo>
                <a:cubicBezTo>
                  <a:pt x="200102" y="44177"/>
                  <a:pt x="200488" y="47672"/>
                  <a:pt x="200488" y="51352"/>
                </a:cubicBezTo>
                <a:close/>
                <a:moveTo>
                  <a:pt x="190612" y="52441"/>
                </a:moveTo>
                <a:cubicBezTo>
                  <a:pt x="190612" y="49852"/>
                  <a:pt x="190407" y="47332"/>
                  <a:pt x="189998" y="44880"/>
                </a:cubicBezTo>
                <a:cubicBezTo>
                  <a:pt x="189635" y="42382"/>
                  <a:pt x="188955" y="40205"/>
                  <a:pt x="187955" y="38342"/>
                </a:cubicBezTo>
                <a:cubicBezTo>
                  <a:pt x="186958" y="36436"/>
                  <a:pt x="185640" y="34916"/>
                  <a:pt x="184006" y="33779"/>
                </a:cubicBezTo>
                <a:cubicBezTo>
                  <a:pt x="182417" y="32598"/>
                  <a:pt x="180397" y="32010"/>
                  <a:pt x="177945" y="32010"/>
                </a:cubicBezTo>
                <a:cubicBezTo>
                  <a:pt x="176765" y="32010"/>
                  <a:pt x="175582" y="32190"/>
                  <a:pt x="174402" y="32553"/>
                </a:cubicBezTo>
                <a:cubicBezTo>
                  <a:pt x="173222" y="32873"/>
                  <a:pt x="172019" y="33438"/>
                  <a:pt x="170793" y="34256"/>
                </a:cubicBezTo>
                <a:cubicBezTo>
                  <a:pt x="169613" y="35027"/>
                  <a:pt x="168364" y="36050"/>
                  <a:pt x="167047" y="37322"/>
                </a:cubicBezTo>
                <a:cubicBezTo>
                  <a:pt x="165732" y="38548"/>
                  <a:pt x="164346" y="40114"/>
                  <a:pt x="162895" y="42020"/>
                </a:cubicBezTo>
                <a:lnTo>
                  <a:pt x="162895" y="62385"/>
                </a:lnTo>
                <a:cubicBezTo>
                  <a:pt x="165481" y="65517"/>
                  <a:pt x="167932" y="67923"/>
                  <a:pt x="170250" y="69603"/>
                </a:cubicBezTo>
                <a:cubicBezTo>
                  <a:pt x="172610" y="71237"/>
                  <a:pt x="175062" y="72055"/>
                  <a:pt x="177605" y="72055"/>
                </a:cubicBezTo>
                <a:cubicBezTo>
                  <a:pt x="179920" y="72055"/>
                  <a:pt x="181917" y="71486"/>
                  <a:pt x="183597" y="70352"/>
                </a:cubicBezTo>
                <a:cubicBezTo>
                  <a:pt x="185277" y="69217"/>
                  <a:pt x="186618" y="67720"/>
                  <a:pt x="187615" y="65857"/>
                </a:cubicBezTo>
                <a:cubicBezTo>
                  <a:pt x="188661" y="63951"/>
                  <a:pt x="189409" y="61839"/>
                  <a:pt x="189864" y="59525"/>
                </a:cubicBezTo>
                <a:cubicBezTo>
                  <a:pt x="190361" y="57207"/>
                  <a:pt x="190612" y="54847"/>
                  <a:pt x="190612" y="52441"/>
                </a:cubicBezTo>
                <a:close/>
                <a:moveTo>
                  <a:pt x="244436" y="29898"/>
                </a:moveTo>
                <a:cubicBezTo>
                  <a:pt x="244436" y="30715"/>
                  <a:pt x="244413" y="31418"/>
                  <a:pt x="244368" y="32010"/>
                </a:cubicBezTo>
                <a:cubicBezTo>
                  <a:pt x="244322" y="32553"/>
                  <a:pt x="244231" y="32984"/>
                  <a:pt x="244096" y="33304"/>
                </a:cubicBezTo>
                <a:cubicBezTo>
                  <a:pt x="244005" y="33621"/>
                  <a:pt x="243868" y="33870"/>
                  <a:pt x="243688" y="34053"/>
                </a:cubicBezTo>
                <a:cubicBezTo>
                  <a:pt x="243505" y="34233"/>
                  <a:pt x="243279" y="34324"/>
                  <a:pt x="243005" y="34324"/>
                </a:cubicBezTo>
                <a:cubicBezTo>
                  <a:pt x="242687" y="34324"/>
                  <a:pt x="242302" y="34233"/>
                  <a:pt x="241847" y="34053"/>
                </a:cubicBezTo>
                <a:cubicBezTo>
                  <a:pt x="241439" y="33870"/>
                  <a:pt x="240962" y="33713"/>
                  <a:pt x="240419" y="33576"/>
                </a:cubicBezTo>
                <a:cubicBezTo>
                  <a:pt x="239873" y="33393"/>
                  <a:pt x="239261" y="33236"/>
                  <a:pt x="238578" y="33098"/>
                </a:cubicBezTo>
                <a:cubicBezTo>
                  <a:pt x="237898" y="32918"/>
                  <a:pt x="237150" y="32827"/>
                  <a:pt x="236332" y="32827"/>
                </a:cubicBezTo>
                <a:cubicBezTo>
                  <a:pt x="235424" y="32827"/>
                  <a:pt x="234515" y="33030"/>
                  <a:pt x="233606" y="33438"/>
                </a:cubicBezTo>
                <a:cubicBezTo>
                  <a:pt x="232701" y="33801"/>
                  <a:pt x="231723" y="34416"/>
                  <a:pt x="230677" y="35279"/>
                </a:cubicBezTo>
                <a:cubicBezTo>
                  <a:pt x="229680" y="36142"/>
                  <a:pt x="228634" y="37299"/>
                  <a:pt x="227546" y="38751"/>
                </a:cubicBezTo>
                <a:cubicBezTo>
                  <a:pt x="226457" y="40159"/>
                  <a:pt x="225254" y="41908"/>
                  <a:pt x="223937" y="43994"/>
                </a:cubicBezTo>
                <a:lnTo>
                  <a:pt x="223937" y="77570"/>
                </a:lnTo>
                <a:cubicBezTo>
                  <a:pt x="223937" y="77890"/>
                  <a:pt x="223845" y="78161"/>
                  <a:pt x="223665" y="78387"/>
                </a:cubicBezTo>
                <a:cubicBezTo>
                  <a:pt x="223528" y="78570"/>
                  <a:pt x="223279" y="78753"/>
                  <a:pt x="222914" y="78933"/>
                </a:cubicBezTo>
                <a:cubicBezTo>
                  <a:pt x="222596" y="79070"/>
                  <a:pt x="222142" y="79161"/>
                  <a:pt x="221553" y="79204"/>
                </a:cubicBezTo>
                <a:cubicBezTo>
                  <a:pt x="220962" y="79296"/>
                  <a:pt x="220190" y="79341"/>
                  <a:pt x="219236" y="79341"/>
                </a:cubicBezTo>
                <a:cubicBezTo>
                  <a:pt x="218330" y="79341"/>
                  <a:pt x="217559" y="79296"/>
                  <a:pt x="216921" y="79204"/>
                </a:cubicBezTo>
                <a:cubicBezTo>
                  <a:pt x="216333" y="79161"/>
                  <a:pt x="215856" y="79070"/>
                  <a:pt x="215493" y="78933"/>
                </a:cubicBezTo>
                <a:cubicBezTo>
                  <a:pt x="215127" y="78753"/>
                  <a:pt x="214878" y="78570"/>
                  <a:pt x="214741" y="78387"/>
                </a:cubicBezTo>
                <a:cubicBezTo>
                  <a:pt x="214607" y="78161"/>
                  <a:pt x="214538" y="77890"/>
                  <a:pt x="214538" y="77570"/>
                </a:cubicBezTo>
                <a:lnTo>
                  <a:pt x="214538" y="26492"/>
                </a:lnTo>
                <a:cubicBezTo>
                  <a:pt x="214538" y="26220"/>
                  <a:pt x="214584" y="25992"/>
                  <a:pt x="214675" y="25812"/>
                </a:cubicBezTo>
                <a:cubicBezTo>
                  <a:pt x="214810" y="25583"/>
                  <a:pt x="215038" y="25380"/>
                  <a:pt x="215355" y="25197"/>
                </a:cubicBezTo>
                <a:cubicBezTo>
                  <a:pt x="215718" y="25017"/>
                  <a:pt x="216173" y="24903"/>
                  <a:pt x="216719" y="24857"/>
                </a:cubicBezTo>
                <a:cubicBezTo>
                  <a:pt x="217261" y="24812"/>
                  <a:pt x="217967" y="24789"/>
                  <a:pt x="218827" y="24789"/>
                </a:cubicBezTo>
                <a:cubicBezTo>
                  <a:pt x="219645" y="24789"/>
                  <a:pt x="220328" y="24812"/>
                  <a:pt x="220870" y="24857"/>
                </a:cubicBezTo>
                <a:cubicBezTo>
                  <a:pt x="221416" y="24903"/>
                  <a:pt x="221848" y="25017"/>
                  <a:pt x="222165" y="25197"/>
                </a:cubicBezTo>
                <a:cubicBezTo>
                  <a:pt x="222482" y="25380"/>
                  <a:pt x="222711" y="25583"/>
                  <a:pt x="222848" y="25812"/>
                </a:cubicBezTo>
                <a:cubicBezTo>
                  <a:pt x="222982" y="25992"/>
                  <a:pt x="223051" y="26220"/>
                  <a:pt x="223051" y="26492"/>
                </a:cubicBezTo>
                <a:lnTo>
                  <a:pt x="223051" y="33984"/>
                </a:lnTo>
                <a:cubicBezTo>
                  <a:pt x="224414" y="31941"/>
                  <a:pt x="225708" y="30284"/>
                  <a:pt x="226934" y="29012"/>
                </a:cubicBezTo>
                <a:cubicBezTo>
                  <a:pt x="228206" y="27695"/>
                  <a:pt x="229386" y="26675"/>
                  <a:pt x="230475" y="25949"/>
                </a:cubicBezTo>
                <a:cubicBezTo>
                  <a:pt x="231563" y="25175"/>
                  <a:pt x="232632" y="24655"/>
                  <a:pt x="233675" y="24380"/>
                </a:cubicBezTo>
                <a:cubicBezTo>
                  <a:pt x="234764" y="24109"/>
                  <a:pt x="235855" y="23972"/>
                  <a:pt x="236944" y="23972"/>
                </a:cubicBezTo>
                <a:cubicBezTo>
                  <a:pt x="237444" y="23972"/>
                  <a:pt x="238013" y="23994"/>
                  <a:pt x="238647" y="24040"/>
                </a:cubicBezTo>
                <a:cubicBezTo>
                  <a:pt x="239281" y="24086"/>
                  <a:pt x="239941" y="24200"/>
                  <a:pt x="240622" y="24380"/>
                </a:cubicBezTo>
                <a:cubicBezTo>
                  <a:pt x="241304" y="24517"/>
                  <a:pt x="241916" y="24677"/>
                  <a:pt x="242462" y="24857"/>
                </a:cubicBezTo>
                <a:cubicBezTo>
                  <a:pt x="243005" y="25040"/>
                  <a:pt x="243390" y="25243"/>
                  <a:pt x="243619" y="25472"/>
                </a:cubicBezTo>
                <a:cubicBezTo>
                  <a:pt x="243845" y="25652"/>
                  <a:pt x="243982" y="25835"/>
                  <a:pt x="244028" y="26015"/>
                </a:cubicBezTo>
                <a:cubicBezTo>
                  <a:pt x="244119" y="26152"/>
                  <a:pt x="244185" y="26358"/>
                  <a:pt x="244231" y="26629"/>
                </a:cubicBezTo>
                <a:cubicBezTo>
                  <a:pt x="244322" y="26901"/>
                  <a:pt x="244368" y="27286"/>
                  <a:pt x="244368" y="27786"/>
                </a:cubicBezTo>
                <a:cubicBezTo>
                  <a:pt x="244413" y="28286"/>
                  <a:pt x="244436" y="28989"/>
                  <a:pt x="244436" y="29898"/>
                </a:cubicBezTo>
                <a:close/>
                <a:moveTo>
                  <a:pt x="264442" y="77570"/>
                </a:moveTo>
                <a:cubicBezTo>
                  <a:pt x="264442" y="77890"/>
                  <a:pt x="264353" y="78161"/>
                  <a:pt x="264170" y="78387"/>
                </a:cubicBezTo>
                <a:cubicBezTo>
                  <a:pt x="264033" y="78570"/>
                  <a:pt x="263784" y="78753"/>
                  <a:pt x="263421" y="78933"/>
                </a:cubicBezTo>
                <a:cubicBezTo>
                  <a:pt x="263104" y="79070"/>
                  <a:pt x="262650" y="79161"/>
                  <a:pt x="262058" y="79204"/>
                </a:cubicBezTo>
                <a:cubicBezTo>
                  <a:pt x="261470" y="79296"/>
                  <a:pt x="260698" y="79341"/>
                  <a:pt x="259744" y="79341"/>
                </a:cubicBezTo>
                <a:cubicBezTo>
                  <a:pt x="258835" y="79341"/>
                  <a:pt x="258064" y="79296"/>
                  <a:pt x="257429" y="79204"/>
                </a:cubicBezTo>
                <a:cubicBezTo>
                  <a:pt x="256838" y="79161"/>
                  <a:pt x="256361" y="79070"/>
                  <a:pt x="255998" y="78933"/>
                </a:cubicBezTo>
                <a:cubicBezTo>
                  <a:pt x="255635" y="78753"/>
                  <a:pt x="255386" y="78570"/>
                  <a:pt x="255249" y="78387"/>
                </a:cubicBezTo>
                <a:cubicBezTo>
                  <a:pt x="255112" y="78161"/>
                  <a:pt x="255043" y="77890"/>
                  <a:pt x="255043" y="77570"/>
                </a:cubicBezTo>
                <a:lnTo>
                  <a:pt x="255043" y="26492"/>
                </a:lnTo>
                <a:cubicBezTo>
                  <a:pt x="255043" y="26266"/>
                  <a:pt x="255112" y="26038"/>
                  <a:pt x="255249" y="25812"/>
                </a:cubicBezTo>
                <a:cubicBezTo>
                  <a:pt x="255386" y="25583"/>
                  <a:pt x="255635" y="25403"/>
                  <a:pt x="255998" y="25266"/>
                </a:cubicBezTo>
                <a:cubicBezTo>
                  <a:pt x="256361" y="25086"/>
                  <a:pt x="256838" y="24972"/>
                  <a:pt x="257429" y="24926"/>
                </a:cubicBezTo>
                <a:cubicBezTo>
                  <a:pt x="258064" y="24835"/>
                  <a:pt x="258835" y="24789"/>
                  <a:pt x="259744" y="24789"/>
                </a:cubicBezTo>
                <a:cubicBezTo>
                  <a:pt x="260698" y="24789"/>
                  <a:pt x="261470" y="24835"/>
                  <a:pt x="262058" y="24926"/>
                </a:cubicBezTo>
                <a:cubicBezTo>
                  <a:pt x="262650" y="24972"/>
                  <a:pt x="263104" y="25086"/>
                  <a:pt x="263421" y="25266"/>
                </a:cubicBezTo>
                <a:cubicBezTo>
                  <a:pt x="263784" y="25403"/>
                  <a:pt x="264033" y="25583"/>
                  <a:pt x="264170" y="25812"/>
                </a:cubicBezTo>
                <a:cubicBezTo>
                  <a:pt x="264353" y="26038"/>
                  <a:pt x="264442" y="26266"/>
                  <a:pt x="264442" y="26492"/>
                </a:cubicBezTo>
                <a:lnTo>
                  <a:pt x="264442" y="77570"/>
                </a:lnTo>
                <a:close/>
                <a:moveTo>
                  <a:pt x="265533" y="9261"/>
                </a:moveTo>
                <a:cubicBezTo>
                  <a:pt x="265533" y="11487"/>
                  <a:pt x="265102" y="13007"/>
                  <a:pt x="264239" y="13825"/>
                </a:cubicBezTo>
                <a:cubicBezTo>
                  <a:pt x="263421" y="14596"/>
                  <a:pt x="261901" y="14982"/>
                  <a:pt x="259675" y="14982"/>
                </a:cubicBezTo>
                <a:cubicBezTo>
                  <a:pt x="257495" y="14982"/>
                  <a:pt x="255998" y="14596"/>
                  <a:pt x="255180" y="13825"/>
                </a:cubicBezTo>
                <a:cubicBezTo>
                  <a:pt x="254363" y="13007"/>
                  <a:pt x="253955" y="11533"/>
                  <a:pt x="253955" y="9398"/>
                </a:cubicBezTo>
                <a:cubicBezTo>
                  <a:pt x="253955" y="7218"/>
                  <a:pt x="254363" y="5744"/>
                  <a:pt x="255180" y="4972"/>
                </a:cubicBezTo>
                <a:cubicBezTo>
                  <a:pt x="255998" y="4155"/>
                  <a:pt x="257541" y="3746"/>
                  <a:pt x="259812" y="3746"/>
                </a:cubicBezTo>
                <a:cubicBezTo>
                  <a:pt x="261990" y="3746"/>
                  <a:pt x="263490" y="4132"/>
                  <a:pt x="264307" y="4903"/>
                </a:cubicBezTo>
                <a:cubicBezTo>
                  <a:pt x="265125" y="5675"/>
                  <a:pt x="265533" y="7129"/>
                  <a:pt x="265533" y="9261"/>
                </a:cubicBezTo>
                <a:close/>
                <a:moveTo>
                  <a:pt x="318417" y="69806"/>
                </a:moveTo>
                <a:cubicBezTo>
                  <a:pt x="318417" y="70443"/>
                  <a:pt x="318394" y="71009"/>
                  <a:pt x="318348" y="71509"/>
                </a:cubicBezTo>
                <a:cubicBezTo>
                  <a:pt x="318348" y="71963"/>
                  <a:pt x="318303" y="72349"/>
                  <a:pt x="318211" y="72666"/>
                </a:cubicBezTo>
                <a:cubicBezTo>
                  <a:pt x="318123" y="72986"/>
                  <a:pt x="318008" y="73281"/>
                  <a:pt x="317871" y="73552"/>
                </a:cubicBezTo>
                <a:cubicBezTo>
                  <a:pt x="317737" y="73781"/>
                  <a:pt x="317417" y="74144"/>
                  <a:pt x="316920" y="74644"/>
                </a:cubicBezTo>
                <a:cubicBezTo>
                  <a:pt x="316465" y="75095"/>
                  <a:pt x="315671" y="75687"/>
                  <a:pt x="314534" y="76412"/>
                </a:cubicBezTo>
                <a:cubicBezTo>
                  <a:pt x="313399" y="77095"/>
                  <a:pt x="312105" y="77707"/>
                  <a:pt x="310653" y="78253"/>
                </a:cubicBezTo>
                <a:cubicBezTo>
                  <a:pt x="309244" y="78796"/>
                  <a:pt x="307701" y="79227"/>
                  <a:pt x="306021" y="79547"/>
                </a:cubicBezTo>
                <a:cubicBezTo>
                  <a:pt x="304387" y="79910"/>
                  <a:pt x="302684" y="80090"/>
                  <a:pt x="300915" y="80090"/>
                </a:cubicBezTo>
                <a:cubicBezTo>
                  <a:pt x="297237" y="80090"/>
                  <a:pt x="293968" y="79501"/>
                  <a:pt x="291108" y="78321"/>
                </a:cubicBezTo>
                <a:cubicBezTo>
                  <a:pt x="288290" y="77095"/>
                  <a:pt x="285930" y="75324"/>
                  <a:pt x="284024" y="73009"/>
                </a:cubicBezTo>
                <a:cubicBezTo>
                  <a:pt x="282118" y="70646"/>
                  <a:pt x="280664" y="67786"/>
                  <a:pt x="279666" y="64428"/>
                </a:cubicBezTo>
                <a:cubicBezTo>
                  <a:pt x="278666" y="61022"/>
                  <a:pt x="278166" y="57093"/>
                  <a:pt x="278166" y="52644"/>
                </a:cubicBezTo>
                <a:cubicBezTo>
                  <a:pt x="278166" y="47652"/>
                  <a:pt x="278781" y="43360"/>
                  <a:pt x="280006" y="39774"/>
                </a:cubicBezTo>
                <a:cubicBezTo>
                  <a:pt x="281232" y="36142"/>
                  <a:pt x="282913" y="33167"/>
                  <a:pt x="285044" y="30852"/>
                </a:cubicBezTo>
                <a:cubicBezTo>
                  <a:pt x="287179" y="28535"/>
                  <a:pt x="289699" y="26832"/>
                  <a:pt x="292605" y="25743"/>
                </a:cubicBezTo>
                <a:cubicBezTo>
                  <a:pt x="295511" y="24609"/>
                  <a:pt x="298643" y="24040"/>
                  <a:pt x="302003" y="24040"/>
                </a:cubicBezTo>
                <a:cubicBezTo>
                  <a:pt x="303638" y="24040"/>
                  <a:pt x="305204" y="24200"/>
                  <a:pt x="306701" y="24517"/>
                </a:cubicBezTo>
                <a:cubicBezTo>
                  <a:pt x="308247" y="24789"/>
                  <a:pt x="309653" y="25175"/>
                  <a:pt x="310925" y="25675"/>
                </a:cubicBezTo>
                <a:cubicBezTo>
                  <a:pt x="312242" y="26175"/>
                  <a:pt x="313399" y="26743"/>
                  <a:pt x="314399" y="27378"/>
                </a:cubicBezTo>
                <a:cubicBezTo>
                  <a:pt x="315397" y="28015"/>
                  <a:pt x="316122" y="28558"/>
                  <a:pt x="316577" y="29012"/>
                </a:cubicBezTo>
                <a:cubicBezTo>
                  <a:pt x="317031" y="29467"/>
                  <a:pt x="317328" y="29829"/>
                  <a:pt x="317463" y="30101"/>
                </a:cubicBezTo>
                <a:cubicBezTo>
                  <a:pt x="317645" y="30375"/>
                  <a:pt x="317780" y="30692"/>
                  <a:pt x="317871" y="31055"/>
                </a:cubicBezTo>
                <a:cubicBezTo>
                  <a:pt x="318008" y="31418"/>
                  <a:pt x="318100" y="31827"/>
                  <a:pt x="318145" y="32281"/>
                </a:cubicBezTo>
                <a:cubicBezTo>
                  <a:pt x="318188" y="32736"/>
                  <a:pt x="318211" y="33304"/>
                  <a:pt x="318211" y="33984"/>
                </a:cubicBezTo>
                <a:cubicBezTo>
                  <a:pt x="318211" y="35436"/>
                  <a:pt x="318031" y="36459"/>
                  <a:pt x="317668" y="37047"/>
                </a:cubicBezTo>
                <a:cubicBezTo>
                  <a:pt x="317348" y="37639"/>
                  <a:pt x="316940" y="37933"/>
                  <a:pt x="316442" y="37933"/>
                </a:cubicBezTo>
                <a:cubicBezTo>
                  <a:pt x="315897" y="37933"/>
                  <a:pt x="315239" y="37616"/>
                  <a:pt x="314465" y="36982"/>
                </a:cubicBezTo>
                <a:cubicBezTo>
                  <a:pt x="313739" y="36345"/>
                  <a:pt x="312811" y="35664"/>
                  <a:pt x="311673" y="34939"/>
                </a:cubicBezTo>
                <a:cubicBezTo>
                  <a:pt x="310539" y="34164"/>
                  <a:pt x="309153" y="33484"/>
                  <a:pt x="307518" y="32896"/>
                </a:cubicBezTo>
                <a:cubicBezTo>
                  <a:pt x="305930" y="32258"/>
                  <a:pt x="304047" y="31941"/>
                  <a:pt x="301866" y="31941"/>
                </a:cubicBezTo>
                <a:cubicBezTo>
                  <a:pt x="297371" y="31941"/>
                  <a:pt x="293922" y="33667"/>
                  <a:pt x="291516" y="37116"/>
                </a:cubicBezTo>
                <a:cubicBezTo>
                  <a:pt x="289108" y="40568"/>
                  <a:pt x="287905" y="45586"/>
                  <a:pt x="287905" y="52169"/>
                </a:cubicBezTo>
                <a:cubicBezTo>
                  <a:pt x="287905" y="55438"/>
                  <a:pt x="288225" y="58319"/>
                  <a:pt x="288859" y="60816"/>
                </a:cubicBezTo>
                <a:cubicBezTo>
                  <a:pt x="289496" y="63314"/>
                  <a:pt x="290402" y="65402"/>
                  <a:pt x="291582" y="67083"/>
                </a:cubicBezTo>
                <a:cubicBezTo>
                  <a:pt x="292808" y="68717"/>
                  <a:pt x="294308" y="69943"/>
                  <a:pt x="296077" y="70760"/>
                </a:cubicBezTo>
                <a:cubicBezTo>
                  <a:pt x="297849" y="71578"/>
                  <a:pt x="299869" y="71986"/>
                  <a:pt x="302141" y="71986"/>
                </a:cubicBezTo>
                <a:cubicBezTo>
                  <a:pt x="304272" y="71986"/>
                  <a:pt x="306158" y="71646"/>
                  <a:pt x="307793" y="70966"/>
                </a:cubicBezTo>
                <a:cubicBezTo>
                  <a:pt x="309427" y="70283"/>
                  <a:pt x="310833" y="69534"/>
                  <a:pt x="312013" y="68717"/>
                </a:cubicBezTo>
                <a:cubicBezTo>
                  <a:pt x="313196" y="67900"/>
                  <a:pt x="314194" y="67174"/>
                  <a:pt x="315011" y="66537"/>
                </a:cubicBezTo>
                <a:cubicBezTo>
                  <a:pt x="315828" y="65857"/>
                  <a:pt x="316465" y="65517"/>
                  <a:pt x="316920" y="65517"/>
                </a:cubicBezTo>
                <a:cubicBezTo>
                  <a:pt x="317191" y="65517"/>
                  <a:pt x="317417" y="65585"/>
                  <a:pt x="317600" y="65720"/>
                </a:cubicBezTo>
                <a:cubicBezTo>
                  <a:pt x="317780" y="65857"/>
                  <a:pt x="317940" y="66105"/>
                  <a:pt x="318077" y="66471"/>
                </a:cubicBezTo>
                <a:cubicBezTo>
                  <a:pt x="318211" y="66834"/>
                  <a:pt x="318303" y="67288"/>
                  <a:pt x="318348" y="67831"/>
                </a:cubicBezTo>
                <a:cubicBezTo>
                  <a:pt x="318394" y="68377"/>
                  <a:pt x="318417" y="69034"/>
                  <a:pt x="318417" y="69806"/>
                </a:cubicBezTo>
                <a:close/>
                <a:moveTo>
                  <a:pt x="372789" y="77504"/>
                </a:moveTo>
                <a:cubicBezTo>
                  <a:pt x="372789" y="77821"/>
                  <a:pt x="372698" y="78093"/>
                  <a:pt x="372518" y="78321"/>
                </a:cubicBezTo>
                <a:cubicBezTo>
                  <a:pt x="372381" y="78547"/>
                  <a:pt x="372132" y="78753"/>
                  <a:pt x="371769" y="78933"/>
                </a:cubicBezTo>
                <a:cubicBezTo>
                  <a:pt x="371452" y="79070"/>
                  <a:pt x="370952" y="79161"/>
                  <a:pt x="370269" y="79204"/>
                </a:cubicBezTo>
                <a:cubicBezTo>
                  <a:pt x="369635" y="79296"/>
                  <a:pt x="368840" y="79341"/>
                  <a:pt x="367886" y="79341"/>
                </a:cubicBezTo>
                <a:cubicBezTo>
                  <a:pt x="366843" y="79341"/>
                  <a:pt x="365980" y="79296"/>
                  <a:pt x="365300" y="79204"/>
                </a:cubicBezTo>
                <a:cubicBezTo>
                  <a:pt x="364663" y="79161"/>
                  <a:pt x="364117" y="79093"/>
                  <a:pt x="363665" y="79001"/>
                </a:cubicBezTo>
                <a:cubicBezTo>
                  <a:pt x="363211" y="78864"/>
                  <a:pt x="362825" y="78684"/>
                  <a:pt x="362505" y="78456"/>
                </a:cubicBezTo>
                <a:cubicBezTo>
                  <a:pt x="362234" y="78184"/>
                  <a:pt x="361985" y="77867"/>
                  <a:pt x="361757" y="77504"/>
                </a:cubicBezTo>
                <a:lnTo>
                  <a:pt x="340237" y="49306"/>
                </a:lnTo>
                <a:lnTo>
                  <a:pt x="340237" y="77570"/>
                </a:lnTo>
                <a:cubicBezTo>
                  <a:pt x="340237" y="77890"/>
                  <a:pt x="340145" y="78161"/>
                  <a:pt x="339962" y="78387"/>
                </a:cubicBezTo>
                <a:cubicBezTo>
                  <a:pt x="339828" y="78570"/>
                  <a:pt x="339577" y="78753"/>
                  <a:pt x="339214" y="78933"/>
                </a:cubicBezTo>
                <a:cubicBezTo>
                  <a:pt x="338897" y="79070"/>
                  <a:pt x="338442" y="79161"/>
                  <a:pt x="337854" y="79204"/>
                </a:cubicBezTo>
                <a:cubicBezTo>
                  <a:pt x="337262" y="79296"/>
                  <a:pt x="336491" y="79341"/>
                  <a:pt x="335536" y="79341"/>
                </a:cubicBezTo>
                <a:cubicBezTo>
                  <a:pt x="334628" y="79341"/>
                  <a:pt x="333856" y="79296"/>
                  <a:pt x="333222" y="79204"/>
                </a:cubicBezTo>
                <a:cubicBezTo>
                  <a:pt x="332630" y="79161"/>
                  <a:pt x="332156" y="79070"/>
                  <a:pt x="331790" y="78933"/>
                </a:cubicBezTo>
                <a:cubicBezTo>
                  <a:pt x="331427" y="78753"/>
                  <a:pt x="331179" y="78570"/>
                  <a:pt x="331041" y="78387"/>
                </a:cubicBezTo>
                <a:cubicBezTo>
                  <a:pt x="330907" y="78161"/>
                  <a:pt x="330838" y="77890"/>
                  <a:pt x="330838" y="77570"/>
                </a:cubicBezTo>
                <a:lnTo>
                  <a:pt x="330838" y="1772"/>
                </a:lnTo>
                <a:cubicBezTo>
                  <a:pt x="330838" y="1497"/>
                  <a:pt x="330907" y="1249"/>
                  <a:pt x="331041" y="1020"/>
                </a:cubicBezTo>
                <a:cubicBezTo>
                  <a:pt x="331179" y="794"/>
                  <a:pt x="331427" y="612"/>
                  <a:pt x="331790" y="477"/>
                </a:cubicBezTo>
                <a:cubicBezTo>
                  <a:pt x="332156" y="294"/>
                  <a:pt x="332630" y="183"/>
                  <a:pt x="333222" y="137"/>
                </a:cubicBezTo>
                <a:cubicBezTo>
                  <a:pt x="333856" y="46"/>
                  <a:pt x="334628" y="0"/>
                  <a:pt x="335536" y="0"/>
                </a:cubicBezTo>
                <a:cubicBezTo>
                  <a:pt x="336491" y="0"/>
                  <a:pt x="337262" y="46"/>
                  <a:pt x="337854" y="137"/>
                </a:cubicBezTo>
                <a:cubicBezTo>
                  <a:pt x="338442" y="183"/>
                  <a:pt x="338897" y="294"/>
                  <a:pt x="339214" y="477"/>
                </a:cubicBezTo>
                <a:cubicBezTo>
                  <a:pt x="339577" y="612"/>
                  <a:pt x="339828" y="794"/>
                  <a:pt x="339962" y="1020"/>
                </a:cubicBezTo>
                <a:cubicBezTo>
                  <a:pt x="340145" y="1249"/>
                  <a:pt x="340237" y="1497"/>
                  <a:pt x="340237" y="1772"/>
                </a:cubicBezTo>
                <a:lnTo>
                  <a:pt x="340237" y="47946"/>
                </a:lnTo>
                <a:lnTo>
                  <a:pt x="359511" y="26766"/>
                </a:lnTo>
                <a:cubicBezTo>
                  <a:pt x="359828" y="26358"/>
                  <a:pt x="360145" y="26038"/>
                  <a:pt x="360462" y="25812"/>
                </a:cubicBezTo>
                <a:cubicBezTo>
                  <a:pt x="360825" y="25583"/>
                  <a:pt x="361234" y="25380"/>
                  <a:pt x="361688" y="25197"/>
                </a:cubicBezTo>
                <a:cubicBezTo>
                  <a:pt x="362188" y="25017"/>
                  <a:pt x="362757" y="24903"/>
                  <a:pt x="363391" y="24857"/>
                </a:cubicBezTo>
                <a:cubicBezTo>
                  <a:pt x="364028" y="24812"/>
                  <a:pt x="364800" y="24789"/>
                  <a:pt x="365709" y="24789"/>
                </a:cubicBezTo>
                <a:cubicBezTo>
                  <a:pt x="366660" y="24789"/>
                  <a:pt x="367454" y="24812"/>
                  <a:pt x="368092" y="24857"/>
                </a:cubicBezTo>
                <a:cubicBezTo>
                  <a:pt x="368726" y="24903"/>
                  <a:pt x="369249" y="24995"/>
                  <a:pt x="369658" y="25132"/>
                </a:cubicBezTo>
                <a:cubicBezTo>
                  <a:pt x="370066" y="25266"/>
                  <a:pt x="370338" y="25449"/>
                  <a:pt x="370475" y="25675"/>
                </a:cubicBezTo>
                <a:cubicBezTo>
                  <a:pt x="370655" y="25858"/>
                  <a:pt x="370746" y="26129"/>
                  <a:pt x="370746" y="26492"/>
                </a:cubicBezTo>
                <a:cubicBezTo>
                  <a:pt x="370746" y="26946"/>
                  <a:pt x="370612" y="27401"/>
                  <a:pt x="370338" y="27855"/>
                </a:cubicBezTo>
                <a:cubicBezTo>
                  <a:pt x="370112" y="28309"/>
                  <a:pt x="369726" y="28832"/>
                  <a:pt x="369180" y="29421"/>
                </a:cubicBezTo>
                <a:lnTo>
                  <a:pt x="350655" y="47946"/>
                </a:lnTo>
                <a:lnTo>
                  <a:pt x="371429" y="74846"/>
                </a:lnTo>
                <a:cubicBezTo>
                  <a:pt x="371926" y="75484"/>
                  <a:pt x="372269" y="76004"/>
                  <a:pt x="372449" y="76412"/>
                </a:cubicBezTo>
                <a:cubicBezTo>
                  <a:pt x="372678" y="76821"/>
                  <a:pt x="372789" y="77184"/>
                  <a:pt x="372789" y="77504"/>
                </a:cubicBezTo>
                <a:close/>
                <a:moveTo>
                  <a:pt x="414655" y="63677"/>
                </a:moveTo>
                <a:cubicBezTo>
                  <a:pt x="414655" y="66311"/>
                  <a:pt x="414177" y="68649"/>
                  <a:pt x="413223" y="70692"/>
                </a:cubicBezTo>
                <a:cubicBezTo>
                  <a:pt x="412269" y="72735"/>
                  <a:pt x="410886" y="74461"/>
                  <a:pt x="409068" y="75869"/>
                </a:cubicBezTo>
                <a:cubicBezTo>
                  <a:pt x="407299" y="77230"/>
                  <a:pt x="405188" y="78275"/>
                  <a:pt x="402736" y="79001"/>
                </a:cubicBezTo>
                <a:cubicBezTo>
                  <a:pt x="400284" y="79727"/>
                  <a:pt x="397581" y="80090"/>
                  <a:pt x="394632" y="80090"/>
                </a:cubicBezTo>
                <a:cubicBezTo>
                  <a:pt x="392815" y="80090"/>
                  <a:pt x="391089" y="79933"/>
                  <a:pt x="389454" y="79613"/>
                </a:cubicBezTo>
                <a:cubicBezTo>
                  <a:pt x="387820" y="79341"/>
                  <a:pt x="386345" y="79001"/>
                  <a:pt x="385028" y="78593"/>
                </a:cubicBezTo>
                <a:cubicBezTo>
                  <a:pt x="383711" y="78138"/>
                  <a:pt x="382599" y="77684"/>
                  <a:pt x="381691" y="77230"/>
                </a:cubicBezTo>
                <a:cubicBezTo>
                  <a:pt x="380782" y="76730"/>
                  <a:pt x="380125" y="76301"/>
                  <a:pt x="379716" y="75935"/>
                </a:cubicBezTo>
                <a:cubicBezTo>
                  <a:pt x="379307" y="75572"/>
                  <a:pt x="378990" y="75052"/>
                  <a:pt x="378762" y="74369"/>
                </a:cubicBezTo>
                <a:cubicBezTo>
                  <a:pt x="378582" y="73689"/>
                  <a:pt x="378490" y="72758"/>
                  <a:pt x="378490" y="71578"/>
                </a:cubicBezTo>
                <a:cubicBezTo>
                  <a:pt x="378490" y="70852"/>
                  <a:pt x="378536" y="70237"/>
                  <a:pt x="378627" y="69740"/>
                </a:cubicBezTo>
                <a:cubicBezTo>
                  <a:pt x="378716" y="69240"/>
                  <a:pt x="378807" y="68854"/>
                  <a:pt x="378899" y="68580"/>
                </a:cubicBezTo>
                <a:cubicBezTo>
                  <a:pt x="379036" y="68263"/>
                  <a:pt x="379193" y="68037"/>
                  <a:pt x="379376" y="67900"/>
                </a:cubicBezTo>
                <a:cubicBezTo>
                  <a:pt x="379602" y="67763"/>
                  <a:pt x="379853" y="67697"/>
                  <a:pt x="380125" y="67697"/>
                </a:cubicBezTo>
                <a:cubicBezTo>
                  <a:pt x="380533" y="67697"/>
                  <a:pt x="381148" y="67968"/>
                  <a:pt x="381965" y="68514"/>
                </a:cubicBezTo>
                <a:cubicBezTo>
                  <a:pt x="382782" y="69011"/>
                  <a:pt x="383779" y="69557"/>
                  <a:pt x="384960" y="70149"/>
                </a:cubicBezTo>
                <a:cubicBezTo>
                  <a:pt x="386140" y="70737"/>
                  <a:pt x="387548" y="71306"/>
                  <a:pt x="389183" y="71849"/>
                </a:cubicBezTo>
                <a:cubicBezTo>
                  <a:pt x="390817" y="72349"/>
                  <a:pt x="392701" y="72601"/>
                  <a:pt x="394835" y="72601"/>
                </a:cubicBezTo>
                <a:cubicBezTo>
                  <a:pt x="396424" y="72601"/>
                  <a:pt x="397855" y="72440"/>
                  <a:pt x="399127" y="72123"/>
                </a:cubicBezTo>
                <a:cubicBezTo>
                  <a:pt x="400396" y="71760"/>
                  <a:pt x="401510" y="71260"/>
                  <a:pt x="402462" y="70623"/>
                </a:cubicBezTo>
                <a:cubicBezTo>
                  <a:pt x="403416" y="69943"/>
                  <a:pt x="404142" y="69103"/>
                  <a:pt x="404642" y="68106"/>
                </a:cubicBezTo>
                <a:cubicBezTo>
                  <a:pt x="405142" y="67060"/>
                  <a:pt x="405391" y="65834"/>
                  <a:pt x="405391" y="64428"/>
                </a:cubicBezTo>
                <a:cubicBezTo>
                  <a:pt x="405391" y="62974"/>
                  <a:pt x="405028" y="61771"/>
                  <a:pt x="404302" y="60816"/>
                </a:cubicBezTo>
                <a:cubicBezTo>
                  <a:pt x="403576" y="59819"/>
                  <a:pt x="402599" y="58956"/>
                  <a:pt x="401373" y="58230"/>
                </a:cubicBezTo>
                <a:cubicBezTo>
                  <a:pt x="400193" y="57459"/>
                  <a:pt x="398830" y="56776"/>
                  <a:pt x="397287" y="56187"/>
                </a:cubicBezTo>
                <a:cubicBezTo>
                  <a:pt x="395789" y="55596"/>
                  <a:pt x="394224" y="54984"/>
                  <a:pt x="392589" y="54347"/>
                </a:cubicBezTo>
                <a:cubicBezTo>
                  <a:pt x="390997" y="53667"/>
                  <a:pt x="389432" y="52941"/>
                  <a:pt x="387888" y="52169"/>
                </a:cubicBezTo>
                <a:cubicBezTo>
                  <a:pt x="386391" y="51352"/>
                  <a:pt x="385028" y="50352"/>
                  <a:pt x="383802" y="49172"/>
                </a:cubicBezTo>
                <a:cubicBezTo>
                  <a:pt x="382576" y="47992"/>
                  <a:pt x="381599" y="46583"/>
                  <a:pt x="380873" y="44948"/>
                </a:cubicBezTo>
                <a:cubicBezTo>
                  <a:pt x="380148" y="43314"/>
                  <a:pt x="379785" y="41362"/>
                  <a:pt x="379785" y="39091"/>
                </a:cubicBezTo>
                <a:cubicBezTo>
                  <a:pt x="379785" y="37093"/>
                  <a:pt x="380170" y="35187"/>
                  <a:pt x="380942" y="33370"/>
                </a:cubicBezTo>
                <a:cubicBezTo>
                  <a:pt x="381713" y="31510"/>
                  <a:pt x="382871" y="29898"/>
                  <a:pt x="384417" y="28535"/>
                </a:cubicBezTo>
                <a:cubicBezTo>
                  <a:pt x="385960" y="27175"/>
                  <a:pt x="387888" y="26083"/>
                  <a:pt x="390203" y="25266"/>
                </a:cubicBezTo>
                <a:cubicBezTo>
                  <a:pt x="392566" y="24403"/>
                  <a:pt x="395289" y="23972"/>
                  <a:pt x="398376" y="23972"/>
                </a:cubicBezTo>
                <a:cubicBezTo>
                  <a:pt x="399739" y="23972"/>
                  <a:pt x="401102" y="24086"/>
                  <a:pt x="402462" y="24314"/>
                </a:cubicBezTo>
                <a:cubicBezTo>
                  <a:pt x="403825" y="24540"/>
                  <a:pt x="405051" y="24835"/>
                  <a:pt x="406139" y="25197"/>
                </a:cubicBezTo>
                <a:cubicBezTo>
                  <a:pt x="407231" y="25517"/>
                  <a:pt x="408162" y="25880"/>
                  <a:pt x="408934" y="26289"/>
                </a:cubicBezTo>
                <a:cubicBezTo>
                  <a:pt x="409705" y="26652"/>
                  <a:pt x="410294" y="26992"/>
                  <a:pt x="410703" y="27309"/>
                </a:cubicBezTo>
                <a:cubicBezTo>
                  <a:pt x="411111" y="27626"/>
                  <a:pt x="411386" y="27901"/>
                  <a:pt x="411520" y="28126"/>
                </a:cubicBezTo>
                <a:cubicBezTo>
                  <a:pt x="411657" y="28355"/>
                  <a:pt x="411749" y="28604"/>
                  <a:pt x="411794" y="28875"/>
                </a:cubicBezTo>
                <a:cubicBezTo>
                  <a:pt x="411840" y="29149"/>
                  <a:pt x="411883" y="29512"/>
                  <a:pt x="411929" y="29967"/>
                </a:cubicBezTo>
                <a:cubicBezTo>
                  <a:pt x="412020" y="30375"/>
                  <a:pt x="412066" y="30875"/>
                  <a:pt x="412066" y="31464"/>
                </a:cubicBezTo>
                <a:cubicBezTo>
                  <a:pt x="412066" y="32101"/>
                  <a:pt x="412020" y="32667"/>
                  <a:pt x="411929" y="33167"/>
                </a:cubicBezTo>
                <a:cubicBezTo>
                  <a:pt x="411883" y="33621"/>
                  <a:pt x="411794" y="34007"/>
                  <a:pt x="411657" y="34324"/>
                </a:cubicBezTo>
                <a:cubicBezTo>
                  <a:pt x="411520" y="34596"/>
                  <a:pt x="411363" y="34801"/>
                  <a:pt x="411180" y="34939"/>
                </a:cubicBezTo>
                <a:cubicBezTo>
                  <a:pt x="411000" y="35073"/>
                  <a:pt x="410794" y="35142"/>
                  <a:pt x="410568" y="35142"/>
                </a:cubicBezTo>
                <a:cubicBezTo>
                  <a:pt x="410248" y="35142"/>
                  <a:pt x="409751" y="34939"/>
                  <a:pt x="409068" y="34530"/>
                </a:cubicBezTo>
                <a:cubicBezTo>
                  <a:pt x="408434" y="34121"/>
                  <a:pt x="407594" y="33690"/>
                  <a:pt x="406548" y="33236"/>
                </a:cubicBezTo>
                <a:cubicBezTo>
                  <a:pt x="405551" y="32736"/>
                  <a:pt x="404371" y="32281"/>
                  <a:pt x="403008" y="31873"/>
                </a:cubicBezTo>
                <a:cubicBezTo>
                  <a:pt x="401644" y="31464"/>
                  <a:pt x="400056" y="31261"/>
                  <a:pt x="398241" y="31261"/>
                </a:cubicBezTo>
                <a:cubicBezTo>
                  <a:pt x="396652" y="31261"/>
                  <a:pt x="395244" y="31441"/>
                  <a:pt x="394018" y="31804"/>
                </a:cubicBezTo>
                <a:cubicBezTo>
                  <a:pt x="392838" y="32121"/>
                  <a:pt x="391860" y="32621"/>
                  <a:pt x="391089" y="33304"/>
                </a:cubicBezTo>
                <a:cubicBezTo>
                  <a:pt x="390317" y="33984"/>
                  <a:pt x="389729" y="34779"/>
                  <a:pt x="389320" y="35687"/>
                </a:cubicBezTo>
                <a:cubicBezTo>
                  <a:pt x="388911" y="36596"/>
                  <a:pt x="388706" y="37570"/>
                  <a:pt x="388706" y="38616"/>
                </a:cubicBezTo>
                <a:cubicBezTo>
                  <a:pt x="388706" y="40068"/>
                  <a:pt x="389091" y="41317"/>
                  <a:pt x="389863" y="42360"/>
                </a:cubicBezTo>
                <a:cubicBezTo>
                  <a:pt x="390635" y="43360"/>
                  <a:pt x="391612" y="44246"/>
                  <a:pt x="392792" y="45017"/>
                </a:cubicBezTo>
                <a:cubicBezTo>
                  <a:pt x="394018" y="45743"/>
                  <a:pt x="395404" y="46426"/>
                  <a:pt x="396947" y="47060"/>
                </a:cubicBezTo>
                <a:cubicBezTo>
                  <a:pt x="398490" y="47652"/>
                  <a:pt x="400056" y="48263"/>
                  <a:pt x="401644" y="48898"/>
                </a:cubicBezTo>
                <a:cubicBezTo>
                  <a:pt x="403279" y="49535"/>
                  <a:pt x="404871" y="50261"/>
                  <a:pt x="406414" y="51078"/>
                </a:cubicBezTo>
                <a:cubicBezTo>
                  <a:pt x="408002" y="51849"/>
                  <a:pt x="409408" y="52804"/>
                  <a:pt x="410634" y="53938"/>
                </a:cubicBezTo>
                <a:cubicBezTo>
                  <a:pt x="411860" y="55073"/>
                  <a:pt x="412837" y="56436"/>
                  <a:pt x="413563" y="58024"/>
                </a:cubicBezTo>
                <a:cubicBezTo>
                  <a:pt x="414292" y="59613"/>
                  <a:pt x="414655" y="61499"/>
                  <a:pt x="414655" y="63677"/>
                </a:cubicBezTo>
                <a:close/>
                <a:moveTo>
                  <a:pt x="486364" y="63677"/>
                </a:moveTo>
                <a:cubicBezTo>
                  <a:pt x="486364" y="66311"/>
                  <a:pt x="485886" y="68649"/>
                  <a:pt x="484932" y="70692"/>
                </a:cubicBezTo>
                <a:cubicBezTo>
                  <a:pt x="483978" y="72735"/>
                  <a:pt x="482595" y="74461"/>
                  <a:pt x="480777" y="75869"/>
                </a:cubicBezTo>
                <a:cubicBezTo>
                  <a:pt x="479008" y="77230"/>
                  <a:pt x="476897" y="78275"/>
                  <a:pt x="474445" y="79001"/>
                </a:cubicBezTo>
                <a:cubicBezTo>
                  <a:pt x="471993" y="79727"/>
                  <a:pt x="469290" y="80090"/>
                  <a:pt x="466341" y="80090"/>
                </a:cubicBezTo>
                <a:cubicBezTo>
                  <a:pt x="464524" y="80090"/>
                  <a:pt x="462798" y="79933"/>
                  <a:pt x="461163" y="79613"/>
                </a:cubicBezTo>
                <a:cubicBezTo>
                  <a:pt x="459529" y="79341"/>
                  <a:pt x="458054" y="79001"/>
                  <a:pt x="456737" y="78593"/>
                </a:cubicBezTo>
                <a:cubicBezTo>
                  <a:pt x="455420" y="78138"/>
                  <a:pt x="454308" y="77684"/>
                  <a:pt x="453400" y="77230"/>
                </a:cubicBezTo>
                <a:cubicBezTo>
                  <a:pt x="452491" y="76730"/>
                  <a:pt x="451834" y="76301"/>
                  <a:pt x="451425" y="75935"/>
                </a:cubicBezTo>
                <a:cubicBezTo>
                  <a:pt x="451016" y="75572"/>
                  <a:pt x="450699" y="75052"/>
                  <a:pt x="450471" y="74369"/>
                </a:cubicBezTo>
                <a:cubicBezTo>
                  <a:pt x="450291" y="73689"/>
                  <a:pt x="450199" y="72758"/>
                  <a:pt x="450199" y="71578"/>
                </a:cubicBezTo>
                <a:cubicBezTo>
                  <a:pt x="450199" y="70852"/>
                  <a:pt x="450245" y="70237"/>
                  <a:pt x="450336" y="69740"/>
                </a:cubicBezTo>
                <a:cubicBezTo>
                  <a:pt x="450425" y="69240"/>
                  <a:pt x="450516" y="68854"/>
                  <a:pt x="450608" y="68580"/>
                </a:cubicBezTo>
                <a:cubicBezTo>
                  <a:pt x="450745" y="68263"/>
                  <a:pt x="450902" y="68037"/>
                  <a:pt x="451085" y="67900"/>
                </a:cubicBezTo>
                <a:cubicBezTo>
                  <a:pt x="451311" y="67763"/>
                  <a:pt x="451562" y="67697"/>
                  <a:pt x="451834" y="67697"/>
                </a:cubicBezTo>
                <a:cubicBezTo>
                  <a:pt x="452242" y="67697"/>
                  <a:pt x="452854" y="67968"/>
                  <a:pt x="453671" y="68514"/>
                </a:cubicBezTo>
                <a:cubicBezTo>
                  <a:pt x="454488" y="69011"/>
                  <a:pt x="455488" y="69557"/>
                  <a:pt x="456669" y="70149"/>
                </a:cubicBezTo>
                <a:cubicBezTo>
                  <a:pt x="457849" y="70737"/>
                  <a:pt x="459257" y="71306"/>
                  <a:pt x="460892" y="71849"/>
                </a:cubicBezTo>
                <a:cubicBezTo>
                  <a:pt x="462526" y="72349"/>
                  <a:pt x="464409" y="72601"/>
                  <a:pt x="466544" y="72601"/>
                </a:cubicBezTo>
                <a:cubicBezTo>
                  <a:pt x="468133" y="72601"/>
                  <a:pt x="469564" y="72440"/>
                  <a:pt x="470836" y="72123"/>
                </a:cubicBezTo>
                <a:cubicBezTo>
                  <a:pt x="472105" y="71760"/>
                  <a:pt x="473219" y="71260"/>
                  <a:pt x="474171" y="70623"/>
                </a:cubicBezTo>
                <a:cubicBezTo>
                  <a:pt x="475125" y="69943"/>
                  <a:pt x="475851" y="69103"/>
                  <a:pt x="476351" y="68106"/>
                </a:cubicBezTo>
                <a:cubicBezTo>
                  <a:pt x="476851" y="67060"/>
                  <a:pt x="477100" y="65834"/>
                  <a:pt x="477100" y="64428"/>
                </a:cubicBezTo>
                <a:cubicBezTo>
                  <a:pt x="477100" y="62974"/>
                  <a:pt x="476737" y="61771"/>
                  <a:pt x="476011" y="60816"/>
                </a:cubicBezTo>
                <a:cubicBezTo>
                  <a:pt x="475285" y="59819"/>
                  <a:pt x="474308" y="58956"/>
                  <a:pt x="473082" y="58230"/>
                </a:cubicBezTo>
                <a:cubicBezTo>
                  <a:pt x="471902" y="57459"/>
                  <a:pt x="470539" y="56776"/>
                  <a:pt x="468996" y="56187"/>
                </a:cubicBezTo>
                <a:cubicBezTo>
                  <a:pt x="467498" y="55596"/>
                  <a:pt x="465933" y="54984"/>
                  <a:pt x="464295" y="54347"/>
                </a:cubicBezTo>
                <a:cubicBezTo>
                  <a:pt x="462706" y="53667"/>
                  <a:pt x="461140" y="52941"/>
                  <a:pt x="459597" y="52169"/>
                </a:cubicBezTo>
                <a:cubicBezTo>
                  <a:pt x="458100" y="51352"/>
                  <a:pt x="456737" y="50352"/>
                  <a:pt x="455511" y="49172"/>
                </a:cubicBezTo>
                <a:cubicBezTo>
                  <a:pt x="454285" y="47992"/>
                  <a:pt x="453308" y="46583"/>
                  <a:pt x="452582" y="44948"/>
                </a:cubicBezTo>
                <a:cubicBezTo>
                  <a:pt x="451856" y="43314"/>
                  <a:pt x="451494" y="41362"/>
                  <a:pt x="451494" y="39091"/>
                </a:cubicBezTo>
                <a:cubicBezTo>
                  <a:pt x="451494" y="37093"/>
                  <a:pt x="451879" y="35187"/>
                  <a:pt x="452651" y="33370"/>
                </a:cubicBezTo>
                <a:cubicBezTo>
                  <a:pt x="453422" y="31510"/>
                  <a:pt x="454580" y="29898"/>
                  <a:pt x="456123" y="28535"/>
                </a:cubicBezTo>
                <a:cubicBezTo>
                  <a:pt x="457669" y="27175"/>
                  <a:pt x="459597" y="26083"/>
                  <a:pt x="461912" y="25266"/>
                </a:cubicBezTo>
                <a:cubicBezTo>
                  <a:pt x="464275" y="24403"/>
                  <a:pt x="466998" y="23972"/>
                  <a:pt x="470084" y="23972"/>
                </a:cubicBezTo>
                <a:cubicBezTo>
                  <a:pt x="471447" y="23972"/>
                  <a:pt x="472811" y="24086"/>
                  <a:pt x="474171" y="24314"/>
                </a:cubicBezTo>
                <a:cubicBezTo>
                  <a:pt x="475534" y="24540"/>
                  <a:pt x="476760" y="24835"/>
                  <a:pt x="477848" y="25197"/>
                </a:cubicBezTo>
                <a:cubicBezTo>
                  <a:pt x="478940" y="25517"/>
                  <a:pt x="479869" y="25880"/>
                  <a:pt x="480643" y="26289"/>
                </a:cubicBezTo>
                <a:cubicBezTo>
                  <a:pt x="481414" y="26652"/>
                  <a:pt x="482003" y="26992"/>
                  <a:pt x="482412" y="27309"/>
                </a:cubicBezTo>
                <a:cubicBezTo>
                  <a:pt x="482820" y="27626"/>
                  <a:pt x="483095" y="27901"/>
                  <a:pt x="483229" y="28126"/>
                </a:cubicBezTo>
                <a:cubicBezTo>
                  <a:pt x="483366" y="28355"/>
                  <a:pt x="483458" y="28604"/>
                  <a:pt x="483503" y="28875"/>
                </a:cubicBezTo>
                <a:cubicBezTo>
                  <a:pt x="483546" y="29149"/>
                  <a:pt x="483592" y="29512"/>
                  <a:pt x="483638" y="29967"/>
                </a:cubicBezTo>
                <a:cubicBezTo>
                  <a:pt x="483729" y="30375"/>
                  <a:pt x="483775" y="30875"/>
                  <a:pt x="483775" y="31464"/>
                </a:cubicBezTo>
                <a:cubicBezTo>
                  <a:pt x="483775" y="32101"/>
                  <a:pt x="483729" y="32667"/>
                  <a:pt x="483638" y="33167"/>
                </a:cubicBezTo>
                <a:cubicBezTo>
                  <a:pt x="483592" y="33621"/>
                  <a:pt x="483503" y="34007"/>
                  <a:pt x="483366" y="34324"/>
                </a:cubicBezTo>
                <a:cubicBezTo>
                  <a:pt x="483229" y="34596"/>
                  <a:pt x="483072" y="34801"/>
                  <a:pt x="482889" y="34939"/>
                </a:cubicBezTo>
                <a:cubicBezTo>
                  <a:pt x="482709" y="35073"/>
                  <a:pt x="482503" y="35142"/>
                  <a:pt x="482277" y="35142"/>
                </a:cubicBezTo>
                <a:cubicBezTo>
                  <a:pt x="481957" y="35142"/>
                  <a:pt x="481460" y="34939"/>
                  <a:pt x="480777" y="34530"/>
                </a:cubicBezTo>
                <a:cubicBezTo>
                  <a:pt x="480143" y="34121"/>
                  <a:pt x="479303" y="33690"/>
                  <a:pt x="478257" y="33236"/>
                </a:cubicBezTo>
                <a:cubicBezTo>
                  <a:pt x="477260" y="32736"/>
                  <a:pt x="476080" y="32281"/>
                  <a:pt x="474716" y="31873"/>
                </a:cubicBezTo>
                <a:cubicBezTo>
                  <a:pt x="473353" y="31464"/>
                  <a:pt x="471765" y="31261"/>
                  <a:pt x="469950" y="31261"/>
                </a:cubicBezTo>
                <a:cubicBezTo>
                  <a:pt x="468361" y="31261"/>
                  <a:pt x="466953" y="31441"/>
                  <a:pt x="465727" y="31804"/>
                </a:cubicBezTo>
                <a:cubicBezTo>
                  <a:pt x="464547" y="32121"/>
                  <a:pt x="463569" y="32621"/>
                  <a:pt x="462798" y="33304"/>
                </a:cubicBezTo>
                <a:cubicBezTo>
                  <a:pt x="462026" y="33984"/>
                  <a:pt x="461435" y="34779"/>
                  <a:pt x="461026" y="35687"/>
                </a:cubicBezTo>
                <a:cubicBezTo>
                  <a:pt x="460618" y="36596"/>
                  <a:pt x="460415" y="37570"/>
                  <a:pt x="460415" y="38616"/>
                </a:cubicBezTo>
                <a:cubicBezTo>
                  <a:pt x="460415" y="40068"/>
                  <a:pt x="460800" y="41317"/>
                  <a:pt x="461572" y="42360"/>
                </a:cubicBezTo>
                <a:cubicBezTo>
                  <a:pt x="462344" y="43360"/>
                  <a:pt x="463321" y="44246"/>
                  <a:pt x="464501" y="45017"/>
                </a:cubicBezTo>
                <a:cubicBezTo>
                  <a:pt x="465727" y="45743"/>
                  <a:pt x="467113" y="46426"/>
                  <a:pt x="468656" y="47060"/>
                </a:cubicBezTo>
                <a:cubicBezTo>
                  <a:pt x="470199" y="47652"/>
                  <a:pt x="471765" y="48263"/>
                  <a:pt x="473353" y="48898"/>
                </a:cubicBezTo>
                <a:cubicBezTo>
                  <a:pt x="474988" y="49535"/>
                  <a:pt x="476577" y="50261"/>
                  <a:pt x="478123" y="51078"/>
                </a:cubicBezTo>
                <a:cubicBezTo>
                  <a:pt x="479711" y="51849"/>
                  <a:pt x="481117" y="52804"/>
                  <a:pt x="482343" y="53938"/>
                </a:cubicBezTo>
                <a:cubicBezTo>
                  <a:pt x="483569" y="55073"/>
                  <a:pt x="484546" y="56436"/>
                  <a:pt x="485272" y="58024"/>
                </a:cubicBezTo>
                <a:cubicBezTo>
                  <a:pt x="485998" y="59613"/>
                  <a:pt x="486364" y="61499"/>
                  <a:pt x="486364" y="63677"/>
                </a:cubicBezTo>
                <a:close/>
                <a:moveTo>
                  <a:pt x="524983" y="73826"/>
                </a:moveTo>
                <a:cubicBezTo>
                  <a:pt x="524983" y="74915"/>
                  <a:pt x="524914" y="75801"/>
                  <a:pt x="524777" y="76481"/>
                </a:cubicBezTo>
                <a:cubicBezTo>
                  <a:pt x="524643" y="77118"/>
                  <a:pt x="524414" y="77593"/>
                  <a:pt x="524097" y="77913"/>
                </a:cubicBezTo>
                <a:cubicBezTo>
                  <a:pt x="523780" y="78184"/>
                  <a:pt x="523325" y="78456"/>
                  <a:pt x="522734" y="78730"/>
                </a:cubicBezTo>
                <a:cubicBezTo>
                  <a:pt x="522145" y="79001"/>
                  <a:pt x="521442" y="79204"/>
                  <a:pt x="520625" y="79341"/>
                </a:cubicBezTo>
                <a:cubicBezTo>
                  <a:pt x="519854" y="79524"/>
                  <a:pt x="519036" y="79659"/>
                  <a:pt x="518173" y="79750"/>
                </a:cubicBezTo>
                <a:cubicBezTo>
                  <a:pt x="517310" y="79887"/>
                  <a:pt x="516447" y="79956"/>
                  <a:pt x="515584" y="79956"/>
                </a:cubicBezTo>
                <a:cubicBezTo>
                  <a:pt x="512950" y="79956"/>
                  <a:pt x="510681" y="79613"/>
                  <a:pt x="508775" y="78933"/>
                </a:cubicBezTo>
                <a:cubicBezTo>
                  <a:pt x="506866" y="78207"/>
                  <a:pt x="505300" y="77138"/>
                  <a:pt x="504074" y="75732"/>
                </a:cubicBezTo>
                <a:cubicBezTo>
                  <a:pt x="502894" y="74324"/>
                  <a:pt x="502031" y="72532"/>
                  <a:pt x="501486" y="70352"/>
                </a:cubicBezTo>
                <a:cubicBezTo>
                  <a:pt x="500943" y="68171"/>
                  <a:pt x="500668" y="65608"/>
                  <a:pt x="500668" y="62656"/>
                </a:cubicBezTo>
                <a:lnTo>
                  <a:pt x="500668" y="32827"/>
                </a:lnTo>
                <a:lnTo>
                  <a:pt x="493519" y="32827"/>
                </a:lnTo>
                <a:cubicBezTo>
                  <a:pt x="492927" y="32827"/>
                  <a:pt x="492450" y="32530"/>
                  <a:pt x="492087" y="31941"/>
                </a:cubicBezTo>
                <a:cubicBezTo>
                  <a:pt x="491770" y="31304"/>
                  <a:pt x="491613" y="30307"/>
                  <a:pt x="491613" y="28944"/>
                </a:cubicBezTo>
                <a:cubicBezTo>
                  <a:pt x="491613" y="28218"/>
                  <a:pt x="491656" y="27626"/>
                  <a:pt x="491747" y="27175"/>
                </a:cubicBezTo>
                <a:cubicBezTo>
                  <a:pt x="491884" y="26675"/>
                  <a:pt x="492021" y="26266"/>
                  <a:pt x="492156" y="25949"/>
                </a:cubicBezTo>
                <a:cubicBezTo>
                  <a:pt x="492293" y="25629"/>
                  <a:pt x="492473" y="25403"/>
                  <a:pt x="492702" y="25266"/>
                </a:cubicBezTo>
                <a:cubicBezTo>
                  <a:pt x="492973" y="25132"/>
                  <a:pt x="493267" y="25063"/>
                  <a:pt x="493587" y="25063"/>
                </a:cubicBezTo>
                <a:lnTo>
                  <a:pt x="500668" y="25063"/>
                </a:lnTo>
                <a:lnTo>
                  <a:pt x="500668" y="12939"/>
                </a:lnTo>
                <a:cubicBezTo>
                  <a:pt x="500668" y="12667"/>
                  <a:pt x="500737" y="12419"/>
                  <a:pt x="500874" y="12190"/>
                </a:cubicBezTo>
                <a:cubicBezTo>
                  <a:pt x="501011" y="11964"/>
                  <a:pt x="501260" y="11759"/>
                  <a:pt x="501623" y="11579"/>
                </a:cubicBezTo>
                <a:cubicBezTo>
                  <a:pt x="501986" y="11396"/>
                  <a:pt x="502463" y="11281"/>
                  <a:pt x="503054" y="11239"/>
                </a:cubicBezTo>
                <a:cubicBezTo>
                  <a:pt x="503643" y="11147"/>
                  <a:pt x="504392" y="11101"/>
                  <a:pt x="505300" y="11101"/>
                </a:cubicBezTo>
                <a:cubicBezTo>
                  <a:pt x="506255" y="11101"/>
                  <a:pt x="507026" y="11147"/>
                  <a:pt x="507615" y="11239"/>
                </a:cubicBezTo>
                <a:cubicBezTo>
                  <a:pt x="508252" y="11281"/>
                  <a:pt x="508729" y="11396"/>
                  <a:pt x="509046" y="11579"/>
                </a:cubicBezTo>
                <a:cubicBezTo>
                  <a:pt x="509409" y="11759"/>
                  <a:pt x="509658" y="11964"/>
                  <a:pt x="509795" y="12190"/>
                </a:cubicBezTo>
                <a:cubicBezTo>
                  <a:pt x="509932" y="12419"/>
                  <a:pt x="510001" y="12667"/>
                  <a:pt x="510001" y="12939"/>
                </a:cubicBezTo>
                <a:lnTo>
                  <a:pt x="510001" y="25063"/>
                </a:lnTo>
                <a:lnTo>
                  <a:pt x="523143" y="25063"/>
                </a:lnTo>
                <a:cubicBezTo>
                  <a:pt x="523417" y="25063"/>
                  <a:pt x="523665" y="25132"/>
                  <a:pt x="523894" y="25266"/>
                </a:cubicBezTo>
                <a:cubicBezTo>
                  <a:pt x="524120" y="25403"/>
                  <a:pt x="524326" y="25629"/>
                  <a:pt x="524506" y="25949"/>
                </a:cubicBezTo>
                <a:cubicBezTo>
                  <a:pt x="524688" y="26266"/>
                  <a:pt x="524800" y="26675"/>
                  <a:pt x="524846" y="27175"/>
                </a:cubicBezTo>
                <a:cubicBezTo>
                  <a:pt x="524937" y="27626"/>
                  <a:pt x="524983" y="28218"/>
                  <a:pt x="524983" y="28944"/>
                </a:cubicBezTo>
                <a:cubicBezTo>
                  <a:pt x="524983" y="30307"/>
                  <a:pt x="524800" y="31304"/>
                  <a:pt x="524437" y="31941"/>
                </a:cubicBezTo>
                <a:cubicBezTo>
                  <a:pt x="524120" y="32530"/>
                  <a:pt x="523688" y="32827"/>
                  <a:pt x="523143" y="32827"/>
                </a:cubicBezTo>
                <a:lnTo>
                  <a:pt x="510001" y="32827"/>
                </a:lnTo>
                <a:lnTo>
                  <a:pt x="510001" y="61293"/>
                </a:lnTo>
                <a:cubicBezTo>
                  <a:pt x="510001" y="64837"/>
                  <a:pt x="510521" y="67514"/>
                  <a:pt x="511567" y="69332"/>
                </a:cubicBezTo>
                <a:cubicBezTo>
                  <a:pt x="512610" y="71100"/>
                  <a:pt x="514473" y="71986"/>
                  <a:pt x="517150" y="71986"/>
                </a:cubicBezTo>
                <a:cubicBezTo>
                  <a:pt x="518059" y="71986"/>
                  <a:pt x="518831" y="71895"/>
                  <a:pt x="519465" y="71715"/>
                </a:cubicBezTo>
                <a:cubicBezTo>
                  <a:pt x="520148" y="71532"/>
                  <a:pt x="520759" y="71352"/>
                  <a:pt x="521305" y="71169"/>
                </a:cubicBezTo>
                <a:cubicBezTo>
                  <a:pt x="521851" y="70989"/>
                  <a:pt x="522305" y="70806"/>
                  <a:pt x="522668" y="70623"/>
                </a:cubicBezTo>
                <a:cubicBezTo>
                  <a:pt x="523031" y="70443"/>
                  <a:pt x="523371" y="70352"/>
                  <a:pt x="523688" y="70352"/>
                </a:cubicBezTo>
                <a:cubicBezTo>
                  <a:pt x="523871" y="70352"/>
                  <a:pt x="524051" y="70420"/>
                  <a:pt x="524234" y="70557"/>
                </a:cubicBezTo>
                <a:cubicBezTo>
                  <a:pt x="524414" y="70646"/>
                  <a:pt x="524551" y="70829"/>
                  <a:pt x="524643" y="71100"/>
                </a:cubicBezTo>
                <a:cubicBezTo>
                  <a:pt x="524734" y="71329"/>
                  <a:pt x="524800" y="71669"/>
                  <a:pt x="524846" y="72123"/>
                </a:cubicBezTo>
                <a:cubicBezTo>
                  <a:pt x="524937" y="72578"/>
                  <a:pt x="524983" y="73143"/>
                  <a:pt x="524983" y="73826"/>
                </a:cubicBezTo>
                <a:close/>
                <a:moveTo>
                  <a:pt x="574400" y="77638"/>
                </a:moveTo>
                <a:cubicBezTo>
                  <a:pt x="574400" y="78093"/>
                  <a:pt x="574240" y="78433"/>
                  <a:pt x="573923" y="78661"/>
                </a:cubicBezTo>
                <a:cubicBezTo>
                  <a:pt x="573652" y="78887"/>
                  <a:pt x="573243" y="79047"/>
                  <a:pt x="572697" y="79138"/>
                </a:cubicBezTo>
                <a:cubicBezTo>
                  <a:pt x="572197" y="79273"/>
                  <a:pt x="571426" y="79341"/>
                  <a:pt x="570383" y="79341"/>
                </a:cubicBezTo>
                <a:cubicBezTo>
                  <a:pt x="569383" y="79341"/>
                  <a:pt x="568588" y="79273"/>
                  <a:pt x="567997" y="79138"/>
                </a:cubicBezTo>
                <a:cubicBezTo>
                  <a:pt x="567454" y="79047"/>
                  <a:pt x="567045" y="78887"/>
                  <a:pt x="566771" y="78661"/>
                </a:cubicBezTo>
                <a:cubicBezTo>
                  <a:pt x="566499" y="78433"/>
                  <a:pt x="566362" y="78093"/>
                  <a:pt x="566362" y="77638"/>
                </a:cubicBezTo>
                <a:lnTo>
                  <a:pt x="566362" y="72532"/>
                </a:lnTo>
                <a:cubicBezTo>
                  <a:pt x="564139" y="74938"/>
                  <a:pt x="561642" y="76798"/>
                  <a:pt x="558873" y="78115"/>
                </a:cubicBezTo>
                <a:cubicBezTo>
                  <a:pt x="556147" y="79433"/>
                  <a:pt x="553263" y="80090"/>
                  <a:pt x="550223" y="80090"/>
                </a:cubicBezTo>
                <a:cubicBezTo>
                  <a:pt x="547500" y="80090"/>
                  <a:pt x="545048" y="79727"/>
                  <a:pt x="542868" y="79001"/>
                </a:cubicBezTo>
                <a:cubicBezTo>
                  <a:pt x="540733" y="78321"/>
                  <a:pt x="538896" y="77321"/>
                  <a:pt x="537350" y="76004"/>
                </a:cubicBezTo>
                <a:cubicBezTo>
                  <a:pt x="535807" y="74686"/>
                  <a:pt x="534604" y="73075"/>
                  <a:pt x="533741" y="71169"/>
                </a:cubicBezTo>
                <a:cubicBezTo>
                  <a:pt x="532924" y="69217"/>
                  <a:pt x="532515" y="67014"/>
                  <a:pt x="532515" y="64562"/>
                </a:cubicBezTo>
                <a:cubicBezTo>
                  <a:pt x="532515" y="61656"/>
                  <a:pt x="533084" y="59159"/>
                  <a:pt x="534218" y="57073"/>
                </a:cubicBezTo>
                <a:cubicBezTo>
                  <a:pt x="535398" y="54938"/>
                  <a:pt x="537079" y="53167"/>
                  <a:pt x="539259" y="51761"/>
                </a:cubicBezTo>
                <a:cubicBezTo>
                  <a:pt x="541482" y="50352"/>
                  <a:pt x="544185" y="49306"/>
                  <a:pt x="547363" y="48626"/>
                </a:cubicBezTo>
                <a:cubicBezTo>
                  <a:pt x="550540" y="47946"/>
                  <a:pt x="554104" y="47606"/>
                  <a:pt x="558055" y="47606"/>
                </a:cubicBezTo>
                <a:lnTo>
                  <a:pt x="565136" y="47606"/>
                </a:lnTo>
                <a:lnTo>
                  <a:pt x="565136" y="43585"/>
                </a:lnTo>
                <a:cubicBezTo>
                  <a:pt x="565136" y="41634"/>
                  <a:pt x="564911" y="39908"/>
                  <a:pt x="564456" y="38411"/>
                </a:cubicBezTo>
                <a:cubicBezTo>
                  <a:pt x="564048" y="36867"/>
                  <a:pt x="563368" y="35596"/>
                  <a:pt x="562413" y="34596"/>
                </a:cubicBezTo>
                <a:cubicBezTo>
                  <a:pt x="561504" y="33598"/>
                  <a:pt x="560301" y="32850"/>
                  <a:pt x="558804" y="32350"/>
                </a:cubicBezTo>
                <a:cubicBezTo>
                  <a:pt x="557353" y="31850"/>
                  <a:pt x="555558" y="31601"/>
                  <a:pt x="553423" y="31601"/>
                </a:cubicBezTo>
                <a:cubicBezTo>
                  <a:pt x="551109" y="31601"/>
                  <a:pt x="549020" y="31873"/>
                  <a:pt x="547157" y="32418"/>
                </a:cubicBezTo>
                <a:cubicBezTo>
                  <a:pt x="545342" y="32961"/>
                  <a:pt x="543754" y="33576"/>
                  <a:pt x="542391" y="34256"/>
                </a:cubicBezTo>
                <a:cubicBezTo>
                  <a:pt x="541028" y="34893"/>
                  <a:pt x="539870" y="35482"/>
                  <a:pt x="538919" y="36027"/>
                </a:cubicBezTo>
                <a:cubicBezTo>
                  <a:pt x="538010" y="36573"/>
                  <a:pt x="537327" y="36845"/>
                  <a:pt x="536876" y="36845"/>
                </a:cubicBezTo>
                <a:cubicBezTo>
                  <a:pt x="536556" y="36845"/>
                  <a:pt x="536284" y="36776"/>
                  <a:pt x="536058" y="36639"/>
                </a:cubicBezTo>
                <a:cubicBezTo>
                  <a:pt x="535830" y="36459"/>
                  <a:pt x="535627" y="36230"/>
                  <a:pt x="535444" y="35959"/>
                </a:cubicBezTo>
                <a:cubicBezTo>
                  <a:pt x="535307" y="35642"/>
                  <a:pt x="535195" y="35256"/>
                  <a:pt x="535104" y="34801"/>
                </a:cubicBezTo>
                <a:cubicBezTo>
                  <a:pt x="535013" y="34301"/>
                  <a:pt x="534967" y="33779"/>
                  <a:pt x="534967" y="33236"/>
                </a:cubicBezTo>
                <a:cubicBezTo>
                  <a:pt x="534967" y="32281"/>
                  <a:pt x="535035" y="31533"/>
                  <a:pt x="535173" y="30987"/>
                </a:cubicBezTo>
                <a:cubicBezTo>
                  <a:pt x="535307" y="30444"/>
                  <a:pt x="535627" y="29921"/>
                  <a:pt x="536124" y="29421"/>
                </a:cubicBezTo>
                <a:cubicBezTo>
                  <a:pt x="536670" y="28921"/>
                  <a:pt x="537556" y="28355"/>
                  <a:pt x="538782" y="27718"/>
                </a:cubicBezTo>
                <a:cubicBezTo>
                  <a:pt x="540053" y="27038"/>
                  <a:pt x="541482" y="26423"/>
                  <a:pt x="543071" y="25880"/>
                </a:cubicBezTo>
                <a:cubicBezTo>
                  <a:pt x="544705" y="25335"/>
                  <a:pt x="546477" y="24880"/>
                  <a:pt x="548383" y="24517"/>
                </a:cubicBezTo>
                <a:cubicBezTo>
                  <a:pt x="550337" y="24154"/>
                  <a:pt x="552312" y="23972"/>
                  <a:pt x="554309" y="23972"/>
                </a:cubicBezTo>
                <a:cubicBezTo>
                  <a:pt x="557941" y="23972"/>
                  <a:pt x="561050" y="24403"/>
                  <a:pt x="563639" y="25266"/>
                </a:cubicBezTo>
                <a:cubicBezTo>
                  <a:pt x="566228" y="26083"/>
                  <a:pt x="568317" y="27286"/>
                  <a:pt x="569906" y="28875"/>
                </a:cubicBezTo>
                <a:cubicBezTo>
                  <a:pt x="571494" y="30467"/>
                  <a:pt x="572629" y="32464"/>
                  <a:pt x="573309" y="34870"/>
                </a:cubicBezTo>
                <a:cubicBezTo>
                  <a:pt x="574037" y="37230"/>
                  <a:pt x="574400" y="39999"/>
                  <a:pt x="574400" y="43177"/>
                </a:cubicBezTo>
                <a:lnTo>
                  <a:pt x="574400" y="77638"/>
                </a:lnTo>
                <a:close/>
                <a:moveTo>
                  <a:pt x="565136" y="54347"/>
                </a:moveTo>
                <a:lnTo>
                  <a:pt x="557101" y="54347"/>
                </a:lnTo>
                <a:cubicBezTo>
                  <a:pt x="554558" y="54347"/>
                  <a:pt x="552335" y="54575"/>
                  <a:pt x="550426" y="55030"/>
                </a:cubicBezTo>
                <a:cubicBezTo>
                  <a:pt x="548520" y="55438"/>
                  <a:pt x="546931" y="56073"/>
                  <a:pt x="545660" y="56936"/>
                </a:cubicBezTo>
                <a:cubicBezTo>
                  <a:pt x="544434" y="57753"/>
                  <a:pt x="543525" y="58773"/>
                  <a:pt x="542936" y="59999"/>
                </a:cubicBezTo>
                <a:cubicBezTo>
                  <a:pt x="542345" y="61179"/>
                  <a:pt x="542051" y="62542"/>
                  <a:pt x="542051" y="64085"/>
                </a:cubicBezTo>
                <a:cubicBezTo>
                  <a:pt x="542051" y="66720"/>
                  <a:pt x="542891" y="68831"/>
                  <a:pt x="544571" y="70420"/>
                </a:cubicBezTo>
                <a:cubicBezTo>
                  <a:pt x="546297" y="71963"/>
                  <a:pt x="548657" y="72735"/>
                  <a:pt x="551652" y="72735"/>
                </a:cubicBezTo>
                <a:cubicBezTo>
                  <a:pt x="554104" y="72735"/>
                  <a:pt x="556375" y="72123"/>
                  <a:pt x="558464" y="70897"/>
                </a:cubicBezTo>
                <a:cubicBezTo>
                  <a:pt x="560599" y="69626"/>
                  <a:pt x="562822" y="67720"/>
                  <a:pt x="565136" y="65177"/>
                </a:cubicBezTo>
                <a:lnTo>
                  <a:pt x="565136" y="54347"/>
                </a:lnTo>
                <a:close/>
                <a:moveTo>
                  <a:pt x="638566" y="51352"/>
                </a:moveTo>
                <a:cubicBezTo>
                  <a:pt x="638566" y="55801"/>
                  <a:pt x="638091" y="59796"/>
                  <a:pt x="637137" y="63336"/>
                </a:cubicBezTo>
                <a:cubicBezTo>
                  <a:pt x="636182" y="66880"/>
                  <a:pt x="634754" y="69897"/>
                  <a:pt x="632845" y="72395"/>
                </a:cubicBezTo>
                <a:cubicBezTo>
                  <a:pt x="630985" y="74892"/>
                  <a:pt x="628693" y="76798"/>
                  <a:pt x="625967" y="78115"/>
                </a:cubicBezTo>
                <a:cubicBezTo>
                  <a:pt x="623244" y="79433"/>
                  <a:pt x="620132" y="80090"/>
                  <a:pt x="616637" y="80090"/>
                </a:cubicBezTo>
                <a:cubicBezTo>
                  <a:pt x="615003" y="80090"/>
                  <a:pt x="613482" y="79933"/>
                  <a:pt x="612074" y="79613"/>
                </a:cubicBezTo>
                <a:cubicBezTo>
                  <a:pt x="610711" y="79296"/>
                  <a:pt x="609373" y="78773"/>
                  <a:pt x="608056" y="78047"/>
                </a:cubicBezTo>
                <a:cubicBezTo>
                  <a:pt x="606739" y="77321"/>
                  <a:pt x="605421" y="76412"/>
                  <a:pt x="604107" y="75324"/>
                </a:cubicBezTo>
                <a:cubicBezTo>
                  <a:pt x="602790" y="74235"/>
                  <a:pt x="601381" y="72918"/>
                  <a:pt x="599884" y="71375"/>
                </a:cubicBezTo>
                <a:lnTo>
                  <a:pt x="599884" y="77570"/>
                </a:lnTo>
                <a:cubicBezTo>
                  <a:pt x="599884" y="77890"/>
                  <a:pt x="599792" y="78161"/>
                  <a:pt x="599612" y="78387"/>
                </a:cubicBezTo>
                <a:cubicBezTo>
                  <a:pt x="599475" y="78616"/>
                  <a:pt x="599226" y="78796"/>
                  <a:pt x="598861" y="78933"/>
                </a:cubicBezTo>
                <a:cubicBezTo>
                  <a:pt x="598543" y="79070"/>
                  <a:pt x="598135" y="79161"/>
                  <a:pt x="597635" y="79204"/>
                </a:cubicBezTo>
                <a:cubicBezTo>
                  <a:pt x="597137" y="79296"/>
                  <a:pt x="596477" y="79341"/>
                  <a:pt x="595660" y="79341"/>
                </a:cubicBezTo>
                <a:cubicBezTo>
                  <a:pt x="594934" y="79341"/>
                  <a:pt x="594300" y="79296"/>
                  <a:pt x="593754" y="79204"/>
                </a:cubicBezTo>
                <a:cubicBezTo>
                  <a:pt x="593208" y="79161"/>
                  <a:pt x="592754" y="79070"/>
                  <a:pt x="592391" y="78933"/>
                </a:cubicBezTo>
                <a:cubicBezTo>
                  <a:pt x="592074" y="78796"/>
                  <a:pt x="591848" y="78616"/>
                  <a:pt x="591711" y="78387"/>
                </a:cubicBezTo>
                <a:cubicBezTo>
                  <a:pt x="591620" y="78161"/>
                  <a:pt x="591574" y="77890"/>
                  <a:pt x="591574" y="77570"/>
                </a:cubicBezTo>
                <a:lnTo>
                  <a:pt x="591574" y="1772"/>
                </a:lnTo>
                <a:cubicBezTo>
                  <a:pt x="591574" y="1497"/>
                  <a:pt x="591643" y="1249"/>
                  <a:pt x="591780" y="1020"/>
                </a:cubicBezTo>
                <a:cubicBezTo>
                  <a:pt x="591914" y="794"/>
                  <a:pt x="592165" y="612"/>
                  <a:pt x="592528" y="477"/>
                </a:cubicBezTo>
                <a:cubicBezTo>
                  <a:pt x="592891" y="294"/>
                  <a:pt x="593368" y="183"/>
                  <a:pt x="593957" y="137"/>
                </a:cubicBezTo>
                <a:cubicBezTo>
                  <a:pt x="594594" y="46"/>
                  <a:pt x="595366" y="0"/>
                  <a:pt x="596275" y="0"/>
                </a:cubicBezTo>
                <a:cubicBezTo>
                  <a:pt x="597226" y="0"/>
                  <a:pt x="598000" y="46"/>
                  <a:pt x="598589" y="137"/>
                </a:cubicBezTo>
                <a:cubicBezTo>
                  <a:pt x="599181" y="183"/>
                  <a:pt x="599635" y="294"/>
                  <a:pt x="599952" y="477"/>
                </a:cubicBezTo>
                <a:cubicBezTo>
                  <a:pt x="600315" y="612"/>
                  <a:pt x="600564" y="794"/>
                  <a:pt x="600701" y="1020"/>
                </a:cubicBezTo>
                <a:cubicBezTo>
                  <a:pt x="600881" y="1249"/>
                  <a:pt x="600972" y="1497"/>
                  <a:pt x="600972" y="1772"/>
                </a:cubicBezTo>
                <a:lnTo>
                  <a:pt x="600972" y="32350"/>
                </a:lnTo>
                <a:cubicBezTo>
                  <a:pt x="602472" y="30807"/>
                  <a:pt x="603924" y="29512"/>
                  <a:pt x="605333" y="28466"/>
                </a:cubicBezTo>
                <a:cubicBezTo>
                  <a:pt x="606784" y="27378"/>
                  <a:pt x="608193" y="26515"/>
                  <a:pt x="609553" y="25880"/>
                </a:cubicBezTo>
                <a:cubicBezTo>
                  <a:pt x="610916" y="25197"/>
                  <a:pt x="612279" y="24723"/>
                  <a:pt x="613640" y="24449"/>
                </a:cubicBezTo>
                <a:cubicBezTo>
                  <a:pt x="615003" y="24132"/>
                  <a:pt x="616434" y="23972"/>
                  <a:pt x="617932" y="23972"/>
                </a:cubicBezTo>
                <a:cubicBezTo>
                  <a:pt x="621655" y="23972"/>
                  <a:pt x="624810" y="24723"/>
                  <a:pt x="627398" y="26220"/>
                </a:cubicBezTo>
                <a:cubicBezTo>
                  <a:pt x="630030" y="27672"/>
                  <a:pt x="632165" y="29649"/>
                  <a:pt x="633799" y="32144"/>
                </a:cubicBezTo>
                <a:cubicBezTo>
                  <a:pt x="635479" y="34596"/>
                  <a:pt x="636682" y="37502"/>
                  <a:pt x="637408" y="40862"/>
                </a:cubicBezTo>
                <a:cubicBezTo>
                  <a:pt x="638180" y="44177"/>
                  <a:pt x="638566" y="47672"/>
                  <a:pt x="638566" y="51352"/>
                </a:cubicBezTo>
                <a:close/>
                <a:moveTo>
                  <a:pt x="628693" y="52441"/>
                </a:moveTo>
                <a:cubicBezTo>
                  <a:pt x="628693" y="49852"/>
                  <a:pt x="628487" y="47332"/>
                  <a:pt x="628079" y="44880"/>
                </a:cubicBezTo>
                <a:cubicBezTo>
                  <a:pt x="627716" y="42382"/>
                  <a:pt x="627036" y="40205"/>
                  <a:pt x="626035" y="38342"/>
                </a:cubicBezTo>
                <a:cubicBezTo>
                  <a:pt x="625035" y="36436"/>
                  <a:pt x="623721" y="34916"/>
                  <a:pt x="622086" y="33779"/>
                </a:cubicBezTo>
                <a:cubicBezTo>
                  <a:pt x="620498" y="32598"/>
                  <a:pt x="618477" y="32010"/>
                  <a:pt x="616026" y="32010"/>
                </a:cubicBezTo>
                <a:cubicBezTo>
                  <a:pt x="614843" y="32010"/>
                  <a:pt x="613662" y="32190"/>
                  <a:pt x="612482" y="32553"/>
                </a:cubicBezTo>
                <a:cubicBezTo>
                  <a:pt x="611302" y="32873"/>
                  <a:pt x="610099" y="33438"/>
                  <a:pt x="608873" y="34256"/>
                </a:cubicBezTo>
                <a:cubicBezTo>
                  <a:pt x="607693" y="35027"/>
                  <a:pt x="606444" y="36050"/>
                  <a:pt x="605127" y="37322"/>
                </a:cubicBezTo>
                <a:cubicBezTo>
                  <a:pt x="603810" y="38548"/>
                  <a:pt x="602427" y="40114"/>
                  <a:pt x="600972" y="42020"/>
                </a:cubicBezTo>
                <a:lnTo>
                  <a:pt x="600972" y="62385"/>
                </a:lnTo>
                <a:cubicBezTo>
                  <a:pt x="603561" y="65517"/>
                  <a:pt x="606013" y="67923"/>
                  <a:pt x="608327" y="69603"/>
                </a:cubicBezTo>
                <a:cubicBezTo>
                  <a:pt x="610691" y="71237"/>
                  <a:pt x="613142" y="72055"/>
                  <a:pt x="615683" y="72055"/>
                </a:cubicBezTo>
                <a:cubicBezTo>
                  <a:pt x="618000" y="72055"/>
                  <a:pt x="619997" y="71486"/>
                  <a:pt x="621678" y="70352"/>
                </a:cubicBezTo>
                <a:cubicBezTo>
                  <a:pt x="623358" y="69217"/>
                  <a:pt x="624695" y="67720"/>
                  <a:pt x="625695" y="65857"/>
                </a:cubicBezTo>
                <a:cubicBezTo>
                  <a:pt x="626738" y="63951"/>
                  <a:pt x="627487" y="61839"/>
                  <a:pt x="627941" y="59525"/>
                </a:cubicBezTo>
                <a:cubicBezTo>
                  <a:pt x="628441" y="57207"/>
                  <a:pt x="628693" y="54847"/>
                  <a:pt x="628693" y="52441"/>
                </a:cubicBezTo>
                <a:close/>
                <a:moveTo>
                  <a:pt x="662017" y="77570"/>
                </a:moveTo>
                <a:cubicBezTo>
                  <a:pt x="662017" y="77890"/>
                  <a:pt x="661926" y="78161"/>
                  <a:pt x="661743" y="78387"/>
                </a:cubicBezTo>
                <a:cubicBezTo>
                  <a:pt x="661608" y="78570"/>
                  <a:pt x="661357" y="78753"/>
                  <a:pt x="660994" y="78933"/>
                </a:cubicBezTo>
                <a:cubicBezTo>
                  <a:pt x="660677" y="79070"/>
                  <a:pt x="660223" y="79161"/>
                  <a:pt x="659634" y="79204"/>
                </a:cubicBezTo>
                <a:cubicBezTo>
                  <a:pt x="659042" y="79296"/>
                  <a:pt x="658271" y="79341"/>
                  <a:pt x="657316" y="79341"/>
                </a:cubicBezTo>
                <a:cubicBezTo>
                  <a:pt x="656408" y="79341"/>
                  <a:pt x="655636" y="79296"/>
                  <a:pt x="655002" y="79204"/>
                </a:cubicBezTo>
                <a:cubicBezTo>
                  <a:pt x="654410" y="79161"/>
                  <a:pt x="653933" y="79070"/>
                  <a:pt x="653570" y="78933"/>
                </a:cubicBezTo>
                <a:cubicBezTo>
                  <a:pt x="653207" y="78753"/>
                  <a:pt x="652959" y="78570"/>
                  <a:pt x="652822" y="78387"/>
                </a:cubicBezTo>
                <a:cubicBezTo>
                  <a:pt x="652687" y="78161"/>
                  <a:pt x="652619" y="77890"/>
                  <a:pt x="652619" y="77570"/>
                </a:cubicBezTo>
                <a:lnTo>
                  <a:pt x="652619" y="1772"/>
                </a:lnTo>
                <a:cubicBezTo>
                  <a:pt x="652619" y="1497"/>
                  <a:pt x="652687" y="1249"/>
                  <a:pt x="652822" y="1020"/>
                </a:cubicBezTo>
                <a:cubicBezTo>
                  <a:pt x="652959" y="794"/>
                  <a:pt x="653207" y="612"/>
                  <a:pt x="653570" y="477"/>
                </a:cubicBezTo>
                <a:cubicBezTo>
                  <a:pt x="653933" y="294"/>
                  <a:pt x="654410" y="183"/>
                  <a:pt x="655002" y="137"/>
                </a:cubicBezTo>
                <a:cubicBezTo>
                  <a:pt x="655636" y="46"/>
                  <a:pt x="656408" y="0"/>
                  <a:pt x="657316" y="0"/>
                </a:cubicBezTo>
                <a:cubicBezTo>
                  <a:pt x="658271" y="0"/>
                  <a:pt x="659042" y="46"/>
                  <a:pt x="659634" y="137"/>
                </a:cubicBezTo>
                <a:cubicBezTo>
                  <a:pt x="660223" y="183"/>
                  <a:pt x="660677" y="294"/>
                  <a:pt x="660994" y="477"/>
                </a:cubicBezTo>
                <a:cubicBezTo>
                  <a:pt x="661357" y="612"/>
                  <a:pt x="661608" y="794"/>
                  <a:pt x="661743" y="1020"/>
                </a:cubicBezTo>
                <a:cubicBezTo>
                  <a:pt x="661926" y="1249"/>
                  <a:pt x="662017" y="1497"/>
                  <a:pt x="662017" y="1772"/>
                </a:cubicBezTo>
                <a:lnTo>
                  <a:pt x="662017" y="77570"/>
                </a:lnTo>
                <a:close/>
                <a:moveTo>
                  <a:pt x="722867" y="49852"/>
                </a:moveTo>
                <a:cubicBezTo>
                  <a:pt x="722867" y="51306"/>
                  <a:pt x="722505" y="52349"/>
                  <a:pt x="721779" y="52987"/>
                </a:cubicBezTo>
                <a:cubicBezTo>
                  <a:pt x="721053" y="53621"/>
                  <a:pt x="720213" y="53938"/>
                  <a:pt x="719258" y="53938"/>
                </a:cubicBezTo>
                <a:lnTo>
                  <a:pt x="685751" y="53938"/>
                </a:lnTo>
                <a:cubicBezTo>
                  <a:pt x="685751" y="56753"/>
                  <a:pt x="686023" y="59296"/>
                  <a:pt x="686569" y="61568"/>
                </a:cubicBezTo>
                <a:cubicBezTo>
                  <a:pt x="687160" y="63837"/>
                  <a:pt x="688112" y="65788"/>
                  <a:pt x="689429" y="67423"/>
                </a:cubicBezTo>
                <a:cubicBezTo>
                  <a:pt x="690792" y="69057"/>
                  <a:pt x="692518" y="70306"/>
                  <a:pt x="694604" y="71169"/>
                </a:cubicBezTo>
                <a:cubicBezTo>
                  <a:pt x="696739" y="72032"/>
                  <a:pt x="699327" y="72463"/>
                  <a:pt x="702368" y="72463"/>
                </a:cubicBezTo>
                <a:cubicBezTo>
                  <a:pt x="704820" y="72463"/>
                  <a:pt x="706977" y="72280"/>
                  <a:pt x="708840" y="71918"/>
                </a:cubicBezTo>
                <a:cubicBezTo>
                  <a:pt x="710746" y="71509"/>
                  <a:pt x="712380" y="71055"/>
                  <a:pt x="713743" y="70557"/>
                </a:cubicBezTo>
                <a:cubicBezTo>
                  <a:pt x="715149" y="70057"/>
                  <a:pt x="716284" y="69626"/>
                  <a:pt x="717147" y="69263"/>
                </a:cubicBezTo>
                <a:cubicBezTo>
                  <a:pt x="718055" y="68854"/>
                  <a:pt x="718736" y="68649"/>
                  <a:pt x="719190" y="68649"/>
                </a:cubicBezTo>
                <a:cubicBezTo>
                  <a:pt x="719464" y="68649"/>
                  <a:pt x="719690" y="68717"/>
                  <a:pt x="719873" y="68854"/>
                </a:cubicBezTo>
                <a:cubicBezTo>
                  <a:pt x="720099" y="68946"/>
                  <a:pt x="720259" y="69126"/>
                  <a:pt x="720350" y="69397"/>
                </a:cubicBezTo>
                <a:cubicBezTo>
                  <a:pt x="720484" y="69672"/>
                  <a:pt x="720576" y="70057"/>
                  <a:pt x="720621" y="70557"/>
                </a:cubicBezTo>
                <a:cubicBezTo>
                  <a:pt x="720713" y="71009"/>
                  <a:pt x="720759" y="71578"/>
                  <a:pt x="720759" y="72258"/>
                </a:cubicBezTo>
                <a:cubicBezTo>
                  <a:pt x="720759" y="72758"/>
                  <a:pt x="720736" y="73189"/>
                  <a:pt x="720690" y="73552"/>
                </a:cubicBezTo>
                <a:cubicBezTo>
                  <a:pt x="720644" y="73915"/>
                  <a:pt x="720576" y="74235"/>
                  <a:pt x="720484" y="74506"/>
                </a:cubicBezTo>
                <a:cubicBezTo>
                  <a:pt x="720439" y="74778"/>
                  <a:pt x="720350" y="75029"/>
                  <a:pt x="720213" y="75255"/>
                </a:cubicBezTo>
                <a:cubicBezTo>
                  <a:pt x="720121" y="75484"/>
                  <a:pt x="719961" y="75709"/>
                  <a:pt x="719736" y="75935"/>
                </a:cubicBezTo>
                <a:cubicBezTo>
                  <a:pt x="719510" y="76118"/>
                  <a:pt x="718873" y="76458"/>
                  <a:pt x="717830" y="76958"/>
                </a:cubicBezTo>
                <a:cubicBezTo>
                  <a:pt x="716830" y="77413"/>
                  <a:pt x="715512" y="77867"/>
                  <a:pt x="713878" y="78321"/>
                </a:cubicBezTo>
                <a:cubicBezTo>
                  <a:pt x="712289" y="78773"/>
                  <a:pt x="710429" y="79181"/>
                  <a:pt x="708294" y="79547"/>
                </a:cubicBezTo>
                <a:cubicBezTo>
                  <a:pt x="706160" y="79910"/>
                  <a:pt x="703868" y="80090"/>
                  <a:pt x="701416" y="80090"/>
                </a:cubicBezTo>
                <a:cubicBezTo>
                  <a:pt x="697239" y="80090"/>
                  <a:pt x="693561" y="79501"/>
                  <a:pt x="690383" y="78321"/>
                </a:cubicBezTo>
                <a:cubicBezTo>
                  <a:pt x="687249" y="77138"/>
                  <a:pt x="684594" y="75415"/>
                  <a:pt x="682414" y="73143"/>
                </a:cubicBezTo>
                <a:cubicBezTo>
                  <a:pt x="680279" y="70829"/>
                  <a:pt x="678645" y="67923"/>
                  <a:pt x="677510" y="64428"/>
                </a:cubicBezTo>
                <a:cubicBezTo>
                  <a:pt x="676422" y="60930"/>
                  <a:pt x="675876" y="56890"/>
                  <a:pt x="675876" y="52304"/>
                </a:cubicBezTo>
                <a:cubicBezTo>
                  <a:pt x="675876" y="47900"/>
                  <a:pt x="676445" y="43951"/>
                  <a:pt x="677579" y="40454"/>
                </a:cubicBezTo>
                <a:cubicBezTo>
                  <a:pt x="678713" y="36959"/>
                  <a:pt x="680348" y="33984"/>
                  <a:pt x="682482" y="31533"/>
                </a:cubicBezTo>
                <a:cubicBezTo>
                  <a:pt x="684663" y="29081"/>
                  <a:pt x="687249" y="27218"/>
                  <a:pt x="690246" y="25949"/>
                </a:cubicBezTo>
                <a:cubicBezTo>
                  <a:pt x="693290" y="24632"/>
                  <a:pt x="696670" y="23972"/>
                  <a:pt x="700393" y="23972"/>
                </a:cubicBezTo>
                <a:cubicBezTo>
                  <a:pt x="704434" y="23972"/>
                  <a:pt x="707863" y="24632"/>
                  <a:pt x="710677" y="25949"/>
                </a:cubicBezTo>
                <a:cubicBezTo>
                  <a:pt x="713492" y="27218"/>
                  <a:pt x="715809" y="28944"/>
                  <a:pt x="717624" y="31124"/>
                </a:cubicBezTo>
                <a:cubicBezTo>
                  <a:pt x="719441" y="33258"/>
                  <a:pt x="720759" y="35802"/>
                  <a:pt x="721576" y="38751"/>
                </a:cubicBezTo>
                <a:cubicBezTo>
                  <a:pt x="722436" y="41702"/>
                  <a:pt x="722867" y="44834"/>
                  <a:pt x="722867" y="48149"/>
                </a:cubicBezTo>
                <a:lnTo>
                  <a:pt x="722867" y="49852"/>
                </a:lnTo>
                <a:close/>
                <a:moveTo>
                  <a:pt x="713469" y="47060"/>
                </a:moveTo>
                <a:cubicBezTo>
                  <a:pt x="713561" y="42157"/>
                  <a:pt x="712472" y="38296"/>
                  <a:pt x="710200" y="35482"/>
                </a:cubicBezTo>
                <a:cubicBezTo>
                  <a:pt x="707931" y="32667"/>
                  <a:pt x="704525" y="31261"/>
                  <a:pt x="699985" y="31261"/>
                </a:cubicBezTo>
                <a:cubicBezTo>
                  <a:pt x="697716" y="31261"/>
                  <a:pt x="695696" y="31713"/>
                  <a:pt x="693924" y="32621"/>
                </a:cubicBezTo>
                <a:cubicBezTo>
                  <a:pt x="692198" y="33484"/>
                  <a:pt x="690746" y="34641"/>
                  <a:pt x="689566" y="36096"/>
                </a:cubicBezTo>
                <a:cubicBezTo>
                  <a:pt x="688386" y="37502"/>
                  <a:pt x="687477" y="39159"/>
                  <a:pt x="686840" y="41068"/>
                </a:cubicBezTo>
                <a:cubicBezTo>
                  <a:pt x="686206" y="42974"/>
                  <a:pt x="685843" y="44971"/>
                  <a:pt x="685751" y="47060"/>
                </a:cubicBezTo>
                <a:lnTo>
                  <a:pt x="713469" y="470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85F809-27B3-4A9E-9906-DC66B0A9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2" y="3473448"/>
            <a:ext cx="7442716" cy="380270"/>
          </a:xfrm>
          <a:custGeom xmlns:a="http://schemas.openxmlformats.org/drawingml/2006/main">
            <a:pathLst>
              <a:path w="7442716" h="380270">
                <a:moveTo>
                  <a:pt x="0" y="380270"/>
                </a:moveTo>
                <a:lnTo>
                  <a:pt x="0" y="0"/>
                </a:lnTo>
                <a:lnTo>
                  <a:pt x="7442716" y="0"/>
                </a:lnTo>
                <a:lnTo>
                  <a:pt x="7442716" y="380270"/>
                </a:lnTo>
                <a:lnTo>
                  <a:pt x="0" y="38027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A7C8E-3B03-40B9-A5CF-ACA064BF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83" y="3529438"/>
            <a:ext cx="7234331" cy="120204"/>
          </a:xfrm>
          <a:custGeom xmlns:a="http://schemas.openxmlformats.org/drawingml/2006/main">
            <a:pathLst>
              <a:path w="7234331" h="120204">
                <a:moveTo>
                  <a:pt x="36913" y="20771"/>
                </a:moveTo>
                <a:lnTo>
                  <a:pt x="36913" y="29352"/>
                </a:lnTo>
                <a:cubicBezTo>
                  <a:pt x="36913" y="30532"/>
                  <a:pt x="36776" y="31487"/>
                  <a:pt x="36504" y="32213"/>
                </a:cubicBezTo>
                <a:cubicBezTo>
                  <a:pt x="36277" y="32938"/>
                  <a:pt x="35891" y="33507"/>
                  <a:pt x="35346" y="33916"/>
                </a:cubicBezTo>
                <a:cubicBezTo>
                  <a:pt x="34847" y="34324"/>
                  <a:pt x="34188" y="34596"/>
                  <a:pt x="33371" y="34733"/>
                </a:cubicBezTo>
                <a:cubicBezTo>
                  <a:pt x="32599" y="34867"/>
                  <a:pt x="31669" y="34936"/>
                  <a:pt x="30579" y="34936"/>
                </a:cubicBezTo>
                <a:cubicBezTo>
                  <a:pt x="29489" y="34936"/>
                  <a:pt x="28558" y="34867"/>
                  <a:pt x="27787" y="34733"/>
                </a:cubicBezTo>
                <a:cubicBezTo>
                  <a:pt x="27015" y="34596"/>
                  <a:pt x="26379" y="34324"/>
                  <a:pt x="25880" y="33916"/>
                </a:cubicBezTo>
                <a:cubicBezTo>
                  <a:pt x="25380" y="33507"/>
                  <a:pt x="24994" y="32938"/>
                  <a:pt x="24722" y="32213"/>
                </a:cubicBezTo>
                <a:cubicBezTo>
                  <a:pt x="24495" y="31487"/>
                  <a:pt x="24381" y="30532"/>
                  <a:pt x="24381" y="29352"/>
                </a:cubicBezTo>
                <a:cubicBezTo>
                  <a:pt x="24381" y="27989"/>
                  <a:pt x="24449" y="26740"/>
                  <a:pt x="24586" y="25606"/>
                </a:cubicBezTo>
                <a:cubicBezTo>
                  <a:pt x="24722" y="24426"/>
                  <a:pt x="24926" y="23314"/>
                  <a:pt x="25199" y="22268"/>
                </a:cubicBezTo>
                <a:cubicBezTo>
                  <a:pt x="25516" y="21226"/>
                  <a:pt x="25925" y="20203"/>
                  <a:pt x="26424" y="19205"/>
                </a:cubicBezTo>
                <a:cubicBezTo>
                  <a:pt x="26969" y="18159"/>
                  <a:pt x="27605" y="17071"/>
                  <a:pt x="28331" y="15936"/>
                </a:cubicBezTo>
                <a:lnTo>
                  <a:pt x="37526" y="1975"/>
                </a:lnTo>
                <a:cubicBezTo>
                  <a:pt x="37752" y="1612"/>
                  <a:pt x="38002" y="1314"/>
                  <a:pt x="38274" y="1089"/>
                </a:cubicBezTo>
                <a:cubicBezTo>
                  <a:pt x="38547" y="863"/>
                  <a:pt x="38887" y="680"/>
                  <a:pt x="39296" y="543"/>
                </a:cubicBezTo>
                <a:cubicBezTo>
                  <a:pt x="39705" y="363"/>
                  <a:pt x="40182" y="226"/>
                  <a:pt x="40727" y="134"/>
                </a:cubicBezTo>
                <a:cubicBezTo>
                  <a:pt x="41317" y="46"/>
                  <a:pt x="42020" y="0"/>
                  <a:pt x="42838" y="0"/>
                </a:cubicBezTo>
                <a:cubicBezTo>
                  <a:pt x="43564" y="0"/>
                  <a:pt x="44177" y="46"/>
                  <a:pt x="44676" y="134"/>
                </a:cubicBezTo>
                <a:cubicBezTo>
                  <a:pt x="45176" y="180"/>
                  <a:pt x="45539" y="294"/>
                  <a:pt x="45766" y="474"/>
                </a:cubicBezTo>
                <a:cubicBezTo>
                  <a:pt x="45993" y="612"/>
                  <a:pt x="46107" y="817"/>
                  <a:pt x="46107" y="1089"/>
                </a:cubicBezTo>
                <a:cubicBezTo>
                  <a:pt x="46152" y="1360"/>
                  <a:pt x="46061" y="1680"/>
                  <a:pt x="45834" y="2043"/>
                </a:cubicBezTo>
                <a:lnTo>
                  <a:pt x="36913" y="20771"/>
                </a:lnTo>
                <a:close/>
                <a:moveTo>
                  <a:pt x="12531" y="20771"/>
                </a:moveTo>
                <a:lnTo>
                  <a:pt x="12531" y="29352"/>
                </a:lnTo>
                <a:cubicBezTo>
                  <a:pt x="12531" y="30532"/>
                  <a:pt x="12395" y="31487"/>
                  <a:pt x="12122" y="32213"/>
                </a:cubicBezTo>
                <a:cubicBezTo>
                  <a:pt x="11895" y="32938"/>
                  <a:pt x="11509" y="33507"/>
                  <a:pt x="10965" y="33916"/>
                </a:cubicBezTo>
                <a:cubicBezTo>
                  <a:pt x="10465" y="34324"/>
                  <a:pt x="9807" y="34596"/>
                  <a:pt x="8990" y="34733"/>
                </a:cubicBezTo>
                <a:cubicBezTo>
                  <a:pt x="8218" y="34867"/>
                  <a:pt x="7287" y="34936"/>
                  <a:pt x="6197" y="34936"/>
                </a:cubicBezTo>
                <a:cubicBezTo>
                  <a:pt x="5108" y="34936"/>
                  <a:pt x="4177" y="34867"/>
                  <a:pt x="3405" y="34733"/>
                </a:cubicBezTo>
                <a:cubicBezTo>
                  <a:pt x="2633" y="34596"/>
                  <a:pt x="1998" y="34324"/>
                  <a:pt x="1498" y="33916"/>
                </a:cubicBezTo>
                <a:cubicBezTo>
                  <a:pt x="999" y="33507"/>
                  <a:pt x="613" y="32938"/>
                  <a:pt x="340" y="32213"/>
                </a:cubicBezTo>
                <a:cubicBezTo>
                  <a:pt x="113" y="31487"/>
                  <a:pt x="0" y="30532"/>
                  <a:pt x="0" y="29352"/>
                </a:cubicBezTo>
                <a:cubicBezTo>
                  <a:pt x="0" y="27989"/>
                  <a:pt x="68" y="26740"/>
                  <a:pt x="204" y="25606"/>
                </a:cubicBezTo>
                <a:cubicBezTo>
                  <a:pt x="340" y="24426"/>
                  <a:pt x="545" y="23314"/>
                  <a:pt x="817" y="22268"/>
                </a:cubicBezTo>
                <a:cubicBezTo>
                  <a:pt x="1135" y="21226"/>
                  <a:pt x="1544" y="20203"/>
                  <a:pt x="2043" y="19205"/>
                </a:cubicBezTo>
                <a:cubicBezTo>
                  <a:pt x="2588" y="18159"/>
                  <a:pt x="3224" y="17071"/>
                  <a:pt x="3950" y="15936"/>
                </a:cubicBezTo>
                <a:lnTo>
                  <a:pt x="13144" y="1975"/>
                </a:lnTo>
                <a:cubicBezTo>
                  <a:pt x="13371" y="1612"/>
                  <a:pt x="13621" y="1314"/>
                  <a:pt x="13893" y="1089"/>
                </a:cubicBezTo>
                <a:cubicBezTo>
                  <a:pt x="14166" y="863"/>
                  <a:pt x="14506" y="680"/>
                  <a:pt x="14915" y="543"/>
                </a:cubicBezTo>
                <a:cubicBezTo>
                  <a:pt x="15323" y="363"/>
                  <a:pt x="15800" y="226"/>
                  <a:pt x="16345" y="134"/>
                </a:cubicBezTo>
                <a:cubicBezTo>
                  <a:pt x="16935" y="46"/>
                  <a:pt x="17639" y="0"/>
                  <a:pt x="18456" y="0"/>
                </a:cubicBezTo>
                <a:cubicBezTo>
                  <a:pt x="19183" y="0"/>
                  <a:pt x="19773" y="46"/>
                  <a:pt x="20227" y="134"/>
                </a:cubicBezTo>
                <a:cubicBezTo>
                  <a:pt x="20726" y="180"/>
                  <a:pt x="21089" y="294"/>
                  <a:pt x="21317" y="474"/>
                </a:cubicBezTo>
                <a:cubicBezTo>
                  <a:pt x="21589" y="612"/>
                  <a:pt x="21725" y="817"/>
                  <a:pt x="21725" y="1089"/>
                </a:cubicBezTo>
                <a:cubicBezTo>
                  <a:pt x="21725" y="1360"/>
                  <a:pt x="21634" y="1680"/>
                  <a:pt x="21453" y="2043"/>
                </a:cubicBezTo>
                <a:lnTo>
                  <a:pt x="12531" y="20771"/>
                </a:lnTo>
                <a:close/>
                <a:moveTo>
                  <a:pt x="122248" y="12259"/>
                </a:moveTo>
                <a:cubicBezTo>
                  <a:pt x="122248" y="13122"/>
                  <a:pt x="122202" y="13870"/>
                  <a:pt x="122111" y="14505"/>
                </a:cubicBezTo>
                <a:cubicBezTo>
                  <a:pt x="122020" y="15142"/>
                  <a:pt x="121862" y="15662"/>
                  <a:pt x="121635" y="16071"/>
                </a:cubicBezTo>
                <a:cubicBezTo>
                  <a:pt x="121453" y="16433"/>
                  <a:pt x="121203" y="16708"/>
                  <a:pt x="120885" y="16888"/>
                </a:cubicBezTo>
                <a:cubicBezTo>
                  <a:pt x="120613" y="17071"/>
                  <a:pt x="120295" y="17162"/>
                  <a:pt x="119932" y="17162"/>
                </a:cubicBezTo>
                <a:lnTo>
                  <a:pt x="95142" y="17162"/>
                </a:lnTo>
                <a:lnTo>
                  <a:pt x="95142" y="93575"/>
                </a:lnTo>
                <a:cubicBezTo>
                  <a:pt x="95142" y="93937"/>
                  <a:pt x="95051" y="94255"/>
                  <a:pt x="94870" y="94529"/>
                </a:cubicBezTo>
                <a:cubicBezTo>
                  <a:pt x="94688" y="94800"/>
                  <a:pt x="94370" y="95026"/>
                  <a:pt x="93916" y="95209"/>
                </a:cubicBezTo>
                <a:cubicBezTo>
                  <a:pt x="93462" y="95346"/>
                  <a:pt x="92849" y="95458"/>
                  <a:pt x="92077" y="95549"/>
                </a:cubicBezTo>
                <a:cubicBezTo>
                  <a:pt x="91351" y="95686"/>
                  <a:pt x="90420" y="95755"/>
                  <a:pt x="89285" y="95755"/>
                </a:cubicBezTo>
                <a:cubicBezTo>
                  <a:pt x="88195" y="95755"/>
                  <a:pt x="87264" y="95686"/>
                  <a:pt x="86493" y="95549"/>
                </a:cubicBezTo>
                <a:cubicBezTo>
                  <a:pt x="85721" y="95458"/>
                  <a:pt x="85108" y="95346"/>
                  <a:pt x="84654" y="95209"/>
                </a:cubicBezTo>
                <a:cubicBezTo>
                  <a:pt x="84200" y="95026"/>
                  <a:pt x="83882" y="94800"/>
                  <a:pt x="83700" y="94529"/>
                </a:cubicBezTo>
                <a:cubicBezTo>
                  <a:pt x="83519" y="94255"/>
                  <a:pt x="83428" y="93937"/>
                  <a:pt x="83428" y="93575"/>
                </a:cubicBezTo>
                <a:lnTo>
                  <a:pt x="83428" y="17162"/>
                </a:lnTo>
                <a:lnTo>
                  <a:pt x="58638" y="17162"/>
                </a:lnTo>
                <a:cubicBezTo>
                  <a:pt x="58275" y="17162"/>
                  <a:pt x="57934" y="17071"/>
                  <a:pt x="57616" y="16888"/>
                </a:cubicBezTo>
                <a:cubicBezTo>
                  <a:pt x="57344" y="16708"/>
                  <a:pt x="57117" y="16433"/>
                  <a:pt x="56935" y="16071"/>
                </a:cubicBezTo>
                <a:cubicBezTo>
                  <a:pt x="56754" y="15662"/>
                  <a:pt x="56595" y="15142"/>
                  <a:pt x="56458" y="14505"/>
                </a:cubicBezTo>
                <a:cubicBezTo>
                  <a:pt x="56368" y="13870"/>
                  <a:pt x="56322" y="13122"/>
                  <a:pt x="56322" y="12259"/>
                </a:cubicBezTo>
                <a:cubicBezTo>
                  <a:pt x="56322" y="11396"/>
                  <a:pt x="56368" y="10647"/>
                  <a:pt x="56458" y="10010"/>
                </a:cubicBezTo>
                <a:cubicBezTo>
                  <a:pt x="56595" y="9330"/>
                  <a:pt x="56754" y="8784"/>
                  <a:pt x="56935" y="8375"/>
                </a:cubicBezTo>
                <a:cubicBezTo>
                  <a:pt x="57117" y="7967"/>
                  <a:pt x="57344" y="7672"/>
                  <a:pt x="57616" y="7490"/>
                </a:cubicBezTo>
                <a:cubicBezTo>
                  <a:pt x="57934" y="7309"/>
                  <a:pt x="58275" y="7218"/>
                  <a:pt x="58638" y="7218"/>
                </a:cubicBezTo>
                <a:lnTo>
                  <a:pt x="119932" y="7218"/>
                </a:lnTo>
                <a:cubicBezTo>
                  <a:pt x="120295" y="7218"/>
                  <a:pt x="120613" y="7309"/>
                  <a:pt x="120885" y="7490"/>
                </a:cubicBezTo>
                <a:cubicBezTo>
                  <a:pt x="121203" y="7672"/>
                  <a:pt x="121453" y="7967"/>
                  <a:pt x="121635" y="8375"/>
                </a:cubicBezTo>
                <a:cubicBezTo>
                  <a:pt x="121862" y="8784"/>
                  <a:pt x="122020" y="9330"/>
                  <a:pt x="122111" y="10010"/>
                </a:cubicBezTo>
                <a:cubicBezTo>
                  <a:pt x="122202" y="10647"/>
                  <a:pt x="122248" y="11396"/>
                  <a:pt x="122248" y="12259"/>
                </a:cubicBezTo>
                <a:close/>
                <a:moveTo>
                  <a:pt x="186470" y="93643"/>
                </a:moveTo>
                <a:cubicBezTo>
                  <a:pt x="186470" y="94006"/>
                  <a:pt x="186379" y="94323"/>
                  <a:pt x="186198" y="94595"/>
                </a:cubicBezTo>
                <a:cubicBezTo>
                  <a:pt x="186016" y="94823"/>
                  <a:pt x="185721" y="95026"/>
                  <a:pt x="185312" y="95209"/>
                </a:cubicBezTo>
                <a:cubicBezTo>
                  <a:pt x="184904" y="95392"/>
                  <a:pt x="184336" y="95526"/>
                  <a:pt x="183610" y="95618"/>
                </a:cubicBezTo>
                <a:cubicBezTo>
                  <a:pt x="182883" y="95709"/>
                  <a:pt x="181975" y="95755"/>
                  <a:pt x="180885" y="95755"/>
                </a:cubicBezTo>
                <a:cubicBezTo>
                  <a:pt x="179750" y="95755"/>
                  <a:pt x="178819" y="95709"/>
                  <a:pt x="178093" y="95618"/>
                </a:cubicBezTo>
                <a:cubicBezTo>
                  <a:pt x="177367" y="95526"/>
                  <a:pt x="176799" y="95392"/>
                  <a:pt x="176391" y="95209"/>
                </a:cubicBezTo>
                <a:cubicBezTo>
                  <a:pt x="175982" y="95026"/>
                  <a:pt x="175687" y="94823"/>
                  <a:pt x="175505" y="94595"/>
                </a:cubicBezTo>
                <a:cubicBezTo>
                  <a:pt x="175324" y="94323"/>
                  <a:pt x="175233" y="94006"/>
                  <a:pt x="175233" y="93643"/>
                </a:cubicBezTo>
                <a:lnTo>
                  <a:pt x="175233" y="57753"/>
                </a:lnTo>
                <a:cubicBezTo>
                  <a:pt x="175233" y="54255"/>
                  <a:pt x="174960" y="51441"/>
                  <a:pt x="174416" y="49306"/>
                </a:cubicBezTo>
                <a:cubicBezTo>
                  <a:pt x="173871" y="47172"/>
                  <a:pt x="173076" y="45334"/>
                  <a:pt x="172032" y="43791"/>
                </a:cubicBezTo>
                <a:cubicBezTo>
                  <a:pt x="170988" y="42245"/>
                  <a:pt x="169625" y="41065"/>
                  <a:pt x="167946" y="40248"/>
                </a:cubicBezTo>
                <a:cubicBezTo>
                  <a:pt x="166311" y="39431"/>
                  <a:pt x="164404" y="39022"/>
                  <a:pt x="162225" y="39022"/>
                </a:cubicBezTo>
                <a:cubicBezTo>
                  <a:pt x="159410" y="39022"/>
                  <a:pt x="156595" y="40022"/>
                  <a:pt x="153780" y="42020"/>
                </a:cubicBezTo>
                <a:cubicBezTo>
                  <a:pt x="150965" y="44017"/>
                  <a:pt x="148014" y="46946"/>
                  <a:pt x="144926" y="50803"/>
                </a:cubicBezTo>
                <a:lnTo>
                  <a:pt x="144926" y="93643"/>
                </a:lnTo>
                <a:cubicBezTo>
                  <a:pt x="144926" y="94006"/>
                  <a:pt x="144836" y="94323"/>
                  <a:pt x="144654" y="94595"/>
                </a:cubicBezTo>
                <a:cubicBezTo>
                  <a:pt x="144472" y="94823"/>
                  <a:pt x="144177" y="95026"/>
                  <a:pt x="143769" y="95209"/>
                </a:cubicBezTo>
                <a:cubicBezTo>
                  <a:pt x="143360" y="95392"/>
                  <a:pt x="142792" y="95526"/>
                  <a:pt x="142066" y="95618"/>
                </a:cubicBezTo>
                <a:cubicBezTo>
                  <a:pt x="141339" y="95709"/>
                  <a:pt x="140409" y="95755"/>
                  <a:pt x="139274" y="95755"/>
                </a:cubicBezTo>
                <a:cubicBezTo>
                  <a:pt x="138184" y="95755"/>
                  <a:pt x="137276" y="95709"/>
                  <a:pt x="136549" y="95618"/>
                </a:cubicBezTo>
                <a:cubicBezTo>
                  <a:pt x="135823" y="95526"/>
                  <a:pt x="135233" y="95392"/>
                  <a:pt x="134779" y="95209"/>
                </a:cubicBezTo>
                <a:cubicBezTo>
                  <a:pt x="134370" y="95026"/>
                  <a:pt x="134075" y="94823"/>
                  <a:pt x="133893" y="94595"/>
                </a:cubicBezTo>
                <a:cubicBezTo>
                  <a:pt x="133757" y="94323"/>
                  <a:pt x="133689" y="94006"/>
                  <a:pt x="133689" y="93643"/>
                </a:cubicBezTo>
                <a:lnTo>
                  <a:pt x="133689" y="2655"/>
                </a:lnTo>
                <a:cubicBezTo>
                  <a:pt x="133689" y="2292"/>
                  <a:pt x="133757" y="1975"/>
                  <a:pt x="133893" y="1700"/>
                </a:cubicBezTo>
                <a:cubicBezTo>
                  <a:pt x="134075" y="1429"/>
                  <a:pt x="134370" y="1203"/>
                  <a:pt x="134779" y="1020"/>
                </a:cubicBezTo>
                <a:cubicBezTo>
                  <a:pt x="135233" y="840"/>
                  <a:pt x="135823" y="703"/>
                  <a:pt x="136549" y="612"/>
                </a:cubicBezTo>
                <a:cubicBezTo>
                  <a:pt x="137276" y="520"/>
                  <a:pt x="138184" y="474"/>
                  <a:pt x="139274" y="474"/>
                </a:cubicBezTo>
                <a:cubicBezTo>
                  <a:pt x="140409" y="474"/>
                  <a:pt x="141339" y="520"/>
                  <a:pt x="142066" y="612"/>
                </a:cubicBezTo>
                <a:cubicBezTo>
                  <a:pt x="142792" y="703"/>
                  <a:pt x="143360" y="840"/>
                  <a:pt x="143769" y="1020"/>
                </a:cubicBezTo>
                <a:cubicBezTo>
                  <a:pt x="144177" y="1203"/>
                  <a:pt x="144472" y="1429"/>
                  <a:pt x="144654" y="1700"/>
                </a:cubicBezTo>
                <a:cubicBezTo>
                  <a:pt x="144836" y="1975"/>
                  <a:pt x="144926" y="2292"/>
                  <a:pt x="144926" y="2655"/>
                </a:cubicBezTo>
                <a:lnTo>
                  <a:pt x="144926" y="39362"/>
                </a:lnTo>
                <a:cubicBezTo>
                  <a:pt x="148150" y="35959"/>
                  <a:pt x="151396" y="33438"/>
                  <a:pt x="154665" y="31804"/>
                </a:cubicBezTo>
                <a:cubicBezTo>
                  <a:pt x="157934" y="30124"/>
                  <a:pt x="161226" y="29284"/>
                  <a:pt x="164540" y="29284"/>
                </a:cubicBezTo>
                <a:cubicBezTo>
                  <a:pt x="168627" y="29284"/>
                  <a:pt x="172055" y="29987"/>
                  <a:pt x="174824" y="31395"/>
                </a:cubicBezTo>
                <a:cubicBezTo>
                  <a:pt x="177639" y="32758"/>
                  <a:pt x="179909" y="34596"/>
                  <a:pt x="181635" y="36910"/>
                </a:cubicBezTo>
                <a:cubicBezTo>
                  <a:pt x="183360" y="39228"/>
                  <a:pt x="184586" y="41951"/>
                  <a:pt x="185312" y="45083"/>
                </a:cubicBezTo>
                <a:cubicBezTo>
                  <a:pt x="186084" y="48172"/>
                  <a:pt x="186470" y="51918"/>
                  <a:pt x="186470" y="56321"/>
                </a:cubicBezTo>
                <a:lnTo>
                  <a:pt x="186470" y="93643"/>
                </a:lnTo>
                <a:close/>
                <a:moveTo>
                  <a:pt x="218207" y="93643"/>
                </a:moveTo>
                <a:cubicBezTo>
                  <a:pt x="218207" y="94006"/>
                  <a:pt x="218116" y="94323"/>
                  <a:pt x="217934" y="94595"/>
                </a:cubicBezTo>
                <a:cubicBezTo>
                  <a:pt x="217753" y="94823"/>
                  <a:pt x="217457" y="95026"/>
                  <a:pt x="217049" y="95209"/>
                </a:cubicBezTo>
                <a:cubicBezTo>
                  <a:pt x="216640" y="95392"/>
                  <a:pt x="216073" y="95526"/>
                  <a:pt x="215346" y="95618"/>
                </a:cubicBezTo>
                <a:cubicBezTo>
                  <a:pt x="214620" y="95709"/>
                  <a:pt x="213689" y="95755"/>
                  <a:pt x="212554" y="95755"/>
                </a:cubicBezTo>
                <a:cubicBezTo>
                  <a:pt x="211464" y="95755"/>
                  <a:pt x="210556" y="95709"/>
                  <a:pt x="209830" y="95618"/>
                </a:cubicBezTo>
                <a:cubicBezTo>
                  <a:pt x="209103" y="95526"/>
                  <a:pt x="208513" y="95392"/>
                  <a:pt x="208059" y="95209"/>
                </a:cubicBezTo>
                <a:cubicBezTo>
                  <a:pt x="207651" y="95026"/>
                  <a:pt x="207355" y="94823"/>
                  <a:pt x="207174" y="94595"/>
                </a:cubicBezTo>
                <a:cubicBezTo>
                  <a:pt x="207038" y="94323"/>
                  <a:pt x="206970" y="94006"/>
                  <a:pt x="206970" y="93643"/>
                </a:cubicBezTo>
                <a:lnTo>
                  <a:pt x="206970" y="32350"/>
                </a:lnTo>
                <a:cubicBezTo>
                  <a:pt x="206970" y="32030"/>
                  <a:pt x="207038" y="31735"/>
                  <a:pt x="207174" y="31464"/>
                </a:cubicBezTo>
                <a:cubicBezTo>
                  <a:pt x="207355" y="31190"/>
                  <a:pt x="207651" y="30964"/>
                  <a:pt x="208059" y="30781"/>
                </a:cubicBezTo>
                <a:cubicBezTo>
                  <a:pt x="208513" y="30601"/>
                  <a:pt x="209103" y="30464"/>
                  <a:pt x="209830" y="30372"/>
                </a:cubicBezTo>
                <a:cubicBezTo>
                  <a:pt x="210556" y="30284"/>
                  <a:pt x="211464" y="30238"/>
                  <a:pt x="212554" y="30238"/>
                </a:cubicBezTo>
                <a:cubicBezTo>
                  <a:pt x="213689" y="30238"/>
                  <a:pt x="214620" y="30284"/>
                  <a:pt x="215346" y="30372"/>
                </a:cubicBezTo>
                <a:cubicBezTo>
                  <a:pt x="216073" y="30464"/>
                  <a:pt x="216640" y="30601"/>
                  <a:pt x="217049" y="30781"/>
                </a:cubicBezTo>
                <a:cubicBezTo>
                  <a:pt x="217457" y="30964"/>
                  <a:pt x="217753" y="31190"/>
                  <a:pt x="217934" y="31464"/>
                </a:cubicBezTo>
                <a:cubicBezTo>
                  <a:pt x="218116" y="31735"/>
                  <a:pt x="218207" y="32030"/>
                  <a:pt x="218207" y="32350"/>
                </a:cubicBezTo>
                <a:lnTo>
                  <a:pt x="218207" y="93643"/>
                </a:lnTo>
                <a:close/>
                <a:moveTo>
                  <a:pt x="219501" y="11644"/>
                </a:moveTo>
                <a:cubicBezTo>
                  <a:pt x="219501" y="14279"/>
                  <a:pt x="219001" y="16071"/>
                  <a:pt x="218002" y="17025"/>
                </a:cubicBezTo>
                <a:cubicBezTo>
                  <a:pt x="217003" y="17979"/>
                  <a:pt x="215165" y="18457"/>
                  <a:pt x="212486" y="18457"/>
                </a:cubicBezTo>
                <a:cubicBezTo>
                  <a:pt x="209853" y="18457"/>
                  <a:pt x="208036" y="18002"/>
                  <a:pt x="207038" y="17094"/>
                </a:cubicBezTo>
                <a:cubicBezTo>
                  <a:pt x="206084" y="16139"/>
                  <a:pt x="205607" y="14370"/>
                  <a:pt x="205607" y="11781"/>
                </a:cubicBezTo>
                <a:cubicBezTo>
                  <a:pt x="205607" y="9147"/>
                  <a:pt x="206107" y="7355"/>
                  <a:pt x="207106" y="6401"/>
                </a:cubicBezTo>
                <a:cubicBezTo>
                  <a:pt x="208105" y="5446"/>
                  <a:pt x="209943" y="4969"/>
                  <a:pt x="212622" y="4969"/>
                </a:cubicBezTo>
                <a:cubicBezTo>
                  <a:pt x="215255" y="4969"/>
                  <a:pt x="217049" y="5446"/>
                  <a:pt x="218002" y="6401"/>
                </a:cubicBezTo>
                <a:cubicBezTo>
                  <a:pt x="219001" y="7309"/>
                  <a:pt x="219501" y="9055"/>
                  <a:pt x="219501" y="11644"/>
                </a:cubicBezTo>
                <a:close/>
                <a:moveTo>
                  <a:pt x="277458" y="76958"/>
                </a:moveTo>
                <a:cubicBezTo>
                  <a:pt x="277458" y="80090"/>
                  <a:pt x="276867" y="82882"/>
                  <a:pt x="275687" y="85334"/>
                </a:cubicBezTo>
                <a:cubicBezTo>
                  <a:pt x="274552" y="87785"/>
                  <a:pt x="272917" y="89851"/>
                  <a:pt x="270783" y="91531"/>
                </a:cubicBezTo>
                <a:cubicBezTo>
                  <a:pt x="268649" y="93212"/>
                  <a:pt x="266107" y="94483"/>
                  <a:pt x="263156" y="95346"/>
                </a:cubicBezTo>
                <a:cubicBezTo>
                  <a:pt x="260205" y="96209"/>
                  <a:pt x="256958" y="96638"/>
                  <a:pt x="253417" y="96638"/>
                </a:cubicBezTo>
                <a:cubicBezTo>
                  <a:pt x="251237" y="96638"/>
                  <a:pt x="249149" y="96458"/>
                  <a:pt x="247151" y="96095"/>
                </a:cubicBezTo>
                <a:cubicBezTo>
                  <a:pt x="245199" y="95778"/>
                  <a:pt x="243428" y="95369"/>
                  <a:pt x="241839" y="94869"/>
                </a:cubicBezTo>
                <a:cubicBezTo>
                  <a:pt x="240295" y="94323"/>
                  <a:pt x="238978" y="93777"/>
                  <a:pt x="237889" y="93235"/>
                </a:cubicBezTo>
                <a:cubicBezTo>
                  <a:pt x="236799" y="92643"/>
                  <a:pt x="236005" y="92123"/>
                  <a:pt x="235505" y="91669"/>
                </a:cubicBezTo>
                <a:cubicBezTo>
                  <a:pt x="235006" y="91214"/>
                  <a:pt x="234642" y="90577"/>
                  <a:pt x="234416" y="89760"/>
                </a:cubicBezTo>
                <a:cubicBezTo>
                  <a:pt x="234188" y="88943"/>
                  <a:pt x="234075" y="87831"/>
                  <a:pt x="234075" y="86422"/>
                </a:cubicBezTo>
                <a:cubicBezTo>
                  <a:pt x="234075" y="85562"/>
                  <a:pt x="234120" y="84833"/>
                  <a:pt x="234211" y="84245"/>
                </a:cubicBezTo>
                <a:cubicBezTo>
                  <a:pt x="234302" y="83653"/>
                  <a:pt x="234416" y="83176"/>
                  <a:pt x="234552" y="82813"/>
                </a:cubicBezTo>
                <a:cubicBezTo>
                  <a:pt x="234688" y="82450"/>
                  <a:pt x="234870" y="82202"/>
                  <a:pt x="235097" y="82065"/>
                </a:cubicBezTo>
                <a:cubicBezTo>
                  <a:pt x="235369" y="81885"/>
                  <a:pt x="235664" y="81793"/>
                  <a:pt x="235982" y="81793"/>
                </a:cubicBezTo>
                <a:cubicBezTo>
                  <a:pt x="236482" y="81793"/>
                  <a:pt x="237208" y="82110"/>
                  <a:pt x="238161" y="82745"/>
                </a:cubicBezTo>
                <a:cubicBezTo>
                  <a:pt x="239160" y="83336"/>
                  <a:pt x="240363" y="83993"/>
                  <a:pt x="241771" y="84722"/>
                </a:cubicBezTo>
                <a:cubicBezTo>
                  <a:pt x="243224" y="85448"/>
                  <a:pt x="244926" y="86128"/>
                  <a:pt x="246879" y="86765"/>
                </a:cubicBezTo>
                <a:cubicBezTo>
                  <a:pt x="248831" y="87354"/>
                  <a:pt x="251079" y="87648"/>
                  <a:pt x="253621" y="87648"/>
                </a:cubicBezTo>
                <a:cubicBezTo>
                  <a:pt x="255528" y="87648"/>
                  <a:pt x="257253" y="87445"/>
                  <a:pt x="258797" y="87037"/>
                </a:cubicBezTo>
                <a:cubicBezTo>
                  <a:pt x="260341" y="86628"/>
                  <a:pt x="261680" y="86036"/>
                  <a:pt x="262815" y="85265"/>
                </a:cubicBezTo>
                <a:cubicBezTo>
                  <a:pt x="263950" y="84448"/>
                  <a:pt x="264813" y="83428"/>
                  <a:pt x="265403" y="82202"/>
                </a:cubicBezTo>
                <a:cubicBezTo>
                  <a:pt x="266039" y="80976"/>
                  <a:pt x="266357" y="79521"/>
                  <a:pt x="266357" y="77841"/>
                </a:cubicBezTo>
                <a:cubicBezTo>
                  <a:pt x="266357" y="76118"/>
                  <a:pt x="265903" y="74664"/>
                  <a:pt x="264995" y="73483"/>
                </a:cubicBezTo>
                <a:cubicBezTo>
                  <a:pt x="264132" y="72303"/>
                  <a:pt x="262974" y="71260"/>
                  <a:pt x="261521" y="70352"/>
                </a:cubicBezTo>
                <a:cubicBezTo>
                  <a:pt x="260068" y="69443"/>
                  <a:pt x="258434" y="68649"/>
                  <a:pt x="256618" y="67968"/>
                </a:cubicBezTo>
                <a:cubicBezTo>
                  <a:pt x="254802" y="67240"/>
                  <a:pt x="252917" y="66491"/>
                  <a:pt x="250965" y="65720"/>
                </a:cubicBezTo>
                <a:cubicBezTo>
                  <a:pt x="249058" y="64948"/>
                  <a:pt x="247174" y="64085"/>
                  <a:pt x="245312" y="63131"/>
                </a:cubicBezTo>
                <a:cubicBezTo>
                  <a:pt x="243496" y="62133"/>
                  <a:pt x="241862" y="60930"/>
                  <a:pt x="240409" y="59522"/>
                </a:cubicBezTo>
                <a:cubicBezTo>
                  <a:pt x="238956" y="58116"/>
                  <a:pt x="237775" y="56436"/>
                  <a:pt x="236867" y="54481"/>
                </a:cubicBezTo>
                <a:cubicBezTo>
                  <a:pt x="236005" y="52529"/>
                  <a:pt x="235573" y="50192"/>
                  <a:pt x="235573" y="47469"/>
                </a:cubicBezTo>
                <a:cubicBezTo>
                  <a:pt x="235573" y="45063"/>
                  <a:pt x="236027" y="42768"/>
                  <a:pt x="236935" y="40588"/>
                </a:cubicBezTo>
                <a:cubicBezTo>
                  <a:pt x="237889" y="38365"/>
                  <a:pt x="239296" y="36436"/>
                  <a:pt x="241158" y="34801"/>
                </a:cubicBezTo>
                <a:cubicBezTo>
                  <a:pt x="243020" y="33121"/>
                  <a:pt x="245335" y="31781"/>
                  <a:pt x="248105" y="30781"/>
                </a:cubicBezTo>
                <a:cubicBezTo>
                  <a:pt x="250920" y="29784"/>
                  <a:pt x="254189" y="29284"/>
                  <a:pt x="257912" y="29284"/>
                </a:cubicBezTo>
                <a:cubicBezTo>
                  <a:pt x="259546" y="29284"/>
                  <a:pt x="261181" y="29421"/>
                  <a:pt x="262815" y="29692"/>
                </a:cubicBezTo>
                <a:cubicBezTo>
                  <a:pt x="264450" y="29964"/>
                  <a:pt x="265925" y="30307"/>
                  <a:pt x="267242" y="30715"/>
                </a:cubicBezTo>
                <a:cubicBezTo>
                  <a:pt x="268559" y="31124"/>
                  <a:pt x="269671" y="31575"/>
                  <a:pt x="270579" y="32075"/>
                </a:cubicBezTo>
                <a:cubicBezTo>
                  <a:pt x="271533" y="32530"/>
                  <a:pt x="272236" y="32938"/>
                  <a:pt x="272690" y="33301"/>
                </a:cubicBezTo>
                <a:cubicBezTo>
                  <a:pt x="273190" y="33664"/>
                  <a:pt x="273508" y="33984"/>
                  <a:pt x="273644" y="34256"/>
                </a:cubicBezTo>
                <a:cubicBezTo>
                  <a:pt x="273825" y="34527"/>
                  <a:pt x="273939" y="34844"/>
                  <a:pt x="273984" y="35210"/>
                </a:cubicBezTo>
                <a:cubicBezTo>
                  <a:pt x="274075" y="35527"/>
                  <a:pt x="274143" y="35936"/>
                  <a:pt x="274189" y="36436"/>
                </a:cubicBezTo>
                <a:cubicBezTo>
                  <a:pt x="274279" y="36933"/>
                  <a:pt x="274325" y="37548"/>
                  <a:pt x="274325" y="38273"/>
                </a:cubicBezTo>
                <a:cubicBezTo>
                  <a:pt x="274325" y="39045"/>
                  <a:pt x="274279" y="39728"/>
                  <a:pt x="274189" y="40316"/>
                </a:cubicBezTo>
                <a:cubicBezTo>
                  <a:pt x="274143" y="40862"/>
                  <a:pt x="274030" y="41317"/>
                  <a:pt x="273848" y="41679"/>
                </a:cubicBezTo>
                <a:cubicBezTo>
                  <a:pt x="273712" y="42042"/>
                  <a:pt x="273530" y="42314"/>
                  <a:pt x="273303" y="42497"/>
                </a:cubicBezTo>
                <a:cubicBezTo>
                  <a:pt x="273076" y="42631"/>
                  <a:pt x="272826" y="42700"/>
                  <a:pt x="272554" y="42700"/>
                </a:cubicBezTo>
                <a:cubicBezTo>
                  <a:pt x="272145" y="42700"/>
                  <a:pt x="271555" y="42451"/>
                  <a:pt x="270783" y="41951"/>
                </a:cubicBezTo>
                <a:cubicBezTo>
                  <a:pt x="270011" y="41451"/>
                  <a:pt x="269013" y="40931"/>
                  <a:pt x="267787" y="40385"/>
                </a:cubicBezTo>
                <a:cubicBezTo>
                  <a:pt x="266561" y="39794"/>
                  <a:pt x="265108" y="39251"/>
                  <a:pt x="263428" y="38751"/>
                </a:cubicBezTo>
                <a:cubicBezTo>
                  <a:pt x="261794" y="38250"/>
                  <a:pt x="259909" y="38002"/>
                  <a:pt x="257775" y="38002"/>
                </a:cubicBezTo>
                <a:cubicBezTo>
                  <a:pt x="255869" y="38002"/>
                  <a:pt x="254189" y="38228"/>
                  <a:pt x="252736" y="38682"/>
                </a:cubicBezTo>
                <a:cubicBezTo>
                  <a:pt x="251283" y="39091"/>
                  <a:pt x="250080" y="39705"/>
                  <a:pt x="249126" y="40522"/>
                </a:cubicBezTo>
                <a:cubicBezTo>
                  <a:pt x="248218" y="41294"/>
                  <a:pt x="247514" y="42222"/>
                  <a:pt x="247015" y="43314"/>
                </a:cubicBezTo>
                <a:cubicBezTo>
                  <a:pt x="246561" y="44403"/>
                  <a:pt x="246334" y="45583"/>
                  <a:pt x="246334" y="46854"/>
                </a:cubicBezTo>
                <a:cubicBezTo>
                  <a:pt x="246334" y="48626"/>
                  <a:pt x="246788" y="50123"/>
                  <a:pt x="247696" y="51349"/>
                </a:cubicBezTo>
                <a:cubicBezTo>
                  <a:pt x="248604" y="52529"/>
                  <a:pt x="249785" y="53575"/>
                  <a:pt x="251237" y="54481"/>
                </a:cubicBezTo>
                <a:cubicBezTo>
                  <a:pt x="252690" y="55390"/>
                  <a:pt x="254348" y="56207"/>
                  <a:pt x="256209" y="56936"/>
                </a:cubicBezTo>
                <a:cubicBezTo>
                  <a:pt x="258071" y="57661"/>
                  <a:pt x="259955" y="58410"/>
                  <a:pt x="261862" y="59182"/>
                </a:cubicBezTo>
                <a:cubicBezTo>
                  <a:pt x="263814" y="59953"/>
                  <a:pt x="265721" y="60816"/>
                  <a:pt x="267583" y="61771"/>
                </a:cubicBezTo>
                <a:cubicBezTo>
                  <a:pt x="269489" y="62722"/>
                  <a:pt x="271169" y="63882"/>
                  <a:pt x="272622" y="65242"/>
                </a:cubicBezTo>
                <a:cubicBezTo>
                  <a:pt x="274075" y="66605"/>
                  <a:pt x="275233" y="68240"/>
                  <a:pt x="276096" y="70146"/>
                </a:cubicBezTo>
                <a:cubicBezTo>
                  <a:pt x="277003" y="72055"/>
                  <a:pt x="277458" y="74324"/>
                  <a:pt x="277458" y="76958"/>
                </a:cubicBezTo>
                <a:close/>
                <a:moveTo>
                  <a:pt x="336300" y="93643"/>
                </a:moveTo>
                <a:cubicBezTo>
                  <a:pt x="336300" y="94006"/>
                  <a:pt x="336209" y="94323"/>
                  <a:pt x="336027" y="94595"/>
                </a:cubicBezTo>
                <a:cubicBezTo>
                  <a:pt x="335846" y="94823"/>
                  <a:pt x="335551" y="95026"/>
                  <a:pt x="335142" y="95209"/>
                </a:cubicBezTo>
                <a:cubicBezTo>
                  <a:pt x="334734" y="95392"/>
                  <a:pt x="334166" y="95526"/>
                  <a:pt x="333439" y="95618"/>
                </a:cubicBezTo>
                <a:cubicBezTo>
                  <a:pt x="332713" y="95709"/>
                  <a:pt x="331782" y="95755"/>
                  <a:pt x="330647" y="95755"/>
                </a:cubicBezTo>
                <a:cubicBezTo>
                  <a:pt x="329557" y="95755"/>
                  <a:pt x="328649" y="95709"/>
                  <a:pt x="327923" y="95618"/>
                </a:cubicBezTo>
                <a:cubicBezTo>
                  <a:pt x="327197" y="95526"/>
                  <a:pt x="326607" y="95392"/>
                  <a:pt x="326152" y="95209"/>
                </a:cubicBezTo>
                <a:cubicBezTo>
                  <a:pt x="325744" y="95026"/>
                  <a:pt x="325449" y="94823"/>
                  <a:pt x="325267" y="94595"/>
                </a:cubicBezTo>
                <a:cubicBezTo>
                  <a:pt x="325131" y="94323"/>
                  <a:pt x="325063" y="94006"/>
                  <a:pt x="325063" y="93643"/>
                </a:cubicBezTo>
                <a:lnTo>
                  <a:pt x="325063" y="32350"/>
                </a:lnTo>
                <a:cubicBezTo>
                  <a:pt x="325063" y="32030"/>
                  <a:pt x="325131" y="31735"/>
                  <a:pt x="325267" y="31464"/>
                </a:cubicBezTo>
                <a:cubicBezTo>
                  <a:pt x="325449" y="31190"/>
                  <a:pt x="325744" y="30964"/>
                  <a:pt x="326152" y="30781"/>
                </a:cubicBezTo>
                <a:cubicBezTo>
                  <a:pt x="326606" y="30601"/>
                  <a:pt x="327197" y="30464"/>
                  <a:pt x="327923" y="30372"/>
                </a:cubicBezTo>
                <a:cubicBezTo>
                  <a:pt x="328649" y="30284"/>
                  <a:pt x="329557" y="30238"/>
                  <a:pt x="330647" y="30238"/>
                </a:cubicBezTo>
                <a:cubicBezTo>
                  <a:pt x="331782" y="30238"/>
                  <a:pt x="332713" y="30284"/>
                  <a:pt x="333439" y="30372"/>
                </a:cubicBezTo>
                <a:cubicBezTo>
                  <a:pt x="334166" y="30464"/>
                  <a:pt x="334734" y="30601"/>
                  <a:pt x="335142" y="30781"/>
                </a:cubicBezTo>
                <a:cubicBezTo>
                  <a:pt x="335551" y="30964"/>
                  <a:pt x="335846" y="31190"/>
                  <a:pt x="336027" y="31464"/>
                </a:cubicBezTo>
                <a:cubicBezTo>
                  <a:pt x="336209" y="31735"/>
                  <a:pt x="336300" y="32030"/>
                  <a:pt x="336300" y="32350"/>
                </a:cubicBezTo>
                <a:lnTo>
                  <a:pt x="336300" y="93643"/>
                </a:lnTo>
                <a:close/>
                <a:moveTo>
                  <a:pt x="337594" y="11644"/>
                </a:moveTo>
                <a:cubicBezTo>
                  <a:pt x="337594" y="14279"/>
                  <a:pt x="337094" y="16071"/>
                  <a:pt x="336096" y="17025"/>
                </a:cubicBezTo>
                <a:cubicBezTo>
                  <a:pt x="335097" y="17979"/>
                  <a:pt x="333258" y="18457"/>
                  <a:pt x="330579" y="18457"/>
                </a:cubicBezTo>
                <a:cubicBezTo>
                  <a:pt x="327946" y="18457"/>
                  <a:pt x="326130" y="18002"/>
                  <a:pt x="325131" y="17094"/>
                </a:cubicBezTo>
                <a:cubicBezTo>
                  <a:pt x="324177" y="16139"/>
                  <a:pt x="323700" y="14370"/>
                  <a:pt x="323700" y="11781"/>
                </a:cubicBezTo>
                <a:cubicBezTo>
                  <a:pt x="323700" y="9147"/>
                  <a:pt x="324200" y="7355"/>
                  <a:pt x="325199" y="6401"/>
                </a:cubicBezTo>
                <a:cubicBezTo>
                  <a:pt x="326198" y="5446"/>
                  <a:pt x="328036" y="4969"/>
                  <a:pt x="330715" y="4969"/>
                </a:cubicBezTo>
                <a:cubicBezTo>
                  <a:pt x="333349" y="4969"/>
                  <a:pt x="335142" y="5446"/>
                  <a:pt x="336096" y="6401"/>
                </a:cubicBezTo>
                <a:cubicBezTo>
                  <a:pt x="337094" y="7309"/>
                  <a:pt x="337594" y="9055"/>
                  <a:pt x="337594" y="11644"/>
                </a:cubicBezTo>
                <a:close/>
                <a:moveTo>
                  <a:pt x="395551" y="76958"/>
                </a:moveTo>
                <a:cubicBezTo>
                  <a:pt x="395551" y="80090"/>
                  <a:pt x="394959" y="82882"/>
                  <a:pt x="393779" y="85334"/>
                </a:cubicBezTo>
                <a:cubicBezTo>
                  <a:pt x="392645" y="87785"/>
                  <a:pt x="391010" y="89851"/>
                  <a:pt x="388876" y="91531"/>
                </a:cubicBezTo>
                <a:cubicBezTo>
                  <a:pt x="386744" y="93212"/>
                  <a:pt x="384201" y="94483"/>
                  <a:pt x="381249" y="95346"/>
                </a:cubicBezTo>
                <a:cubicBezTo>
                  <a:pt x="378297" y="96209"/>
                  <a:pt x="375051" y="96638"/>
                  <a:pt x="371511" y="96638"/>
                </a:cubicBezTo>
                <a:cubicBezTo>
                  <a:pt x="369330" y="96638"/>
                  <a:pt x="367242" y="96458"/>
                  <a:pt x="365244" y="96095"/>
                </a:cubicBezTo>
                <a:cubicBezTo>
                  <a:pt x="363293" y="95778"/>
                  <a:pt x="361521" y="95369"/>
                  <a:pt x="359932" y="94869"/>
                </a:cubicBezTo>
                <a:cubicBezTo>
                  <a:pt x="358389" y="94323"/>
                  <a:pt x="357072" y="93777"/>
                  <a:pt x="355983" y="93235"/>
                </a:cubicBezTo>
                <a:cubicBezTo>
                  <a:pt x="354891" y="92643"/>
                  <a:pt x="354097" y="92123"/>
                  <a:pt x="353597" y="91669"/>
                </a:cubicBezTo>
                <a:cubicBezTo>
                  <a:pt x="353100" y="91214"/>
                  <a:pt x="352737" y="90577"/>
                  <a:pt x="352508" y="89760"/>
                </a:cubicBezTo>
                <a:cubicBezTo>
                  <a:pt x="352283" y="88943"/>
                  <a:pt x="352168" y="87831"/>
                  <a:pt x="352168" y="86422"/>
                </a:cubicBezTo>
                <a:cubicBezTo>
                  <a:pt x="352168" y="85562"/>
                  <a:pt x="352214" y="84833"/>
                  <a:pt x="352305" y="84245"/>
                </a:cubicBezTo>
                <a:cubicBezTo>
                  <a:pt x="352394" y="83653"/>
                  <a:pt x="352508" y="83176"/>
                  <a:pt x="352646" y="82813"/>
                </a:cubicBezTo>
                <a:cubicBezTo>
                  <a:pt x="352780" y="82450"/>
                  <a:pt x="352963" y="82202"/>
                  <a:pt x="353188" y="82065"/>
                </a:cubicBezTo>
                <a:cubicBezTo>
                  <a:pt x="353463" y="81885"/>
                  <a:pt x="353757" y="81793"/>
                  <a:pt x="354074" y="81793"/>
                </a:cubicBezTo>
                <a:cubicBezTo>
                  <a:pt x="354574" y="81793"/>
                  <a:pt x="355300" y="82110"/>
                  <a:pt x="356255" y="82745"/>
                </a:cubicBezTo>
                <a:cubicBezTo>
                  <a:pt x="357255" y="83336"/>
                  <a:pt x="358458" y="83993"/>
                  <a:pt x="359864" y="84722"/>
                </a:cubicBezTo>
                <a:cubicBezTo>
                  <a:pt x="361318" y="85448"/>
                  <a:pt x="363018" y="86128"/>
                  <a:pt x="364973" y="86765"/>
                </a:cubicBezTo>
                <a:cubicBezTo>
                  <a:pt x="366924" y="87354"/>
                  <a:pt x="369170" y="87648"/>
                  <a:pt x="371714" y="87648"/>
                </a:cubicBezTo>
                <a:cubicBezTo>
                  <a:pt x="373622" y="87648"/>
                  <a:pt x="375345" y="87445"/>
                  <a:pt x="376891" y="87037"/>
                </a:cubicBezTo>
                <a:cubicBezTo>
                  <a:pt x="378434" y="86628"/>
                  <a:pt x="379775" y="86036"/>
                  <a:pt x="380909" y="85265"/>
                </a:cubicBezTo>
                <a:cubicBezTo>
                  <a:pt x="382043" y="84448"/>
                  <a:pt x="382906" y="83428"/>
                  <a:pt x="383495" y="82202"/>
                </a:cubicBezTo>
                <a:cubicBezTo>
                  <a:pt x="384132" y="80976"/>
                  <a:pt x="384449" y="79521"/>
                  <a:pt x="384449" y="77841"/>
                </a:cubicBezTo>
                <a:cubicBezTo>
                  <a:pt x="384449" y="76118"/>
                  <a:pt x="383995" y="74664"/>
                  <a:pt x="383086" y="73483"/>
                </a:cubicBezTo>
                <a:cubicBezTo>
                  <a:pt x="382226" y="72303"/>
                  <a:pt x="381066" y="71260"/>
                  <a:pt x="379615" y="70352"/>
                </a:cubicBezTo>
                <a:cubicBezTo>
                  <a:pt x="378160" y="69443"/>
                  <a:pt x="376526" y="68649"/>
                  <a:pt x="374711" y="67968"/>
                </a:cubicBezTo>
                <a:cubicBezTo>
                  <a:pt x="372894" y="67240"/>
                  <a:pt x="371011" y="66491"/>
                  <a:pt x="369059" y="65720"/>
                </a:cubicBezTo>
                <a:cubicBezTo>
                  <a:pt x="367150" y="64948"/>
                  <a:pt x="365267" y="64085"/>
                  <a:pt x="363407" y="63131"/>
                </a:cubicBezTo>
                <a:cubicBezTo>
                  <a:pt x="361589" y="62133"/>
                  <a:pt x="359955" y="60930"/>
                  <a:pt x="358503" y="59522"/>
                </a:cubicBezTo>
                <a:cubicBezTo>
                  <a:pt x="357049" y="58116"/>
                  <a:pt x="355869" y="56436"/>
                  <a:pt x="354960" y="54481"/>
                </a:cubicBezTo>
                <a:cubicBezTo>
                  <a:pt x="354097" y="52529"/>
                  <a:pt x="353666" y="50192"/>
                  <a:pt x="353666" y="47469"/>
                </a:cubicBezTo>
                <a:cubicBezTo>
                  <a:pt x="353666" y="45063"/>
                  <a:pt x="354120" y="42768"/>
                  <a:pt x="355029" y="40588"/>
                </a:cubicBezTo>
                <a:cubicBezTo>
                  <a:pt x="355983" y="38365"/>
                  <a:pt x="357389" y="36436"/>
                  <a:pt x="359252" y="34801"/>
                </a:cubicBezTo>
                <a:cubicBezTo>
                  <a:pt x="361112" y="33121"/>
                  <a:pt x="363427" y="31781"/>
                  <a:pt x="366199" y="30781"/>
                </a:cubicBezTo>
                <a:cubicBezTo>
                  <a:pt x="369013" y="29784"/>
                  <a:pt x="372282" y="29284"/>
                  <a:pt x="376006" y="29284"/>
                </a:cubicBezTo>
                <a:cubicBezTo>
                  <a:pt x="377640" y="29284"/>
                  <a:pt x="379275" y="29421"/>
                  <a:pt x="380909" y="29692"/>
                </a:cubicBezTo>
                <a:cubicBezTo>
                  <a:pt x="382544" y="29964"/>
                  <a:pt x="384018" y="30307"/>
                  <a:pt x="385335" y="30715"/>
                </a:cubicBezTo>
                <a:cubicBezTo>
                  <a:pt x="386653" y="31124"/>
                  <a:pt x="387764" y="31575"/>
                  <a:pt x="388673" y="32075"/>
                </a:cubicBezTo>
                <a:cubicBezTo>
                  <a:pt x="389624" y="32530"/>
                  <a:pt x="390330" y="32938"/>
                  <a:pt x="390785" y="33301"/>
                </a:cubicBezTo>
                <a:cubicBezTo>
                  <a:pt x="391282" y="33664"/>
                  <a:pt x="391602" y="33984"/>
                  <a:pt x="391736" y="34256"/>
                </a:cubicBezTo>
                <a:cubicBezTo>
                  <a:pt x="391919" y="34527"/>
                  <a:pt x="392033" y="34844"/>
                  <a:pt x="392076" y="35210"/>
                </a:cubicBezTo>
                <a:cubicBezTo>
                  <a:pt x="392168" y="35527"/>
                  <a:pt x="392236" y="35936"/>
                  <a:pt x="392282" y="36436"/>
                </a:cubicBezTo>
                <a:cubicBezTo>
                  <a:pt x="392373" y="36933"/>
                  <a:pt x="392419" y="37548"/>
                  <a:pt x="392419" y="38273"/>
                </a:cubicBezTo>
                <a:cubicBezTo>
                  <a:pt x="392419" y="39045"/>
                  <a:pt x="392373" y="39728"/>
                  <a:pt x="392282" y="40316"/>
                </a:cubicBezTo>
                <a:cubicBezTo>
                  <a:pt x="392236" y="40862"/>
                  <a:pt x="392122" y="41317"/>
                  <a:pt x="391942" y="41679"/>
                </a:cubicBezTo>
                <a:cubicBezTo>
                  <a:pt x="391805" y="42042"/>
                  <a:pt x="391625" y="42314"/>
                  <a:pt x="391396" y="42497"/>
                </a:cubicBezTo>
                <a:cubicBezTo>
                  <a:pt x="391170" y="42631"/>
                  <a:pt x="390919" y="42700"/>
                  <a:pt x="390647" y="42700"/>
                </a:cubicBezTo>
                <a:cubicBezTo>
                  <a:pt x="390239" y="42700"/>
                  <a:pt x="389647" y="42451"/>
                  <a:pt x="388876" y="41951"/>
                </a:cubicBezTo>
                <a:cubicBezTo>
                  <a:pt x="388104" y="41451"/>
                  <a:pt x="387107" y="40931"/>
                  <a:pt x="385881" y="40385"/>
                </a:cubicBezTo>
                <a:cubicBezTo>
                  <a:pt x="384655" y="39794"/>
                  <a:pt x="383201" y="39251"/>
                  <a:pt x="381521" y="38751"/>
                </a:cubicBezTo>
                <a:cubicBezTo>
                  <a:pt x="379886" y="38250"/>
                  <a:pt x="378003" y="38002"/>
                  <a:pt x="375868" y="38002"/>
                </a:cubicBezTo>
                <a:cubicBezTo>
                  <a:pt x="373962" y="38002"/>
                  <a:pt x="372282" y="38228"/>
                  <a:pt x="370828" y="38682"/>
                </a:cubicBezTo>
                <a:cubicBezTo>
                  <a:pt x="369376" y="39091"/>
                  <a:pt x="368173" y="39705"/>
                  <a:pt x="367219" y="40522"/>
                </a:cubicBezTo>
                <a:cubicBezTo>
                  <a:pt x="366310" y="41294"/>
                  <a:pt x="365607" y="42222"/>
                  <a:pt x="365107" y="43314"/>
                </a:cubicBezTo>
                <a:cubicBezTo>
                  <a:pt x="364653" y="44403"/>
                  <a:pt x="364427" y="45583"/>
                  <a:pt x="364427" y="46854"/>
                </a:cubicBezTo>
                <a:cubicBezTo>
                  <a:pt x="364427" y="48626"/>
                  <a:pt x="364881" y="50123"/>
                  <a:pt x="365790" y="51349"/>
                </a:cubicBezTo>
                <a:cubicBezTo>
                  <a:pt x="366696" y="52529"/>
                  <a:pt x="367879" y="53575"/>
                  <a:pt x="369330" y="54481"/>
                </a:cubicBezTo>
                <a:cubicBezTo>
                  <a:pt x="370785" y="55390"/>
                  <a:pt x="372439" y="56207"/>
                  <a:pt x="374302" y="56936"/>
                </a:cubicBezTo>
                <a:cubicBezTo>
                  <a:pt x="376163" y="57661"/>
                  <a:pt x="378049" y="58410"/>
                  <a:pt x="379955" y="59182"/>
                </a:cubicBezTo>
                <a:cubicBezTo>
                  <a:pt x="381906" y="59953"/>
                  <a:pt x="383815" y="60816"/>
                  <a:pt x="385675" y="61771"/>
                </a:cubicBezTo>
                <a:cubicBezTo>
                  <a:pt x="387581" y="62722"/>
                  <a:pt x="389262" y="63882"/>
                  <a:pt x="390716" y="65242"/>
                </a:cubicBezTo>
                <a:cubicBezTo>
                  <a:pt x="392168" y="66605"/>
                  <a:pt x="393325" y="68240"/>
                  <a:pt x="394188" y="70146"/>
                </a:cubicBezTo>
                <a:cubicBezTo>
                  <a:pt x="395097" y="72055"/>
                  <a:pt x="395551" y="74324"/>
                  <a:pt x="395551" y="76958"/>
                </a:cubicBezTo>
                <a:close/>
                <a:moveTo>
                  <a:pt x="489331" y="93712"/>
                </a:moveTo>
                <a:cubicBezTo>
                  <a:pt x="489331" y="94255"/>
                  <a:pt x="489148" y="94663"/>
                  <a:pt x="488785" y="94938"/>
                </a:cubicBezTo>
                <a:cubicBezTo>
                  <a:pt x="488422" y="95209"/>
                  <a:pt x="487922" y="95412"/>
                  <a:pt x="487288" y="95549"/>
                </a:cubicBezTo>
                <a:cubicBezTo>
                  <a:pt x="486651" y="95686"/>
                  <a:pt x="485722" y="95755"/>
                  <a:pt x="484496" y="95755"/>
                </a:cubicBezTo>
                <a:cubicBezTo>
                  <a:pt x="483316" y="95755"/>
                  <a:pt x="482362" y="95686"/>
                  <a:pt x="481636" y="95549"/>
                </a:cubicBezTo>
                <a:cubicBezTo>
                  <a:pt x="480953" y="95412"/>
                  <a:pt x="480456" y="95209"/>
                  <a:pt x="480136" y="94938"/>
                </a:cubicBezTo>
                <a:cubicBezTo>
                  <a:pt x="479819" y="94663"/>
                  <a:pt x="479659" y="94255"/>
                  <a:pt x="479659" y="93712"/>
                </a:cubicBezTo>
                <a:lnTo>
                  <a:pt x="479659" y="87582"/>
                </a:lnTo>
                <a:cubicBezTo>
                  <a:pt x="476981" y="90443"/>
                  <a:pt x="473984" y="92666"/>
                  <a:pt x="470669" y="94255"/>
                </a:cubicBezTo>
                <a:cubicBezTo>
                  <a:pt x="467400" y="95843"/>
                  <a:pt x="463928" y="96638"/>
                  <a:pt x="460250" y="96638"/>
                </a:cubicBezTo>
                <a:cubicBezTo>
                  <a:pt x="457027" y="96638"/>
                  <a:pt x="454098" y="96209"/>
                  <a:pt x="451464" y="95346"/>
                </a:cubicBezTo>
                <a:cubicBezTo>
                  <a:pt x="448878" y="94529"/>
                  <a:pt x="446652" y="93326"/>
                  <a:pt x="444791" y="91734"/>
                </a:cubicBezTo>
                <a:cubicBezTo>
                  <a:pt x="442974" y="90146"/>
                  <a:pt x="441545" y="88194"/>
                  <a:pt x="440499" y="85879"/>
                </a:cubicBezTo>
                <a:cubicBezTo>
                  <a:pt x="439502" y="83562"/>
                  <a:pt x="439002" y="80930"/>
                  <a:pt x="439002" y="77978"/>
                </a:cubicBezTo>
                <a:cubicBezTo>
                  <a:pt x="439002" y="74529"/>
                  <a:pt x="439705" y="71532"/>
                  <a:pt x="441114" y="68989"/>
                </a:cubicBezTo>
                <a:cubicBezTo>
                  <a:pt x="442520" y="66445"/>
                  <a:pt x="444540" y="64334"/>
                  <a:pt x="447174" y="62656"/>
                </a:cubicBezTo>
                <a:cubicBezTo>
                  <a:pt x="449806" y="60976"/>
                  <a:pt x="453032" y="59727"/>
                  <a:pt x="456844" y="58910"/>
                </a:cubicBezTo>
                <a:cubicBezTo>
                  <a:pt x="460659" y="58047"/>
                  <a:pt x="464948" y="57616"/>
                  <a:pt x="469717" y="57616"/>
                </a:cubicBezTo>
                <a:lnTo>
                  <a:pt x="478161" y="57616"/>
                </a:lnTo>
                <a:lnTo>
                  <a:pt x="478161" y="52847"/>
                </a:lnTo>
                <a:cubicBezTo>
                  <a:pt x="478161" y="50486"/>
                  <a:pt x="477913" y="48397"/>
                  <a:pt x="477413" y="46583"/>
                </a:cubicBezTo>
                <a:cubicBezTo>
                  <a:pt x="476912" y="44766"/>
                  <a:pt x="476095" y="43268"/>
                  <a:pt x="474961" y="42088"/>
                </a:cubicBezTo>
                <a:cubicBezTo>
                  <a:pt x="473872" y="40862"/>
                  <a:pt x="472440" y="39954"/>
                  <a:pt x="470669" y="39362"/>
                </a:cubicBezTo>
                <a:cubicBezTo>
                  <a:pt x="468900" y="38728"/>
                  <a:pt x="466720" y="38411"/>
                  <a:pt x="464131" y="38411"/>
                </a:cubicBezTo>
                <a:cubicBezTo>
                  <a:pt x="461362" y="38411"/>
                  <a:pt x="458864" y="38751"/>
                  <a:pt x="456641" y="39431"/>
                </a:cubicBezTo>
                <a:cubicBezTo>
                  <a:pt x="454461" y="40068"/>
                  <a:pt x="452532" y="40794"/>
                  <a:pt x="450852" y="41611"/>
                </a:cubicBezTo>
                <a:cubicBezTo>
                  <a:pt x="449218" y="42382"/>
                  <a:pt x="447832" y="43108"/>
                  <a:pt x="446697" y="43791"/>
                </a:cubicBezTo>
                <a:cubicBezTo>
                  <a:pt x="445609" y="44426"/>
                  <a:pt x="444791" y="44743"/>
                  <a:pt x="444246" y="44743"/>
                </a:cubicBezTo>
                <a:cubicBezTo>
                  <a:pt x="443883" y="44743"/>
                  <a:pt x="443565" y="44654"/>
                  <a:pt x="443291" y="44471"/>
                </a:cubicBezTo>
                <a:cubicBezTo>
                  <a:pt x="443020" y="44288"/>
                  <a:pt x="442771" y="44017"/>
                  <a:pt x="442542" y="43654"/>
                </a:cubicBezTo>
                <a:cubicBezTo>
                  <a:pt x="442362" y="43291"/>
                  <a:pt x="442225" y="42837"/>
                  <a:pt x="442134" y="42291"/>
                </a:cubicBezTo>
                <a:cubicBezTo>
                  <a:pt x="442042" y="41702"/>
                  <a:pt x="441997" y="41065"/>
                  <a:pt x="441997" y="40385"/>
                </a:cubicBezTo>
                <a:cubicBezTo>
                  <a:pt x="441997" y="39251"/>
                  <a:pt x="442065" y="38365"/>
                  <a:pt x="442202" y="37728"/>
                </a:cubicBezTo>
                <a:cubicBezTo>
                  <a:pt x="442385" y="37047"/>
                  <a:pt x="442771" y="36413"/>
                  <a:pt x="443360" y="35822"/>
                </a:cubicBezTo>
                <a:cubicBezTo>
                  <a:pt x="443997" y="35233"/>
                  <a:pt x="445063" y="34550"/>
                  <a:pt x="446560" y="33779"/>
                </a:cubicBezTo>
                <a:cubicBezTo>
                  <a:pt x="448060" y="32961"/>
                  <a:pt x="449783" y="32235"/>
                  <a:pt x="451738" y="31598"/>
                </a:cubicBezTo>
                <a:cubicBezTo>
                  <a:pt x="453690" y="30918"/>
                  <a:pt x="455824" y="30372"/>
                  <a:pt x="458139" y="29964"/>
                </a:cubicBezTo>
                <a:cubicBezTo>
                  <a:pt x="460453" y="29512"/>
                  <a:pt x="462794" y="29284"/>
                  <a:pt x="465154" y="29284"/>
                </a:cubicBezTo>
                <a:cubicBezTo>
                  <a:pt x="469557" y="29284"/>
                  <a:pt x="473303" y="29784"/>
                  <a:pt x="476390" y="30781"/>
                </a:cubicBezTo>
                <a:cubicBezTo>
                  <a:pt x="479478" y="31781"/>
                  <a:pt x="481976" y="33256"/>
                  <a:pt x="483882" y="35210"/>
                </a:cubicBezTo>
                <a:cubicBezTo>
                  <a:pt x="485788" y="37116"/>
                  <a:pt x="487174" y="39499"/>
                  <a:pt x="488037" y="42360"/>
                </a:cubicBezTo>
                <a:cubicBezTo>
                  <a:pt x="488900" y="45220"/>
                  <a:pt x="489331" y="48557"/>
                  <a:pt x="489331" y="52372"/>
                </a:cubicBezTo>
                <a:lnTo>
                  <a:pt x="489331" y="93712"/>
                </a:lnTo>
                <a:close/>
                <a:moveTo>
                  <a:pt x="478161" y="65720"/>
                </a:moveTo>
                <a:lnTo>
                  <a:pt x="468560" y="65720"/>
                </a:lnTo>
                <a:cubicBezTo>
                  <a:pt x="465471" y="65720"/>
                  <a:pt x="462794" y="65991"/>
                  <a:pt x="460522" y="66537"/>
                </a:cubicBezTo>
                <a:cubicBezTo>
                  <a:pt x="458253" y="67037"/>
                  <a:pt x="456367" y="67808"/>
                  <a:pt x="454870" y="68851"/>
                </a:cubicBezTo>
                <a:cubicBezTo>
                  <a:pt x="453372" y="69852"/>
                  <a:pt x="452258" y="71077"/>
                  <a:pt x="451532" y="72529"/>
                </a:cubicBezTo>
                <a:cubicBezTo>
                  <a:pt x="450852" y="73938"/>
                  <a:pt x="450512" y="75572"/>
                  <a:pt x="450512" y="77433"/>
                </a:cubicBezTo>
                <a:cubicBezTo>
                  <a:pt x="450512" y="80613"/>
                  <a:pt x="451509" y="83153"/>
                  <a:pt x="453507" y="85062"/>
                </a:cubicBezTo>
                <a:cubicBezTo>
                  <a:pt x="455550" y="86922"/>
                  <a:pt x="458387" y="87854"/>
                  <a:pt x="462022" y="87854"/>
                </a:cubicBezTo>
                <a:cubicBezTo>
                  <a:pt x="464971" y="87854"/>
                  <a:pt x="467697" y="87105"/>
                  <a:pt x="470194" y="85605"/>
                </a:cubicBezTo>
                <a:cubicBezTo>
                  <a:pt x="472735" y="84108"/>
                  <a:pt x="475392" y="81816"/>
                  <a:pt x="478161" y="78727"/>
                </a:cubicBezTo>
                <a:lnTo>
                  <a:pt x="478161" y="65720"/>
                </a:lnTo>
                <a:close/>
                <a:moveTo>
                  <a:pt x="577322" y="36367"/>
                </a:moveTo>
                <a:cubicBezTo>
                  <a:pt x="577322" y="37365"/>
                  <a:pt x="577299" y="38205"/>
                  <a:pt x="577254" y="38888"/>
                </a:cubicBezTo>
                <a:cubicBezTo>
                  <a:pt x="577208" y="39568"/>
                  <a:pt x="577116" y="40114"/>
                  <a:pt x="576982" y="40522"/>
                </a:cubicBezTo>
                <a:cubicBezTo>
                  <a:pt x="576845" y="40885"/>
                  <a:pt x="576662" y="41179"/>
                  <a:pt x="576436" y="41405"/>
                </a:cubicBezTo>
                <a:cubicBezTo>
                  <a:pt x="576253" y="41588"/>
                  <a:pt x="575982" y="41679"/>
                  <a:pt x="575619" y="41679"/>
                </a:cubicBezTo>
                <a:cubicBezTo>
                  <a:pt x="575256" y="41679"/>
                  <a:pt x="574802" y="41588"/>
                  <a:pt x="574256" y="41405"/>
                </a:cubicBezTo>
                <a:cubicBezTo>
                  <a:pt x="573759" y="41179"/>
                  <a:pt x="573167" y="40974"/>
                  <a:pt x="572487" y="40794"/>
                </a:cubicBezTo>
                <a:cubicBezTo>
                  <a:pt x="571850" y="40565"/>
                  <a:pt x="571124" y="40362"/>
                  <a:pt x="570307" y="40179"/>
                </a:cubicBezTo>
                <a:cubicBezTo>
                  <a:pt x="569490" y="39999"/>
                  <a:pt x="568604" y="39908"/>
                  <a:pt x="567650" y="39908"/>
                </a:cubicBezTo>
                <a:cubicBezTo>
                  <a:pt x="566515" y="39908"/>
                  <a:pt x="565404" y="40136"/>
                  <a:pt x="564315" y="40588"/>
                </a:cubicBezTo>
                <a:cubicBezTo>
                  <a:pt x="563223" y="41042"/>
                  <a:pt x="562066" y="41794"/>
                  <a:pt x="560840" y="42837"/>
                </a:cubicBezTo>
                <a:cubicBezTo>
                  <a:pt x="559660" y="43880"/>
                  <a:pt x="558411" y="45266"/>
                  <a:pt x="557094" y="46992"/>
                </a:cubicBezTo>
                <a:cubicBezTo>
                  <a:pt x="555777" y="48718"/>
                  <a:pt x="554325" y="50826"/>
                  <a:pt x="552736" y="53324"/>
                </a:cubicBezTo>
                <a:lnTo>
                  <a:pt x="552736" y="93643"/>
                </a:lnTo>
                <a:cubicBezTo>
                  <a:pt x="552736" y="94006"/>
                  <a:pt x="552645" y="94323"/>
                  <a:pt x="552465" y="94595"/>
                </a:cubicBezTo>
                <a:cubicBezTo>
                  <a:pt x="552282" y="94823"/>
                  <a:pt x="551988" y="95026"/>
                  <a:pt x="551579" y="95209"/>
                </a:cubicBezTo>
                <a:cubicBezTo>
                  <a:pt x="551170" y="95392"/>
                  <a:pt x="550602" y="95526"/>
                  <a:pt x="549876" y="95618"/>
                </a:cubicBezTo>
                <a:cubicBezTo>
                  <a:pt x="549150" y="95709"/>
                  <a:pt x="548219" y="95755"/>
                  <a:pt x="547084" y="95755"/>
                </a:cubicBezTo>
                <a:cubicBezTo>
                  <a:pt x="545993" y="95755"/>
                  <a:pt x="545087" y="95709"/>
                  <a:pt x="544358" y="95618"/>
                </a:cubicBezTo>
                <a:cubicBezTo>
                  <a:pt x="543632" y="95526"/>
                  <a:pt x="543044" y="95392"/>
                  <a:pt x="542589" y="95209"/>
                </a:cubicBezTo>
                <a:cubicBezTo>
                  <a:pt x="542181" y="95026"/>
                  <a:pt x="541883" y="94823"/>
                  <a:pt x="541703" y="94595"/>
                </a:cubicBezTo>
                <a:cubicBezTo>
                  <a:pt x="541566" y="94323"/>
                  <a:pt x="541498" y="94006"/>
                  <a:pt x="541498" y="93643"/>
                </a:cubicBezTo>
                <a:lnTo>
                  <a:pt x="541498" y="32350"/>
                </a:lnTo>
                <a:cubicBezTo>
                  <a:pt x="541498" y="31984"/>
                  <a:pt x="541566" y="31690"/>
                  <a:pt x="541703" y="31464"/>
                </a:cubicBezTo>
                <a:cubicBezTo>
                  <a:pt x="541841" y="31190"/>
                  <a:pt x="542112" y="30964"/>
                  <a:pt x="542521" y="30781"/>
                </a:cubicBezTo>
                <a:cubicBezTo>
                  <a:pt x="542929" y="30555"/>
                  <a:pt x="543452" y="30418"/>
                  <a:pt x="544087" y="30372"/>
                </a:cubicBezTo>
                <a:cubicBezTo>
                  <a:pt x="544721" y="30284"/>
                  <a:pt x="545561" y="30238"/>
                  <a:pt x="546607" y="30238"/>
                </a:cubicBezTo>
                <a:cubicBezTo>
                  <a:pt x="547604" y="30238"/>
                  <a:pt x="548421" y="30284"/>
                  <a:pt x="549059" y="30372"/>
                </a:cubicBezTo>
                <a:cubicBezTo>
                  <a:pt x="549739" y="30418"/>
                  <a:pt x="550262" y="30555"/>
                  <a:pt x="550625" y="30781"/>
                </a:cubicBezTo>
                <a:cubicBezTo>
                  <a:pt x="550987" y="30964"/>
                  <a:pt x="551239" y="31190"/>
                  <a:pt x="551373" y="31464"/>
                </a:cubicBezTo>
                <a:cubicBezTo>
                  <a:pt x="551556" y="31690"/>
                  <a:pt x="551648" y="31984"/>
                  <a:pt x="551648" y="32350"/>
                </a:cubicBezTo>
                <a:lnTo>
                  <a:pt x="551648" y="41271"/>
                </a:lnTo>
                <a:cubicBezTo>
                  <a:pt x="553325" y="38819"/>
                  <a:pt x="554894" y="36822"/>
                  <a:pt x="556345" y="35276"/>
                </a:cubicBezTo>
                <a:cubicBezTo>
                  <a:pt x="557843" y="33733"/>
                  <a:pt x="559251" y="32530"/>
                  <a:pt x="560569" y="31667"/>
                </a:cubicBezTo>
                <a:cubicBezTo>
                  <a:pt x="561886" y="30758"/>
                  <a:pt x="563178" y="30147"/>
                  <a:pt x="564449" y="29829"/>
                </a:cubicBezTo>
                <a:cubicBezTo>
                  <a:pt x="565766" y="29467"/>
                  <a:pt x="567084" y="29284"/>
                  <a:pt x="568401" y="29284"/>
                </a:cubicBezTo>
                <a:cubicBezTo>
                  <a:pt x="568990" y="29284"/>
                  <a:pt x="569650" y="29329"/>
                  <a:pt x="570376" y="29421"/>
                </a:cubicBezTo>
                <a:cubicBezTo>
                  <a:pt x="571147" y="29467"/>
                  <a:pt x="571941" y="29578"/>
                  <a:pt x="572759" y="29761"/>
                </a:cubicBezTo>
                <a:cubicBezTo>
                  <a:pt x="573576" y="29941"/>
                  <a:pt x="574302" y="30147"/>
                  <a:pt x="574939" y="30372"/>
                </a:cubicBezTo>
                <a:cubicBezTo>
                  <a:pt x="575619" y="30601"/>
                  <a:pt x="576096" y="30827"/>
                  <a:pt x="576368" y="31055"/>
                </a:cubicBezTo>
                <a:cubicBezTo>
                  <a:pt x="576642" y="31281"/>
                  <a:pt x="576822" y="31510"/>
                  <a:pt x="576914" y="31735"/>
                </a:cubicBezTo>
                <a:cubicBezTo>
                  <a:pt x="577005" y="31918"/>
                  <a:pt x="577071" y="32167"/>
                  <a:pt x="577116" y="32484"/>
                </a:cubicBezTo>
                <a:cubicBezTo>
                  <a:pt x="577208" y="32801"/>
                  <a:pt x="577254" y="33278"/>
                  <a:pt x="577254" y="33916"/>
                </a:cubicBezTo>
                <a:cubicBezTo>
                  <a:pt x="577299" y="34504"/>
                  <a:pt x="577322" y="35322"/>
                  <a:pt x="577322" y="36367"/>
                </a:cubicBezTo>
                <a:close/>
                <a:moveTo>
                  <a:pt x="640590" y="60339"/>
                </a:moveTo>
                <a:cubicBezTo>
                  <a:pt x="640590" y="62111"/>
                  <a:pt x="640136" y="63382"/>
                  <a:pt x="639230" y="64154"/>
                </a:cubicBezTo>
                <a:cubicBezTo>
                  <a:pt x="638367" y="64880"/>
                  <a:pt x="637367" y="65242"/>
                  <a:pt x="636232" y="65242"/>
                </a:cubicBezTo>
                <a:lnTo>
                  <a:pt x="596050" y="65242"/>
                </a:lnTo>
                <a:cubicBezTo>
                  <a:pt x="596050" y="68649"/>
                  <a:pt x="596390" y="71712"/>
                  <a:pt x="597073" y="74438"/>
                </a:cubicBezTo>
                <a:cubicBezTo>
                  <a:pt x="597753" y="77161"/>
                  <a:pt x="598888" y="79499"/>
                  <a:pt x="600476" y="81453"/>
                </a:cubicBezTo>
                <a:cubicBezTo>
                  <a:pt x="602065" y="83405"/>
                  <a:pt x="604131" y="84902"/>
                  <a:pt x="606674" y="85948"/>
                </a:cubicBezTo>
                <a:cubicBezTo>
                  <a:pt x="609218" y="86991"/>
                  <a:pt x="612327" y="87514"/>
                  <a:pt x="616004" y="87514"/>
                </a:cubicBezTo>
                <a:cubicBezTo>
                  <a:pt x="618910" y="87514"/>
                  <a:pt x="621499" y="87285"/>
                  <a:pt x="623768" y="86831"/>
                </a:cubicBezTo>
                <a:cubicBezTo>
                  <a:pt x="626040" y="86334"/>
                  <a:pt x="627991" y="85788"/>
                  <a:pt x="629626" y="85196"/>
                </a:cubicBezTo>
                <a:cubicBezTo>
                  <a:pt x="631306" y="84608"/>
                  <a:pt x="632669" y="84085"/>
                  <a:pt x="633712" y="83630"/>
                </a:cubicBezTo>
                <a:cubicBezTo>
                  <a:pt x="634801" y="83130"/>
                  <a:pt x="635618" y="82882"/>
                  <a:pt x="636164" y="82882"/>
                </a:cubicBezTo>
                <a:cubicBezTo>
                  <a:pt x="636481" y="82882"/>
                  <a:pt x="636755" y="82973"/>
                  <a:pt x="636981" y="83153"/>
                </a:cubicBezTo>
                <a:cubicBezTo>
                  <a:pt x="637253" y="83290"/>
                  <a:pt x="637458" y="83519"/>
                  <a:pt x="637595" y="83836"/>
                </a:cubicBezTo>
                <a:cubicBezTo>
                  <a:pt x="637730" y="84153"/>
                  <a:pt x="637821" y="84608"/>
                  <a:pt x="637867" y="85196"/>
                </a:cubicBezTo>
                <a:cubicBezTo>
                  <a:pt x="637958" y="85742"/>
                  <a:pt x="638004" y="86422"/>
                  <a:pt x="638004" y="87239"/>
                </a:cubicBezTo>
                <a:cubicBezTo>
                  <a:pt x="638004" y="87831"/>
                  <a:pt x="637981" y="88354"/>
                  <a:pt x="637935" y="88808"/>
                </a:cubicBezTo>
                <a:cubicBezTo>
                  <a:pt x="637890" y="89217"/>
                  <a:pt x="637821" y="89603"/>
                  <a:pt x="637730" y="89966"/>
                </a:cubicBezTo>
                <a:cubicBezTo>
                  <a:pt x="637684" y="90283"/>
                  <a:pt x="637573" y="90577"/>
                  <a:pt x="637390" y="90851"/>
                </a:cubicBezTo>
                <a:cubicBezTo>
                  <a:pt x="637253" y="91123"/>
                  <a:pt x="637050" y="91394"/>
                  <a:pt x="636778" y="91669"/>
                </a:cubicBezTo>
                <a:cubicBezTo>
                  <a:pt x="636550" y="91894"/>
                  <a:pt x="635824" y="92303"/>
                  <a:pt x="634598" y="92894"/>
                </a:cubicBezTo>
                <a:cubicBezTo>
                  <a:pt x="633372" y="93437"/>
                  <a:pt x="631783" y="93983"/>
                  <a:pt x="629832" y="94529"/>
                </a:cubicBezTo>
                <a:cubicBezTo>
                  <a:pt x="627877" y="95072"/>
                  <a:pt x="625608" y="95549"/>
                  <a:pt x="623019" y="95958"/>
                </a:cubicBezTo>
                <a:cubicBezTo>
                  <a:pt x="620476" y="96412"/>
                  <a:pt x="617753" y="96638"/>
                  <a:pt x="614847" y="96638"/>
                </a:cubicBezTo>
                <a:cubicBezTo>
                  <a:pt x="609806" y="96638"/>
                  <a:pt x="605380" y="95935"/>
                  <a:pt x="601568" y="94529"/>
                </a:cubicBezTo>
                <a:cubicBezTo>
                  <a:pt x="597799" y="93120"/>
                  <a:pt x="594621" y="91031"/>
                  <a:pt x="592033" y="88262"/>
                </a:cubicBezTo>
                <a:cubicBezTo>
                  <a:pt x="589444" y="85494"/>
                  <a:pt x="587492" y="82019"/>
                  <a:pt x="586175" y="77841"/>
                </a:cubicBezTo>
                <a:cubicBezTo>
                  <a:pt x="584857" y="73666"/>
                  <a:pt x="584200" y="68806"/>
                  <a:pt x="584200" y="63268"/>
                </a:cubicBezTo>
                <a:cubicBezTo>
                  <a:pt x="584200" y="58002"/>
                  <a:pt x="584880" y="53278"/>
                  <a:pt x="586243" y="49103"/>
                </a:cubicBezTo>
                <a:cubicBezTo>
                  <a:pt x="587606" y="44880"/>
                  <a:pt x="589558" y="41317"/>
                  <a:pt x="592101" y="38411"/>
                </a:cubicBezTo>
                <a:cubicBezTo>
                  <a:pt x="594687" y="35459"/>
                  <a:pt x="597799" y="33210"/>
                  <a:pt x="601431" y="31667"/>
                </a:cubicBezTo>
                <a:cubicBezTo>
                  <a:pt x="605063" y="30078"/>
                  <a:pt x="609126" y="29284"/>
                  <a:pt x="613621" y="29284"/>
                </a:cubicBezTo>
                <a:cubicBezTo>
                  <a:pt x="618433" y="29284"/>
                  <a:pt x="622519" y="30055"/>
                  <a:pt x="625880" y="31598"/>
                </a:cubicBezTo>
                <a:cubicBezTo>
                  <a:pt x="629286" y="33144"/>
                  <a:pt x="632078" y="35233"/>
                  <a:pt x="634258" y="37865"/>
                </a:cubicBezTo>
                <a:cubicBezTo>
                  <a:pt x="636435" y="40454"/>
                  <a:pt x="638027" y="43517"/>
                  <a:pt x="639024" y="47060"/>
                </a:cubicBezTo>
                <a:cubicBezTo>
                  <a:pt x="640070" y="50555"/>
                  <a:pt x="640590" y="54301"/>
                  <a:pt x="640590" y="58296"/>
                </a:cubicBezTo>
                <a:lnTo>
                  <a:pt x="640590" y="60339"/>
                </a:lnTo>
                <a:close/>
                <a:moveTo>
                  <a:pt x="629286" y="57001"/>
                </a:moveTo>
                <a:cubicBezTo>
                  <a:pt x="629423" y="51101"/>
                  <a:pt x="628106" y="46469"/>
                  <a:pt x="625337" y="43108"/>
                </a:cubicBezTo>
                <a:cubicBezTo>
                  <a:pt x="622611" y="39748"/>
                  <a:pt x="618547" y="38070"/>
                  <a:pt x="613144" y="38070"/>
                </a:cubicBezTo>
                <a:cubicBezTo>
                  <a:pt x="610375" y="38070"/>
                  <a:pt x="607946" y="38591"/>
                  <a:pt x="605857" y="39636"/>
                </a:cubicBezTo>
                <a:cubicBezTo>
                  <a:pt x="603768" y="40679"/>
                  <a:pt x="602020" y="42065"/>
                  <a:pt x="600614" y="43791"/>
                </a:cubicBezTo>
                <a:cubicBezTo>
                  <a:pt x="599205" y="45514"/>
                  <a:pt x="598116" y="47535"/>
                  <a:pt x="597345" y="49852"/>
                </a:cubicBezTo>
                <a:cubicBezTo>
                  <a:pt x="596573" y="52121"/>
                  <a:pt x="596142" y="54504"/>
                  <a:pt x="596050" y="57001"/>
                </a:cubicBezTo>
                <a:lnTo>
                  <a:pt x="629286" y="57001"/>
                </a:lnTo>
                <a:close/>
                <a:moveTo>
                  <a:pt x="710467" y="93643"/>
                </a:moveTo>
                <a:cubicBezTo>
                  <a:pt x="710467" y="94006"/>
                  <a:pt x="710376" y="94323"/>
                  <a:pt x="710193" y="94595"/>
                </a:cubicBezTo>
                <a:cubicBezTo>
                  <a:pt x="710013" y="94823"/>
                  <a:pt x="709716" y="95026"/>
                  <a:pt x="709307" y="95209"/>
                </a:cubicBezTo>
                <a:cubicBezTo>
                  <a:pt x="708899" y="95392"/>
                  <a:pt x="708333" y="95526"/>
                  <a:pt x="707607" y="95618"/>
                </a:cubicBezTo>
                <a:cubicBezTo>
                  <a:pt x="706878" y="95709"/>
                  <a:pt x="705973" y="95755"/>
                  <a:pt x="704881" y="95755"/>
                </a:cubicBezTo>
                <a:cubicBezTo>
                  <a:pt x="703747" y="95755"/>
                  <a:pt x="702815" y="95709"/>
                  <a:pt x="702089" y="95618"/>
                </a:cubicBezTo>
                <a:cubicBezTo>
                  <a:pt x="701363" y="95526"/>
                  <a:pt x="700795" y="95392"/>
                  <a:pt x="700386" y="95209"/>
                </a:cubicBezTo>
                <a:cubicBezTo>
                  <a:pt x="699977" y="95026"/>
                  <a:pt x="699683" y="94823"/>
                  <a:pt x="699500" y="94595"/>
                </a:cubicBezTo>
                <a:cubicBezTo>
                  <a:pt x="699320" y="94323"/>
                  <a:pt x="699229" y="94006"/>
                  <a:pt x="699229" y="93643"/>
                </a:cubicBezTo>
                <a:lnTo>
                  <a:pt x="699229" y="57753"/>
                </a:lnTo>
                <a:cubicBezTo>
                  <a:pt x="699229" y="54255"/>
                  <a:pt x="698957" y="51441"/>
                  <a:pt x="698412" y="49306"/>
                </a:cubicBezTo>
                <a:cubicBezTo>
                  <a:pt x="697866" y="47172"/>
                  <a:pt x="697071" y="45334"/>
                  <a:pt x="696028" y="43791"/>
                </a:cubicBezTo>
                <a:cubicBezTo>
                  <a:pt x="694983" y="42245"/>
                  <a:pt x="693622" y="41065"/>
                  <a:pt x="691942" y="40248"/>
                </a:cubicBezTo>
                <a:cubicBezTo>
                  <a:pt x="690308" y="39431"/>
                  <a:pt x="688399" y="39022"/>
                  <a:pt x="686221" y="39022"/>
                </a:cubicBezTo>
                <a:cubicBezTo>
                  <a:pt x="683407" y="39022"/>
                  <a:pt x="680592" y="40022"/>
                  <a:pt x="677775" y="42020"/>
                </a:cubicBezTo>
                <a:cubicBezTo>
                  <a:pt x="674960" y="44017"/>
                  <a:pt x="672011" y="46946"/>
                  <a:pt x="668922" y="50803"/>
                </a:cubicBezTo>
                <a:lnTo>
                  <a:pt x="668922" y="93643"/>
                </a:lnTo>
                <a:cubicBezTo>
                  <a:pt x="668922" y="94006"/>
                  <a:pt x="668831" y="94323"/>
                  <a:pt x="668651" y="94595"/>
                </a:cubicBezTo>
                <a:cubicBezTo>
                  <a:pt x="668468" y="94823"/>
                  <a:pt x="668174" y="95026"/>
                  <a:pt x="667765" y="95209"/>
                </a:cubicBezTo>
                <a:cubicBezTo>
                  <a:pt x="667356" y="95392"/>
                  <a:pt x="666788" y="95526"/>
                  <a:pt x="666062" y="95618"/>
                </a:cubicBezTo>
                <a:cubicBezTo>
                  <a:pt x="665336" y="95709"/>
                  <a:pt x="664404" y="95755"/>
                  <a:pt x="663270" y="95755"/>
                </a:cubicBezTo>
                <a:cubicBezTo>
                  <a:pt x="662181" y="95755"/>
                  <a:pt x="661273" y="95709"/>
                  <a:pt x="660547" y="95618"/>
                </a:cubicBezTo>
                <a:cubicBezTo>
                  <a:pt x="659818" y="95526"/>
                  <a:pt x="659230" y="95392"/>
                  <a:pt x="658775" y="95209"/>
                </a:cubicBezTo>
                <a:cubicBezTo>
                  <a:pt x="658367" y="95026"/>
                  <a:pt x="658072" y="94823"/>
                  <a:pt x="657889" y="94595"/>
                </a:cubicBezTo>
                <a:cubicBezTo>
                  <a:pt x="657752" y="94323"/>
                  <a:pt x="657684" y="94006"/>
                  <a:pt x="657684" y="93643"/>
                </a:cubicBezTo>
                <a:lnTo>
                  <a:pt x="657684" y="32350"/>
                </a:lnTo>
                <a:cubicBezTo>
                  <a:pt x="657684" y="31984"/>
                  <a:pt x="657752" y="31690"/>
                  <a:pt x="657889" y="31464"/>
                </a:cubicBezTo>
                <a:cubicBezTo>
                  <a:pt x="658027" y="31190"/>
                  <a:pt x="658298" y="30964"/>
                  <a:pt x="658707" y="30781"/>
                </a:cubicBezTo>
                <a:cubicBezTo>
                  <a:pt x="659115" y="30555"/>
                  <a:pt x="659638" y="30418"/>
                  <a:pt x="660273" y="30372"/>
                </a:cubicBezTo>
                <a:cubicBezTo>
                  <a:pt x="660910" y="30284"/>
                  <a:pt x="661750" y="30238"/>
                  <a:pt x="662793" y="30238"/>
                </a:cubicBezTo>
                <a:cubicBezTo>
                  <a:pt x="663793" y="30238"/>
                  <a:pt x="664610" y="30284"/>
                  <a:pt x="665245" y="30372"/>
                </a:cubicBezTo>
                <a:cubicBezTo>
                  <a:pt x="665925" y="30418"/>
                  <a:pt x="666448" y="30555"/>
                  <a:pt x="666810" y="30781"/>
                </a:cubicBezTo>
                <a:cubicBezTo>
                  <a:pt x="667173" y="30964"/>
                  <a:pt x="667425" y="31190"/>
                  <a:pt x="667559" y="31464"/>
                </a:cubicBezTo>
                <a:cubicBezTo>
                  <a:pt x="667742" y="31690"/>
                  <a:pt x="667833" y="31984"/>
                  <a:pt x="667833" y="32350"/>
                </a:cubicBezTo>
                <a:lnTo>
                  <a:pt x="667833" y="40454"/>
                </a:lnTo>
                <a:cubicBezTo>
                  <a:pt x="671282" y="36593"/>
                  <a:pt x="674711" y="33779"/>
                  <a:pt x="678118" y="32007"/>
                </a:cubicBezTo>
                <a:cubicBezTo>
                  <a:pt x="681567" y="30192"/>
                  <a:pt x="685041" y="29284"/>
                  <a:pt x="688536" y="29284"/>
                </a:cubicBezTo>
                <a:cubicBezTo>
                  <a:pt x="692622" y="29284"/>
                  <a:pt x="696051" y="29987"/>
                  <a:pt x="698820" y="31395"/>
                </a:cubicBezTo>
                <a:cubicBezTo>
                  <a:pt x="701635" y="32758"/>
                  <a:pt x="703907" y="34596"/>
                  <a:pt x="705630" y="36910"/>
                </a:cubicBezTo>
                <a:cubicBezTo>
                  <a:pt x="707356" y="39228"/>
                  <a:pt x="708581" y="41951"/>
                  <a:pt x="709307" y="45083"/>
                </a:cubicBezTo>
                <a:cubicBezTo>
                  <a:pt x="710079" y="48172"/>
                  <a:pt x="710467" y="51895"/>
                  <a:pt x="710467" y="56253"/>
                </a:cubicBezTo>
                <a:lnTo>
                  <a:pt x="710467" y="93643"/>
                </a:lnTo>
                <a:close/>
                <a:moveTo>
                  <a:pt x="783474" y="93643"/>
                </a:moveTo>
                <a:cubicBezTo>
                  <a:pt x="783474" y="94006"/>
                  <a:pt x="783382" y="94323"/>
                  <a:pt x="783202" y="94595"/>
                </a:cubicBezTo>
                <a:cubicBezTo>
                  <a:pt x="783065" y="94869"/>
                  <a:pt x="782794" y="95095"/>
                  <a:pt x="782385" y="95278"/>
                </a:cubicBezTo>
                <a:cubicBezTo>
                  <a:pt x="782022" y="95412"/>
                  <a:pt x="781522" y="95526"/>
                  <a:pt x="780885" y="95618"/>
                </a:cubicBezTo>
                <a:cubicBezTo>
                  <a:pt x="780250" y="95709"/>
                  <a:pt x="779479" y="95755"/>
                  <a:pt x="778570" y="95755"/>
                </a:cubicBezTo>
                <a:cubicBezTo>
                  <a:pt x="777616" y="95755"/>
                  <a:pt x="776821" y="95709"/>
                  <a:pt x="776187" y="95618"/>
                </a:cubicBezTo>
                <a:cubicBezTo>
                  <a:pt x="775553" y="95526"/>
                  <a:pt x="775030" y="95412"/>
                  <a:pt x="774621" y="95278"/>
                </a:cubicBezTo>
                <a:cubicBezTo>
                  <a:pt x="774212" y="95095"/>
                  <a:pt x="773918" y="94869"/>
                  <a:pt x="773735" y="94595"/>
                </a:cubicBezTo>
                <a:cubicBezTo>
                  <a:pt x="773552" y="94323"/>
                  <a:pt x="773464" y="94006"/>
                  <a:pt x="773464" y="93643"/>
                </a:cubicBezTo>
                <a:lnTo>
                  <a:pt x="773464" y="85539"/>
                </a:lnTo>
                <a:cubicBezTo>
                  <a:pt x="770238" y="89034"/>
                  <a:pt x="766880" y="91757"/>
                  <a:pt x="763383" y="93712"/>
                </a:cubicBezTo>
                <a:cubicBezTo>
                  <a:pt x="759934" y="95663"/>
                  <a:pt x="756142" y="96638"/>
                  <a:pt x="752010" y="96638"/>
                </a:cubicBezTo>
                <a:cubicBezTo>
                  <a:pt x="747515" y="96638"/>
                  <a:pt x="743677" y="95778"/>
                  <a:pt x="740500" y="94052"/>
                </a:cubicBezTo>
                <a:cubicBezTo>
                  <a:pt x="737322" y="92280"/>
                  <a:pt x="734733" y="89920"/>
                  <a:pt x="732736" y="86968"/>
                </a:cubicBezTo>
                <a:cubicBezTo>
                  <a:pt x="730784" y="83970"/>
                  <a:pt x="729353" y="80476"/>
                  <a:pt x="728447" y="76481"/>
                </a:cubicBezTo>
                <a:cubicBezTo>
                  <a:pt x="727538" y="72440"/>
                  <a:pt x="727084" y="68194"/>
                  <a:pt x="727084" y="63745"/>
                </a:cubicBezTo>
                <a:cubicBezTo>
                  <a:pt x="727084" y="58479"/>
                  <a:pt x="727652" y="53732"/>
                  <a:pt x="728787" y="49512"/>
                </a:cubicBezTo>
                <a:cubicBezTo>
                  <a:pt x="729921" y="45243"/>
                  <a:pt x="731601" y="41611"/>
                  <a:pt x="733825" y="38613"/>
                </a:cubicBezTo>
                <a:cubicBezTo>
                  <a:pt x="736051" y="35619"/>
                  <a:pt x="738797" y="33324"/>
                  <a:pt x="742066" y="31735"/>
                </a:cubicBezTo>
                <a:cubicBezTo>
                  <a:pt x="745380" y="30101"/>
                  <a:pt x="749195" y="29284"/>
                  <a:pt x="753507" y="29284"/>
                </a:cubicBezTo>
                <a:cubicBezTo>
                  <a:pt x="757096" y="29284"/>
                  <a:pt x="760365" y="30078"/>
                  <a:pt x="763314" y="31667"/>
                </a:cubicBezTo>
                <a:cubicBezTo>
                  <a:pt x="766311" y="33210"/>
                  <a:pt x="769263" y="35504"/>
                  <a:pt x="772169" y="38545"/>
                </a:cubicBezTo>
                <a:lnTo>
                  <a:pt x="772169" y="2926"/>
                </a:lnTo>
                <a:cubicBezTo>
                  <a:pt x="772169" y="2609"/>
                  <a:pt x="772238" y="2315"/>
                  <a:pt x="772372" y="2043"/>
                </a:cubicBezTo>
                <a:cubicBezTo>
                  <a:pt x="772555" y="1723"/>
                  <a:pt x="772872" y="1497"/>
                  <a:pt x="773327" y="1360"/>
                </a:cubicBezTo>
                <a:cubicBezTo>
                  <a:pt x="773781" y="1180"/>
                  <a:pt x="774347" y="1043"/>
                  <a:pt x="775030" y="952"/>
                </a:cubicBezTo>
                <a:cubicBezTo>
                  <a:pt x="775756" y="817"/>
                  <a:pt x="776664" y="749"/>
                  <a:pt x="777753" y="749"/>
                </a:cubicBezTo>
                <a:cubicBezTo>
                  <a:pt x="778887" y="749"/>
                  <a:pt x="779819" y="817"/>
                  <a:pt x="780545" y="952"/>
                </a:cubicBezTo>
                <a:cubicBezTo>
                  <a:pt x="781273" y="1043"/>
                  <a:pt x="781839" y="1180"/>
                  <a:pt x="782248" y="1360"/>
                </a:cubicBezTo>
                <a:cubicBezTo>
                  <a:pt x="782656" y="1497"/>
                  <a:pt x="782951" y="1723"/>
                  <a:pt x="783134" y="2043"/>
                </a:cubicBezTo>
                <a:cubicBezTo>
                  <a:pt x="783359" y="2315"/>
                  <a:pt x="783474" y="2609"/>
                  <a:pt x="783474" y="2926"/>
                </a:cubicBezTo>
                <a:lnTo>
                  <a:pt x="783474" y="93643"/>
                </a:lnTo>
                <a:close/>
                <a:moveTo>
                  <a:pt x="772169" y="50532"/>
                </a:moveTo>
                <a:cubicBezTo>
                  <a:pt x="769126" y="46763"/>
                  <a:pt x="766174" y="43903"/>
                  <a:pt x="763314" y="41951"/>
                </a:cubicBezTo>
                <a:cubicBezTo>
                  <a:pt x="760499" y="39954"/>
                  <a:pt x="757550" y="38953"/>
                  <a:pt x="754461" y="38953"/>
                </a:cubicBezTo>
                <a:cubicBezTo>
                  <a:pt x="751601" y="38953"/>
                  <a:pt x="749172" y="39636"/>
                  <a:pt x="747175" y="40997"/>
                </a:cubicBezTo>
                <a:cubicBezTo>
                  <a:pt x="745177" y="42360"/>
                  <a:pt x="743543" y="44154"/>
                  <a:pt x="742271" y="46377"/>
                </a:cubicBezTo>
                <a:cubicBezTo>
                  <a:pt x="741045" y="48603"/>
                  <a:pt x="740137" y="51124"/>
                  <a:pt x="739545" y="53938"/>
                </a:cubicBezTo>
                <a:cubicBezTo>
                  <a:pt x="739002" y="56753"/>
                  <a:pt x="738728" y="59613"/>
                  <a:pt x="738728" y="62519"/>
                </a:cubicBezTo>
                <a:cubicBezTo>
                  <a:pt x="738728" y="65605"/>
                  <a:pt x="738957" y="68626"/>
                  <a:pt x="739411" y="71578"/>
                </a:cubicBezTo>
                <a:cubicBezTo>
                  <a:pt x="739911" y="74529"/>
                  <a:pt x="740751" y="77161"/>
                  <a:pt x="741931" y="79476"/>
                </a:cubicBezTo>
                <a:cubicBezTo>
                  <a:pt x="743111" y="81747"/>
                  <a:pt x="744677" y="83585"/>
                  <a:pt x="746629" y="84993"/>
                </a:cubicBezTo>
                <a:cubicBezTo>
                  <a:pt x="748581" y="86357"/>
                  <a:pt x="751032" y="87037"/>
                  <a:pt x="753984" y="87037"/>
                </a:cubicBezTo>
                <a:cubicBezTo>
                  <a:pt x="755484" y="87037"/>
                  <a:pt x="756913" y="86831"/>
                  <a:pt x="758276" y="86422"/>
                </a:cubicBezTo>
                <a:cubicBezTo>
                  <a:pt x="759682" y="86014"/>
                  <a:pt x="761114" y="85334"/>
                  <a:pt x="762565" y="84379"/>
                </a:cubicBezTo>
                <a:cubicBezTo>
                  <a:pt x="764020" y="83428"/>
                  <a:pt x="765540" y="82202"/>
                  <a:pt x="767129" y="80702"/>
                </a:cubicBezTo>
                <a:cubicBezTo>
                  <a:pt x="768718" y="79158"/>
                  <a:pt x="770398" y="77275"/>
                  <a:pt x="772169" y="75049"/>
                </a:cubicBezTo>
                <a:lnTo>
                  <a:pt x="772169" y="50532"/>
                </a:lnTo>
                <a:close/>
                <a:moveTo>
                  <a:pt x="856551" y="60339"/>
                </a:moveTo>
                <a:cubicBezTo>
                  <a:pt x="856551" y="62111"/>
                  <a:pt x="856097" y="63382"/>
                  <a:pt x="855188" y="64154"/>
                </a:cubicBezTo>
                <a:cubicBezTo>
                  <a:pt x="854325" y="64880"/>
                  <a:pt x="853325" y="65242"/>
                  <a:pt x="852191" y="65242"/>
                </a:cubicBezTo>
                <a:lnTo>
                  <a:pt x="812009" y="65242"/>
                </a:lnTo>
                <a:cubicBezTo>
                  <a:pt x="812009" y="68649"/>
                  <a:pt x="812352" y="71712"/>
                  <a:pt x="813032" y="74438"/>
                </a:cubicBezTo>
                <a:cubicBezTo>
                  <a:pt x="813712" y="77161"/>
                  <a:pt x="814846" y="79499"/>
                  <a:pt x="816438" y="81453"/>
                </a:cubicBezTo>
                <a:cubicBezTo>
                  <a:pt x="818027" y="83405"/>
                  <a:pt x="820092" y="84902"/>
                  <a:pt x="822633" y="85948"/>
                </a:cubicBezTo>
                <a:cubicBezTo>
                  <a:pt x="825176" y="86991"/>
                  <a:pt x="828288" y="87514"/>
                  <a:pt x="831965" y="87514"/>
                </a:cubicBezTo>
                <a:cubicBezTo>
                  <a:pt x="834871" y="87514"/>
                  <a:pt x="837458" y="87285"/>
                  <a:pt x="839729" y="86831"/>
                </a:cubicBezTo>
                <a:cubicBezTo>
                  <a:pt x="841998" y="86334"/>
                  <a:pt x="843950" y="85788"/>
                  <a:pt x="845584" y="85196"/>
                </a:cubicBezTo>
                <a:cubicBezTo>
                  <a:pt x="847264" y="84608"/>
                  <a:pt x="848627" y="84085"/>
                  <a:pt x="849670" y="83630"/>
                </a:cubicBezTo>
                <a:cubicBezTo>
                  <a:pt x="850762" y="83130"/>
                  <a:pt x="851579" y="82882"/>
                  <a:pt x="852122" y="82882"/>
                </a:cubicBezTo>
                <a:cubicBezTo>
                  <a:pt x="852442" y="82882"/>
                  <a:pt x="852714" y="82973"/>
                  <a:pt x="852939" y="83153"/>
                </a:cubicBezTo>
                <a:cubicBezTo>
                  <a:pt x="853214" y="83290"/>
                  <a:pt x="853417" y="83519"/>
                  <a:pt x="853554" y="83836"/>
                </a:cubicBezTo>
                <a:cubicBezTo>
                  <a:pt x="853691" y="84153"/>
                  <a:pt x="853780" y="84608"/>
                  <a:pt x="853825" y="85196"/>
                </a:cubicBezTo>
                <a:cubicBezTo>
                  <a:pt x="853917" y="85742"/>
                  <a:pt x="853962" y="86422"/>
                  <a:pt x="853962" y="87239"/>
                </a:cubicBezTo>
                <a:cubicBezTo>
                  <a:pt x="853962" y="87831"/>
                  <a:pt x="853940" y="88354"/>
                  <a:pt x="853894" y="88808"/>
                </a:cubicBezTo>
                <a:cubicBezTo>
                  <a:pt x="853848" y="89217"/>
                  <a:pt x="853780" y="89603"/>
                  <a:pt x="853691" y="89966"/>
                </a:cubicBezTo>
                <a:cubicBezTo>
                  <a:pt x="853645" y="90283"/>
                  <a:pt x="853531" y="90577"/>
                  <a:pt x="853348" y="90851"/>
                </a:cubicBezTo>
                <a:cubicBezTo>
                  <a:pt x="853214" y="91123"/>
                  <a:pt x="853008" y="91394"/>
                  <a:pt x="852737" y="91669"/>
                </a:cubicBezTo>
                <a:cubicBezTo>
                  <a:pt x="852508" y="91894"/>
                  <a:pt x="851782" y="92303"/>
                  <a:pt x="850556" y="92894"/>
                </a:cubicBezTo>
                <a:cubicBezTo>
                  <a:pt x="849330" y="93437"/>
                  <a:pt x="847742" y="93983"/>
                  <a:pt x="845790" y="94529"/>
                </a:cubicBezTo>
                <a:cubicBezTo>
                  <a:pt x="843838" y="95072"/>
                  <a:pt x="841567" y="95549"/>
                  <a:pt x="838981" y="95958"/>
                </a:cubicBezTo>
                <a:cubicBezTo>
                  <a:pt x="836437" y="96412"/>
                  <a:pt x="833711" y="96638"/>
                  <a:pt x="830805" y="96638"/>
                </a:cubicBezTo>
                <a:cubicBezTo>
                  <a:pt x="825767" y="96638"/>
                  <a:pt x="821341" y="95935"/>
                  <a:pt x="817526" y="94529"/>
                </a:cubicBezTo>
                <a:cubicBezTo>
                  <a:pt x="813757" y="93120"/>
                  <a:pt x="810580" y="91031"/>
                  <a:pt x="807991" y="88262"/>
                </a:cubicBezTo>
                <a:cubicBezTo>
                  <a:pt x="805405" y="85494"/>
                  <a:pt x="803450" y="82019"/>
                  <a:pt x="802136" y="77841"/>
                </a:cubicBezTo>
                <a:cubicBezTo>
                  <a:pt x="800819" y="73666"/>
                  <a:pt x="800159" y="68806"/>
                  <a:pt x="800159" y="63268"/>
                </a:cubicBezTo>
                <a:cubicBezTo>
                  <a:pt x="800159" y="58002"/>
                  <a:pt x="800842" y="53278"/>
                  <a:pt x="802202" y="49103"/>
                </a:cubicBezTo>
                <a:cubicBezTo>
                  <a:pt x="803565" y="44880"/>
                  <a:pt x="805516" y="41317"/>
                  <a:pt x="808060" y="38411"/>
                </a:cubicBezTo>
                <a:cubicBezTo>
                  <a:pt x="810648" y="35459"/>
                  <a:pt x="813757" y="33210"/>
                  <a:pt x="817389" y="31667"/>
                </a:cubicBezTo>
                <a:cubicBezTo>
                  <a:pt x="821021" y="30078"/>
                  <a:pt x="825085" y="29284"/>
                  <a:pt x="829579" y="29284"/>
                </a:cubicBezTo>
                <a:cubicBezTo>
                  <a:pt x="834394" y="29284"/>
                  <a:pt x="838481" y="30055"/>
                  <a:pt x="841841" y="31598"/>
                </a:cubicBezTo>
                <a:cubicBezTo>
                  <a:pt x="845244" y="33144"/>
                  <a:pt x="848036" y="35233"/>
                  <a:pt x="850216" y="37865"/>
                </a:cubicBezTo>
                <a:cubicBezTo>
                  <a:pt x="852397" y="40454"/>
                  <a:pt x="853985" y="43517"/>
                  <a:pt x="854983" y="47060"/>
                </a:cubicBezTo>
                <a:cubicBezTo>
                  <a:pt x="856028" y="50555"/>
                  <a:pt x="856551" y="54301"/>
                  <a:pt x="856551" y="58296"/>
                </a:cubicBezTo>
                <a:lnTo>
                  <a:pt x="856551" y="60339"/>
                </a:lnTo>
                <a:close/>
                <a:moveTo>
                  <a:pt x="845244" y="57001"/>
                </a:moveTo>
                <a:cubicBezTo>
                  <a:pt x="845381" y="51101"/>
                  <a:pt x="844064" y="46469"/>
                  <a:pt x="841295" y="43108"/>
                </a:cubicBezTo>
                <a:cubicBezTo>
                  <a:pt x="838572" y="39748"/>
                  <a:pt x="834506" y="38070"/>
                  <a:pt x="829105" y="38070"/>
                </a:cubicBezTo>
                <a:cubicBezTo>
                  <a:pt x="826333" y="38070"/>
                  <a:pt x="823904" y="38591"/>
                  <a:pt x="821816" y="39636"/>
                </a:cubicBezTo>
                <a:cubicBezTo>
                  <a:pt x="819730" y="40679"/>
                  <a:pt x="817981" y="42065"/>
                  <a:pt x="816572" y="43791"/>
                </a:cubicBezTo>
                <a:cubicBezTo>
                  <a:pt x="815166" y="45514"/>
                  <a:pt x="814075" y="47535"/>
                  <a:pt x="813303" y="49852"/>
                </a:cubicBezTo>
                <a:cubicBezTo>
                  <a:pt x="812532" y="52121"/>
                  <a:pt x="812100" y="54504"/>
                  <a:pt x="812009" y="57001"/>
                </a:cubicBezTo>
                <a:lnTo>
                  <a:pt x="845244" y="57001"/>
                </a:lnTo>
                <a:close/>
                <a:moveTo>
                  <a:pt x="909467" y="36367"/>
                </a:moveTo>
                <a:cubicBezTo>
                  <a:pt x="909467" y="37365"/>
                  <a:pt x="909444" y="38205"/>
                  <a:pt x="909398" y="38888"/>
                </a:cubicBezTo>
                <a:cubicBezTo>
                  <a:pt x="909355" y="39568"/>
                  <a:pt x="909264" y="40114"/>
                  <a:pt x="909126" y="40522"/>
                </a:cubicBezTo>
                <a:cubicBezTo>
                  <a:pt x="908989" y="40885"/>
                  <a:pt x="908809" y="41179"/>
                  <a:pt x="908581" y="41405"/>
                </a:cubicBezTo>
                <a:cubicBezTo>
                  <a:pt x="908401" y="41588"/>
                  <a:pt x="908129" y="41679"/>
                  <a:pt x="907763" y="41679"/>
                </a:cubicBezTo>
                <a:cubicBezTo>
                  <a:pt x="907401" y="41679"/>
                  <a:pt x="906946" y="41588"/>
                  <a:pt x="906403" y="41405"/>
                </a:cubicBezTo>
                <a:cubicBezTo>
                  <a:pt x="905903" y="41179"/>
                  <a:pt x="905312" y="40974"/>
                  <a:pt x="904632" y="40794"/>
                </a:cubicBezTo>
                <a:cubicBezTo>
                  <a:pt x="903997" y="40565"/>
                  <a:pt x="903269" y="40362"/>
                  <a:pt x="902451" y="40179"/>
                </a:cubicBezTo>
                <a:cubicBezTo>
                  <a:pt x="901634" y="39999"/>
                  <a:pt x="900751" y="39908"/>
                  <a:pt x="899797" y="39908"/>
                </a:cubicBezTo>
                <a:cubicBezTo>
                  <a:pt x="898662" y="39908"/>
                  <a:pt x="897548" y="40136"/>
                  <a:pt x="896459" y="40588"/>
                </a:cubicBezTo>
                <a:cubicBezTo>
                  <a:pt x="895370" y="41042"/>
                  <a:pt x="894213" y="41794"/>
                  <a:pt x="892987" y="42837"/>
                </a:cubicBezTo>
                <a:cubicBezTo>
                  <a:pt x="891804" y="43880"/>
                  <a:pt x="890558" y="45266"/>
                  <a:pt x="889241" y="46992"/>
                </a:cubicBezTo>
                <a:cubicBezTo>
                  <a:pt x="887924" y="48718"/>
                  <a:pt x="886469" y="50826"/>
                  <a:pt x="884881" y="53324"/>
                </a:cubicBezTo>
                <a:lnTo>
                  <a:pt x="884881" y="93643"/>
                </a:lnTo>
                <a:cubicBezTo>
                  <a:pt x="884881" y="94006"/>
                  <a:pt x="884792" y="94323"/>
                  <a:pt x="884609" y="94595"/>
                </a:cubicBezTo>
                <a:cubicBezTo>
                  <a:pt x="884426" y="94823"/>
                  <a:pt x="884132" y="95026"/>
                  <a:pt x="883723" y="95209"/>
                </a:cubicBezTo>
                <a:cubicBezTo>
                  <a:pt x="883315" y="95392"/>
                  <a:pt x="882749" y="95526"/>
                  <a:pt x="882020" y="95618"/>
                </a:cubicBezTo>
                <a:cubicBezTo>
                  <a:pt x="881294" y="95709"/>
                  <a:pt x="880363" y="95755"/>
                  <a:pt x="879228" y="95755"/>
                </a:cubicBezTo>
                <a:cubicBezTo>
                  <a:pt x="878140" y="95755"/>
                  <a:pt x="877231" y="95709"/>
                  <a:pt x="876505" y="95618"/>
                </a:cubicBezTo>
                <a:cubicBezTo>
                  <a:pt x="875779" y="95526"/>
                  <a:pt x="875188" y="95392"/>
                  <a:pt x="874734" y="95209"/>
                </a:cubicBezTo>
                <a:cubicBezTo>
                  <a:pt x="874325" y="95026"/>
                  <a:pt x="874031" y="94823"/>
                  <a:pt x="873848" y="94595"/>
                </a:cubicBezTo>
                <a:cubicBezTo>
                  <a:pt x="873713" y="94323"/>
                  <a:pt x="873645" y="94006"/>
                  <a:pt x="873645" y="93643"/>
                </a:cubicBezTo>
                <a:lnTo>
                  <a:pt x="873645" y="32350"/>
                </a:lnTo>
                <a:cubicBezTo>
                  <a:pt x="873645" y="31984"/>
                  <a:pt x="873713" y="31690"/>
                  <a:pt x="873848" y="31464"/>
                </a:cubicBezTo>
                <a:cubicBezTo>
                  <a:pt x="873985" y="31190"/>
                  <a:pt x="874256" y="30964"/>
                  <a:pt x="874665" y="30781"/>
                </a:cubicBezTo>
                <a:cubicBezTo>
                  <a:pt x="875074" y="30555"/>
                  <a:pt x="875597" y="30418"/>
                  <a:pt x="876231" y="30372"/>
                </a:cubicBezTo>
                <a:cubicBezTo>
                  <a:pt x="876868" y="30284"/>
                  <a:pt x="877708" y="30238"/>
                  <a:pt x="878751" y="30238"/>
                </a:cubicBezTo>
                <a:cubicBezTo>
                  <a:pt x="879751" y="30238"/>
                  <a:pt x="880569" y="30284"/>
                  <a:pt x="881203" y="30372"/>
                </a:cubicBezTo>
                <a:cubicBezTo>
                  <a:pt x="881886" y="30418"/>
                  <a:pt x="882406" y="30555"/>
                  <a:pt x="882772" y="30781"/>
                </a:cubicBezTo>
                <a:cubicBezTo>
                  <a:pt x="883135" y="30964"/>
                  <a:pt x="883383" y="31190"/>
                  <a:pt x="883520" y="31464"/>
                </a:cubicBezTo>
                <a:cubicBezTo>
                  <a:pt x="883700" y="31690"/>
                  <a:pt x="883792" y="31984"/>
                  <a:pt x="883792" y="32350"/>
                </a:cubicBezTo>
                <a:lnTo>
                  <a:pt x="883792" y="41271"/>
                </a:lnTo>
                <a:cubicBezTo>
                  <a:pt x="885472" y="38819"/>
                  <a:pt x="887038" y="36822"/>
                  <a:pt x="888492" y="35276"/>
                </a:cubicBezTo>
                <a:cubicBezTo>
                  <a:pt x="889990" y="33733"/>
                  <a:pt x="891396" y="32530"/>
                  <a:pt x="892713" y="31667"/>
                </a:cubicBezTo>
                <a:cubicBezTo>
                  <a:pt x="894030" y="30758"/>
                  <a:pt x="895325" y="30147"/>
                  <a:pt x="896596" y="29829"/>
                </a:cubicBezTo>
                <a:cubicBezTo>
                  <a:pt x="897914" y="29467"/>
                  <a:pt x="899228" y="29284"/>
                  <a:pt x="900545" y="29284"/>
                </a:cubicBezTo>
                <a:cubicBezTo>
                  <a:pt x="901137" y="29284"/>
                  <a:pt x="901794" y="29329"/>
                  <a:pt x="902520" y="29421"/>
                </a:cubicBezTo>
                <a:cubicBezTo>
                  <a:pt x="903291" y="29467"/>
                  <a:pt x="904086" y="29578"/>
                  <a:pt x="904903" y="29761"/>
                </a:cubicBezTo>
                <a:cubicBezTo>
                  <a:pt x="905720" y="29941"/>
                  <a:pt x="906449" y="30147"/>
                  <a:pt x="907083" y="30372"/>
                </a:cubicBezTo>
                <a:cubicBezTo>
                  <a:pt x="907763" y="30601"/>
                  <a:pt x="908241" y="30827"/>
                  <a:pt x="908515" y="31055"/>
                </a:cubicBezTo>
                <a:cubicBezTo>
                  <a:pt x="908786" y="31281"/>
                  <a:pt x="908969" y="31510"/>
                  <a:pt x="909058" y="31735"/>
                </a:cubicBezTo>
                <a:cubicBezTo>
                  <a:pt x="909149" y="31918"/>
                  <a:pt x="909218" y="32167"/>
                  <a:pt x="909264" y="32484"/>
                </a:cubicBezTo>
                <a:cubicBezTo>
                  <a:pt x="909355" y="32801"/>
                  <a:pt x="909398" y="33278"/>
                  <a:pt x="909398" y="33916"/>
                </a:cubicBezTo>
                <a:cubicBezTo>
                  <a:pt x="909444" y="34504"/>
                  <a:pt x="909467" y="35322"/>
                  <a:pt x="909467" y="36367"/>
                </a:cubicBezTo>
                <a:close/>
                <a:moveTo>
                  <a:pt x="933510" y="93643"/>
                </a:moveTo>
                <a:cubicBezTo>
                  <a:pt x="933510" y="94006"/>
                  <a:pt x="933418" y="94323"/>
                  <a:pt x="933235" y="94595"/>
                </a:cubicBezTo>
                <a:cubicBezTo>
                  <a:pt x="933055" y="94823"/>
                  <a:pt x="932758" y="95026"/>
                  <a:pt x="932349" y="95209"/>
                </a:cubicBezTo>
                <a:cubicBezTo>
                  <a:pt x="931941" y="95392"/>
                  <a:pt x="931375" y="95526"/>
                  <a:pt x="930649" y="95618"/>
                </a:cubicBezTo>
                <a:cubicBezTo>
                  <a:pt x="929921" y="95709"/>
                  <a:pt x="928992" y="95755"/>
                  <a:pt x="927855" y="95755"/>
                </a:cubicBezTo>
                <a:cubicBezTo>
                  <a:pt x="926766" y="95755"/>
                  <a:pt x="925857" y="95709"/>
                  <a:pt x="925131" y="95618"/>
                </a:cubicBezTo>
                <a:cubicBezTo>
                  <a:pt x="924406" y="95526"/>
                  <a:pt x="923814" y="95392"/>
                  <a:pt x="923360" y="95209"/>
                </a:cubicBezTo>
                <a:cubicBezTo>
                  <a:pt x="922951" y="95026"/>
                  <a:pt x="922657" y="94823"/>
                  <a:pt x="922474" y="94595"/>
                </a:cubicBezTo>
                <a:cubicBezTo>
                  <a:pt x="922340" y="94323"/>
                  <a:pt x="922271" y="94006"/>
                  <a:pt x="922271" y="93643"/>
                </a:cubicBezTo>
                <a:lnTo>
                  <a:pt x="922271" y="32350"/>
                </a:lnTo>
                <a:cubicBezTo>
                  <a:pt x="922271" y="32030"/>
                  <a:pt x="922340" y="31735"/>
                  <a:pt x="922474" y="31464"/>
                </a:cubicBezTo>
                <a:cubicBezTo>
                  <a:pt x="922657" y="31190"/>
                  <a:pt x="922951" y="30964"/>
                  <a:pt x="923360" y="30781"/>
                </a:cubicBezTo>
                <a:cubicBezTo>
                  <a:pt x="923814" y="30601"/>
                  <a:pt x="924406" y="30464"/>
                  <a:pt x="925131" y="30372"/>
                </a:cubicBezTo>
                <a:cubicBezTo>
                  <a:pt x="925857" y="30284"/>
                  <a:pt x="926766" y="30238"/>
                  <a:pt x="927855" y="30238"/>
                </a:cubicBezTo>
                <a:cubicBezTo>
                  <a:pt x="928992" y="30238"/>
                  <a:pt x="929921" y="30284"/>
                  <a:pt x="930649" y="30372"/>
                </a:cubicBezTo>
                <a:cubicBezTo>
                  <a:pt x="931375" y="30464"/>
                  <a:pt x="931941" y="30601"/>
                  <a:pt x="932349" y="30781"/>
                </a:cubicBezTo>
                <a:cubicBezTo>
                  <a:pt x="932758" y="30964"/>
                  <a:pt x="933055" y="31190"/>
                  <a:pt x="933235" y="31464"/>
                </a:cubicBezTo>
                <a:cubicBezTo>
                  <a:pt x="933418" y="31735"/>
                  <a:pt x="933510" y="32030"/>
                  <a:pt x="933510" y="32350"/>
                </a:cubicBezTo>
                <a:lnTo>
                  <a:pt x="933510" y="93643"/>
                </a:lnTo>
                <a:close/>
                <a:moveTo>
                  <a:pt x="934801" y="11644"/>
                </a:moveTo>
                <a:cubicBezTo>
                  <a:pt x="934801" y="14279"/>
                  <a:pt x="934304" y="16071"/>
                  <a:pt x="933304" y="17025"/>
                </a:cubicBezTo>
                <a:cubicBezTo>
                  <a:pt x="932304" y="17979"/>
                  <a:pt x="930466" y="18457"/>
                  <a:pt x="927789" y="18457"/>
                </a:cubicBezTo>
                <a:cubicBezTo>
                  <a:pt x="925154" y="18457"/>
                  <a:pt x="923337" y="18002"/>
                  <a:pt x="922340" y="17094"/>
                </a:cubicBezTo>
                <a:cubicBezTo>
                  <a:pt x="921385" y="16139"/>
                  <a:pt x="920908" y="14370"/>
                  <a:pt x="920908" y="11781"/>
                </a:cubicBezTo>
                <a:cubicBezTo>
                  <a:pt x="920908" y="9147"/>
                  <a:pt x="921408" y="7355"/>
                  <a:pt x="922408" y="6401"/>
                </a:cubicBezTo>
                <a:cubicBezTo>
                  <a:pt x="923405" y="5446"/>
                  <a:pt x="925246" y="4969"/>
                  <a:pt x="927923" y="4969"/>
                </a:cubicBezTo>
                <a:cubicBezTo>
                  <a:pt x="930558" y="4969"/>
                  <a:pt x="932349" y="5446"/>
                  <a:pt x="933304" y="6401"/>
                </a:cubicBezTo>
                <a:cubicBezTo>
                  <a:pt x="934304" y="7309"/>
                  <a:pt x="934801" y="9055"/>
                  <a:pt x="934801" y="11644"/>
                </a:cubicBezTo>
                <a:close/>
                <a:moveTo>
                  <a:pt x="1007062" y="93643"/>
                </a:moveTo>
                <a:cubicBezTo>
                  <a:pt x="1007062" y="94006"/>
                  <a:pt x="1006970" y="94323"/>
                  <a:pt x="1006790" y="94595"/>
                </a:cubicBezTo>
                <a:cubicBezTo>
                  <a:pt x="1006607" y="94823"/>
                  <a:pt x="1006313" y="95026"/>
                  <a:pt x="1005904" y="95209"/>
                </a:cubicBezTo>
                <a:cubicBezTo>
                  <a:pt x="1005496" y="95392"/>
                  <a:pt x="1004927" y="95526"/>
                  <a:pt x="1004201" y="95618"/>
                </a:cubicBezTo>
                <a:cubicBezTo>
                  <a:pt x="1003475" y="95709"/>
                  <a:pt x="1002567" y="95755"/>
                  <a:pt x="1001475" y="95755"/>
                </a:cubicBezTo>
                <a:cubicBezTo>
                  <a:pt x="1000341" y="95755"/>
                  <a:pt x="999412" y="95709"/>
                  <a:pt x="998683" y="95618"/>
                </a:cubicBezTo>
                <a:cubicBezTo>
                  <a:pt x="997958" y="95526"/>
                  <a:pt x="997389" y="95392"/>
                  <a:pt x="996980" y="95209"/>
                </a:cubicBezTo>
                <a:cubicBezTo>
                  <a:pt x="996572" y="95026"/>
                  <a:pt x="996277" y="94823"/>
                  <a:pt x="996097" y="94595"/>
                </a:cubicBezTo>
                <a:cubicBezTo>
                  <a:pt x="995914" y="94323"/>
                  <a:pt x="995823" y="94006"/>
                  <a:pt x="995823" y="93643"/>
                </a:cubicBezTo>
                <a:lnTo>
                  <a:pt x="995823" y="57753"/>
                </a:lnTo>
                <a:cubicBezTo>
                  <a:pt x="995823" y="54255"/>
                  <a:pt x="995552" y="51441"/>
                  <a:pt x="995006" y="49306"/>
                </a:cubicBezTo>
                <a:cubicBezTo>
                  <a:pt x="994463" y="47172"/>
                  <a:pt x="993668" y="45334"/>
                  <a:pt x="992623" y="43791"/>
                </a:cubicBezTo>
                <a:cubicBezTo>
                  <a:pt x="991580" y="42245"/>
                  <a:pt x="990217" y="41065"/>
                  <a:pt x="988536" y="40248"/>
                </a:cubicBezTo>
                <a:cubicBezTo>
                  <a:pt x="986902" y="39431"/>
                  <a:pt x="984996" y="39022"/>
                  <a:pt x="982816" y="39022"/>
                </a:cubicBezTo>
                <a:cubicBezTo>
                  <a:pt x="980001" y="39022"/>
                  <a:pt x="977186" y="40022"/>
                  <a:pt x="974372" y="42020"/>
                </a:cubicBezTo>
                <a:cubicBezTo>
                  <a:pt x="971557" y="44017"/>
                  <a:pt x="968605" y="46946"/>
                  <a:pt x="965516" y="50803"/>
                </a:cubicBezTo>
                <a:lnTo>
                  <a:pt x="965516" y="93643"/>
                </a:lnTo>
                <a:cubicBezTo>
                  <a:pt x="965516" y="94006"/>
                  <a:pt x="965428" y="94323"/>
                  <a:pt x="965245" y="94595"/>
                </a:cubicBezTo>
                <a:cubicBezTo>
                  <a:pt x="965062" y="94823"/>
                  <a:pt x="964768" y="95026"/>
                  <a:pt x="964359" y="95209"/>
                </a:cubicBezTo>
                <a:cubicBezTo>
                  <a:pt x="963950" y="95392"/>
                  <a:pt x="963385" y="95526"/>
                  <a:pt x="962656" y="95618"/>
                </a:cubicBezTo>
                <a:cubicBezTo>
                  <a:pt x="961930" y="95709"/>
                  <a:pt x="960999" y="95755"/>
                  <a:pt x="959864" y="95755"/>
                </a:cubicBezTo>
                <a:cubicBezTo>
                  <a:pt x="958776" y="95755"/>
                  <a:pt x="957867" y="95709"/>
                  <a:pt x="957141" y="95618"/>
                </a:cubicBezTo>
                <a:cubicBezTo>
                  <a:pt x="956415" y="95526"/>
                  <a:pt x="955824" y="95392"/>
                  <a:pt x="955369" y="95209"/>
                </a:cubicBezTo>
                <a:cubicBezTo>
                  <a:pt x="954961" y="95026"/>
                  <a:pt x="954666" y="94823"/>
                  <a:pt x="954484" y="94595"/>
                </a:cubicBezTo>
                <a:cubicBezTo>
                  <a:pt x="954349" y="94323"/>
                  <a:pt x="954281" y="94006"/>
                  <a:pt x="954281" y="93643"/>
                </a:cubicBezTo>
                <a:lnTo>
                  <a:pt x="954281" y="32350"/>
                </a:lnTo>
                <a:cubicBezTo>
                  <a:pt x="954281" y="31984"/>
                  <a:pt x="954349" y="31690"/>
                  <a:pt x="954484" y="31464"/>
                </a:cubicBezTo>
                <a:cubicBezTo>
                  <a:pt x="954621" y="31190"/>
                  <a:pt x="954892" y="30964"/>
                  <a:pt x="955301" y="30781"/>
                </a:cubicBezTo>
                <a:cubicBezTo>
                  <a:pt x="955709" y="30555"/>
                  <a:pt x="956232" y="30418"/>
                  <a:pt x="956867" y="30372"/>
                </a:cubicBezTo>
                <a:cubicBezTo>
                  <a:pt x="957504" y="30284"/>
                  <a:pt x="958344" y="30238"/>
                  <a:pt x="959387" y="30238"/>
                </a:cubicBezTo>
                <a:cubicBezTo>
                  <a:pt x="960387" y="30238"/>
                  <a:pt x="961204" y="30284"/>
                  <a:pt x="961839" y="30372"/>
                </a:cubicBezTo>
                <a:cubicBezTo>
                  <a:pt x="962522" y="30418"/>
                  <a:pt x="963042" y="30555"/>
                  <a:pt x="963405" y="30781"/>
                </a:cubicBezTo>
                <a:cubicBezTo>
                  <a:pt x="963770" y="30964"/>
                  <a:pt x="964019" y="31190"/>
                  <a:pt x="964156" y="31464"/>
                </a:cubicBezTo>
                <a:cubicBezTo>
                  <a:pt x="964336" y="31690"/>
                  <a:pt x="964428" y="31984"/>
                  <a:pt x="964428" y="32350"/>
                </a:cubicBezTo>
                <a:lnTo>
                  <a:pt x="964428" y="40454"/>
                </a:lnTo>
                <a:cubicBezTo>
                  <a:pt x="967880" y="36593"/>
                  <a:pt x="971306" y="33779"/>
                  <a:pt x="974712" y="32007"/>
                </a:cubicBezTo>
                <a:cubicBezTo>
                  <a:pt x="978161" y="30192"/>
                  <a:pt x="981636" y="29284"/>
                  <a:pt x="985130" y="29284"/>
                </a:cubicBezTo>
                <a:cubicBezTo>
                  <a:pt x="989216" y="29284"/>
                  <a:pt x="992645" y="29987"/>
                  <a:pt x="995414" y="31395"/>
                </a:cubicBezTo>
                <a:cubicBezTo>
                  <a:pt x="998229" y="32758"/>
                  <a:pt x="1000501" y="34596"/>
                  <a:pt x="1002227" y="36910"/>
                </a:cubicBezTo>
                <a:cubicBezTo>
                  <a:pt x="1003950" y="39228"/>
                  <a:pt x="1005176" y="41951"/>
                  <a:pt x="1005904" y="45083"/>
                </a:cubicBezTo>
                <a:cubicBezTo>
                  <a:pt x="1006676" y="48172"/>
                  <a:pt x="1007062" y="51895"/>
                  <a:pt x="1007062" y="56253"/>
                </a:cubicBezTo>
                <a:lnTo>
                  <a:pt x="1007062" y="93643"/>
                </a:lnTo>
                <a:close/>
                <a:moveTo>
                  <a:pt x="1078776" y="35142"/>
                </a:moveTo>
                <a:cubicBezTo>
                  <a:pt x="1078776" y="36730"/>
                  <a:pt x="1078548" y="37888"/>
                  <a:pt x="1078093" y="38613"/>
                </a:cubicBezTo>
                <a:cubicBezTo>
                  <a:pt x="1077685" y="39296"/>
                  <a:pt x="1077142" y="39636"/>
                  <a:pt x="1076459" y="39636"/>
                </a:cubicBezTo>
                <a:lnTo>
                  <a:pt x="1067675" y="39636"/>
                </a:lnTo>
                <a:cubicBezTo>
                  <a:pt x="1069264" y="41271"/>
                  <a:pt x="1070375" y="43085"/>
                  <a:pt x="1071012" y="45083"/>
                </a:cubicBezTo>
                <a:cubicBezTo>
                  <a:pt x="1071647" y="47037"/>
                  <a:pt x="1071964" y="49080"/>
                  <a:pt x="1071964" y="51212"/>
                </a:cubicBezTo>
                <a:cubicBezTo>
                  <a:pt x="1071964" y="54755"/>
                  <a:pt x="1071398" y="57887"/>
                  <a:pt x="1070261" y="60613"/>
                </a:cubicBezTo>
                <a:cubicBezTo>
                  <a:pt x="1069126" y="63336"/>
                  <a:pt x="1067492" y="65651"/>
                  <a:pt x="1065357" y="67560"/>
                </a:cubicBezTo>
                <a:cubicBezTo>
                  <a:pt x="1063269" y="69420"/>
                  <a:pt x="1060774" y="70852"/>
                  <a:pt x="1057868" y="71849"/>
                </a:cubicBezTo>
                <a:cubicBezTo>
                  <a:pt x="1054962" y="72849"/>
                  <a:pt x="1051739" y="73346"/>
                  <a:pt x="1048195" y="73346"/>
                </a:cubicBezTo>
                <a:cubicBezTo>
                  <a:pt x="1045698" y="73346"/>
                  <a:pt x="1043315" y="73029"/>
                  <a:pt x="1041046" y="72395"/>
                </a:cubicBezTo>
                <a:cubicBezTo>
                  <a:pt x="1038820" y="71712"/>
                  <a:pt x="1037094" y="70872"/>
                  <a:pt x="1035868" y="69874"/>
                </a:cubicBezTo>
                <a:cubicBezTo>
                  <a:pt x="1035051" y="70692"/>
                  <a:pt x="1034371" y="71623"/>
                  <a:pt x="1033825" y="72666"/>
                </a:cubicBezTo>
                <a:cubicBezTo>
                  <a:pt x="1033328" y="73712"/>
                  <a:pt x="1033076" y="74915"/>
                  <a:pt x="1033076" y="76275"/>
                </a:cubicBezTo>
                <a:cubicBezTo>
                  <a:pt x="1033076" y="77864"/>
                  <a:pt x="1033802" y="79181"/>
                  <a:pt x="1035257" y="80227"/>
                </a:cubicBezTo>
                <a:cubicBezTo>
                  <a:pt x="1036754" y="81270"/>
                  <a:pt x="1038728" y="81839"/>
                  <a:pt x="1041180" y="81927"/>
                </a:cubicBezTo>
                <a:lnTo>
                  <a:pt x="1057185" y="82610"/>
                </a:lnTo>
                <a:cubicBezTo>
                  <a:pt x="1060228" y="82702"/>
                  <a:pt x="1063020" y="83130"/>
                  <a:pt x="1065563" y="83905"/>
                </a:cubicBezTo>
                <a:cubicBezTo>
                  <a:pt x="1068106" y="84631"/>
                  <a:pt x="1070307" y="85696"/>
                  <a:pt x="1072170" y="87105"/>
                </a:cubicBezTo>
                <a:cubicBezTo>
                  <a:pt x="1074030" y="88465"/>
                  <a:pt x="1075484" y="90168"/>
                  <a:pt x="1076527" y="92212"/>
                </a:cubicBezTo>
                <a:cubicBezTo>
                  <a:pt x="1077573" y="94209"/>
                  <a:pt x="1078093" y="96549"/>
                  <a:pt x="1078093" y="99227"/>
                </a:cubicBezTo>
                <a:cubicBezTo>
                  <a:pt x="1078093" y="102041"/>
                  <a:pt x="1077505" y="104722"/>
                  <a:pt x="1076325" y="107265"/>
                </a:cubicBezTo>
                <a:cubicBezTo>
                  <a:pt x="1075142" y="109805"/>
                  <a:pt x="1073327" y="112031"/>
                  <a:pt x="1070875" y="113937"/>
                </a:cubicBezTo>
                <a:cubicBezTo>
                  <a:pt x="1068469" y="115889"/>
                  <a:pt x="1065380" y="117412"/>
                  <a:pt x="1061614" y="118501"/>
                </a:cubicBezTo>
                <a:cubicBezTo>
                  <a:pt x="1057845" y="119635"/>
                  <a:pt x="1053396" y="120204"/>
                  <a:pt x="1048264" y="120204"/>
                </a:cubicBezTo>
                <a:cubicBezTo>
                  <a:pt x="1043315" y="120204"/>
                  <a:pt x="1039094" y="119772"/>
                  <a:pt x="1035597" y="118909"/>
                </a:cubicBezTo>
                <a:cubicBezTo>
                  <a:pt x="1032148" y="118092"/>
                  <a:pt x="1029307" y="116957"/>
                  <a:pt x="1027084" y="115503"/>
                </a:cubicBezTo>
                <a:cubicBezTo>
                  <a:pt x="1024858" y="114051"/>
                  <a:pt x="1023246" y="112303"/>
                  <a:pt x="1022249" y="110259"/>
                </a:cubicBezTo>
                <a:cubicBezTo>
                  <a:pt x="1021249" y="108262"/>
                  <a:pt x="1020749" y="106082"/>
                  <a:pt x="1020749" y="103722"/>
                </a:cubicBezTo>
                <a:cubicBezTo>
                  <a:pt x="1020749" y="102224"/>
                  <a:pt x="1020932" y="100770"/>
                  <a:pt x="1021295" y="99364"/>
                </a:cubicBezTo>
                <a:cubicBezTo>
                  <a:pt x="1021658" y="97955"/>
                  <a:pt x="1022203" y="96618"/>
                  <a:pt x="1022929" y="95346"/>
                </a:cubicBezTo>
                <a:cubicBezTo>
                  <a:pt x="1023701" y="94075"/>
                  <a:pt x="1024632" y="92872"/>
                  <a:pt x="1025721" y="91734"/>
                </a:cubicBezTo>
                <a:cubicBezTo>
                  <a:pt x="1026855" y="90554"/>
                  <a:pt x="1028150" y="89397"/>
                  <a:pt x="1029604" y="88262"/>
                </a:cubicBezTo>
                <a:cubicBezTo>
                  <a:pt x="1027378" y="87128"/>
                  <a:pt x="1025721" y="85696"/>
                  <a:pt x="1024632" y="83970"/>
                </a:cubicBezTo>
                <a:cubicBezTo>
                  <a:pt x="1023587" y="82247"/>
                  <a:pt x="1023066" y="80384"/>
                  <a:pt x="1023066" y="78387"/>
                </a:cubicBezTo>
                <a:cubicBezTo>
                  <a:pt x="1023066" y="75618"/>
                  <a:pt x="1023632" y="73143"/>
                  <a:pt x="1024770" y="70963"/>
                </a:cubicBezTo>
                <a:cubicBezTo>
                  <a:pt x="1025904" y="68786"/>
                  <a:pt x="1027310" y="66831"/>
                  <a:pt x="1028990" y="65108"/>
                </a:cubicBezTo>
                <a:cubicBezTo>
                  <a:pt x="1027584" y="63428"/>
                  <a:pt x="1026470" y="61542"/>
                  <a:pt x="1025652" y="59453"/>
                </a:cubicBezTo>
                <a:cubicBezTo>
                  <a:pt x="1024835" y="57321"/>
                  <a:pt x="1024427" y="54755"/>
                  <a:pt x="1024427" y="51758"/>
                </a:cubicBezTo>
                <a:cubicBezTo>
                  <a:pt x="1024427" y="48263"/>
                  <a:pt x="1025018" y="45128"/>
                  <a:pt x="1026198" y="42360"/>
                </a:cubicBezTo>
                <a:cubicBezTo>
                  <a:pt x="1027378" y="39591"/>
                  <a:pt x="1029013" y="37253"/>
                  <a:pt x="1031102" y="35344"/>
                </a:cubicBezTo>
                <a:cubicBezTo>
                  <a:pt x="1033191" y="33438"/>
                  <a:pt x="1035688" y="31984"/>
                  <a:pt x="1038594" y="30987"/>
                </a:cubicBezTo>
                <a:cubicBezTo>
                  <a:pt x="1041546" y="29941"/>
                  <a:pt x="1044746" y="29421"/>
                  <a:pt x="1048195" y="29421"/>
                </a:cubicBezTo>
                <a:cubicBezTo>
                  <a:pt x="1050058" y="29421"/>
                  <a:pt x="1051784" y="29532"/>
                  <a:pt x="1053373" y="29761"/>
                </a:cubicBezTo>
                <a:cubicBezTo>
                  <a:pt x="1055008" y="29941"/>
                  <a:pt x="1056528" y="30215"/>
                  <a:pt x="1057937" y="30578"/>
                </a:cubicBezTo>
                <a:lnTo>
                  <a:pt x="1076459" y="30578"/>
                </a:lnTo>
                <a:cubicBezTo>
                  <a:pt x="1077230" y="30578"/>
                  <a:pt x="1077799" y="30964"/>
                  <a:pt x="1078162" y="31735"/>
                </a:cubicBezTo>
                <a:cubicBezTo>
                  <a:pt x="1078571" y="32461"/>
                  <a:pt x="1078776" y="33598"/>
                  <a:pt x="1078776" y="35142"/>
                </a:cubicBezTo>
                <a:close/>
                <a:moveTo>
                  <a:pt x="1061205" y="51281"/>
                </a:moveTo>
                <a:cubicBezTo>
                  <a:pt x="1061205" y="47106"/>
                  <a:pt x="1060045" y="43857"/>
                  <a:pt x="1057731" y="41542"/>
                </a:cubicBezTo>
                <a:cubicBezTo>
                  <a:pt x="1055462" y="39182"/>
                  <a:pt x="1052216" y="38002"/>
                  <a:pt x="1047992" y="38002"/>
                </a:cubicBezTo>
                <a:cubicBezTo>
                  <a:pt x="1045812" y="38002"/>
                  <a:pt x="1043906" y="38365"/>
                  <a:pt x="1042272" y="39091"/>
                </a:cubicBezTo>
                <a:cubicBezTo>
                  <a:pt x="1040683" y="39816"/>
                  <a:pt x="1039343" y="40817"/>
                  <a:pt x="1038254" y="42088"/>
                </a:cubicBezTo>
                <a:cubicBezTo>
                  <a:pt x="1037208" y="43360"/>
                  <a:pt x="1036414" y="44834"/>
                  <a:pt x="1035868" y="46514"/>
                </a:cubicBezTo>
                <a:cubicBezTo>
                  <a:pt x="1035371" y="48149"/>
                  <a:pt x="1035119" y="49875"/>
                  <a:pt x="1035119" y="51689"/>
                </a:cubicBezTo>
                <a:cubicBezTo>
                  <a:pt x="1035119" y="55730"/>
                  <a:pt x="1036257" y="58910"/>
                  <a:pt x="1038526" y="61225"/>
                </a:cubicBezTo>
                <a:cubicBezTo>
                  <a:pt x="1040840" y="63539"/>
                  <a:pt x="1044063" y="64700"/>
                  <a:pt x="1048195" y="64700"/>
                </a:cubicBezTo>
                <a:cubicBezTo>
                  <a:pt x="1050421" y="64700"/>
                  <a:pt x="1052350" y="64357"/>
                  <a:pt x="1053985" y="63677"/>
                </a:cubicBezTo>
                <a:cubicBezTo>
                  <a:pt x="1055619" y="62951"/>
                  <a:pt x="1056959" y="61973"/>
                  <a:pt x="1058002" y="60748"/>
                </a:cubicBezTo>
                <a:cubicBezTo>
                  <a:pt x="1059094" y="59476"/>
                  <a:pt x="1059888" y="58024"/>
                  <a:pt x="1060388" y="56390"/>
                </a:cubicBezTo>
                <a:cubicBezTo>
                  <a:pt x="1060931" y="54755"/>
                  <a:pt x="1061205" y="53052"/>
                  <a:pt x="1061205" y="51281"/>
                </a:cubicBezTo>
                <a:close/>
                <a:moveTo>
                  <a:pt x="1066858" y="99841"/>
                </a:moveTo>
                <a:cubicBezTo>
                  <a:pt x="1066858" y="97206"/>
                  <a:pt x="1065766" y="95186"/>
                  <a:pt x="1063589" y="93777"/>
                </a:cubicBezTo>
                <a:cubicBezTo>
                  <a:pt x="1061454" y="92326"/>
                  <a:pt x="1058548" y="91554"/>
                  <a:pt x="1054870" y="91463"/>
                </a:cubicBezTo>
                <a:lnTo>
                  <a:pt x="1039003" y="90917"/>
                </a:lnTo>
                <a:cubicBezTo>
                  <a:pt x="1037548" y="92054"/>
                  <a:pt x="1036345" y="93143"/>
                  <a:pt x="1035394" y="94186"/>
                </a:cubicBezTo>
                <a:cubicBezTo>
                  <a:pt x="1034485" y="95186"/>
                  <a:pt x="1033759" y="96141"/>
                  <a:pt x="1033213" y="97046"/>
                </a:cubicBezTo>
                <a:cubicBezTo>
                  <a:pt x="1032668" y="98001"/>
                  <a:pt x="1032282" y="98932"/>
                  <a:pt x="1032056" y="99841"/>
                </a:cubicBezTo>
                <a:cubicBezTo>
                  <a:pt x="1031873" y="100747"/>
                  <a:pt x="1031782" y="101678"/>
                  <a:pt x="1031782" y="102633"/>
                </a:cubicBezTo>
                <a:cubicBezTo>
                  <a:pt x="1031782" y="105585"/>
                  <a:pt x="1033282" y="107808"/>
                  <a:pt x="1036277" y="109308"/>
                </a:cubicBezTo>
                <a:cubicBezTo>
                  <a:pt x="1039274" y="110851"/>
                  <a:pt x="1043452" y="111623"/>
                  <a:pt x="1048810" y="111623"/>
                </a:cubicBezTo>
                <a:cubicBezTo>
                  <a:pt x="1052216" y="111623"/>
                  <a:pt x="1055053" y="111282"/>
                  <a:pt x="1057322" y="110600"/>
                </a:cubicBezTo>
                <a:cubicBezTo>
                  <a:pt x="1059637" y="109965"/>
                  <a:pt x="1061500" y="109102"/>
                  <a:pt x="1062906" y="108013"/>
                </a:cubicBezTo>
                <a:cubicBezTo>
                  <a:pt x="1064314" y="106922"/>
                  <a:pt x="1065315" y="105673"/>
                  <a:pt x="1065903" y="104267"/>
                </a:cubicBezTo>
                <a:cubicBezTo>
                  <a:pt x="1066538" y="102859"/>
                  <a:pt x="1066858" y="101384"/>
                  <a:pt x="1066858" y="99841"/>
                </a:cubicBezTo>
                <a:close/>
                <a:moveTo>
                  <a:pt x="1181749" y="62314"/>
                </a:moveTo>
                <a:cubicBezTo>
                  <a:pt x="1181749" y="67308"/>
                  <a:pt x="1181092" y="71918"/>
                  <a:pt x="1179775" y="76141"/>
                </a:cubicBezTo>
                <a:cubicBezTo>
                  <a:pt x="1178457" y="80316"/>
                  <a:pt x="1176483" y="83928"/>
                  <a:pt x="1173848" y="86968"/>
                </a:cubicBezTo>
                <a:cubicBezTo>
                  <a:pt x="1171262" y="90011"/>
                  <a:pt x="1167993" y="92394"/>
                  <a:pt x="1164041" y="94120"/>
                </a:cubicBezTo>
                <a:cubicBezTo>
                  <a:pt x="1160138" y="95801"/>
                  <a:pt x="1155597" y="96638"/>
                  <a:pt x="1150422" y="96638"/>
                </a:cubicBezTo>
                <a:cubicBezTo>
                  <a:pt x="1145382" y="96638"/>
                  <a:pt x="1140978" y="95889"/>
                  <a:pt x="1137209" y="94392"/>
                </a:cubicBezTo>
                <a:cubicBezTo>
                  <a:pt x="1133486" y="92894"/>
                  <a:pt x="1130377" y="90714"/>
                  <a:pt x="1127880" y="87854"/>
                </a:cubicBezTo>
                <a:cubicBezTo>
                  <a:pt x="1125382" y="84993"/>
                  <a:pt x="1123519" y="81519"/>
                  <a:pt x="1122293" y="77433"/>
                </a:cubicBezTo>
                <a:cubicBezTo>
                  <a:pt x="1121067" y="73346"/>
                  <a:pt x="1120456" y="68717"/>
                  <a:pt x="1120456" y="63539"/>
                </a:cubicBezTo>
                <a:cubicBezTo>
                  <a:pt x="1120456" y="58547"/>
                  <a:pt x="1121090" y="53961"/>
                  <a:pt x="1122362" y="49783"/>
                </a:cubicBezTo>
                <a:cubicBezTo>
                  <a:pt x="1123679" y="45560"/>
                  <a:pt x="1125631" y="41928"/>
                  <a:pt x="1128220" y="38888"/>
                </a:cubicBezTo>
                <a:cubicBezTo>
                  <a:pt x="1130851" y="35844"/>
                  <a:pt x="1134120" y="33484"/>
                  <a:pt x="1138027" y="31804"/>
                </a:cubicBezTo>
                <a:cubicBezTo>
                  <a:pt x="1141930" y="30124"/>
                  <a:pt x="1146493" y="29284"/>
                  <a:pt x="1151714" y="29284"/>
                </a:cubicBezTo>
                <a:cubicBezTo>
                  <a:pt x="1156755" y="29284"/>
                  <a:pt x="1161135" y="30032"/>
                  <a:pt x="1164858" y="31533"/>
                </a:cubicBezTo>
                <a:cubicBezTo>
                  <a:pt x="1168627" y="33030"/>
                  <a:pt x="1171759" y="35210"/>
                  <a:pt x="1174257" y="38070"/>
                </a:cubicBezTo>
                <a:cubicBezTo>
                  <a:pt x="1176754" y="40931"/>
                  <a:pt x="1178617" y="44403"/>
                  <a:pt x="1179843" y="48489"/>
                </a:cubicBezTo>
                <a:cubicBezTo>
                  <a:pt x="1181115" y="52575"/>
                  <a:pt x="1181749" y="57184"/>
                  <a:pt x="1181749" y="62314"/>
                </a:cubicBezTo>
                <a:close/>
                <a:moveTo>
                  <a:pt x="1169899" y="63065"/>
                </a:moveTo>
                <a:cubicBezTo>
                  <a:pt x="1169899" y="59750"/>
                  <a:pt x="1169582" y="56616"/>
                  <a:pt x="1168945" y="53664"/>
                </a:cubicBezTo>
                <a:cubicBezTo>
                  <a:pt x="1168356" y="50715"/>
                  <a:pt x="1167356" y="48126"/>
                  <a:pt x="1165950" y="45900"/>
                </a:cubicBezTo>
                <a:cubicBezTo>
                  <a:pt x="1164541" y="43677"/>
                  <a:pt x="1162635" y="41928"/>
                  <a:pt x="1160229" y="40657"/>
                </a:cubicBezTo>
                <a:cubicBezTo>
                  <a:pt x="1157820" y="39339"/>
                  <a:pt x="1154826" y="38682"/>
                  <a:pt x="1151240" y="38682"/>
                </a:cubicBezTo>
                <a:cubicBezTo>
                  <a:pt x="1147925" y="38682"/>
                  <a:pt x="1145065" y="39273"/>
                  <a:pt x="1142659" y="40454"/>
                </a:cubicBezTo>
                <a:cubicBezTo>
                  <a:pt x="1140295" y="41634"/>
                  <a:pt x="1138344" y="43314"/>
                  <a:pt x="1136801" y="45491"/>
                </a:cubicBezTo>
                <a:cubicBezTo>
                  <a:pt x="1135258" y="47626"/>
                  <a:pt x="1134097" y="50169"/>
                  <a:pt x="1133326" y="53121"/>
                </a:cubicBezTo>
                <a:cubicBezTo>
                  <a:pt x="1132600" y="56073"/>
                  <a:pt x="1132237" y="59296"/>
                  <a:pt x="1132237" y="62791"/>
                </a:cubicBezTo>
                <a:cubicBezTo>
                  <a:pt x="1132237" y="66151"/>
                  <a:pt x="1132532" y="69306"/>
                  <a:pt x="1133123" y="72258"/>
                </a:cubicBezTo>
                <a:cubicBezTo>
                  <a:pt x="1133757" y="75209"/>
                  <a:pt x="1134780" y="77798"/>
                  <a:pt x="1136186" y="80021"/>
                </a:cubicBezTo>
                <a:cubicBezTo>
                  <a:pt x="1137641" y="82202"/>
                  <a:pt x="1139570" y="83948"/>
                  <a:pt x="1141976" y="85265"/>
                </a:cubicBezTo>
                <a:cubicBezTo>
                  <a:pt x="1144382" y="86537"/>
                  <a:pt x="1147379" y="87174"/>
                  <a:pt x="1150965" y="87174"/>
                </a:cubicBezTo>
                <a:cubicBezTo>
                  <a:pt x="1154234" y="87174"/>
                  <a:pt x="1157072" y="86582"/>
                  <a:pt x="1159478" y="85402"/>
                </a:cubicBezTo>
                <a:cubicBezTo>
                  <a:pt x="1161887" y="84222"/>
                  <a:pt x="1163861" y="82565"/>
                  <a:pt x="1165404" y="80430"/>
                </a:cubicBezTo>
                <a:cubicBezTo>
                  <a:pt x="1166947" y="78296"/>
                  <a:pt x="1168082" y="75755"/>
                  <a:pt x="1168810" y="72803"/>
                </a:cubicBezTo>
                <a:cubicBezTo>
                  <a:pt x="1169536" y="69852"/>
                  <a:pt x="1169899" y="66605"/>
                  <a:pt x="1169899" y="63065"/>
                </a:cubicBezTo>
                <a:close/>
                <a:moveTo>
                  <a:pt x="1231875" y="7149"/>
                </a:moveTo>
                <a:cubicBezTo>
                  <a:pt x="1231875" y="8012"/>
                  <a:pt x="1231830" y="8715"/>
                  <a:pt x="1231738" y="9261"/>
                </a:cubicBezTo>
                <a:cubicBezTo>
                  <a:pt x="1231647" y="9761"/>
                  <a:pt x="1231532" y="10170"/>
                  <a:pt x="1231398" y="10487"/>
                </a:cubicBezTo>
                <a:cubicBezTo>
                  <a:pt x="1231307" y="10804"/>
                  <a:pt x="1231170" y="11033"/>
                  <a:pt x="1230990" y="11167"/>
                </a:cubicBezTo>
                <a:cubicBezTo>
                  <a:pt x="1230807" y="11259"/>
                  <a:pt x="1230581" y="11304"/>
                  <a:pt x="1230307" y="11304"/>
                </a:cubicBezTo>
                <a:cubicBezTo>
                  <a:pt x="1229989" y="11304"/>
                  <a:pt x="1229581" y="11213"/>
                  <a:pt x="1229081" y="11033"/>
                </a:cubicBezTo>
                <a:cubicBezTo>
                  <a:pt x="1228626" y="10804"/>
                  <a:pt x="1228061" y="10578"/>
                  <a:pt x="1227381" y="10350"/>
                </a:cubicBezTo>
                <a:cubicBezTo>
                  <a:pt x="1226698" y="10078"/>
                  <a:pt x="1225880" y="9853"/>
                  <a:pt x="1224926" y="9670"/>
                </a:cubicBezTo>
                <a:cubicBezTo>
                  <a:pt x="1224020" y="9444"/>
                  <a:pt x="1222951" y="9330"/>
                  <a:pt x="1221726" y="9330"/>
                </a:cubicBezTo>
                <a:cubicBezTo>
                  <a:pt x="1220045" y="9330"/>
                  <a:pt x="1218617" y="9601"/>
                  <a:pt x="1217436" y="10147"/>
                </a:cubicBezTo>
                <a:cubicBezTo>
                  <a:pt x="1216256" y="10690"/>
                  <a:pt x="1215302" y="11553"/>
                  <a:pt x="1214576" y="12736"/>
                </a:cubicBezTo>
                <a:cubicBezTo>
                  <a:pt x="1213850" y="13870"/>
                  <a:pt x="1213327" y="15368"/>
                  <a:pt x="1213010" y="17231"/>
                </a:cubicBezTo>
                <a:cubicBezTo>
                  <a:pt x="1212690" y="19045"/>
                  <a:pt x="1212533" y="21271"/>
                  <a:pt x="1212533" y="23903"/>
                </a:cubicBezTo>
                <a:lnTo>
                  <a:pt x="1212533" y="30578"/>
                </a:lnTo>
                <a:lnTo>
                  <a:pt x="1226220" y="30578"/>
                </a:lnTo>
                <a:cubicBezTo>
                  <a:pt x="1226583" y="30578"/>
                  <a:pt x="1226880" y="30670"/>
                  <a:pt x="1227106" y="30850"/>
                </a:cubicBezTo>
                <a:cubicBezTo>
                  <a:pt x="1227381" y="30987"/>
                  <a:pt x="1227606" y="31258"/>
                  <a:pt x="1227789" y="31667"/>
                </a:cubicBezTo>
                <a:cubicBezTo>
                  <a:pt x="1228015" y="32030"/>
                  <a:pt x="1228175" y="32507"/>
                  <a:pt x="1228264" y="33098"/>
                </a:cubicBezTo>
                <a:cubicBezTo>
                  <a:pt x="1228401" y="33687"/>
                  <a:pt x="1228469" y="34416"/>
                  <a:pt x="1228469" y="35276"/>
                </a:cubicBezTo>
                <a:cubicBezTo>
                  <a:pt x="1228469" y="36910"/>
                  <a:pt x="1228264" y="38093"/>
                  <a:pt x="1227855" y="38819"/>
                </a:cubicBezTo>
                <a:cubicBezTo>
                  <a:pt x="1227446" y="39545"/>
                  <a:pt x="1226903" y="39908"/>
                  <a:pt x="1226220" y="39908"/>
                </a:cubicBezTo>
                <a:lnTo>
                  <a:pt x="1212533" y="39908"/>
                </a:lnTo>
                <a:lnTo>
                  <a:pt x="1212533" y="93643"/>
                </a:lnTo>
                <a:cubicBezTo>
                  <a:pt x="1212533" y="94006"/>
                  <a:pt x="1212442" y="94323"/>
                  <a:pt x="1212259" y="94595"/>
                </a:cubicBezTo>
                <a:cubicBezTo>
                  <a:pt x="1212079" y="94823"/>
                  <a:pt x="1211761" y="95026"/>
                  <a:pt x="1211307" y="95209"/>
                </a:cubicBezTo>
                <a:cubicBezTo>
                  <a:pt x="1210898" y="95392"/>
                  <a:pt x="1210330" y="95526"/>
                  <a:pt x="1209604" y="95618"/>
                </a:cubicBezTo>
                <a:cubicBezTo>
                  <a:pt x="1208878" y="95709"/>
                  <a:pt x="1207970" y="95755"/>
                  <a:pt x="1206881" y="95755"/>
                </a:cubicBezTo>
                <a:cubicBezTo>
                  <a:pt x="1205789" y="95755"/>
                  <a:pt x="1204881" y="95709"/>
                  <a:pt x="1204155" y="95618"/>
                </a:cubicBezTo>
                <a:cubicBezTo>
                  <a:pt x="1203429" y="95526"/>
                  <a:pt x="1202837" y="95392"/>
                  <a:pt x="1202386" y="95209"/>
                </a:cubicBezTo>
                <a:cubicBezTo>
                  <a:pt x="1201977" y="95026"/>
                  <a:pt x="1201680" y="94823"/>
                  <a:pt x="1201500" y="94595"/>
                </a:cubicBezTo>
                <a:cubicBezTo>
                  <a:pt x="1201317" y="94323"/>
                  <a:pt x="1201226" y="94006"/>
                  <a:pt x="1201226" y="93643"/>
                </a:cubicBezTo>
                <a:lnTo>
                  <a:pt x="1201226" y="39908"/>
                </a:lnTo>
                <a:lnTo>
                  <a:pt x="1192579" y="39908"/>
                </a:lnTo>
                <a:cubicBezTo>
                  <a:pt x="1191850" y="39908"/>
                  <a:pt x="1191307" y="39545"/>
                  <a:pt x="1190945" y="38819"/>
                </a:cubicBezTo>
                <a:cubicBezTo>
                  <a:pt x="1190579" y="38093"/>
                  <a:pt x="1190399" y="36910"/>
                  <a:pt x="1190399" y="35276"/>
                </a:cubicBezTo>
                <a:cubicBezTo>
                  <a:pt x="1190399" y="34416"/>
                  <a:pt x="1190445" y="33687"/>
                  <a:pt x="1190536" y="33098"/>
                </a:cubicBezTo>
                <a:cubicBezTo>
                  <a:pt x="1190625" y="32507"/>
                  <a:pt x="1190762" y="32030"/>
                  <a:pt x="1190945" y="31667"/>
                </a:cubicBezTo>
                <a:cubicBezTo>
                  <a:pt x="1191125" y="31258"/>
                  <a:pt x="1191353" y="30987"/>
                  <a:pt x="1191625" y="30850"/>
                </a:cubicBezTo>
                <a:cubicBezTo>
                  <a:pt x="1191896" y="30670"/>
                  <a:pt x="1192213" y="30578"/>
                  <a:pt x="1192579" y="30578"/>
                </a:cubicBezTo>
                <a:lnTo>
                  <a:pt x="1201226" y="30578"/>
                </a:lnTo>
                <a:lnTo>
                  <a:pt x="1201226" y="24243"/>
                </a:lnTo>
                <a:cubicBezTo>
                  <a:pt x="1201226" y="19977"/>
                  <a:pt x="1201612" y="16322"/>
                  <a:pt x="1202386" y="13279"/>
                </a:cubicBezTo>
                <a:cubicBezTo>
                  <a:pt x="1203203" y="10193"/>
                  <a:pt x="1204429" y="7672"/>
                  <a:pt x="1206064" y="5721"/>
                </a:cubicBezTo>
                <a:cubicBezTo>
                  <a:pt x="1207698" y="3766"/>
                  <a:pt x="1209741" y="2337"/>
                  <a:pt x="1212193" y="1429"/>
                </a:cubicBezTo>
                <a:cubicBezTo>
                  <a:pt x="1214688" y="474"/>
                  <a:pt x="1217616" y="0"/>
                  <a:pt x="1220977" y="0"/>
                </a:cubicBezTo>
                <a:cubicBezTo>
                  <a:pt x="1222566" y="0"/>
                  <a:pt x="1224109" y="157"/>
                  <a:pt x="1225609" y="474"/>
                </a:cubicBezTo>
                <a:cubicBezTo>
                  <a:pt x="1227106" y="749"/>
                  <a:pt x="1228264" y="1066"/>
                  <a:pt x="1229081" y="1429"/>
                </a:cubicBezTo>
                <a:cubicBezTo>
                  <a:pt x="1229898" y="1746"/>
                  <a:pt x="1230444" y="2043"/>
                  <a:pt x="1230715" y="2315"/>
                </a:cubicBezTo>
                <a:cubicBezTo>
                  <a:pt x="1230990" y="2586"/>
                  <a:pt x="1231215" y="2949"/>
                  <a:pt x="1231398" y="3403"/>
                </a:cubicBezTo>
                <a:cubicBezTo>
                  <a:pt x="1231578" y="3812"/>
                  <a:pt x="1231693" y="4335"/>
                  <a:pt x="1231738" y="4969"/>
                </a:cubicBezTo>
                <a:cubicBezTo>
                  <a:pt x="1231830" y="5561"/>
                  <a:pt x="1231875" y="6287"/>
                  <a:pt x="1231875" y="7149"/>
                </a:cubicBezTo>
                <a:close/>
                <a:moveTo>
                  <a:pt x="1318572" y="93712"/>
                </a:moveTo>
                <a:cubicBezTo>
                  <a:pt x="1318572" y="94255"/>
                  <a:pt x="1318389" y="94663"/>
                  <a:pt x="1318026" y="94938"/>
                </a:cubicBezTo>
                <a:cubicBezTo>
                  <a:pt x="1317663" y="95209"/>
                  <a:pt x="1317163" y="95412"/>
                  <a:pt x="1316529" y="95549"/>
                </a:cubicBezTo>
                <a:cubicBezTo>
                  <a:pt x="1315892" y="95686"/>
                  <a:pt x="1314963" y="95755"/>
                  <a:pt x="1313737" y="95755"/>
                </a:cubicBezTo>
                <a:cubicBezTo>
                  <a:pt x="1312554" y="95755"/>
                  <a:pt x="1311603" y="95686"/>
                  <a:pt x="1310874" y="95549"/>
                </a:cubicBezTo>
                <a:cubicBezTo>
                  <a:pt x="1310194" y="95412"/>
                  <a:pt x="1309694" y="95209"/>
                  <a:pt x="1309377" y="94938"/>
                </a:cubicBezTo>
                <a:cubicBezTo>
                  <a:pt x="1309059" y="94663"/>
                  <a:pt x="1308899" y="94255"/>
                  <a:pt x="1308899" y="93712"/>
                </a:cubicBezTo>
                <a:lnTo>
                  <a:pt x="1308899" y="87582"/>
                </a:lnTo>
                <a:cubicBezTo>
                  <a:pt x="1306222" y="90443"/>
                  <a:pt x="1303224" y="92666"/>
                  <a:pt x="1299910" y="94255"/>
                </a:cubicBezTo>
                <a:cubicBezTo>
                  <a:pt x="1296641" y="95843"/>
                  <a:pt x="1293169" y="96638"/>
                  <a:pt x="1289491" y="96638"/>
                </a:cubicBezTo>
                <a:cubicBezTo>
                  <a:pt x="1286268" y="96638"/>
                  <a:pt x="1283339" y="96209"/>
                  <a:pt x="1280704" y="95346"/>
                </a:cubicBezTo>
                <a:cubicBezTo>
                  <a:pt x="1278118" y="94529"/>
                  <a:pt x="1275892" y="93326"/>
                  <a:pt x="1274032" y="91734"/>
                </a:cubicBezTo>
                <a:cubicBezTo>
                  <a:pt x="1272215" y="90146"/>
                  <a:pt x="1270783" y="88194"/>
                  <a:pt x="1269740" y="85879"/>
                </a:cubicBezTo>
                <a:cubicBezTo>
                  <a:pt x="1268740" y="83562"/>
                  <a:pt x="1268243" y="80930"/>
                  <a:pt x="1268243" y="77978"/>
                </a:cubicBezTo>
                <a:cubicBezTo>
                  <a:pt x="1268243" y="74529"/>
                  <a:pt x="1268946" y="71532"/>
                  <a:pt x="1270352" y="68989"/>
                </a:cubicBezTo>
                <a:cubicBezTo>
                  <a:pt x="1271760" y="66445"/>
                  <a:pt x="1273781" y="64334"/>
                  <a:pt x="1276415" y="62656"/>
                </a:cubicBezTo>
                <a:cubicBezTo>
                  <a:pt x="1279047" y="60976"/>
                  <a:pt x="1282270" y="59727"/>
                  <a:pt x="1286085" y="58910"/>
                </a:cubicBezTo>
                <a:cubicBezTo>
                  <a:pt x="1289900" y="58047"/>
                  <a:pt x="1294189" y="57616"/>
                  <a:pt x="1298958" y="57616"/>
                </a:cubicBezTo>
                <a:lnTo>
                  <a:pt x="1307402" y="57616"/>
                </a:lnTo>
                <a:lnTo>
                  <a:pt x="1307402" y="52847"/>
                </a:lnTo>
                <a:cubicBezTo>
                  <a:pt x="1307402" y="50486"/>
                  <a:pt x="1307153" y="48397"/>
                  <a:pt x="1306653" y="46583"/>
                </a:cubicBezTo>
                <a:cubicBezTo>
                  <a:pt x="1306153" y="44766"/>
                  <a:pt x="1305336" y="43268"/>
                  <a:pt x="1304202" y="42088"/>
                </a:cubicBezTo>
                <a:cubicBezTo>
                  <a:pt x="1303110" y="40862"/>
                  <a:pt x="1301681" y="39954"/>
                  <a:pt x="1299910" y="39362"/>
                </a:cubicBezTo>
                <a:cubicBezTo>
                  <a:pt x="1298141" y="38728"/>
                  <a:pt x="1295961" y="38411"/>
                  <a:pt x="1293372" y="38411"/>
                </a:cubicBezTo>
                <a:cubicBezTo>
                  <a:pt x="1290603" y="38411"/>
                  <a:pt x="1288105" y="38751"/>
                  <a:pt x="1285882" y="39431"/>
                </a:cubicBezTo>
                <a:cubicBezTo>
                  <a:pt x="1283702" y="40068"/>
                  <a:pt x="1281773" y="40794"/>
                  <a:pt x="1280093" y="41611"/>
                </a:cubicBezTo>
                <a:cubicBezTo>
                  <a:pt x="1278458" y="42382"/>
                  <a:pt x="1277072" y="43108"/>
                  <a:pt x="1275938" y="43791"/>
                </a:cubicBezTo>
                <a:cubicBezTo>
                  <a:pt x="1274849" y="44426"/>
                  <a:pt x="1274032" y="44743"/>
                  <a:pt x="1273486" y="44743"/>
                </a:cubicBezTo>
                <a:cubicBezTo>
                  <a:pt x="1273123" y="44743"/>
                  <a:pt x="1272806" y="44654"/>
                  <a:pt x="1272532" y="44471"/>
                </a:cubicBezTo>
                <a:cubicBezTo>
                  <a:pt x="1272260" y="44288"/>
                  <a:pt x="1272009" y="44017"/>
                  <a:pt x="1271783" y="43654"/>
                </a:cubicBezTo>
                <a:cubicBezTo>
                  <a:pt x="1271600" y="43291"/>
                  <a:pt x="1271466" y="42837"/>
                  <a:pt x="1271375" y="42291"/>
                </a:cubicBezTo>
                <a:cubicBezTo>
                  <a:pt x="1271283" y="41702"/>
                  <a:pt x="1271237" y="41065"/>
                  <a:pt x="1271237" y="40385"/>
                </a:cubicBezTo>
                <a:cubicBezTo>
                  <a:pt x="1271237" y="39251"/>
                  <a:pt x="1271306" y="38365"/>
                  <a:pt x="1271443" y="37728"/>
                </a:cubicBezTo>
                <a:cubicBezTo>
                  <a:pt x="1271623" y="37047"/>
                  <a:pt x="1272009" y="36413"/>
                  <a:pt x="1272600" y="35822"/>
                </a:cubicBezTo>
                <a:cubicBezTo>
                  <a:pt x="1273235" y="35233"/>
                  <a:pt x="1274304" y="34550"/>
                  <a:pt x="1275801" y="33779"/>
                </a:cubicBezTo>
                <a:cubicBezTo>
                  <a:pt x="1277301" y="32961"/>
                  <a:pt x="1279024" y="32235"/>
                  <a:pt x="1280979" y="31598"/>
                </a:cubicBezTo>
                <a:cubicBezTo>
                  <a:pt x="1282930" y="30918"/>
                  <a:pt x="1285065" y="30372"/>
                  <a:pt x="1287379" y="29964"/>
                </a:cubicBezTo>
                <a:cubicBezTo>
                  <a:pt x="1289694" y="29512"/>
                  <a:pt x="1292034" y="29284"/>
                  <a:pt x="1294395" y="29284"/>
                </a:cubicBezTo>
                <a:cubicBezTo>
                  <a:pt x="1298798" y="29284"/>
                  <a:pt x="1302544" y="29784"/>
                  <a:pt x="1305630" y="30781"/>
                </a:cubicBezTo>
                <a:cubicBezTo>
                  <a:pt x="1308719" y="31781"/>
                  <a:pt x="1311217" y="33256"/>
                  <a:pt x="1313123" y="35210"/>
                </a:cubicBezTo>
                <a:cubicBezTo>
                  <a:pt x="1315029" y="37116"/>
                  <a:pt x="1316415" y="39499"/>
                  <a:pt x="1317277" y="42360"/>
                </a:cubicBezTo>
                <a:cubicBezTo>
                  <a:pt x="1318140" y="45220"/>
                  <a:pt x="1318572" y="48557"/>
                  <a:pt x="1318572" y="52372"/>
                </a:cubicBezTo>
                <a:lnTo>
                  <a:pt x="1318572" y="93712"/>
                </a:lnTo>
                <a:close/>
                <a:moveTo>
                  <a:pt x="1307402" y="65720"/>
                </a:moveTo>
                <a:lnTo>
                  <a:pt x="1297798" y="65720"/>
                </a:lnTo>
                <a:cubicBezTo>
                  <a:pt x="1294712" y="65720"/>
                  <a:pt x="1292031" y="65991"/>
                  <a:pt x="1289763" y="66537"/>
                </a:cubicBezTo>
                <a:cubicBezTo>
                  <a:pt x="1287494" y="67037"/>
                  <a:pt x="1285608" y="67808"/>
                  <a:pt x="1284110" y="68851"/>
                </a:cubicBezTo>
                <a:cubicBezTo>
                  <a:pt x="1282613" y="69852"/>
                  <a:pt x="1281499" y="71077"/>
                  <a:pt x="1280773" y="72529"/>
                </a:cubicBezTo>
                <a:cubicBezTo>
                  <a:pt x="1280093" y="73938"/>
                  <a:pt x="1279753" y="75572"/>
                  <a:pt x="1279753" y="77433"/>
                </a:cubicBezTo>
                <a:cubicBezTo>
                  <a:pt x="1279753" y="80613"/>
                  <a:pt x="1280750" y="83153"/>
                  <a:pt x="1282747" y="85062"/>
                </a:cubicBezTo>
                <a:cubicBezTo>
                  <a:pt x="1284791" y="86922"/>
                  <a:pt x="1287628" y="87854"/>
                  <a:pt x="1291260" y="87854"/>
                </a:cubicBezTo>
                <a:cubicBezTo>
                  <a:pt x="1294212" y="87854"/>
                  <a:pt x="1296938" y="87105"/>
                  <a:pt x="1299432" y="85605"/>
                </a:cubicBezTo>
                <a:cubicBezTo>
                  <a:pt x="1301976" y="84108"/>
                  <a:pt x="1304633" y="81816"/>
                  <a:pt x="1307402" y="78727"/>
                </a:cubicBezTo>
                <a:lnTo>
                  <a:pt x="1307402" y="65720"/>
                </a:lnTo>
                <a:close/>
                <a:moveTo>
                  <a:pt x="1422568" y="70146"/>
                </a:moveTo>
                <a:cubicBezTo>
                  <a:pt x="1422568" y="74186"/>
                  <a:pt x="1421862" y="77841"/>
                  <a:pt x="1420456" y="81110"/>
                </a:cubicBezTo>
                <a:cubicBezTo>
                  <a:pt x="1419047" y="84336"/>
                  <a:pt x="1417027" y="87105"/>
                  <a:pt x="1414395" y="89420"/>
                </a:cubicBezTo>
                <a:cubicBezTo>
                  <a:pt x="1411761" y="91734"/>
                  <a:pt x="1408515" y="93529"/>
                  <a:pt x="1404654" y="94800"/>
                </a:cubicBezTo>
                <a:cubicBezTo>
                  <a:pt x="1400797" y="96026"/>
                  <a:pt x="1396436" y="96638"/>
                  <a:pt x="1391578" y="96638"/>
                </a:cubicBezTo>
                <a:cubicBezTo>
                  <a:pt x="1388626" y="96638"/>
                  <a:pt x="1385857" y="96389"/>
                  <a:pt x="1383271" y="95889"/>
                </a:cubicBezTo>
                <a:cubicBezTo>
                  <a:pt x="1380728" y="95435"/>
                  <a:pt x="1378457" y="94892"/>
                  <a:pt x="1376459" y="94255"/>
                </a:cubicBezTo>
                <a:cubicBezTo>
                  <a:pt x="1374462" y="93575"/>
                  <a:pt x="1372804" y="92894"/>
                  <a:pt x="1371487" y="92212"/>
                </a:cubicBezTo>
                <a:cubicBezTo>
                  <a:pt x="1370173" y="91486"/>
                  <a:pt x="1369333" y="90963"/>
                  <a:pt x="1368970" y="90646"/>
                </a:cubicBezTo>
                <a:cubicBezTo>
                  <a:pt x="1368650" y="90328"/>
                  <a:pt x="1368401" y="90011"/>
                  <a:pt x="1368218" y="89691"/>
                </a:cubicBezTo>
                <a:cubicBezTo>
                  <a:pt x="1368038" y="89374"/>
                  <a:pt x="1367878" y="88988"/>
                  <a:pt x="1367744" y="88534"/>
                </a:cubicBezTo>
                <a:cubicBezTo>
                  <a:pt x="1367607" y="88080"/>
                  <a:pt x="1367492" y="87537"/>
                  <a:pt x="1367401" y="86899"/>
                </a:cubicBezTo>
                <a:cubicBezTo>
                  <a:pt x="1367355" y="86219"/>
                  <a:pt x="1367335" y="85402"/>
                  <a:pt x="1367335" y="84448"/>
                </a:cubicBezTo>
                <a:cubicBezTo>
                  <a:pt x="1367335" y="82813"/>
                  <a:pt x="1367492" y="81679"/>
                  <a:pt x="1367810" y="81044"/>
                </a:cubicBezTo>
                <a:cubicBezTo>
                  <a:pt x="1368130" y="80407"/>
                  <a:pt x="1368581" y="80090"/>
                  <a:pt x="1369173" y="80090"/>
                </a:cubicBezTo>
                <a:cubicBezTo>
                  <a:pt x="1369581" y="80090"/>
                  <a:pt x="1370376" y="80453"/>
                  <a:pt x="1371556" y="81179"/>
                </a:cubicBezTo>
                <a:cubicBezTo>
                  <a:pt x="1372782" y="81905"/>
                  <a:pt x="1374325" y="82702"/>
                  <a:pt x="1376188" y="83562"/>
                </a:cubicBezTo>
                <a:cubicBezTo>
                  <a:pt x="1378094" y="84379"/>
                  <a:pt x="1380297" y="85154"/>
                  <a:pt x="1382794" y="85879"/>
                </a:cubicBezTo>
                <a:cubicBezTo>
                  <a:pt x="1385337" y="86605"/>
                  <a:pt x="1388152" y="86968"/>
                  <a:pt x="1391238" y="86968"/>
                </a:cubicBezTo>
                <a:cubicBezTo>
                  <a:pt x="1394236" y="86968"/>
                  <a:pt x="1396867" y="86582"/>
                  <a:pt x="1399139" y="85811"/>
                </a:cubicBezTo>
                <a:cubicBezTo>
                  <a:pt x="1401408" y="85039"/>
                  <a:pt x="1403317" y="83948"/>
                  <a:pt x="1404860" y="82542"/>
                </a:cubicBezTo>
                <a:cubicBezTo>
                  <a:pt x="1406403" y="81133"/>
                  <a:pt x="1407560" y="79476"/>
                  <a:pt x="1408332" y="77570"/>
                </a:cubicBezTo>
                <a:cubicBezTo>
                  <a:pt x="1409103" y="75618"/>
                  <a:pt x="1409492" y="73506"/>
                  <a:pt x="1409492" y="71237"/>
                </a:cubicBezTo>
                <a:cubicBezTo>
                  <a:pt x="1409492" y="68740"/>
                  <a:pt x="1408992" y="66491"/>
                  <a:pt x="1407992" y="64494"/>
                </a:cubicBezTo>
                <a:cubicBezTo>
                  <a:pt x="1407040" y="62496"/>
                  <a:pt x="1405609" y="60770"/>
                  <a:pt x="1403703" y="59319"/>
                </a:cubicBezTo>
                <a:cubicBezTo>
                  <a:pt x="1401839" y="57864"/>
                  <a:pt x="1399525" y="56753"/>
                  <a:pt x="1396756" y="55981"/>
                </a:cubicBezTo>
                <a:cubicBezTo>
                  <a:pt x="1394030" y="55210"/>
                  <a:pt x="1390921" y="54824"/>
                  <a:pt x="1387423" y="54824"/>
                </a:cubicBezTo>
                <a:lnTo>
                  <a:pt x="1379048" y="54824"/>
                </a:lnTo>
                <a:cubicBezTo>
                  <a:pt x="1378685" y="54824"/>
                  <a:pt x="1378322" y="54755"/>
                  <a:pt x="1377959" y="54618"/>
                </a:cubicBezTo>
                <a:cubicBezTo>
                  <a:pt x="1377639" y="54438"/>
                  <a:pt x="1377345" y="54164"/>
                  <a:pt x="1377074" y="53801"/>
                </a:cubicBezTo>
                <a:cubicBezTo>
                  <a:pt x="1376845" y="53438"/>
                  <a:pt x="1376642" y="52961"/>
                  <a:pt x="1376459" y="52372"/>
                </a:cubicBezTo>
                <a:cubicBezTo>
                  <a:pt x="1376325" y="51781"/>
                  <a:pt x="1376256" y="51009"/>
                  <a:pt x="1376256" y="50055"/>
                </a:cubicBezTo>
                <a:cubicBezTo>
                  <a:pt x="1376256" y="49192"/>
                  <a:pt x="1376325" y="48489"/>
                  <a:pt x="1376459" y="47943"/>
                </a:cubicBezTo>
                <a:cubicBezTo>
                  <a:pt x="1376596" y="47354"/>
                  <a:pt x="1376776" y="46900"/>
                  <a:pt x="1377005" y="46583"/>
                </a:cubicBezTo>
                <a:cubicBezTo>
                  <a:pt x="1377276" y="46220"/>
                  <a:pt x="1377574" y="45969"/>
                  <a:pt x="1377891" y="45834"/>
                </a:cubicBezTo>
                <a:cubicBezTo>
                  <a:pt x="1378208" y="45651"/>
                  <a:pt x="1378571" y="45560"/>
                  <a:pt x="1378979" y="45560"/>
                </a:cubicBezTo>
                <a:lnTo>
                  <a:pt x="1386675" y="45560"/>
                </a:lnTo>
                <a:cubicBezTo>
                  <a:pt x="1389672" y="45560"/>
                  <a:pt x="1392350" y="45174"/>
                  <a:pt x="1394713" y="44403"/>
                </a:cubicBezTo>
                <a:cubicBezTo>
                  <a:pt x="1397119" y="43631"/>
                  <a:pt x="1399139" y="42520"/>
                  <a:pt x="1400774" y="41065"/>
                </a:cubicBezTo>
                <a:cubicBezTo>
                  <a:pt x="1402454" y="39614"/>
                  <a:pt x="1403725" y="37888"/>
                  <a:pt x="1404588" y="35890"/>
                </a:cubicBezTo>
                <a:cubicBezTo>
                  <a:pt x="1405494" y="33847"/>
                  <a:pt x="1405949" y="31575"/>
                  <a:pt x="1405949" y="29081"/>
                </a:cubicBezTo>
                <a:cubicBezTo>
                  <a:pt x="1405949" y="27263"/>
                  <a:pt x="1405654" y="25537"/>
                  <a:pt x="1405063" y="23903"/>
                </a:cubicBezTo>
                <a:cubicBezTo>
                  <a:pt x="1404474" y="22223"/>
                  <a:pt x="1403588" y="20771"/>
                  <a:pt x="1402408" y="19545"/>
                </a:cubicBezTo>
                <a:cubicBezTo>
                  <a:pt x="1401228" y="18319"/>
                  <a:pt x="1399705" y="17365"/>
                  <a:pt x="1397845" y="16685"/>
                </a:cubicBezTo>
                <a:cubicBezTo>
                  <a:pt x="1396027" y="15959"/>
                  <a:pt x="1393919" y="15596"/>
                  <a:pt x="1391510" y="15596"/>
                </a:cubicBezTo>
                <a:cubicBezTo>
                  <a:pt x="1388878" y="15596"/>
                  <a:pt x="1386449" y="16005"/>
                  <a:pt x="1384223" y="16822"/>
                </a:cubicBezTo>
                <a:cubicBezTo>
                  <a:pt x="1382046" y="17594"/>
                  <a:pt x="1380091" y="18434"/>
                  <a:pt x="1378368" y="19340"/>
                </a:cubicBezTo>
                <a:cubicBezTo>
                  <a:pt x="1376642" y="20248"/>
                  <a:pt x="1375210" y="21111"/>
                  <a:pt x="1374076" y="21928"/>
                </a:cubicBezTo>
                <a:cubicBezTo>
                  <a:pt x="1372942" y="22700"/>
                  <a:pt x="1372147" y="23086"/>
                  <a:pt x="1371693" y="23086"/>
                </a:cubicBezTo>
                <a:cubicBezTo>
                  <a:pt x="1371376" y="23086"/>
                  <a:pt x="1371079" y="23040"/>
                  <a:pt x="1370807" y="22951"/>
                </a:cubicBezTo>
                <a:cubicBezTo>
                  <a:pt x="1370581" y="22814"/>
                  <a:pt x="1370376" y="22586"/>
                  <a:pt x="1370196" y="22268"/>
                </a:cubicBezTo>
                <a:cubicBezTo>
                  <a:pt x="1370058" y="21906"/>
                  <a:pt x="1369944" y="21428"/>
                  <a:pt x="1369853" y="20840"/>
                </a:cubicBezTo>
                <a:cubicBezTo>
                  <a:pt x="1369810" y="20203"/>
                  <a:pt x="1369787" y="19385"/>
                  <a:pt x="1369787" y="18388"/>
                </a:cubicBezTo>
                <a:cubicBezTo>
                  <a:pt x="1369787" y="17705"/>
                  <a:pt x="1369810" y="17116"/>
                  <a:pt x="1369853" y="16616"/>
                </a:cubicBezTo>
                <a:cubicBezTo>
                  <a:pt x="1369898" y="16071"/>
                  <a:pt x="1369990" y="15616"/>
                  <a:pt x="1370127" y="15253"/>
                </a:cubicBezTo>
                <a:cubicBezTo>
                  <a:pt x="1370261" y="14845"/>
                  <a:pt x="1370421" y="14482"/>
                  <a:pt x="1370604" y="14165"/>
                </a:cubicBezTo>
                <a:cubicBezTo>
                  <a:pt x="1370784" y="13847"/>
                  <a:pt x="1371079" y="13485"/>
                  <a:pt x="1371487" y="13076"/>
                </a:cubicBezTo>
                <a:cubicBezTo>
                  <a:pt x="1371941" y="12622"/>
                  <a:pt x="1372827" y="11984"/>
                  <a:pt x="1374145" y="11167"/>
                </a:cubicBezTo>
                <a:cubicBezTo>
                  <a:pt x="1375462" y="10350"/>
                  <a:pt x="1377074" y="9555"/>
                  <a:pt x="1378979" y="8784"/>
                </a:cubicBezTo>
                <a:cubicBezTo>
                  <a:pt x="1380931" y="7967"/>
                  <a:pt x="1383157" y="7287"/>
                  <a:pt x="1385655" y="6741"/>
                </a:cubicBezTo>
                <a:cubicBezTo>
                  <a:pt x="1388198" y="6195"/>
                  <a:pt x="1390921" y="5924"/>
                  <a:pt x="1393827" y="5924"/>
                </a:cubicBezTo>
                <a:cubicBezTo>
                  <a:pt x="1397913" y="5924"/>
                  <a:pt x="1401499" y="6447"/>
                  <a:pt x="1404588" y="7490"/>
                </a:cubicBezTo>
                <a:cubicBezTo>
                  <a:pt x="1407675" y="8535"/>
                  <a:pt x="1410241" y="10010"/>
                  <a:pt x="1412284" y="11916"/>
                </a:cubicBezTo>
                <a:cubicBezTo>
                  <a:pt x="1414372" y="13825"/>
                  <a:pt x="1415916" y="16116"/>
                  <a:pt x="1416913" y="18797"/>
                </a:cubicBezTo>
                <a:cubicBezTo>
                  <a:pt x="1417959" y="21428"/>
                  <a:pt x="1418482" y="24357"/>
                  <a:pt x="1418482" y="27581"/>
                </a:cubicBezTo>
                <a:cubicBezTo>
                  <a:pt x="1418482" y="30350"/>
                  <a:pt x="1418116" y="32938"/>
                  <a:pt x="1417390" y="35344"/>
                </a:cubicBezTo>
                <a:cubicBezTo>
                  <a:pt x="1416664" y="37705"/>
                  <a:pt x="1415598" y="39816"/>
                  <a:pt x="1414190" y="41679"/>
                </a:cubicBezTo>
                <a:cubicBezTo>
                  <a:pt x="1412784" y="43494"/>
                  <a:pt x="1411058" y="45063"/>
                  <a:pt x="1409015" y="46377"/>
                </a:cubicBezTo>
                <a:cubicBezTo>
                  <a:pt x="1406972" y="47649"/>
                  <a:pt x="1404608" y="48535"/>
                  <a:pt x="1401931" y="49035"/>
                </a:cubicBezTo>
                <a:lnTo>
                  <a:pt x="1401931" y="49169"/>
                </a:lnTo>
                <a:cubicBezTo>
                  <a:pt x="1404974" y="49489"/>
                  <a:pt x="1407743" y="50261"/>
                  <a:pt x="1410241" y="51486"/>
                </a:cubicBezTo>
                <a:cubicBezTo>
                  <a:pt x="1412784" y="52667"/>
                  <a:pt x="1414961" y="54164"/>
                  <a:pt x="1416779" y="55981"/>
                </a:cubicBezTo>
                <a:cubicBezTo>
                  <a:pt x="1418593" y="57796"/>
                  <a:pt x="1420002" y="59930"/>
                  <a:pt x="1420999" y="62382"/>
                </a:cubicBezTo>
                <a:cubicBezTo>
                  <a:pt x="1422045" y="64788"/>
                  <a:pt x="1422568" y="67377"/>
                  <a:pt x="1422568" y="70146"/>
                </a:cubicBezTo>
                <a:close/>
                <a:moveTo>
                  <a:pt x="1510490" y="49986"/>
                </a:moveTo>
                <a:cubicBezTo>
                  <a:pt x="1510490" y="57616"/>
                  <a:pt x="1509513" y="64291"/>
                  <a:pt x="1507561" y="70012"/>
                </a:cubicBezTo>
                <a:cubicBezTo>
                  <a:pt x="1505610" y="75687"/>
                  <a:pt x="1502749" y="80407"/>
                  <a:pt x="1498980" y="84176"/>
                </a:cubicBezTo>
                <a:cubicBezTo>
                  <a:pt x="1495257" y="87900"/>
                  <a:pt x="1490671" y="90691"/>
                  <a:pt x="1485221" y="92552"/>
                </a:cubicBezTo>
                <a:cubicBezTo>
                  <a:pt x="1479775" y="94415"/>
                  <a:pt x="1473283" y="95346"/>
                  <a:pt x="1465745" y="95346"/>
                </a:cubicBezTo>
                <a:lnTo>
                  <a:pt x="1447085" y="95346"/>
                </a:lnTo>
                <a:cubicBezTo>
                  <a:pt x="1446039" y="95346"/>
                  <a:pt x="1445042" y="95003"/>
                  <a:pt x="1444088" y="94323"/>
                </a:cubicBezTo>
                <a:cubicBezTo>
                  <a:pt x="1443179" y="93597"/>
                  <a:pt x="1442725" y="92349"/>
                  <a:pt x="1442725" y="90577"/>
                </a:cubicBezTo>
                <a:lnTo>
                  <a:pt x="1442725" y="11984"/>
                </a:lnTo>
                <a:cubicBezTo>
                  <a:pt x="1442725" y="10216"/>
                  <a:pt x="1443179" y="8990"/>
                  <a:pt x="1444088" y="8307"/>
                </a:cubicBezTo>
                <a:cubicBezTo>
                  <a:pt x="1445042" y="7581"/>
                  <a:pt x="1446039" y="7218"/>
                  <a:pt x="1447085" y="7218"/>
                </a:cubicBezTo>
                <a:lnTo>
                  <a:pt x="1467039" y="7218"/>
                </a:lnTo>
                <a:cubicBezTo>
                  <a:pt x="1474666" y="7218"/>
                  <a:pt x="1481115" y="8218"/>
                  <a:pt x="1486381" y="10216"/>
                </a:cubicBezTo>
                <a:cubicBezTo>
                  <a:pt x="1491648" y="12167"/>
                  <a:pt x="1496051" y="15005"/>
                  <a:pt x="1499592" y="18728"/>
                </a:cubicBezTo>
                <a:cubicBezTo>
                  <a:pt x="1503181" y="22406"/>
                  <a:pt x="1505881" y="26878"/>
                  <a:pt x="1507698" y="32144"/>
                </a:cubicBezTo>
                <a:cubicBezTo>
                  <a:pt x="1509559" y="37410"/>
                  <a:pt x="1510490" y="43360"/>
                  <a:pt x="1510490" y="49986"/>
                </a:cubicBezTo>
                <a:close/>
                <a:moveTo>
                  <a:pt x="1498163" y="50463"/>
                </a:moveTo>
                <a:cubicBezTo>
                  <a:pt x="1498163" y="45697"/>
                  <a:pt x="1497571" y="41271"/>
                  <a:pt x="1496391" y="37185"/>
                </a:cubicBezTo>
                <a:cubicBezTo>
                  <a:pt x="1495211" y="33053"/>
                  <a:pt x="1493351" y="29489"/>
                  <a:pt x="1490808" y="26492"/>
                </a:cubicBezTo>
                <a:cubicBezTo>
                  <a:pt x="1488310" y="23494"/>
                  <a:pt x="1485133" y="21157"/>
                  <a:pt x="1481272" y="19477"/>
                </a:cubicBezTo>
                <a:cubicBezTo>
                  <a:pt x="1477415" y="17797"/>
                  <a:pt x="1472443" y="16956"/>
                  <a:pt x="1466359" y="16956"/>
                </a:cubicBezTo>
                <a:lnTo>
                  <a:pt x="1454440" y="16956"/>
                </a:lnTo>
                <a:lnTo>
                  <a:pt x="1454440" y="85539"/>
                </a:lnTo>
                <a:lnTo>
                  <a:pt x="1466493" y="85539"/>
                </a:lnTo>
                <a:cubicBezTo>
                  <a:pt x="1472123" y="85539"/>
                  <a:pt x="1476869" y="84833"/>
                  <a:pt x="1480726" y="83428"/>
                </a:cubicBezTo>
                <a:cubicBezTo>
                  <a:pt x="1484587" y="82019"/>
                  <a:pt x="1487810" y="79861"/>
                  <a:pt x="1490399" y="76958"/>
                </a:cubicBezTo>
                <a:cubicBezTo>
                  <a:pt x="1492988" y="74052"/>
                  <a:pt x="1494917" y="70420"/>
                  <a:pt x="1496188" y="66060"/>
                </a:cubicBezTo>
                <a:cubicBezTo>
                  <a:pt x="1497506" y="61656"/>
                  <a:pt x="1498163" y="56458"/>
                  <a:pt x="1498163" y="50463"/>
                </a:cubicBezTo>
                <a:close/>
                <a:moveTo>
                  <a:pt x="1615778" y="62314"/>
                </a:moveTo>
                <a:cubicBezTo>
                  <a:pt x="1615778" y="67308"/>
                  <a:pt x="1615120" y="71918"/>
                  <a:pt x="1613803" y="76141"/>
                </a:cubicBezTo>
                <a:cubicBezTo>
                  <a:pt x="1612489" y="80316"/>
                  <a:pt x="1610511" y="83928"/>
                  <a:pt x="1607880" y="86968"/>
                </a:cubicBezTo>
                <a:cubicBezTo>
                  <a:pt x="1605291" y="90011"/>
                  <a:pt x="1602022" y="92394"/>
                  <a:pt x="1598073" y="94120"/>
                </a:cubicBezTo>
                <a:cubicBezTo>
                  <a:pt x="1594166" y="95801"/>
                  <a:pt x="1589626" y="96638"/>
                  <a:pt x="1584451" y="96638"/>
                </a:cubicBezTo>
                <a:cubicBezTo>
                  <a:pt x="1579410" y="96638"/>
                  <a:pt x="1575007" y="95889"/>
                  <a:pt x="1571238" y="94392"/>
                </a:cubicBezTo>
                <a:cubicBezTo>
                  <a:pt x="1567514" y="92894"/>
                  <a:pt x="1564406" y="90714"/>
                  <a:pt x="1561908" y="87854"/>
                </a:cubicBezTo>
                <a:cubicBezTo>
                  <a:pt x="1559411" y="84993"/>
                  <a:pt x="1557550" y="81519"/>
                  <a:pt x="1556325" y="77433"/>
                </a:cubicBezTo>
                <a:cubicBezTo>
                  <a:pt x="1555099" y="73346"/>
                  <a:pt x="1554484" y="68717"/>
                  <a:pt x="1554484" y="63539"/>
                </a:cubicBezTo>
                <a:cubicBezTo>
                  <a:pt x="1554484" y="58547"/>
                  <a:pt x="1555122" y="53961"/>
                  <a:pt x="1556393" y="49783"/>
                </a:cubicBezTo>
                <a:cubicBezTo>
                  <a:pt x="1557708" y="45560"/>
                  <a:pt x="1559662" y="41928"/>
                  <a:pt x="1562248" y="38888"/>
                </a:cubicBezTo>
                <a:cubicBezTo>
                  <a:pt x="1564883" y="35844"/>
                  <a:pt x="1568152" y="33484"/>
                  <a:pt x="1572055" y="31804"/>
                </a:cubicBezTo>
                <a:cubicBezTo>
                  <a:pt x="1575961" y="30124"/>
                  <a:pt x="1580525" y="29284"/>
                  <a:pt x="1585745" y="29284"/>
                </a:cubicBezTo>
                <a:cubicBezTo>
                  <a:pt x="1590786" y="29284"/>
                  <a:pt x="1595167" y="30032"/>
                  <a:pt x="1598890" y="31533"/>
                </a:cubicBezTo>
                <a:cubicBezTo>
                  <a:pt x="1602659" y="33030"/>
                  <a:pt x="1605791" y="35210"/>
                  <a:pt x="1608288" y="38070"/>
                </a:cubicBezTo>
                <a:cubicBezTo>
                  <a:pt x="1610786" y="40931"/>
                  <a:pt x="1612646" y="44403"/>
                  <a:pt x="1613872" y="48489"/>
                </a:cubicBezTo>
                <a:cubicBezTo>
                  <a:pt x="1615143" y="52575"/>
                  <a:pt x="1615778" y="57184"/>
                  <a:pt x="1615778" y="62314"/>
                </a:cubicBezTo>
                <a:close/>
                <a:moveTo>
                  <a:pt x="1603928" y="63065"/>
                </a:moveTo>
                <a:cubicBezTo>
                  <a:pt x="1603928" y="59750"/>
                  <a:pt x="1603610" y="56616"/>
                  <a:pt x="1602976" y="53664"/>
                </a:cubicBezTo>
                <a:cubicBezTo>
                  <a:pt x="1602385" y="50715"/>
                  <a:pt x="1601387" y="48126"/>
                  <a:pt x="1599979" y="45900"/>
                </a:cubicBezTo>
                <a:cubicBezTo>
                  <a:pt x="1598573" y="43677"/>
                  <a:pt x="1596664" y="41928"/>
                  <a:pt x="1594258" y="40657"/>
                </a:cubicBezTo>
                <a:cubicBezTo>
                  <a:pt x="1591852" y="39339"/>
                  <a:pt x="1588854" y="38682"/>
                  <a:pt x="1585268" y="38682"/>
                </a:cubicBezTo>
                <a:cubicBezTo>
                  <a:pt x="1581953" y="38682"/>
                  <a:pt x="1579093" y="39273"/>
                  <a:pt x="1576687" y="40454"/>
                </a:cubicBezTo>
                <a:cubicBezTo>
                  <a:pt x="1574327" y="41634"/>
                  <a:pt x="1572375" y="43314"/>
                  <a:pt x="1570829" y="45491"/>
                </a:cubicBezTo>
                <a:cubicBezTo>
                  <a:pt x="1569286" y="47626"/>
                  <a:pt x="1568129" y="50169"/>
                  <a:pt x="1567357" y="53121"/>
                </a:cubicBezTo>
                <a:cubicBezTo>
                  <a:pt x="1566632" y="56073"/>
                  <a:pt x="1566266" y="59296"/>
                  <a:pt x="1566266" y="62791"/>
                </a:cubicBezTo>
                <a:cubicBezTo>
                  <a:pt x="1566266" y="66151"/>
                  <a:pt x="1566563" y="69306"/>
                  <a:pt x="1567152" y="72258"/>
                </a:cubicBezTo>
                <a:cubicBezTo>
                  <a:pt x="1567789" y="75209"/>
                  <a:pt x="1568809" y="77798"/>
                  <a:pt x="1570218" y="80021"/>
                </a:cubicBezTo>
                <a:cubicBezTo>
                  <a:pt x="1571669" y="82202"/>
                  <a:pt x="1573601" y="83948"/>
                  <a:pt x="1576007" y="85265"/>
                </a:cubicBezTo>
                <a:cubicBezTo>
                  <a:pt x="1578413" y="86537"/>
                  <a:pt x="1581408" y="87174"/>
                  <a:pt x="1584997" y="87174"/>
                </a:cubicBezTo>
                <a:cubicBezTo>
                  <a:pt x="1588266" y="87174"/>
                  <a:pt x="1591103" y="86582"/>
                  <a:pt x="1593509" y="85402"/>
                </a:cubicBezTo>
                <a:cubicBezTo>
                  <a:pt x="1595915" y="84222"/>
                  <a:pt x="1597890" y="82565"/>
                  <a:pt x="1599433" y="80430"/>
                </a:cubicBezTo>
                <a:cubicBezTo>
                  <a:pt x="1600979" y="78296"/>
                  <a:pt x="1602113" y="75755"/>
                  <a:pt x="1602839" y="72803"/>
                </a:cubicBezTo>
                <a:cubicBezTo>
                  <a:pt x="1603565" y="69852"/>
                  <a:pt x="1603928" y="66605"/>
                  <a:pt x="1603928" y="63065"/>
                </a:cubicBezTo>
                <a:close/>
                <a:moveTo>
                  <a:pt x="1688718" y="62179"/>
                </a:moveTo>
                <a:cubicBezTo>
                  <a:pt x="1688718" y="67491"/>
                  <a:pt x="1688130" y="72280"/>
                  <a:pt x="1686949" y="76550"/>
                </a:cubicBezTo>
                <a:cubicBezTo>
                  <a:pt x="1685812" y="80770"/>
                  <a:pt x="1684112" y="84379"/>
                  <a:pt x="1681840" y="87377"/>
                </a:cubicBezTo>
                <a:cubicBezTo>
                  <a:pt x="1679617" y="90374"/>
                  <a:pt x="1676868" y="92666"/>
                  <a:pt x="1673599" y="94255"/>
                </a:cubicBezTo>
                <a:cubicBezTo>
                  <a:pt x="1670330" y="95843"/>
                  <a:pt x="1666584" y="96638"/>
                  <a:pt x="1662363" y="96638"/>
                </a:cubicBezTo>
                <a:cubicBezTo>
                  <a:pt x="1660409" y="96638"/>
                  <a:pt x="1658594" y="96435"/>
                  <a:pt x="1656914" y="96026"/>
                </a:cubicBezTo>
                <a:cubicBezTo>
                  <a:pt x="1655280" y="95663"/>
                  <a:pt x="1653668" y="95049"/>
                  <a:pt x="1652079" y="94186"/>
                </a:cubicBezTo>
                <a:cubicBezTo>
                  <a:pt x="1650491" y="93326"/>
                  <a:pt x="1648902" y="92234"/>
                  <a:pt x="1647310" y="90917"/>
                </a:cubicBezTo>
                <a:cubicBezTo>
                  <a:pt x="1645721" y="89603"/>
                  <a:pt x="1644041" y="88014"/>
                  <a:pt x="1642272" y="86151"/>
                </a:cubicBezTo>
                <a:lnTo>
                  <a:pt x="1642272" y="93643"/>
                </a:lnTo>
                <a:cubicBezTo>
                  <a:pt x="1642272" y="94006"/>
                  <a:pt x="1642181" y="94323"/>
                  <a:pt x="1641998" y="94595"/>
                </a:cubicBezTo>
                <a:cubicBezTo>
                  <a:pt x="1641818" y="94869"/>
                  <a:pt x="1641524" y="95095"/>
                  <a:pt x="1641115" y="95278"/>
                </a:cubicBezTo>
                <a:cubicBezTo>
                  <a:pt x="1640706" y="95412"/>
                  <a:pt x="1640184" y="95526"/>
                  <a:pt x="1639546" y="95618"/>
                </a:cubicBezTo>
                <a:cubicBezTo>
                  <a:pt x="1638958" y="95709"/>
                  <a:pt x="1638186" y="95755"/>
                  <a:pt x="1637232" y="95755"/>
                </a:cubicBezTo>
                <a:cubicBezTo>
                  <a:pt x="1636323" y="95755"/>
                  <a:pt x="1635552" y="95709"/>
                  <a:pt x="1634917" y="95618"/>
                </a:cubicBezTo>
                <a:cubicBezTo>
                  <a:pt x="1634280" y="95526"/>
                  <a:pt x="1633760" y="95412"/>
                  <a:pt x="1633351" y="95278"/>
                </a:cubicBezTo>
                <a:cubicBezTo>
                  <a:pt x="1632943" y="95095"/>
                  <a:pt x="1632668" y="94869"/>
                  <a:pt x="1632534" y="94595"/>
                </a:cubicBezTo>
                <a:cubicBezTo>
                  <a:pt x="1632397" y="94323"/>
                  <a:pt x="1632328" y="94006"/>
                  <a:pt x="1632328" y="93643"/>
                </a:cubicBezTo>
                <a:lnTo>
                  <a:pt x="1632328" y="2655"/>
                </a:lnTo>
                <a:cubicBezTo>
                  <a:pt x="1632328" y="2292"/>
                  <a:pt x="1632397" y="1975"/>
                  <a:pt x="1632534" y="1700"/>
                </a:cubicBezTo>
                <a:cubicBezTo>
                  <a:pt x="1632714" y="1429"/>
                  <a:pt x="1633008" y="1203"/>
                  <a:pt x="1633417" y="1020"/>
                </a:cubicBezTo>
                <a:cubicBezTo>
                  <a:pt x="1633871" y="840"/>
                  <a:pt x="1634463" y="703"/>
                  <a:pt x="1635189" y="612"/>
                </a:cubicBezTo>
                <a:cubicBezTo>
                  <a:pt x="1635914" y="520"/>
                  <a:pt x="1636823" y="474"/>
                  <a:pt x="1637912" y="474"/>
                </a:cubicBezTo>
                <a:cubicBezTo>
                  <a:pt x="1639049" y="474"/>
                  <a:pt x="1639978" y="520"/>
                  <a:pt x="1640706" y="612"/>
                </a:cubicBezTo>
                <a:cubicBezTo>
                  <a:pt x="1641432" y="703"/>
                  <a:pt x="1641998" y="840"/>
                  <a:pt x="1642407" y="1020"/>
                </a:cubicBezTo>
                <a:cubicBezTo>
                  <a:pt x="1642815" y="1203"/>
                  <a:pt x="1643113" y="1429"/>
                  <a:pt x="1643293" y="1700"/>
                </a:cubicBezTo>
                <a:cubicBezTo>
                  <a:pt x="1643475" y="1975"/>
                  <a:pt x="1643567" y="2292"/>
                  <a:pt x="1643567" y="2655"/>
                </a:cubicBezTo>
                <a:lnTo>
                  <a:pt x="1643567" y="39362"/>
                </a:lnTo>
                <a:cubicBezTo>
                  <a:pt x="1645381" y="37502"/>
                  <a:pt x="1647130" y="35936"/>
                  <a:pt x="1648810" y="34664"/>
                </a:cubicBezTo>
                <a:cubicBezTo>
                  <a:pt x="1650536" y="33393"/>
                  <a:pt x="1652214" y="32373"/>
                  <a:pt x="1653848" y="31598"/>
                </a:cubicBezTo>
                <a:cubicBezTo>
                  <a:pt x="1655483" y="30781"/>
                  <a:pt x="1657117" y="30192"/>
                  <a:pt x="1658752" y="29829"/>
                </a:cubicBezTo>
                <a:cubicBezTo>
                  <a:pt x="1660389" y="29467"/>
                  <a:pt x="1662112" y="29284"/>
                  <a:pt x="1663929" y="29284"/>
                </a:cubicBezTo>
                <a:cubicBezTo>
                  <a:pt x="1668379" y="29284"/>
                  <a:pt x="1672170" y="30169"/>
                  <a:pt x="1675302" y="31941"/>
                </a:cubicBezTo>
                <a:cubicBezTo>
                  <a:pt x="1678480" y="33710"/>
                  <a:pt x="1681046" y="36093"/>
                  <a:pt x="1682997" y="39091"/>
                </a:cubicBezTo>
                <a:cubicBezTo>
                  <a:pt x="1684995" y="42042"/>
                  <a:pt x="1686449" y="45514"/>
                  <a:pt x="1687358" y="49512"/>
                </a:cubicBezTo>
                <a:cubicBezTo>
                  <a:pt x="1688264" y="53507"/>
                  <a:pt x="1688718" y="57730"/>
                  <a:pt x="1688718" y="62179"/>
                </a:cubicBezTo>
                <a:close/>
                <a:moveTo>
                  <a:pt x="1676868" y="63474"/>
                </a:moveTo>
                <a:cubicBezTo>
                  <a:pt x="1676868" y="60339"/>
                  <a:pt x="1676620" y="57299"/>
                  <a:pt x="1676119" y="54347"/>
                </a:cubicBezTo>
                <a:cubicBezTo>
                  <a:pt x="1675665" y="51395"/>
                  <a:pt x="1674848" y="48783"/>
                  <a:pt x="1673668" y="46514"/>
                </a:cubicBezTo>
                <a:cubicBezTo>
                  <a:pt x="1672488" y="44246"/>
                  <a:pt x="1670922" y="42428"/>
                  <a:pt x="1668970" y="41065"/>
                </a:cubicBezTo>
                <a:cubicBezTo>
                  <a:pt x="1667015" y="39659"/>
                  <a:pt x="1664587" y="38953"/>
                  <a:pt x="1661681" y="38953"/>
                </a:cubicBezTo>
                <a:cubicBezTo>
                  <a:pt x="1660229" y="38953"/>
                  <a:pt x="1658797" y="39159"/>
                  <a:pt x="1657391" y="39568"/>
                </a:cubicBezTo>
                <a:cubicBezTo>
                  <a:pt x="1655983" y="39976"/>
                  <a:pt x="1654554" y="40657"/>
                  <a:pt x="1653099" y="41611"/>
                </a:cubicBezTo>
                <a:cubicBezTo>
                  <a:pt x="1651648" y="42565"/>
                  <a:pt x="1650128" y="43791"/>
                  <a:pt x="1648536" y="45289"/>
                </a:cubicBezTo>
                <a:cubicBezTo>
                  <a:pt x="1646993" y="46786"/>
                  <a:pt x="1645336" y="48672"/>
                  <a:pt x="1643567" y="50941"/>
                </a:cubicBezTo>
                <a:lnTo>
                  <a:pt x="1643567" y="75389"/>
                </a:lnTo>
                <a:cubicBezTo>
                  <a:pt x="1646653" y="79158"/>
                  <a:pt x="1649605" y="82042"/>
                  <a:pt x="1652419" y="84039"/>
                </a:cubicBezTo>
                <a:cubicBezTo>
                  <a:pt x="1655234" y="85994"/>
                  <a:pt x="1658163" y="86968"/>
                  <a:pt x="1661206" y="86968"/>
                </a:cubicBezTo>
                <a:cubicBezTo>
                  <a:pt x="1664021" y="86968"/>
                  <a:pt x="1666427" y="86288"/>
                  <a:pt x="1668424" y="84925"/>
                </a:cubicBezTo>
                <a:cubicBezTo>
                  <a:pt x="1670422" y="83562"/>
                  <a:pt x="1672033" y="81770"/>
                  <a:pt x="1673259" y="79544"/>
                </a:cubicBezTo>
                <a:cubicBezTo>
                  <a:pt x="1674531" y="77275"/>
                  <a:pt x="1675439" y="74755"/>
                  <a:pt x="1675982" y="71986"/>
                </a:cubicBezTo>
                <a:cubicBezTo>
                  <a:pt x="1676574" y="69172"/>
                  <a:pt x="1676868" y="66334"/>
                  <a:pt x="1676868" y="63474"/>
                </a:cubicBezTo>
                <a:close/>
                <a:moveTo>
                  <a:pt x="1718139" y="96366"/>
                </a:moveTo>
                <a:cubicBezTo>
                  <a:pt x="1718139" y="100907"/>
                  <a:pt x="1717799" y="104562"/>
                  <a:pt x="1717119" y="107331"/>
                </a:cubicBezTo>
                <a:cubicBezTo>
                  <a:pt x="1716439" y="110145"/>
                  <a:pt x="1715370" y="112508"/>
                  <a:pt x="1713918" y="114414"/>
                </a:cubicBezTo>
                <a:cubicBezTo>
                  <a:pt x="1712464" y="116320"/>
                  <a:pt x="1710604" y="117752"/>
                  <a:pt x="1708332" y="118706"/>
                </a:cubicBezTo>
                <a:cubicBezTo>
                  <a:pt x="1706063" y="119704"/>
                  <a:pt x="1703317" y="120204"/>
                  <a:pt x="1700091" y="120204"/>
                </a:cubicBezTo>
                <a:cubicBezTo>
                  <a:pt x="1698639" y="120204"/>
                  <a:pt x="1697391" y="120112"/>
                  <a:pt x="1696348" y="119932"/>
                </a:cubicBezTo>
                <a:cubicBezTo>
                  <a:pt x="1695348" y="119749"/>
                  <a:pt x="1694576" y="119546"/>
                  <a:pt x="1694030" y="119318"/>
                </a:cubicBezTo>
                <a:cubicBezTo>
                  <a:pt x="1693487" y="119092"/>
                  <a:pt x="1693122" y="118818"/>
                  <a:pt x="1692942" y="118501"/>
                </a:cubicBezTo>
                <a:cubicBezTo>
                  <a:pt x="1692716" y="118229"/>
                  <a:pt x="1692556" y="117889"/>
                  <a:pt x="1692464" y="117480"/>
                </a:cubicBezTo>
                <a:cubicBezTo>
                  <a:pt x="1692373" y="117115"/>
                  <a:pt x="1692327" y="116729"/>
                  <a:pt x="1692327" y="116320"/>
                </a:cubicBezTo>
                <a:cubicBezTo>
                  <a:pt x="1692284" y="115912"/>
                  <a:pt x="1692262" y="115414"/>
                  <a:pt x="1692262" y="114823"/>
                </a:cubicBezTo>
                <a:cubicBezTo>
                  <a:pt x="1692262" y="114006"/>
                  <a:pt x="1692304" y="113303"/>
                  <a:pt x="1692396" y="112711"/>
                </a:cubicBezTo>
                <a:cubicBezTo>
                  <a:pt x="1692442" y="112123"/>
                  <a:pt x="1692556" y="111645"/>
                  <a:pt x="1692736" y="111282"/>
                </a:cubicBezTo>
                <a:cubicBezTo>
                  <a:pt x="1692873" y="110920"/>
                  <a:pt x="1693056" y="110645"/>
                  <a:pt x="1693282" y="110465"/>
                </a:cubicBezTo>
                <a:cubicBezTo>
                  <a:pt x="1693465" y="110328"/>
                  <a:pt x="1693713" y="110259"/>
                  <a:pt x="1694030" y="110259"/>
                </a:cubicBezTo>
                <a:cubicBezTo>
                  <a:pt x="1694305" y="110259"/>
                  <a:pt x="1694825" y="110305"/>
                  <a:pt x="1695596" y="110397"/>
                </a:cubicBezTo>
                <a:cubicBezTo>
                  <a:pt x="1696413" y="110534"/>
                  <a:pt x="1697345" y="110600"/>
                  <a:pt x="1698391" y="110600"/>
                </a:cubicBezTo>
                <a:cubicBezTo>
                  <a:pt x="1699888" y="110600"/>
                  <a:pt x="1701160" y="110374"/>
                  <a:pt x="1702203" y="109919"/>
                </a:cubicBezTo>
                <a:cubicBezTo>
                  <a:pt x="1703294" y="109465"/>
                  <a:pt x="1704180" y="108716"/>
                  <a:pt x="1704860" y="107673"/>
                </a:cubicBezTo>
                <a:cubicBezTo>
                  <a:pt x="1705540" y="106673"/>
                  <a:pt x="1706040" y="105356"/>
                  <a:pt x="1706358" y="103722"/>
                </a:cubicBezTo>
                <a:cubicBezTo>
                  <a:pt x="1706675" y="102087"/>
                  <a:pt x="1706835" y="99612"/>
                  <a:pt x="1706835" y="96298"/>
                </a:cubicBezTo>
                <a:lnTo>
                  <a:pt x="1706835" y="32350"/>
                </a:lnTo>
                <a:cubicBezTo>
                  <a:pt x="1706835" y="32030"/>
                  <a:pt x="1706926" y="31735"/>
                  <a:pt x="1707106" y="31464"/>
                </a:cubicBezTo>
                <a:cubicBezTo>
                  <a:pt x="1707289" y="31190"/>
                  <a:pt x="1707583" y="30964"/>
                  <a:pt x="1707992" y="30781"/>
                </a:cubicBezTo>
                <a:cubicBezTo>
                  <a:pt x="1708446" y="30601"/>
                  <a:pt x="1709038" y="30464"/>
                  <a:pt x="1709764" y="30372"/>
                </a:cubicBezTo>
                <a:cubicBezTo>
                  <a:pt x="1710489" y="30284"/>
                  <a:pt x="1711398" y="30238"/>
                  <a:pt x="1712487" y="30238"/>
                </a:cubicBezTo>
                <a:cubicBezTo>
                  <a:pt x="1713578" y="30238"/>
                  <a:pt x="1714484" y="30284"/>
                  <a:pt x="1715213" y="30372"/>
                </a:cubicBezTo>
                <a:cubicBezTo>
                  <a:pt x="1715939" y="30464"/>
                  <a:pt x="1716505" y="30601"/>
                  <a:pt x="1716913" y="30781"/>
                </a:cubicBezTo>
                <a:cubicBezTo>
                  <a:pt x="1717368" y="30964"/>
                  <a:pt x="1717685" y="31190"/>
                  <a:pt x="1717868" y="31464"/>
                </a:cubicBezTo>
                <a:cubicBezTo>
                  <a:pt x="1718050" y="31735"/>
                  <a:pt x="1718139" y="32030"/>
                  <a:pt x="1718139" y="32350"/>
                </a:cubicBezTo>
                <a:lnTo>
                  <a:pt x="1718139" y="96366"/>
                </a:lnTo>
                <a:close/>
                <a:moveTo>
                  <a:pt x="1719433" y="11644"/>
                </a:moveTo>
                <a:cubicBezTo>
                  <a:pt x="1719433" y="14279"/>
                  <a:pt x="1718933" y="16071"/>
                  <a:pt x="1717936" y="17025"/>
                </a:cubicBezTo>
                <a:cubicBezTo>
                  <a:pt x="1716936" y="17979"/>
                  <a:pt x="1715099" y="18457"/>
                  <a:pt x="1712418" y="18457"/>
                </a:cubicBezTo>
                <a:cubicBezTo>
                  <a:pt x="1709787" y="18457"/>
                  <a:pt x="1707992" y="18002"/>
                  <a:pt x="1707040" y="17094"/>
                </a:cubicBezTo>
                <a:cubicBezTo>
                  <a:pt x="1706086" y="16139"/>
                  <a:pt x="1705609" y="14370"/>
                  <a:pt x="1705609" y="11781"/>
                </a:cubicBezTo>
                <a:cubicBezTo>
                  <a:pt x="1705609" y="9147"/>
                  <a:pt x="1706086" y="7355"/>
                  <a:pt x="1707040" y="6401"/>
                </a:cubicBezTo>
                <a:cubicBezTo>
                  <a:pt x="1708038" y="5446"/>
                  <a:pt x="1709878" y="4969"/>
                  <a:pt x="1712555" y="4969"/>
                </a:cubicBezTo>
                <a:cubicBezTo>
                  <a:pt x="1715233" y="4969"/>
                  <a:pt x="1717050" y="5446"/>
                  <a:pt x="1718005" y="6401"/>
                </a:cubicBezTo>
                <a:cubicBezTo>
                  <a:pt x="1718956" y="7309"/>
                  <a:pt x="1719433" y="9055"/>
                  <a:pt x="1719433" y="11644"/>
                </a:cubicBezTo>
                <a:close/>
                <a:moveTo>
                  <a:pt x="1791285" y="60339"/>
                </a:moveTo>
                <a:cubicBezTo>
                  <a:pt x="1791285" y="62111"/>
                  <a:pt x="1790831" y="63382"/>
                  <a:pt x="1789922" y="64154"/>
                </a:cubicBezTo>
                <a:cubicBezTo>
                  <a:pt x="1789059" y="64880"/>
                  <a:pt x="1788062" y="65242"/>
                  <a:pt x="1786925" y="65242"/>
                </a:cubicBezTo>
                <a:lnTo>
                  <a:pt x="1746743" y="65242"/>
                </a:lnTo>
                <a:cubicBezTo>
                  <a:pt x="1746743" y="68649"/>
                  <a:pt x="1747086" y="71712"/>
                  <a:pt x="1747766" y="74438"/>
                </a:cubicBezTo>
                <a:cubicBezTo>
                  <a:pt x="1748446" y="77161"/>
                  <a:pt x="1749583" y="79499"/>
                  <a:pt x="1751172" y="81453"/>
                </a:cubicBezTo>
                <a:cubicBezTo>
                  <a:pt x="1752760" y="83405"/>
                  <a:pt x="1754826" y="84902"/>
                  <a:pt x="1757370" y="85948"/>
                </a:cubicBezTo>
                <a:cubicBezTo>
                  <a:pt x="1759910" y="86991"/>
                  <a:pt x="1763022" y="87514"/>
                  <a:pt x="1766699" y="87514"/>
                </a:cubicBezTo>
                <a:cubicBezTo>
                  <a:pt x="1769605" y="87514"/>
                  <a:pt x="1772191" y="87285"/>
                  <a:pt x="1774463" y="86831"/>
                </a:cubicBezTo>
                <a:cubicBezTo>
                  <a:pt x="1776732" y="86334"/>
                  <a:pt x="1778684" y="85788"/>
                  <a:pt x="1780318" y="85196"/>
                </a:cubicBezTo>
                <a:cubicBezTo>
                  <a:pt x="1781998" y="84608"/>
                  <a:pt x="1783361" y="84085"/>
                  <a:pt x="1784404" y="83630"/>
                </a:cubicBezTo>
                <a:cubicBezTo>
                  <a:pt x="1785496" y="83130"/>
                  <a:pt x="1786313" y="82882"/>
                  <a:pt x="1786856" y="82882"/>
                </a:cubicBezTo>
                <a:cubicBezTo>
                  <a:pt x="1787176" y="82882"/>
                  <a:pt x="1787448" y="82973"/>
                  <a:pt x="1787673" y="83153"/>
                </a:cubicBezTo>
                <a:cubicBezTo>
                  <a:pt x="1787948" y="83290"/>
                  <a:pt x="1788151" y="83519"/>
                  <a:pt x="1788288" y="83836"/>
                </a:cubicBezTo>
                <a:cubicBezTo>
                  <a:pt x="1788425" y="84153"/>
                  <a:pt x="1788514" y="84608"/>
                  <a:pt x="1788559" y="85196"/>
                </a:cubicBezTo>
                <a:cubicBezTo>
                  <a:pt x="1788651" y="85742"/>
                  <a:pt x="1788696" y="86422"/>
                  <a:pt x="1788696" y="87239"/>
                </a:cubicBezTo>
                <a:cubicBezTo>
                  <a:pt x="1788696" y="87831"/>
                  <a:pt x="1788674" y="88354"/>
                  <a:pt x="1788628" y="88808"/>
                </a:cubicBezTo>
                <a:cubicBezTo>
                  <a:pt x="1788582" y="89217"/>
                  <a:pt x="1788514" y="89603"/>
                  <a:pt x="1788425" y="89966"/>
                </a:cubicBezTo>
                <a:cubicBezTo>
                  <a:pt x="1788379" y="90283"/>
                  <a:pt x="1788265" y="90577"/>
                  <a:pt x="1788082" y="90851"/>
                </a:cubicBezTo>
                <a:cubicBezTo>
                  <a:pt x="1787948" y="91123"/>
                  <a:pt x="1787742" y="91394"/>
                  <a:pt x="1787471" y="91669"/>
                </a:cubicBezTo>
                <a:cubicBezTo>
                  <a:pt x="1787245" y="91894"/>
                  <a:pt x="1786516" y="92303"/>
                  <a:pt x="1785290" y="92894"/>
                </a:cubicBezTo>
                <a:cubicBezTo>
                  <a:pt x="1784064" y="93437"/>
                  <a:pt x="1782476" y="93983"/>
                  <a:pt x="1780524" y="94529"/>
                </a:cubicBezTo>
                <a:cubicBezTo>
                  <a:pt x="1778572" y="95072"/>
                  <a:pt x="1776301" y="95549"/>
                  <a:pt x="1773715" y="95958"/>
                </a:cubicBezTo>
                <a:cubicBezTo>
                  <a:pt x="1771171" y="96412"/>
                  <a:pt x="1768445" y="96638"/>
                  <a:pt x="1765542" y="96638"/>
                </a:cubicBezTo>
                <a:cubicBezTo>
                  <a:pt x="1760501" y="96638"/>
                  <a:pt x="1756075" y="95935"/>
                  <a:pt x="1752260" y="94529"/>
                </a:cubicBezTo>
                <a:cubicBezTo>
                  <a:pt x="1748491" y="93120"/>
                  <a:pt x="1745314" y="91031"/>
                  <a:pt x="1742725" y="88262"/>
                </a:cubicBezTo>
                <a:cubicBezTo>
                  <a:pt x="1740139" y="85494"/>
                  <a:pt x="1738184" y="82019"/>
                  <a:pt x="1736870" y="77841"/>
                </a:cubicBezTo>
                <a:cubicBezTo>
                  <a:pt x="1735553" y="73666"/>
                  <a:pt x="1734893" y="68806"/>
                  <a:pt x="1734893" y="63268"/>
                </a:cubicBezTo>
                <a:cubicBezTo>
                  <a:pt x="1734893" y="58002"/>
                  <a:pt x="1735575" y="53278"/>
                  <a:pt x="1736936" y="49103"/>
                </a:cubicBezTo>
                <a:cubicBezTo>
                  <a:pt x="1738299" y="44880"/>
                  <a:pt x="1740250" y="41317"/>
                  <a:pt x="1742794" y="38411"/>
                </a:cubicBezTo>
                <a:cubicBezTo>
                  <a:pt x="1745382" y="35459"/>
                  <a:pt x="1748491" y="33210"/>
                  <a:pt x="1752123" y="31667"/>
                </a:cubicBezTo>
                <a:cubicBezTo>
                  <a:pt x="1755755" y="30078"/>
                  <a:pt x="1759821" y="29284"/>
                  <a:pt x="1764316" y="29284"/>
                </a:cubicBezTo>
                <a:cubicBezTo>
                  <a:pt x="1769128" y="29284"/>
                  <a:pt x="1773214" y="30055"/>
                  <a:pt x="1776575" y="31598"/>
                </a:cubicBezTo>
                <a:cubicBezTo>
                  <a:pt x="1779978" y="33144"/>
                  <a:pt x="1782770" y="35233"/>
                  <a:pt x="1784950" y="37865"/>
                </a:cubicBezTo>
                <a:cubicBezTo>
                  <a:pt x="1787131" y="40454"/>
                  <a:pt x="1788719" y="43517"/>
                  <a:pt x="1789719" y="47060"/>
                </a:cubicBezTo>
                <a:cubicBezTo>
                  <a:pt x="1790762" y="50555"/>
                  <a:pt x="1791285" y="54301"/>
                  <a:pt x="1791285" y="58296"/>
                </a:cubicBezTo>
                <a:lnTo>
                  <a:pt x="1791285" y="60339"/>
                </a:lnTo>
                <a:close/>
                <a:moveTo>
                  <a:pt x="1779978" y="57001"/>
                </a:moveTo>
                <a:cubicBezTo>
                  <a:pt x="1780115" y="51101"/>
                  <a:pt x="1778798" y="46469"/>
                  <a:pt x="1776029" y="43108"/>
                </a:cubicBezTo>
                <a:cubicBezTo>
                  <a:pt x="1773306" y="39748"/>
                  <a:pt x="1769243" y="38070"/>
                  <a:pt x="1763839" y="38070"/>
                </a:cubicBezTo>
                <a:cubicBezTo>
                  <a:pt x="1761070" y="38070"/>
                  <a:pt x="1758638" y="38591"/>
                  <a:pt x="1756552" y="39636"/>
                </a:cubicBezTo>
                <a:cubicBezTo>
                  <a:pt x="1754464" y="40679"/>
                  <a:pt x="1752715" y="42065"/>
                  <a:pt x="1751306" y="43791"/>
                </a:cubicBezTo>
                <a:cubicBezTo>
                  <a:pt x="1749900" y="45514"/>
                  <a:pt x="1748809" y="47535"/>
                  <a:pt x="1748037" y="49852"/>
                </a:cubicBezTo>
                <a:cubicBezTo>
                  <a:pt x="1747266" y="52121"/>
                  <a:pt x="1746834" y="54504"/>
                  <a:pt x="1746743" y="57001"/>
                </a:cubicBezTo>
                <a:lnTo>
                  <a:pt x="1779978" y="57001"/>
                </a:lnTo>
                <a:close/>
                <a:moveTo>
                  <a:pt x="1852442" y="84313"/>
                </a:moveTo>
                <a:cubicBezTo>
                  <a:pt x="1852442" y="85085"/>
                  <a:pt x="1852419" y="85765"/>
                  <a:pt x="1852373" y="86357"/>
                </a:cubicBezTo>
                <a:cubicBezTo>
                  <a:pt x="1852330" y="86899"/>
                  <a:pt x="1852239" y="87377"/>
                  <a:pt x="1852101" y="87785"/>
                </a:cubicBezTo>
                <a:cubicBezTo>
                  <a:pt x="1852010" y="88148"/>
                  <a:pt x="1851876" y="88488"/>
                  <a:pt x="1851693" y="88808"/>
                </a:cubicBezTo>
                <a:cubicBezTo>
                  <a:pt x="1851556" y="89080"/>
                  <a:pt x="1851193" y="89511"/>
                  <a:pt x="1850604" y="90100"/>
                </a:cubicBezTo>
                <a:cubicBezTo>
                  <a:pt x="1850058" y="90646"/>
                  <a:pt x="1849104" y="91349"/>
                  <a:pt x="1847744" y="92212"/>
                </a:cubicBezTo>
                <a:cubicBezTo>
                  <a:pt x="1846381" y="93029"/>
                  <a:pt x="1844838" y="93777"/>
                  <a:pt x="1843112" y="94460"/>
                </a:cubicBezTo>
                <a:cubicBezTo>
                  <a:pt x="1841432" y="95095"/>
                  <a:pt x="1839594" y="95618"/>
                  <a:pt x="1837597" y="96026"/>
                </a:cubicBezTo>
                <a:cubicBezTo>
                  <a:pt x="1835597" y="96435"/>
                  <a:pt x="1833531" y="96638"/>
                  <a:pt x="1831399" y="96638"/>
                </a:cubicBezTo>
                <a:cubicBezTo>
                  <a:pt x="1826993" y="96638"/>
                  <a:pt x="1823089" y="95912"/>
                  <a:pt x="1819683" y="94460"/>
                </a:cubicBezTo>
                <a:cubicBezTo>
                  <a:pt x="1816280" y="93006"/>
                  <a:pt x="1813420" y="90897"/>
                  <a:pt x="1811102" y="88125"/>
                </a:cubicBezTo>
                <a:cubicBezTo>
                  <a:pt x="1808833" y="85311"/>
                  <a:pt x="1807084" y="81885"/>
                  <a:pt x="1805859" y="77841"/>
                </a:cubicBezTo>
                <a:cubicBezTo>
                  <a:pt x="1804678" y="73755"/>
                  <a:pt x="1804087" y="69057"/>
                  <a:pt x="1804087" y="63745"/>
                </a:cubicBezTo>
                <a:cubicBezTo>
                  <a:pt x="1804087" y="57707"/>
                  <a:pt x="1804816" y="52529"/>
                  <a:pt x="1806267" y="48217"/>
                </a:cubicBezTo>
                <a:cubicBezTo>
                  <a:pt x="1807765" y="43857"/>
                  <a:pt x="1809785" y="40294"/>
                  <a:pt x="1812328" y="37525"/>
                </a:cubicBezTo>
                <a:cubicBezTo>
                  <a:pt x="1814917" y="34756"/>
                  <a:pt x="1817937" y="32713"/>
                  <a:pt x="1821386" y="31395"/>
                </a:cubicBezTo>
                <a:cubicBezTo>
                  <a:pt x="1824884" y="30032"/>
                  <a:pt x="1828650" y="29352"/>
                  <a:pt x="1832690" y="29352"/>
                </a:cubicBezTo>
                <a:cubicBezTo>
                  <a:pt x="1834645" y="29352"/>
                  <a:pt x="1836528" y="29532"/>
                  <a:pt x="1838345" y="29898"/>
                </a:cubicBezTo>
                <a:cubicBezTo>
                  <a:pt x="1840206" y="30261"/>
                  <a:pt x="1841909" y="30738"/>
                  <a:pt x="1843452" y="31327"/>
                </a:cubicBezTo>
                <a:cubicBezTo>
                  <a:pt x="1844995" y="31918"/>
                  <a:pt x="1846358" y="32598"/>
                  <a:pt x="1847538" y="33370"/>
                </a:cubicBezTo>
                <a:cubicBezTo>
                  <a:pt x="1848764" y="34141"/>
                  <a:pt x="1849650" y="34801"/>
                  <a:pt x="1850196" y="35344"/>
                </a:cubicBezTo>
                <a:cubicBezTo>
                  <a:pt x="1850738" y="35890"/>
                  <a:pt x="1851104" y="36322"/>
                  <a:pt x="1851284" y="36639"/>
                </a:cubicBezTo>
                <a:cubicBezTo>
                  <a:pt x="1851513" y="36956"/>
                  <a:pt x="1851693" y="37342"/>
                  <a:pt x="1851830" y="37796"/>
                </a:cubicBezTo>
                <a:cubicBezTo>
                  <a:pt x="1851964" y="38205"/>
                  <a:pt x="1852056" y="38682"/>
                  <a:pt x="1852101" y="39228"/>
                </a:cubicBezTo>
                <a:cubicBezTo>
                  <a:pt x="1852147" y="39771"/>
                  <a:pt x="1852170" y="40454"/>
                  <a:pt x="1852170" y="41271"/>
                </a:cubicBezTo>
                <a:cubicBezTo>
                  <a:pt x="1852170" y="43040"/>
                  <a:pt x="1851964" y="44288"/>
                  <a:pt x="1851556" y="45017"/>
                </a:cubicBezTo>
                <a:cubicBezTo>
                  <a:pt x="1851147" y="45697"/>
                  <a:pt x="1850650" y="46037"/>
                  <a:pt x="1850058" y="46037"/>
                </a:cubicBezTo>
                <a:cubicBezTo>
                  <a:pt x="1849378" y="46037"/>
                  <a:pt x="1848584" y="45674"/>
                  <a:pt x="1847675" y="44948"/>
                </a:cubicBezTo>
                <a:cubicBezTo>
                  <a:pt x="1846812" y="44177"/>
                  <a:pt x="1845701" y="43337"/>
                  <a:pt x="1844338" y="42428"/>
                </a:cubicBezTo>
                <a:cubicBezTo>
                  <a:pt x="1842975" y="41519"/>
                  <a:pt x="1841317" y="40702"/>
                  <a:pt x="1839366" y="39976"/>
                </a:cubicBezTo>
                <a:cubicBezTo>
                  <a:pt x="1837460" y="39205"/>
                  <a:pt x="1835188" y="38819"/>
                  <a:pt x="1832556" y="38819"/>
                </a:cubicBezTo>
                <a:cubicBezTo>
                  <a:pt x="1827153" y="38819"/>
                  <a:pt x="1822998" y="40908"/>
                  <a:pt x="1820092" y="45083"/>
                </a:cubicBezTo>
                <a:cubicBezTo>
                  <a:pt x="1817231" y="49215"/>
                  <a:pt x="1815803" y="55233"/>
                  <a:pt x="1815803" y="63131"/>
                </a:cubicBezTo>
                <a:cubicBezTo>
                  <a:pt x="1815803" y="67083"/>
                  <a:pt x="1816166" y="70555"/>
                  <a:pt x="1816891" y="73552"/>
                </a:cubicBezTo>
                <a:cubicBezTo>
                  <a:pt x="1817663" y="76504"/>
                  <a:pt x="1818777" y="78978"/>
                  <a:pt x="1820229" y="80976"/>
                </a:cubicBezTo>
                <a:cubicBezTo>
                  <a:pt x="1821681" y="82973"/>
                  <a:pt x="1823452" y="84471"/>
                  <a:pt x="1825541" y="85471"/>
                </a:cubicBezTo>
                <a:cubicBezTo>
                  <a:pt x="1827676" y="86422"/>
                  <a:pt x="1830104" y="86899"/>
                  <a:pt x="1832828" y="86899"/>
                </a:cubicBezTo>
                <a:cubicBezTo>
                  <a:pt x="1835417" y="86899"/>
                  <a:pt x="1837685" y="86491"/>
                  <a:pt x="1839640" y="85674"/>
                </a:cubicBezTo>
                <a:cubicBezTo>
                  <a:pt x="1841592" y="84856"/>
                  <a:pt x="1843272" y="83970"/>
                  <a:pt x="1844678" y="83019"/>
                </a:cubicBezTo>
                <a:cubicBezTo>
                  <a:pt x="1846132" y="82019"/>
                  <a:pt x="1847335" y="81133"/>
                  <a:pt x="1848287" y="80361"/>
                </a:cubicBezTo>
                <a:cubicBezTo>
                  <a:pt x="1849287" y="79544"/>
                  <a:pt x="1850058" y="79136"/>
                  <a:pt x="1850604" y="79136"/>
                </a:cubicBezTo>
                <a:cubicBezTo>
                  <a:pt x="1850921" y="79136"/>
                  <a:pt x="1851193" y="79227"/>
                  <a:pt x="1851421" y="79410"/>
                </a:cubicBezTo>
                <a:cubicBezTo>
                  <a:pt x="1851647" y="79590"/>
                  <a:pt x="1851830" y="79907"/>
                  <a:pt x="1851964" y="80361"/>
                </a:cubicBezTo>
                <a:cubicBezTo>
                  <a:pt x="1852147" y="80770"/>
                  <a:pt x="1852262" y="81316"/>
                  <a:pt x="1852307" y="81996"/>
                </a:cubicBezTo>
                <a:cubicBezTo>
                  <a:pt x="1852396" y="82633"/>
                  <a:pt x="1852442" y="83405"/>
                  <a:pt x="1852442" y="84313"/>
                </a:cubicBezTo>
                <a:close/>
                <a:moveTo>
                  <a:pt x="1899230" y="89148"/>
                </a:moveTo>
                <a:cubicBezTo>
                  <a:pt x="1899230" y="90466"/>
                  <a:pt x="1899139" y="91509"/>
                  <a:pt x="1898959" y="92280"/>
                </a:cubicBezTo>
                <a:cubicBezTo>
                  <a:pt x="1898776" y="93052"/>
                  <a:pt x="1898504" y="93620"/>
                  <a:pt x="1898142" y="93983"/>
                </a:cubicBezTo>
                <a:cubicBezTo>
                  <a:pt x="1897776" y="94346"/>
                  <a:pt x="1897233" y="94686"/>
                  <a:pt x="1896507" y="95003"/>
                </a:cubicBezTo>
                <a:cubicBezTo>
                  <a:pt x="1895778" y="95323"/>
                  <a:pt x="1894938" y="95572"/>
                  <a:pt x="1893987" y="95755"/>
                </a:cubicBezTo>
                <a:cubicBezTo>
                  <a:pt x="1893078" y="95981"/>
                  <a:pt x="1892101" y="96163"/>
                  <a:pt x="1891058" y="96298"/>
                </a:cubicBezTo>
                <a:cubicBezTo>
                  <a:pt x="1890012" y="96435"/>
                  <a:pt x="1888969" y="96503"/>
                  <a:pt x="1887926" y="96503"/>
                </a:cubicBezTo>
                <a:cubicBezTo>
                  <a:pt x="1884746" y="96503"/>
                  <a:pt x="1882022" y="96095"/>
                  <a:pt x="1879754" y="95278"/>
                </a:cubicBezTo>
                <a:cubicBezTo>
                  <a:pt x="1877482" y="94415"/>
                  <a:pt x="1875622" y="93143"/>
                  <a:pt x="1874167" y="91463"/>
                </a:cubicBezTo>
                <a:cubicBezTo>
                  <a:pt x="1872715" y="89737"/>
                  <a:pt x="1871647" y="87582"/>
                  <a:pt x="1870967" y="84993"/>
                </a:cubicBezTo>
                <a:cubicBezTo>
                  <a:pt x="1870332" y="82359"/>
                  <a:pt x="1870012" y="79273"/>
                  <a:pt x="1870012" y="75732"/>
                </a:cubicBezTo>
                <a:lnTo>
                  <a:pt x="1870012" y="39908"/>
                </a:lnTo>
                <a:lnTo>
                  <a:pt x="1861431" y="39908"/>
                </a:lnTo>
                <a:cubicBezTo>
                  <a:pt x="1860751" y="39908"/>
                  <a:pt x="1860205" y="39545"/>
                  <a:pt x="1859797" y="38819"/>
                </a:cubicBezTo>
                <a:cubicBezTo>
                  <a:pt x="1859388" y="38093"/>
                  <a:pt x="1859185" y="36910"/>
                  <a:pt x="1859185" y="35276"/>
                </a:cubicBezTo>
                <a:cubicBezTo>
                  <a:pt x="1859185" y="34416"/>
                  <a:pt x="1859231" y="33687"/>
                  <a:pt x="1859320" y="33098"/>
                </a:cubicBezTo>
                <a:cubicBezTo>
                  <a:pt x="1859457" y="32507"/>
                  <a:pt x="1859617" y="32030"/>
                  <a:pt x="1859797" y="31667"/>
                </a:cubicBezTo>
                <a:cubicBezTo>
                  <a:pt x="1859980" y="31258"/>
                  <a:pt x="1860205" y="30987"/>
                  <a:pt x="1860480" y="30850"/>
                </a:cubicBezTo>
                <a:cubicBezTo>
                  <a:pt x="1860797" y="30670"/>
                  <a:pt x="1861137" y="30578"/>
                  <a:pt x="1861500" y="30578"/>
                </a:cubicBezTo>
                <a:lnTo>
                  <a:pt x="1870012" y="30578"/>
                </a:lnTo>
                <a:lnTo>
                  <a:pt x="1870012" y="16005"/>
                </a:lnTo>
                <a:cubicBezTo>
                  <a:pt x="1870012" y="15685"/>
                  <a:pt x="1870081" y="15390"/>
                  <a:pt x="1870218" y="15119"/>
                </a:cubicBezTo>
                <a:cubicBezTo>
                  <a:pt x="1870398" y="14845"/>
                  <a:pt x="1870695" y="14619"/>
                  <a:pt x="1871104" y="14436"/>
                </a:cubicBezTo>
                <a:cubicBezTo>
                  <a:pt x="1871558" y="14210"/>
                  <a:pt x="1872147" y="14050"/>
                  <a:pt x="1872873" y="13962"/>
                </a:cubicBezTo>
                <a:cubicBezTo>
                  <a:pt x="1873601" y="13870"/>
                  <a:pt x="1874507" y="13825"/>
                  <a:pt x="1875599" y="13825"/>
                </a:cubicBezTo>
                <a:cubicBezTo>
                  <a:pt x="1876733" y="13825"/>
                  <a:pt x="1877665" y="13870"/>
                  <a:pt x="1878390" y="13962"/>
                </a:cubicBezTo>
                <a:cubicBezTo>
                  <a:pt x="1879116" y="14050"/>
                  <a:pt x="1879685" y="14210"/>
                  <a:pt x="1880094" y="14436"/>
                </a:cubicBezTo>
                <a:cubicBezTo>
                  <a:pt x="1880502" y="14619"/>
                  <a:pt x="1880796" y="14845"/>
                  <a:pt x="1880979" y="15119"/>
                </a:cubicBezTo>
                <a:cubicBezTo>
                  <a:pt x="1881159" y="15390"/>
                  <a:pt x="1881251" y="15685"/>
                  <a:pt x="1881251" y="16005"/>
                </a:cubicBezTo>
                <a:lnTo>
                  <a:pt x="1881251" y="30578"/>
                </a:lnTo>
                <a:lnTo>
                  <a:pt x="1896981" y="30578"/>
                </a:lnTo>
                <a:cubicBezTo>
                  <a:pt x="1897347" y="30578"/>
                  <a:pt x="1897664" y="30670"/>
                  <a:pt x="1897936" y="30850"/>
                </a:cubicBezTo>
                <a:cubicBezTo>
                  <a:pt x="1898207" y="30987"/>
                  <a:pt x="1898436" y="31258"/>
                  <a:pt x="1898616" y="31667"/>
                </a:cubicBezTo>
                <a:cubicBezTo>
                  <a:pt x="1898844" y="32030"/>
                  <a:pt x="1899002" y="32507"/>
                  <a:pt x="1899093" y="33098"/>
                </a:cubicBezTo>
                <a:cubicBezTo>
                  <a:pt x="1899185" y="33687"/>
                  <a:pt x="1899230" y="34416"/>
                  <a:pt x="1899230" y="35276"/>
                </a:cubicBezTo>
                <a:cubicBezTo>
                  <a:pt x="1899230" y="36910"/>
                  <a:pt x="1899024" y="38093"/>
                  <a:pt x="1898616" y="38819"/>
                </a:cubicBezTo>
                <a:cubicBezTo>
                  <a:pt x="1898207" y="39545"/>
                  <a:pt x="1897664" y="39908"/>
                  <a:pt x="1896981" y="39908"/>
                </a:cubicBezTo>
                <a:lnTo>
                  <a:pt x="1881251" y="39908"/>
                </a:lnTo>
                <a:lnTo>
                  <a:pt x="1881251" y="74098"/>
                </a:lnTo>
                <a:cubicBezTo>
                  <a:pt x="1881251" y="78318"/>
                  <a:pt x="1881862" y="81519"/>
                  <a:pt x="1883088" y="83699"/>
                </a:cubicBezTo>
                <a:cubicBezTo>
                  <a:pt x="1884360" y="85834"/>
                  <a:pt x="1886609" y="86899"/>
                  <a:pt x="1889832" y="86899"/>
                </a:cubicBezTo>
                <a:cubicBezTo>
                  <a:pt x="1890875" y="86899"/>
                  <a:pt x="1891806" y="86811"/>
                  <a:pt x="1892624" y="86628"/>
                </a:cubicBezTo>
                <a:cubicBezTo>
                  <a:pt x="1893441" y="86402"/>
                  <a:pt x="1894167" y="86174"/>
                  <a:pt x="1894804" y="85948"/>
                </a:cubicBezTo>
                <a:cubicBezTo>
                  <a:pt x="1895438" y="85719"/>
                  <a:pt x="1895984" y="85516"/>
                  <a:pt x="1896438" y="85334"/>
                </a:cubicBezTo>
                <a:cubicBezTo>
                  <a:pt x="1896893" y="85108"/>
                  <a:pt x="1897301" y="84993"/>
                  <a:pt x="1897664" y="84993"/>
                </a:cubicBezTo>
                <a:cubicBezTo>
                  <a:pt x="1897890" y="84993"/>
                  <a:pt x="1898096" y="85062"/>
                  <a:pt x="1898276" y="85196"/>
                </a:cubicBezTo>
                <a:cubicBezTo>
                  <a:pt x="1898504" y="85288"/>
                  <a:pt x="1898662" y="85494"/>
                  <a:pt x="1898753" y="85811"/>
                </a:cubicBezTo>
                <a:cubicBezTo>
                  <a:pt x="1898890" y="86128"/>
                  <a:pt x="1899002" y="86559"/>
                  <a:pt x="1899093" y="87105"/>
                </a:cubicBezTo>
                <a:cubicBezTo>
                  <a:pt x="1899185" y="87648"/>
                  <a:pt x="1899230" y="88331"/>
                  <a:pt x="1899230" y="89148"/>
                </a:cubicBezTo>
                <a:close/>
                <a:moveTo>
                  <a:pt x="2002000" y="62179"/>
                </a:moveTo>
                <a:cubicBezTo>
                  <a:pt x="2002000" y="67491"/>
                  <a:pt x="2001409" y="72280"/>
                  <a:pt x="2000229" y="76550"/>
                </a:cubicBezTo>
                <a:cubicBezTo>
                  <a:pt x="1999094" y="80770"/>
                  <a:pt x="1997391" y="84379"/>
                  <a:pt x="1995122" y="87377"/>
                </a:cubicBezTo>
                <a:cubicBezTo>
                  <a:pt x="1992896" y="90374"/>
                  <a:pt x="1990150" y="92666"/>
                  <a:pt x="1986881" y="94255"/>
                </a:cubicBezTo>
                <a:cubicBezTo>
                  <a:pt x="1983612" y="95843"/>
                  <a:pt x="1979866" y="96638"/>
                  <a:pt x="1975643" y="96638"/>
                </a:cubicBezTo>
                <a:cubicBezTo>
                  <a:pt x="1973691" y="96638"/>
                  <a:pt x="1971874" y="96435"/>
                  <a:pt x="1970196" y="96026"/>
                </a:cubicBezTo>
                <a:cubicBezTo>
                  <a:pt x="1968562" y="95663"/>
                  <a:pt x="1966947" y="95049"/>
                  <a:pt x="1965358" y="94186"/>
                </a:cubicBezTo>
                <a:cubicBezTo>
                  <a:pt x="1963770" y="93326"/>
                  <a:pt x="1962181" y="92234"/>
                  <a:pt x="1960592" y="90917"/>
                </a:cubicBezTo>
                <a:cubicBezTo>
                  <a:pt x="1959003" y="89603"/>
                  <a:pt x="1957323" y="88014"/>
                  <a:pt x="1955552" y="86151"/>
                </a:cubicBezTo>
                <a:lnTo>
                  <a:pt x="1955552" y="93643"/>
                </a:lnTo>
                <a:cubicBezTo>
                  <a:pt x="1955552" y="94006"/>
                  <a:pt x="1955460" y="94323"/>
                  <a:pt x="1955280" y="94595"/>
                </a:cubicBezTo>
                <a:cubicBezTo>
                  <a:pt x="1955097" y="94869"/>
                  <a:pt x="1954803" y="95095"/>
                  <a:pt x="1954394" y="95278"/>
                </a:cubicBezTo>
                <a:cubicBezTo>
                  <a:pt x="1953986" y="95412"/>
                  <a:pt x="1953463" y="95526"/>
                  <a:pt x="1952828" y="95618"/>
                </a:cubicBezTo>
                <a:cubicBezTo>
                  <a:pt x="1952237" y="95709"/>
                  <a:pt x="1951465" y="95755"/>
                  <a:pt x="1950514" y="95755"/>
                </a:cubicBezTo>
                <a:cubicBezTo>
                  <a:pt x="1949605" y="95755"/>
                  <a:pt x="1948834" y="95709"/>
                  <a:pt x="1948196" y="95618"/>
                </a:cubicBezTo>
                <a:cubicBezTo>
                  <a:pt x="1947562" y="95526"/>
                  <a:pt x="1947039" y="95412"/>
                  <a:pt x="1946630" y="95278"/>
                </a:cubicBezTo>
                <a:cubicBezTo>
                  <a:pt x="1946222" y="95095"/>
                  <a:pt x="1945950" y="94869"/>
                  <a:pt x="1945813" y="94595"/>
                </a:cubicBezTo>
                <a:cubicBezTo>
                  <a:pt x="1945676" y="94323"/>
                  <a:pt x="1945610" y="94006"/>
                  <a:pt x="1945610" y="93643"/>
                </a:cubicBezTo>
                <a:lnTo>
                  <a:pt x="1945610" y="2655"/>
                </a:lnTo>
                <a:cubicBezTo>
                  <a:pt x="1945610" y="2292"/>
                  <a:pt x="1945676" y="1975"/>
                  <a:pt x="1945813" y="1700"/>
                </a:cubicBezTo>
                <a:cubicBezTo>
                  <a:pt x="1945996" y="1429"/>
                  <a:pt x="1946290" y="1203"/>
                  <a:pt x="1946699" y="1020"/>
                </a:cubicBezTo>
                <a:cubicBezTo>
                  <a:pt x="1947153" y="840"/>
                  <a:pt x="1947742" y="703"/>
                  <a:pt x="1948471" y="612"/>
                </a:cubicBezTo>
                <a:cubicBezTo>
                  <a:pt x="1949196" y="520"/>
                  <a:pt x="1950105" y="474"/>
                  <a:pt x="1951194" y="474"/>
                </a:cubicBezTo>
                <a:cubicBezTo>
                  <a:pt x="1952328" y="474"/>
                  <a:pt x="1953260" y="520"/>
                  <a:pt x="1953986" y="612"/>
                </a:cubicBezTo>
                <a:cubicBezTo>
                  <a:pt x="1954711" y="703"/>
                  <a:pt x="1955280" y="840"/>
                  <a:pt x="1955689" y="1020"/>
                </a:cubicBezTo>
                <a:cubicBezTo>
                  <a:pt x="1956097" y="1203"/>
                  <a:pt x="1956392" y="1429"/>
                  <a:pt x="1956575" y="1700"/>
                </a:cubicBezTo>
                <a:cubicBezTo>
                  <a:pt x="1956755" y="1975"/>
                  <a:pt x="1956846" y="2292"/>
                  <a:pt x="1956846" y="2655"/>
                </a:cubicBezTo>
                <a:lnTo>
                  <a:pt x="1956846" y="39362"/>
                </a:lnTo>
                <a:cubicBezTo>
                  <a:pt x="1958663" y="37502"/>
                  <a:pt x="1960409" y="35936"/>
                  <a:pt x="1962090" y="34664"/>
                </a:cubicBezTo>
                <a:cubicBezTo>
                  <a:pt x="1963815" y="33393"/>
                  <a:pt x="1965496" y="32373"/>
                  <a:pt x="1967130" y="31598"/>
                </a:cubicBezTo>
                <a:cubicBezTo>
                  <a:pt x="1968765" y="30781"/>
                  <a:pt x="1970399" y="30192"/>
                  <a:pt x="1972034" y="29829"/>
                </a:cubicBezTo>
                <a:cubicBezTo>
                  <a:pt x="1973668" y="29467"/>
                  <a:pt x="1975394" y="29284"/>
                  <a:pt x="1977209" y="29284"/>
                </a:cubicBezTo>
                <a:cubicBezTo>
                  <a:pt x="1981661" y="29284"/>
                  <a:pt x="1985450" y="30169"/>
                  <a:pt x="1988584" y="31941"/>
                </a:cubicBezTo>
                <a:cubicBezTo>
                  <a:pt x="1991762" y="33710"/>
                  <a:pt x="1994328" y="36093"/>
                  <a:pt x="1996280" y="39091"/>
                </a:cubicBezTo>
                <a:cubicBezTo>
                  <a:pt x="1998277" y="42042"/>
                  <a:pt x="1999729" y="45514"/>
                  <a:pt x="2000637" y="49512"/>
                </a:cubicBezTo>
                <a:cubicBezTo>
                  <a:pt x="2001546" y="53507"/>
                  <a:pt x="2002000" y="57730"/>
                  <a:pt x="2002000" y="62179"/>
                </a:cubicBezTo>
                <a:close/>
                <a:moveTo>
                  <a:pt x="1990150" y="63474"/>
                </a:moveTo>
                <a:cubicBezTo>
                  <a:pt x="1990150" y="60339"/>
                  <a:pt x="1989899" y="57299"/>
                  <a:pt x="1989402" y="54347"/>
                </a:cubicBezTo>
                <a:cubicBezTo>
                  <a:pt x="1988947" y="51395"/>
                  <a:pt x="1988130" y="48783"/>
                  <a:pt x="1986950" y="46514"/>
                </a:cubicBezTo>
                <a:cubicBezTo>
                  <a:pt x="1985767" y="44246"/>
                  <a:pt x="1984201" y="42428"/>
                  <a:pt x="1982249" y="41065"/>
                </a:cubicBezTo>
                <a:cubicBezTo>
                  <a:pt x="1980298" y="39659"/>
                  <a:pt x="1977869" y="38953"/>
                  <a:pt x="1974963" y="38953"/>
                </a:cubicBezTo>
                <a:cubicBezTo>
                  <a:pt x="1973508" y="38953"/>
                  <a:pt x="1972079" y="39159"/>
                  <a:pt x="1970671" y="39568"/>
                </a:cubicBezTo>
                <a:cubicBezTo>
                  <a:pt x="1969265" y="39976"/>
                  <a:pt x="1967833" y="40657"/>
                  <a:pt x="1966381" y="41611"/>
                </a:cubicBezTo>
                <a:cubicBezTo>
                  <a:pt x="1964927" y="42565"/>
                  <a:pt x="1963407" y="43791"/>
                  <a:pt x="1961818" y="45289"/>
                </a:cubicBezTo>
                <a:cubicBezTo>
                  <a:pt x="1960275" y="46786"/>
                  <a:pt x="1958618" y="48672"/>
                  <a:pt x="1956846" y="50941"/>
                </a:cubicBezTo>
                <a:lnTo>
                  <a:pt x="1956846" y="75389"/>
                </a:lnTo>
                <a:cubicBezTo>
                  <a:pt x="1959935" y="79158"/>
                  <a:pt x="1962884" y="82042"/>
                  <a:pt x="1965701" y="84039"/>
                </a:cubicBezTo>
                <a:cubicBezTo>
                  <a:pt x="1968516" y="85994"/>
                  <a:pt x="1971442" y="86968"/>
                  <a:pt x="1974485" y="86968"/>
                </a:cubicBezTo>
                <a:cubicBezTo>
                  <a:pt x="1977300" y="86968"/>
                  <a:pt x="1979706" y="86288"/>
                  <a:pt x="1981703" y="84925"/>
                </a:cubicBezTo>
                <a:cubicBezTo>
                  <a:pt x="1983704" y="83562"/>
                  <a:pt x="1985315" y="81770"/>
                  <a:pt x="1986541" y="79544"/>
                </a:cubicBezTo>
                <a:cubicBezTo>
                  <a:pt x="1987810" y="77275"/>
                  <a:pt x="1988719" y="74755"/>
                  <a:pt x="1989264" y="71986"/>
                </a:cubicBezTo>
                <a:cubicBezTo>
                  <a:pt x="1989853" y="69172"/>
                  <a:pt x="1990150" y="66334"/>
                  <a:pt x="1990150" y="63474"/>
                </a:cubicBezTo>
                <a:close/>
                <a:moveTo>
                  <a:pt x="2071397" y="93643"/>
                </a:moveTo>
                <a:cubicBezTo>
                  <a:pt x="2071397" y="94006"/>
                  <a:pt x="2071306" y="94323"/>
                  <a:pt x="2071126" y="94595"/>
                </a:cubicBezTo>
                <a:cubicBezTo>
                  <a:pt x="2070989" y="94823"/>
                  <a:pt x="2070717" y="95026"/>
                  <a:pt x="2070309" y="95209"/>
                </a:cubicBezTo>
                <a:cubicBezTo>
                  <a:pt x="2069900" y="95392"/>
                  <a:pt x="2069354" y="95526"/>
                  <a:pt x="2068674" y="95618"/>
                </a:cubicBezTo>
                <a:cubicBezTo>
                  <a:pt x="2068037" y="95709"/>
                  <a:pt x="2067243" y="95755"/>
                  <a:pt x="2066291" y="95755"/>
                </a:cubicBezTo>
                <a:cubicBezTo>
                  <a:pt x="2065245" y="95755"/>
                  <a:pt x="2064382" y="95709"/>
                  <a:pt x="2063702" y="95618"/>
                </a:cubicBezTo>
                <a:cubicBezTo>
                  <a:pt x="2063068" y="95526"/>
                  <a:pt x="2062545" y="95392"/>
                  <a:pt x="2062136" y="95209"/>
                </a:cubicBezTo>
                <a:cubicBezTo>
                  <a:pt x="2061773" y="95026"/>
                  <a:pt x="2061522" y="94823"/>
                  <a:pt x="2061388" y="94595"/>
                </a:cubicBezTo>
                <a:cubicBezTo>
                  <a:pt x="2061250" y="94323"/>
                  <a:pt x="2061182" y="94006"/>
                  <a:pt x="2061182" y="93643"/>
                </a:cubicBezTo>
                <a:lnTo>
                  <a:pt x="2061182" y="85539"/>
                </a:lnTo>
                <a:cubicBezTo>
                  <a:pt x="2057687" y="89397"/>
                  <a:pt x="2054235" y="92212"/>
                  <a:pt x="2050829" y="93983"/>
                </a:cubicBezTo>
                <a:cubicBezTo>
                  <a:pt x="2047426" y="95755"/>
                  <a:pt x="2043974" y="96638"/>
                  <a:pt x="2040479" y="96638"/>
                </a:cubicBezTo>
                <a:cubicBezTo>
                  <a:pt x="2036393" y="96638"/>
                  <a:pt x="2032941" y="95958"/>
                  <a:pt x="2030127" y="94595"/>
                </a:cubicBezTo>
                <a:cubicBezTo>
                  <a:pt x="2027358" y="93235"/>
                  <a:pt x="2025109" y="91394"/>
                  <a:pt x="2023386" y="89080"/>
                </a:cubicBezTo>
                <a:cubicBezTo>
                  <a:pt x="2021660" y="86719"/>
                  <a:pt x="2020411" y="83993"/>
                  <a:pt x="2019640" y="80907"/>
                </a:cubicBezTo>
                <a:cubicBezTo>
                  <a:pt x="2018914" y="77775"/>
                  <a:pt x="2018548" y="73984"/>
                  <a:pt x="2018548" y="69534"/>
                </a:cubicBezTo>
                <a:lnTo>
                  <a:pt x="2018548" y="32350"/>
                </a:lnTo>
                <a:cubicBezTo>
                  <a:pt x="2018548" y="31984"/>
                  <a:pt x="2018617" y="31690"/>
                  <a:pt x="2018754" y="31464"/>
                </a:cubicBezTo>
                <a:cubicBezTo>
                  <a:pt x="2018934" y="31190"/>
                  <a:pt x="2019254" y="30964"/>
                  <a:pt x="2019708" y="30781"/>
                </a:cubicBezTo>
                <a:cubicBezTo>
                  <a:pt x="2020160" y="30555"/>
                  <a:pt x="2020751" y="30418"/>
                  <a:pt x="2021477" y="30372"/>
                </a:cubicBezTo>
                <a:cubicBezTo>
                  <a:pt x="2022203" y="30284"/>
                  <a:pt x="2023111" y="30238"/>
                  <a:pt x="2024203" y="30238"/>
                </a:cubicBezTo>
                <a:cubicBezTo>
                  <a:pt x="2025292" y="30238"/>
                  <a:pt x="2026200" y="30284"/>
                  <a:pt x="2026926" y="30372"/>
                </a:cubicBezTo>
                <a:cubicBezTo>
                  <a:pt x="2027652" y="30418"/>
                  <a:pt x="2028221" y="30555"/>
                  <a:pt x="2028629" y="30781"/>
                </a:cubicBezTo>
                <a:cubicBezTo>
                  <a:pt x="2029084" y="30964"/>
                  <a:pt x="2029401" y="31190"/>
                  <a:pt x="2029581" y="31464"/>
                </a:cubicBezTo>
                <a:cubicBezTo>
                  <a:pt x="2029764" y="31690"/>
                  <a:pt x="2029855" y="31984"/>
                  <a:pt x="2029855" y="32350"/>
                </a:cubicBezTo>
                <a:lnTo>
                  <a:pt x="2029855" y="68034"/>
                </a:lnTo>
                <a:cubicBezTo>
                  <a:pt x="2029855" y="71623"/>
                  <a:pt x="2030104" y="74506"/>
                  <a:pt x="2030604" y="76684"/>
                </a:cubicBezTo>
                <a:cubicBezTo>
                  <a:pt x="2031150" y="78818"/>
                  <a:pt x="2031944" y="80659"/>
                  <a:pt x="2032987" y="82202"/>
                </a:cubicBezTo>
                <a:cubicBezTo>
                  <a:pt x="2034076" y="83699"/>
                  <a:pt x="2035439" y="84879"/>
                  <a:pt x="2037073" y="85742"/>
                </a:cubicBezTo>
                <a:cubicBezTo>
                  <a:pt x="2038708" y="86559"/>
                  <a:pt x="2040614" y="86968"/>
                  <a:pt x="2042794" y="86968"/>
                </a:cubicBezTo>
                <a:cubicBezTo>
                  <a:pt x="2045609" y="86968"/>
                  <a:pt x="2048400" y="85971"/>
                  <a:pt x="2051172" y="83970"/>
                </a:cubicBezTo>
                <a:cubicBezTo>
                  <a:pt x="2053987" y="81973"/>
                  <a:pt x="2056961" y="79044"/>
                  <a:pt x="2060093" y="75187"/>
                </a:cubicBezTo>
                <a:lnTo>
                  <a:pt x="2060093" y="32350"/>
                </a:lnTo>
                <a:cubicBezTo>
                  <a:pt x="2060093" y="31984"/>
                  <a:pt x="2060162" y="31690"/>
                  <a:pt x="2060296" y="31464"/>
                </a:cubicBezTo>
                <a:cubicBezTo>
                  <a:pt x="2060479" y="31190"/>
                  <a:pt x="2060796" y="30964"/>
                  <a:pt x="2061250" y="30781"/>
                </a:cubicBezTo>
                <a:cubicBezTo>
                  <a:pt x="2061705" y="30555"/>
                  <a:pt x="2062273" y="30418"/>
                  <a:pt x="2062954" y="30372"/>
                </a:cubicBezTo>
                <a:cubicBezTo>
                  <a:pt x="2063679" y="30284"/>
                  <a:pt x="2064611" y="30238"/>
                  <a:pt x="2065745" y="30238"/>
                </a:cubicBezTo>
                <a:cubicBezTo>
                  <a:pt x="2066834" y="30238"/>
                  <a:pt x="2067743" y="30284"/>
                  <a:pt x="2068469" y="30372"/>
                </a:cubicBezTo>
                <a:cubicBezTo>
                  <a:pt x="2069197" y="30418"/>
                  <a:pt x="2069763" y="30555"/>
                  <a:pt x="2070172" y="30781"/>
                </a:cubicBezTo>
                <a:cubicBezTo>
                  <a:pt x="2070580" y="30964"/>
                  <a:pt x="2070877" y="31190"/>
                  <a:pt x="2071057" y="31464"/>
                </a:cubicBezTo>
                <a:cubicBezTo>
                  <a:pt x="2071286" y="31690"/>
                  <a:pt x="2071397" y="31984"/>
                  <a:pt x="2071397" y="32350"/>
                </a:cubicBezTo>
                <a:lnTo>
                  <a:pt x="2071397" y="93643"/>
                </a:lnTo>
                <a:close/>
                <a:moveTo>
                  <a:pt x="2103407" y="93643"/>
                </a:moveTo>
                <a:cubicBezTo>
                  <a:pt x="2103407" y="94006"/>
                  <a:pt x="2103316" y="94323"/>
                  <a:pt x="2103136" y="94595"/>
                </a:cubicBezTo>
                <a:cubicBezTo>
                  <a:pt x="2102953" y="94823"/>
                  <a:pt x="2102659" y="95026"/>
                  <a:pt x="2102250" y="95209"/>
                </a:cubicBezTo>
                <a:cubicBezTo>
                  <a:pt x="2101841" y="95392"/>
                  <a:pt x="2101273" y="95526"/>
                  <a:pt x="2100547" y="95618"/>
                </a:cubicBezTo>
                <a:cubicBezTo>
                  <a:pt x="2099821" y="95709"/>
                  <a:pt x="2098889" y="95755"/>
                  <a:pt x="2097755" y="95755"/>
                </a:cubicBezTo>
                <a:cubicBezTo>
                  <a:pt x="2096666" y="95755"/>
                  <a:pt x="2095758" y="95709"/>
                  <a:pt x="2095032" y="95618"/>
                </a:cubicBezTo>
                <a:cubicBezTo>
                  <a:pt x="2094303" y="95526"/>
                  <a:pt x="2093715" y="95392"/>
                  <a:pt x="2093260" y="95209"/>
                </a:cubicBezTo>
                <a:cubicBezTo>
                  <a:pt x="2092852" y="95026"/>
                  <a:pt x="2092557" y="94823"/>
                  <a:pt x="2092374" y="94595"/>
                </a:cubicBezTo>
                <a:cubicBezTo>
                  <a:pt x="2092237" y="94323"/>
                  <a:pt x="2092169" y="94006"/>
                  <a:pt x="2092169" y="93643"/>
                </a:cubicBezTo>
                <a:lnTo>
                  <a:pt x="2092169" y="32350"/>
                </a:lnTo>
                <a:cubicBezTo>
                  <a:pt x="2092169" y="32030"/>
                  <a:pt x="2092237" y="31735"/>
                  <a:pt x="2092374" y="31464"/>
                </a:cubicBezTo>
                <a:cubicBezTo>
                  <a:pt x="2092557" y="31190"/>
                  <a:pt x="2092852" y="30964"/>
                  <a:pt x="2093260" y="30781"/>
                </a:cubicBezTo>
                <a:cubicBezTo>
                  <a:pt x="2093715" y="30601"/>
                  <a:pt x="2094303" y="30464"/>
                  <a:pt x="2095032" y="30372"/>
                </a:cubicBezTo>
                <a:cubicBezTo>
                  <a:pt x="2095758" y="30284"/>
                  <a:pt x="2096666" y="30238"/>
                  <a:pt x="2097755" y="30238"/>
                </a:cubicBezTo>
                <a:cubicBezTo>
                  <a:pt x="2098889" y="30238"/>
                  <a:pt x="2099821" y="30284"/>
                  <a:pt x="2100547" y="30372"/>
                </a:cubicBezTo>
                <a:cubicBezTo>
                  <a:pt x="2101273" y="30464"/>
                  <a:pt x="2101841" y="30601"/>
                  <a:pt x="2102250" y="30781"/>
                </a:cubicBezTo>
                <a:cubicBezTo>
                  <a:pt x="2102659" y="30964"/>
                  <a:pt x="2102953" y="31190"/>
                  <a:pt x="2103136" y="31464"/>
                </a:cubicBezTo>
                <a:cubicBezTo>
                  <a:pt x="2103316" y="31735"/>
                  <a:pt x="2103407" y="32030"/>
                  <a:pt x="2103407" y="32350"/>
                </a:cubicBezTo>
                <a:lnTo>
                  <a:pt x="2103407" y="93643"/>
                </a:lnTo>
                <a:close/>
                <a:moveTo>
                  <a:pt x="2104702" y="11644"/>
                </a:moveTo>
                <a:cubicBezTo>
                  <a:pt x="2104702" y="14279"/>
                  <a:pt x="2104202" y="16071"/>
                  <a:pt x="2103204" y="17025"/>
                </a:cubicBezTo>
                <a:cubicBezTo>
                  <a:pt x="2102204" y="17979"/>
                  <a:pt x="2100364" y="18457"/>
                  <a:pt x="2097686" y="18457"/>
                </a:cubicBezTo>
                <a:cubicBezTo>
                  <a:pt x="2095052" y="18457"/>
                  <a:pt x="2093237" y="18002"/>
                  <a:pt x="2092237" y="17094"/>
                </a:cubicBezTo>
                <a:cubicBezTo>
                  <a:pt x="2091286" y="16139"/>
                  <a:pt x="2090808" y="14370"/>
                  <a:pt x="2090808" y="11781"/>
                </a:cubicBezTo>
                <a:cubicBezTo>
                  <a:pt x="2090808" y="9147"/>
                  <a:pt x="2091309" y="7355"/>
                  <a:pt x="2092306" y="6401"/>
                </a:cubicBezTo>
                <a:cubicBezTo>
                  <a:pt x="2093306" y="5446"/>
                  <a:pt x="2095143" y="4969"/>
                  <a:pt x="2097824" y="4969"/>
                </a:cubicBezTo>
                <a:cubicBezTo>
                  <a:pt x="2100455" y="4969"/>
                  <a:pt x="2102250" y="5446"/>
                  <a:pt x="2103204" y="6401"/>
                </a:cubicBezTo>
                <a:cubicBezTo>
                  <a:pt x="2104202" y="7309"/>
                  <a:pt x="2104702" y="9055"/>
                  <a:pt x="2104702" y="11644"/>
                </a:cubicBezTo>
                <a:close/>
                <a:moveTo>
                  <a:pt x="2135417" y="93643"/>
                </a:moveTo>
                <a:cubicBezTo>
                  <a:pt x="2135417" y="94006"/>
                  <a:pt x="2135325" y="94323"/>
                  <a:pt x="2135143" y="94595"/>
                </a:cubicBezTo>
                <a:cubicBezTo>
                  <a:pt x="2134963" y="94823"/>
                  <a:pt x="2134668" y="95026"/>
                  <a:pt x="2134260" y="95209"/>
                </a:cubicBezTo>
                <a:cubicBezTo>
                  <a:pt x="2133851" y="95392"/>
                  <a:pt x="2133282" y="95526"/>
                  <a:pt x="2132557" y="95618"/>
                </a:cubicBezTo>
                <a:cubicBezTo>
                  <a:pt x="2131831" y="95709"/>
                  <a:pt x="2130899" y="95755"/>
                  <a:pt x="2129765" y="95755"/>
                </a:cubicBezTo>
                <a:cubicBezTo>
                  <a:pt x="2128673" y="95755"/>
                  <a:pt x="2127767" y="95709"/>
                  <a:pt x="2127039" y="95618"/>
                </a:cubicBezTo>
                <a:cubicBezTo>
                  <a:pt x="2126313" y="95526"/>
                  <a:pt x="2125724" y="95392"/>
                  <a:pt x="2125270" y="95209"/>
                </a:cubicBezTo>
                <a:cubicBezTo>
                  <a:pt x="2124861" y="95026"/>
                  <a:pt x="2124564" y="94823"/>
                  <a:pt x="2124384" y="94595"/>
                </a:cubicBezTo>
                <a:cubicBezTo>
                  <a:pt x="2124247" y="94323"/>
                  <a:pt x="2124178" y="94006"/>
                  <a:pt x="2124178" y="93643"/>
                </a:cubicBezTo>
                <a:lnTo>
                  <a:pt x="2124178" y="2655"/>
                </a:lnTo>
                <a:cubicBezTo>
                  <a:pt x="2124178" y="2292"/>
                  <a:pt x="2124247" y="1975"/>
                  <a:pt x="2124384" y="1700"/>
                </a:cubicBezTo>
                <a:cubicBezTo>
                  <a:pt x="2124564" y="1429"/>
                  <a:pt x="2124861" y="1203"/>
                  <a:pt x="2125270" y="1020"/>
                </a:cubicBezTo>
                <a:cubicBezTo>
                  <a:pt x="2125721" y="840"/>
                  <a:pt x="2126313" y="703"/>
                  <a:pt x="2127039" y="612"/>
                </a:cubicBezTo>
                <a:cubicBezTo>
                  <a:pt x="2127767" y="520"/>
                  <a:pt x="2128673" y="474"/>
                  <a:pt x="2129765" y="474"/>
                </a:cubicBezTo>
                <a:cubicBezTo>
                  <a:pt x="2130899" y="474"/>
                  <a:pt x="2131831" y="520"/>
                  <a:pt x="2132557" y="612"/>
                </a:cubicBezTo>
                <a:cubicBezTo>
                  <a:pt x="2133282" y="703"/>
                  <a:pt x="2133851" y="840"/>
                  <a:pt x="2134260" y="1020"/>
                </a:cubicBezTo>
                <a:cubicBezTo>
                  <a:pt x="2134668" y="1203"/>
                  <a:pt x="2134963" y="1429"/>
                  <a:pt x="2135143" y="1700"/>
                </a:cubicBezTo>
                <a:cubicBezTo>
                  <a:pt x="2135325" y="1975"/>
                  <a:pt x="2135417" y="2292"/>
                  <a:pt x="2135417" y="2655"/>
                </a:cubicBezTo>
                <a:lnTo>
                  <a:pt x="2135417" y="93643"/>
                </a:lnTo>
                <a:close/>
                <a:moveTo>
                  <a:pt x="2188061" y="89148"/>
                </a:moveTo>
                <a:cubicBezTo>
                  <a:pt x="2188061" y="90466"/>
                  <a:pt x="2187969" y="91509"/>
                  <a:pt x="2187789" y="92280"/>
                </a:cubicBezTo>
                <a:cubicBezTo>
                  <a:pt x="2187606" y="93052"/>
                  <a:pt x="2187335" y="93620"/>
                  <a:pt x="2186972" y="93983"/>
                </a:cubicBezTo>
                <a:cubicBezTo>
                  <a:pt x="2186609" y="94346"/>
                  <a:pt x="2186063" y="94686"/>
                  <a:pt x="2185337" y="95003"/>
                </a:cubicBezTo>
                <a:cubicBezTo>
                  <a:pt x="2184612" y="95323"/>
                  <a:pt x="2183772" y="95572"/>
                  <a:pt x="2182817" y="95755"/>
                </a:cubicBezTo>
                <a:cubicBezTo>
                  <a:pt x="2181908" y="95981"/>
                  <a:pt x="2180934" y="96163"/>
                  <a:pt x="2179888" y="96298"/>
                </a:cubicBezTo>
                <a:cubicBezTo>
                  <a:pt x="2178845" y="96435"/>
                  <a:pt x="2177799" y="96503"/>
                  <a:pt x="2176756" y="96503"/>
                </a:cubicBezTo>
                <a:cubicBezTo>
                  <a:pt x="2173579" y="96503"/>
                  <a:pt x="2170853" y="96095"/>
                  <a:pt x="2168584" y="95278"/>
                </a:cubicBezTo>
                <a:cubicBezTo>
                  <a:pt x="2166312" y="94415"/>
                  <a:pt x="2164452" y="93143"/>
                  <a:pt x="2162997" y="91463"/>
                </a:cubicBezTo>
                <a:cubicBezTo>
                  <a:pt x="2161546" y="89737"/>
                  <a:pt x="2160480" y="87582"/>
                  <a:pt x="2159797" y="84993"/>
                </a:cubicBezTo>
                <a:cubicBezTo>
                  <a:pt x="2159163" y="82359"/>
                  <a:pt x="2158846" y="79273"/>
                  <a:pt x="2158846" y="75732"/>
                </a:cubicBezTo>
                <a:lnTo>
                  <a:pt x="2158846" y="39908"/>
                </a:lnTo>
                <a:lnTo>
                  <a:pt x="2150264" y="39908"/>
                </a:lnTo>
                <a:cubicBezTo>
                  <a:pt x="2149582" y="39908"/>
                  <a:pt x="2149039" y="39545"/>
                  <a:pt x="2148630" y="38819"/>
                </a:cubicBezTo>
                <a:cubicBezTo>
                  <a:pt x="2148221" y="38093"/>
                  <a:pt x="2148016" y="36910"/>
                  <a:pt x="2148016" y="35276"/>
                </a:cubicBezTo>
                <a:cubicBezTo>
                  <a:pt x="2148016" y="34416"/>
                  <a:pt x="2148061" y="33687"/>
                  <a:pt x="2148153" y="33098"/>
                </a:cubicBezTo>
                <a:cubicBezTo>
                  <a:pt x="2148287" y="32507"/>
                  <a:pt x="2148447" y="32030"/>
                  <a:pt x="2148630" y="31667"/>
                </a:cubicBezTo>
                <a:cubicBezTo>
                  <a:pt x="2148810" y="31258"/>
                  <a:pt x="2149039" y="30987"/>
                  <a:pt x="2149310" y="30850"/>
                </a:cubicBezTo>
                <a:cubicBezTo>
                  <a:pt x="2149627" y="30670"/>
                  <a:pt x="2149967" y="30578"/>
                  <a:pt x="2150330" y="30578"/>
                </a:cubicBezTo>
                <a:lnTo>
                  <a:pt x="2158846" y="30578"/>
                </a:lnTo>
                <a:lnTo>
                  <a:pt x="2158846" y="16005"/>
                </a:lnTo>
                <a:cubicBezTo>
                  <a:pt x="2158846" y="15685"/>
                  <a:pt x="2158911" y="15390"/>
                  <a:pt x="2159048" y="15119"/>
                </a:cubicBezTo>
                <a:cubicBezTo>
                  <a:pt x="2159231" y="14845"/>
                  <a:pt x="2159526" y="14619"/>
                  <a:pt x="2159934" y="14436"/>
                </a:cubicBezTo>
                <a:cubicBezTo>
                  <a:pt x="2160389" y="14210"/>
                  <a:pt x="2160977" y="14050"/>
                  <a:pt x="2161706" y="13962"/>
                </a:cubicBezTo>
                <a:cubicBezTo>
                  <a:pt x="2162432" y="13870"/>
                  <a:pt x="2163340" y="13825"/>
                  <a:pt x="2164429" y="13825"/>
                </a:cubicBezTo>
                <a:cubicBezTo>
                  <a:pt x="2165564" y="13825"/>
                  <a:pt x="2166495" y="13870"/>
                  <a:pt x="2167221" y="13962"/>
                </a:cubicBezTo>
                <a:cubicBezTo>
                  <a:pt x="2167947" y="14050"/>
                  <a:pt x="2168515" y="14210"/>
                  <a:pt x="2168924" y="14436"/>
                </a:cubicBezTo>
                <a:cubicBezTo>
                  <a:pt x="2169333" y="14619"/>
                  <a:pt x="2169627" y="14845"/>
                  <a:pt x="2169810" y="15119"/>
                </a:cubicBezTo>
                <a:cubicBezTo>
                  <a:pt x="2169990" y="15390"/>
                  <a:pt x="2170081" y="15685"/>
                  <a:pt x="2170081" y="16005"/>
                </a:cubicBezTo>
                <a:lnTo>
                  <a:pt x="2170081" y="30578"/>
                </a:lnTo>
                <a:lnTo>
                  <a:pt x="2185815" y="30578"/>
                </a:lnTo>
                <a:cubicBezTo>
                  <a:pt x="2186178" y="30578"/>
                  <a:pt x="2186495" y="30670"/>
                  <a:pt x="2186766" y="30850"/>
                </a:cubicBezTo>
                <a:cubicBezTo>
                  <a:pt x="2187040" y="30987"/>
                  <a:pt x="2187266" y="31258"/>
                  <a:pt x="2187449" y="31667"/>
                </a:cubicBezTo>
                <a:cubicBezTo>
                  <a:pt x="2187675" y="32030"/>
                  <a:pt x="2187835" y="32507"/>
                  <a:pt x="2187926" y="33098"/>
                </a:cubicBezTo>
                <a:cubicBezTo>
                  <a:pt x="2188015" y="33687"/>
                  <a:pt x="2188061" y="34416"/>
                  <a:pt x="2188061" y="35276"/>
                </a:cubicBezTo>
                <a:cubicBezTo>
                  <a:pt x="2188061" y="36910"/>
                  <a:pt x="2187858" y="38093"/>
                  <a:pt x="2187449" y="38819"/>
                </a:cubicBezTo>
                <a:cubicBezTo>
                  <a:pt x="2187040" y="39545"/>
                  <a:pt x="2186495" y="39908"/>
                  <a:pt x="2185815" y="39908"/>
                </a:cubicBezTo>
                <a:lnTo>
                  <a:pt x="2170081" y="39908"/>
                </a:lnTo>
                <a:lnTo>
                  <a:pt x="2170081" y="74098"/>
                </a:lnTo>
                <a:cubicBezTo>
                  <a:pt x="2170081" y="78318"/>
                  <a:pt x="2170696" y="81519"/>
                  <a:pt x="2171921" y="83699"/>
                </a:cubicBezTo>
                <a:cubicBezTo>
                  <a:pt x="2173193" y="85834"/>
                  <a:pt x="2175439" y="86899"/>
                  <a:pt x="2178662" y="86899"/>
                </a:cubicBezTo>
                <a:cubicBezTo>
                  <a:pt x="2179708" y="86899"/>
                  <a:pt x="2180637" y="86811"/>
                  <a:pt x="2181454" y="86628"/>
                </a:cubicBezTo>
                <a:cubicBezTo>
                  <a:pt x="2182271" y="86402"/>
                  <a:pt x="2183000" y="86174"/>
                  <a:pt x="2183634" y="85948"/>
                </a:cubicBezTo>
                <a:cubicBezTo>
                  <a:pt x="2184269" y="85719"/>
                  <a:pt x="2184814" y="85516"/>
                  <a:pt x="2185269" y="85334"/>
                </a:cubicBezTo>
                <a:cubicBezTo>
                  <a:pt x="2185723" y="85108"/>
                  <a:pt x="2186132" y="84993"/>
                  <a:pt x="2186495" y="84993"/>
                </a:cubicBezTo>
                <a:cubicBezTo>
                  <a:pt x="2186720" y="84993"/>
                  <a:pt x="2186926" y="85062"/>
                  <a:pt x="2187109" y="85196"/>
                </a:cubicBezTo>
                <a:cubicBezTo>
                  <a:pt x="2187335" y="85288"/>
                  <a:pt x="2187495" y="85494"/>
                  <a:pt x="2187583" y="85811"/>
                </a:cubicBezTo>
                <a:cubicBezTo>
                  <a:pt x="2187721" y="86128"/>
                  <a:pt x="2187835" y="86559"/>
                  <a:pt x="2187926" y="87105"/>
                </a:cubicBezTo>
                <a:cubicBezTo>
                  <a:pt x="2188015" y="87648"/>
                  <a:pt x="2188061" y="88331"/>
                  <a:pt x="2188061" y="89148"/>
                </a:cubicBezTo>
                <a:close/>
                <a:moveTo>
                  <a:pt x="2320183" y="32213"/>
                </a:moveTo>
                <a:cubicBezTo>
                  <a:pt x="2320183" y="32530"/>
                  <a:pt x="2320137" y="32916"/>
                  <a:pt x="2320049" y="33370"/>
                </a:cubicBezTo>
                <a:cubicBezTo>
                  <a:pt x="2319957" y="33824"/>
                  <a:pt x="2319797" y="34393"/>
                  <a:pt x="2319571" y="35073"/>
                </a:cubicBezTo>
                <a:lnTo>
                  <a:pt x="2301523" y="93303"/>
                </a:lnTo>
                <a:cubicBezTo>
                  <a:pt x="2301386" y="93800"/>
                  <a:pt x="2301160" y="94209"/>
                  <a:pt x="2300843" y="94529"/>
                </a:cubicBezTo>
                <a:cubicBezTo>
                  <a:pt x="2300569" y="94846"/>
                  <a:pt x="2300160" y="95095"/>
                  <a:pt x="2299617" y="95278"/>
                </a:cubicBezTo>
                <a:cubicBezTo>
                  <a:pt x="2299117" y="95458"/>
                  <a:pt x="2298414" y="95572"/>
                  <a:pt x="2297506" y="95618"/>
                </a:cubicBezTo>
                <a:cubicBezTo>
                  <a:pt x="2296597" y="95709"/>
                  <a:pt x="2295463" y="95755"/>
                  <a:pt x="2294100" y="95755"/>
                </a:cubicBezTo>
                <a:cubicBezTo>
                  <a:pt x="2292694" y="95755"/>
                  <a:pt x="2291511" y="95709"/>
                  <a:pt x="2290559" y="95618"/>
                </a:cubicBezTo>
                <a:cubicBezTo>
                  <a:pt x="2289605" y="95526"/>
                  <a:pt x="2288833" y="95392"/>
                  <a:pt x="2288242" y="95209"/>
                </a:cubicBezTo>
                <a:cubicBezTo>
                  <a:pt x="2287699" y="95026"/>
                  <a:pt x="2287290" y="94778"/>
                  <a:pt x="2287016" y="94460"/>
                </a:cubicBezTo>
                <a:cubicBezTo>
                  <a:pt x="2286744" y="94143"/>
                  <a:pt x="2286541" y="93757"/>
                  <a:pt x="2286404" y="93303"/>
                </a:cubicBezTo>
                <a:lnTo>
                  <a:pt x="2273531" y="48829"/>
                </a:lnTo>
                <a:lnTo>
                  <a:pt x="2273397" y="48217"/>
                </a:lnTo>
                <a:lnTo>
                  <a:pt x="2273260" y="48829"/>
                </a:lnTo>
                <a:lnTo>
                  <a:pt x="2261341" y="93303"/>
                </a:lnTo>
                <a:cubicBezTo>
                  <a:pt x="2261204" y="93800"/>
                  <a:pt x="2260978" y="94209"/>
                  <a:pt x="2260661" y="94529"/>
                </a:cubicBezTo>
                <a:cubicBezTo>
                  <a:pt x="2260387" y="94846"/>
                  <a:pt x="2259958" y="95095"/>
                  <a:pt x="2259367" y="95278"/>
                </a:cubicBezTo>
                <a:cubicBezTo>
                  <a:pt x="2258775" y="95458"/>
                  <a:pt x="2258004" y="95572"/>
                  <a:pt x="2257052" y="95618"/>
                </a:cubicBezTo>
                <a:cubicBezTo>
                  <a:pt x="2256143" y="95709"/>
                  <a:pt x="2255009" y="95755"/>
                  <a:pt x="2253646" y="95755"/>
                </a:cubicBezTo>
                <a:cubicBezTo>
                  <a:pt x="2252237" y="95755"/>
                  <a:pt x="2251080" y="95709"/>
                  <a:pt x="2250171" y="95618"/>
                </a:cubicBezTo>
                <a:cubicBezTo>
                  <a:pt x="2249311" y="95526"/>
                  <a:pt x="2248582" y="95392"/>
                  <a:pt x="2247994" y="95209"/>
                </a:cubicBezTo>
                <a:cubicBezTo>
                  <a:pt x="2247448" y="95026"/>
                  <a:pt x="2247039" y="94778"/>
                  <a:pt x="2246768" y="94460"/>
                </a:cubicBezTo>
                <a:cubicBezTo>
                  <a:pt x="2246494" y="94143"/>
                  <a:pt x="2246291" y="93757"/>
                  <a:pt x="2246154" y="93303"/>
                </a:cubicBezTo>
                <a:lnTo>
                  <a:pt x="2228243" y="35073"/>
                </a:lnTo>
                <a:cubicBezTo>
                  <a:pt x="2228017" y="34393"/>
                  <a:pt x="2227857" y="33824"/>
                  <a:pt x="2227766" y="33370"/>
                </a:cubicBezTo>
                <a:cubicBezTo>
                  <a:pt x="2227674" y="32916"/>
                  <a:pt x="2227628" y="32530"/>
                  <a:pt x="2227628" y="32213"/>
                </a:cubicBezTo>
                <a:cubicBezTo>
                  <a:pt x="2227628" y="31804"/>
                  <a:pt x="2227720" y="31487"/>
                  <a:pt x="2227903" y="31258"/>
                </a:cubicBezTo>
                <a:cubicBezTo>
                  <a:pt x="2228083" y="30987"/>
                  <a:pt x="2228380" y="30781"/>
                  <a:pt x="2228789" y="30647"/>
                </a:cubicBezTo>
                <a:cubicBezTo>
                  <a:pt x="2229243" y="30464"/>
                  <a:pt x="2229832" y="30350"/>
                  <a:pt x="2230557" y="30307"/>
                </a:cubicBezTo>
                <a:cubicBezTo>
                  <a:pt x="2231286" y="30261"/>
                  <a:pt x="2232169" y="30238"/>
                  <a:pt x="2233215" y="30238"/>
                </a:cubicBezTo>
                <a:cubicBezTo>
                  <a:pt x="2234486" y="30238"/>
                  <a:pt x="2235507" y="30284"/>
                  <a:pt x="2236278" y="30372"/>
                </a:cubicBezTo>
                <a:cubicBezTo>
                  <a:pt x="2237050" y="30418"/>
                  <a:pt x="2237641" y="30532"/>
                  <a:pt x="2238050" y="30715"/>
                </a:cubicBezTo>
                <a:cubicBezTo>
                  <a:pt x="2238458" y="30850"/>
                  <a:pt x="2238753" y="31078"/>
                  <a:pt x="2238936" y="31395"/>
                </a:cubicBezTo>
                <a:cubicBezTo>
                  <a:pt x="2239116" y="31667"/>
                  <a:pt x="2239276" y="32007"/>
                  <a:pt x="2239413" y="32415"/>
                </a:cubicBezTo>
                <a:lnTo>
                  <a:pt x="2254192" y="82950"/>
                </a:lnTo>
                <a:lnTo>
                  <a:pt x="2254326" y="83562"/>
                </a:lnTo>
                <a:lnTo>
                  <a:pt x="2254463" y="82950"/>
                </a:lnTo>
                <a:lnTo>
                  <a:pt x="2268016" y="32415"/>
                </a:lnTo>
                <a:cubicBezTo>
                  <a:pt x="2268108" y="32007"/>
                  <a:pt x="2268242" y="31667"/>
                  <a:pt x="2268425" y="31395"/>
                </a:cubicBezTo>
                <a:cubicBezTo>
                  <a:pt x="2268651" y="31078"/>
                  <a:pt x="2268971" y="30850"/>
                  <a:pt x="2269379" y="30715"/>
                </a:cubicBezTo>
                <a:cubicBezTo>
                  <a:pt x="2269788" y="30532"/>
                  <a:pt x="2270331" y="30418"/>
                  <a:pt x="2271014" y="30372"/>
                </a:cubicBezTo>
                <a:cubicBezTo>
                  <a:pt x="2271740" y="30284"/>
                  <a:pt x="2272671" y="30238"/>
                  <a:pt x="2273806" y="30238"/>
                </a:cubicBezTo>
                <a:cubicBezTo>
                  <a:pt x="2274894" y="30238"/>
                  <a:pt x="2275780" y="30284"/>
                  <a:pt x="2276460" y="30372"/>
                </a:cubicBezTo>
                <a:cubicBezTo>
                  <a:pt x="2277186" y="30418"/>
                  <a:pt x="2277755" y="30532"/>
                  <a:pt x="2278163" y="30715"/>
                </a:cubicBezTo>
                <a:cubicBezTo>
                  <a:pt x="2278572" y="30850"/>
                  <a:pt x="2278866" y="31055"/>
                  <a:pt x="2279049" y="31327"/>
                </a:cubicBezTo>
                <a:cubicBezTo>
                  <a:pt x="2279229" y="31598"/>
                  <a:pt x="2279366" y="31918"/>
                  <a:pt x="2279458" y="32281"/>
                </a:cubicBezTo>
                <a:lnTo>
                  <a:pt x="2294100" y="82950"/>
                </a:lnTo>
                <a:lnTo>
                  <a:pt x="2294237" y="83562"/>
                </a:lnTo>
                <a:lnTo>
                  <a:pt x="2294305" y="82950"/>
                </a:lnTo>
                <a:lnTo>
                  <a:pt x="2308879" y="32415"/>
                </a:lnTo>
                <a:cubicBezTo>
                  <a:pt x="2308970" y="32007"/>
                  <a:pt x="2309104" y="31667"/>
                  <a:pt x="2309287" y="31395"/>
                </a:cubicBezTo>
                <a:cubicBezTo>
                  <a:pt x="2309513" y="31078"/>
                  <a:pt x="2309833" y="30850"/>
                  <a:pt x="2310242" y="30715"/>
                </a:cubicBezTo>
                <a:cubicBezTo>
                  <a:pt x="2310696" y="30532"/>
                  <a:pt x="2311285" y="30418"/>
                  <a:pt x="2312010" y="30372"/>
                </a:cubicBezTo>
                <a:cubicBezTo>
                  <a:pt x="2312782" y="30284"/>
                  <a:pt x="2313759" y="30238"/>
                  <a:pt x="2314939" y="30238"/>
                </a:cubicBezTo>
                <a:cubicBezTo>
                  <a:pt x="2316031" y="30238"/>
                  <a:pt x="2316891" y="30261"/>
                  <a:pt x="2317528" y="30307"/>
                </a:cubicBezTo>
                <a:cubicBezTo>
                  <a:pt x="2318208" y="30350"/>
                  <a:pt x="2318731" y="30464"/>
                  <a:pt x="2319094" y="30647"/>
                </a:cubicBezTo>
                <a:cubicBezTo>
                  <a:pt x="2319503" y="30827"/>
                  <a:pt x="2319774" y="31032"/>
                  <a:pt x="2319911" y="31258"/>
                </a:cubicBezTo>
                <a:cubicBezTo>
                  <a:pt x="2320094" y="31487"/>
                  <a:pt x="2320183" y="31804"/>
                  <a:pt x="2320183" y="32213"/>
                </a:cubicBezTo>
                <a:close/>
                <a:moveTo>
                  <a:pt x="2345383" y="93643"/>
                </a:moveTo>
                <a:cubicBezTo>
                  <a:pt x="2345383" y="94006"/>
                  <a:pt x="2345292" y="94323"/>
                  <a:pt x="2345109" y="94595"/>
                </a:cubicBezTo>
                <a:cubicBezTo>
                  <a:pt x="2344929" y="94823"/>
                  <a:pt x="2344634" y="95026"/>
                  <a:pt x="2344226" y="95209"/>
                </a:cubicBezTo>
                <a:cubicBezTo>
                  <a:pt x="2343817" y="95392"/>
                  <a:pt x="2343249" y="95526"/>
                  <a:pt x="2342523" y="95618"/>
                </a:cubicBezTo>
                <a:cubicBezTo>
                  <a:pt x="2341797" y="95709"/>
                  <a:pt x="2340865" y="95755"/>
                  <a:pt x="2339731" y="95755"/>
                </a:cubicBezTo>
                <a:cubicBezTo>
                  <a:pt x="2338639" y="95755"/>
                  <a:pt x="2337734" y="95709"/>
                  <a:pt x="2337005" y="95618"/>
                </a:cubicBezTo>
                <a:cubicBezTo>
                  <a:pt x="2336279" y="95526"/>
                  <a:pt x="2335688" y="95392"/>
                  <a:pt x="2335236" y="95209"/>
                </a:cubicBezTo>
                <a:cubicBezTo>
                  <a:pt x="2334828" y="95026"/>
                  <a:pt x="2334530" y="94823"/>
                  <a:pt x="2334350" y="94595"/>
                </a:cubicBezTo>
                <a:cubicBezTo>
                  <a:pt x="2334213" y="94323"/>
                  <a:pt x="2334145" y="94006"/>
                  <a:pt x="2334145" y="93643"/>
                </a:cubicBezTo>
                <a:lnTo>
                  <a:pt x="2334145" y="32350"/>
                </a:lnTo>
                <a:cubicBezTo>
                  <a:pt x="2334145" y="32030"/>
                  <a:pt x="2334213" y="31735"/>
                  <a:pt x="2334350" y="31464"/>
                </a:cubicBezTo>
                <a:cubicBezTo>
                  <a:pt x="2334530" y="31190"/>
                  <a:pt x="2334828" y="30964"/>
                  <a:pt x="2335236" y="30781"/>
                </a:cubicBezTo>
                <a:cubicBezTo>
                  <a:pt x="2335688" y="30601"/>
                  <a:pt x="2336279" y="30464"/>
                  <a:pt x="2337005" y="30372"/>
                </a:cubicBezTo>
                <a:cubicBezTo>
                  <a:pt x="2337734" y="30284"/>
                  <a:pt x="2338639" y="30238"/>
                  <a:pt x="2339731" y="30238"/>
                </a:cubicBezTo>
                <a:cubicBezTo>
                  <a:pt x="2340865" y="30238"/>
                  <a:pt x="2341797" y="30284"/>
                  <a:pt x="2342523" y="30372"/>
                </a:cubicBezTo>
                <a:cubicBezTo>
                  <a:pt x="2343249" y="30464"/>
                  <a:pt x="2343817" y="30601"/>
                  <a:pt x="2344226" y="30781"/>
                </a:cubicBezTo>
                <a:cubicBezTo>
                  <a:pt x="2344634" y="30964"/>
                  <a:pt x="2344929" y="31190"/>
                  <a:pt x="2345109" y="31464"/>
                </a:cubicBezTo>
                <a:cubicBezTo>
                  <a:pt x="2345292" y="31735"/>
                  <a:pt x="2345383" y="32030"/>
                  <a:pt x="2345383" y="32350"/>
                </a:cubicBezTo>
                <a:lnTo>
                  <a:pt x="2345383" y="93643"/>
                </a:lnTo>
                <a:close/>
                <a:moveTo>
                  <a:pt x="2346678" y="11644"/>
                </a:moveTo>
                <a:cubicBezTo>
                  <a:pt x="2346678" y="14279"/>
                  <a:pt x="2346178" y="16071"/>
                  <a:pt x="2345177" y="17025"/>
                </a:cubicBezTo>
                <a:cubicBezTo>
                  <a:pt x="2344180" y="17979"/>
                  <a:pt x="2342340" y="18457"/>
                  <a:pt x="2339662" y="18457"/>
                </a:cubicBezTo>
                <a:cubicBezTo>
                  <a:pt x="2337028" y="18457"/>
                  <a:pt x="2335213" y="18002"/>
                  <a:pt x="2334213" y="17094"/>
                </a:cubicBezTo>
                <a:cubicBezTo>
                  <a:pt x="2333259" y="16139"/>
                  <a:pt x="2332784" y="14370"/>
                  <a:pt x="2332784" y="11781"/>
                </a:cubicBezTo>
                <a:cubicBezTo>
                  <a:pt x="2332784" y="9147"/>
                  <a:pt x="2333282" y="7355"/>
                  <a:pt x="2334282" y="6401"/>
                </a:cubicBezTo>
                <a:cubicBezTo>
                  <a:pt x="2335282" y="5446"/>
                  <a:pt x="2337119" y="4969"/>
                  <a:pt x="2339797" y="4969"/>
                </a:cubicBezTo>
                <a:cubicBezTo>
                  <a:pt x="2342431" y="4969"/>
                  <a:pt x="2344226" y="5446"/>
                  <a:pt x="2345177" y="6401"/>
                </a:cubicBezTo>
                <a:cubicBezTo>
                  <a:pt x="2346178" y="7309"/>
                  <a:pt x="2346678" y="9055"/>
                  <a:pt x="2346678" y="11644"/>
                </a:cubicBezTo>
                <a:close/>
                <a:moveTo>
                  <a:pt x="2398027" y="89148"/>
                </a:moveTo>
                <a:cubicBezTo>
                  <a:pt x="2398027" y="90466"/>
                  <a:pt x="2397935" y="91509"/>
                  <a:pt x="2397755" y="92280"/>
                </a:cubicBezTo>
                <a:cubicBezTo>
                  <a:pt x="2397573" y="93052"/>
                  <a:pt x="2397301" y="93620"/>
                  <a:pt x="2396938" y="93983"/>
                </a:cubicBezTo>
                <a:cubicBezTo>
                  <a:pt x="2396575" y="94346"/>
                  <a:pt x="2396029" y="94686"/>
                  <a:pt x="2395304" y="95003"/>
                </a:cubicBezTo>
                <a:cubicBezTo>
                  <a:pt x="2394578" y="95323"/>
                  <a:pt x="2393738" y="95572"/>
                  <a:pt x="2392783" y="95755"/>
                </a:cubicBezTo>
                <a:cubicBezTo>
                  <a:pt x="2391875" y="95981"/>
                  <a:pt x="2390900" y="96163"/>
                  <a:pt x="2389854" y="96298"/>
                </a:cubicBezTo>
                <a:cubicBezTo>
                  <a:pt x="2388811" y="96435"/>
                  <a:pt x="2387766" y="96503"/>
                  <a:pt x="2386723" y="96503"/>
                </a:cubicBezTo>
                <a:cubicBezTo>
                  <a:pt x="2383545" y="96503"/>
                  <a:pt x="2380819" y="96095"/>
                  <a:pt x="2378550" y="95278"/>
                </a:cubicBezTo>
                <a:cubicBezTo>
                  <a:pt x="2376278" y="94415"/>
                  <a:pt x="2374418" y="93143"/>
                  <a:pt x="2372964" y="91463"/>
                </a:cubicBezTo>
                <a:cubicBezTo>
                  <a:pt x="2371512" y="89737"/>
                  <a:pt x="2370446" y="87582"/>
                  <a:pt x="2369763" y="84993"/>
                </a:cubicBezTo>
                <a:cubicBezTo>
                  <a:pt x="2369129" y="82359"/>
                  <a:pt x="2368812" y="79273"/>
                  <a:pt x="2368812" y="75732"/>
                </a:cubicBezTo>
                <a:lnTo>
                  <a:pt x="2368812" y="39908"/>
                </a:lnTo>
                <a:lnTo>
                  <a:pt x="2360231" y="39908"/>
                </a:lnTo>
                <a:cubicBezTo>
                  <a:pt x="2359548" y="39908"/>
                  <a:pt x="2359005" y="39545"/>
                  <a:pt x="2358596" y="38819"/>
                </a:cubicBezTo>
                <a:cubicBezTo>
                  <a:pt x="2358188" y="38093"/>
                  <a:pt x="2357982" y="36910"/>
                  <a:pt x="2357982" y="35276"/>
                </a:cubicBezTo>
                <a:cubicBezTo>
                  <a:pt x="2357982" y="34416"/>
                  <a:pt x="2358028" y="33687"/>
                  <a:pt x="2358119" y="33098"/>
                </a:cubicBezTo>
                <a:cubicBezTo>
                  <a:pt x="2358253" y="32507"/>
                  <a:pt x="2358413" y="32030"/>
                  <a:pt x="2358596" y="31667"/>
                </a:cubicBezTo>
                <a:cubicBezTo>
                  <a:pt x="2358776" y="31258"/>
                  <a:pt x="2359005" y="30987"/>
                  <a:pt x="2359276" y="30850"/>
                </a:cubicBezTo>
                <a:cubicBezTo>
                  <a:pt x="2359593" y="30670"/>
                  <a:pt x="2359934" y="30578"/>
                  <a:pt x="2360296" y="30578"/>
                </a:cubicBezTo>
                <a:lnTo>
                  <a:pt x="2368812" y="30578"/>
                </a:lnTo>
                <a:lnTo>
                  <a:pt x="2368812" y="16005"/>
                </a:lnTo>
                <a:cubicBezTo>
                  <a:pt x="2368812" y="15685"/>
                  <a:pt x="2368878" y="15390"/>
                  <a:pt x="2369015" y="15119"/>
                </a:cubicBezTo>
                <a:cubicBezTo>
                  <a:pt x="2369198" y="14845"/>
                  <a:pt x="2369492" y="14619"/>
                  <a:pt x="2369900" y="14436"/>
                </a:cubicBezTo>
                <a:cubicBezTo>
                  <a:pt x="2370355" y="14210"/>
                  <a:pt x="2370943" y="14050"/>
                  <a:pt x="2371672" y="13962"/>
                </a:cubicBezTo>
                <a:cubicBezTo>
                  <a:pt x="2372398" y="13870"/>
                  <a:pt x="2373307" y="13825"/>
                  <a:pt x="2374395" y="13825"/>
                </a:cubicBezTo>
                <a:cubicBezTo>
                  <a:pt x="2375530" y="13825"/>
                  <a:pt x="2376461" y="13870"/>
                  <a:pt x="2377187" y="13962"/>
                </a:cubicBezTo>
                <a:cubicBezTo>
                  <a:pt x="2377913" y="14050"/>
                  <a:pt x="2378482" y="14210"/>
                  <a:pt x="2378890" y="14436"/>
                </a:cubicBezTo>
                <a:cubicBezTo>
                  <a:pt x="2379299" y="14619"/>
                  <a:pt x="2379593" y="14845"/>
                  <a:pt x="2379776" y="15119"/>
                </a:cubicBezTo>
                <a:cubicBezTo>
                  <a:pt x="2379956" y="15390"/>
                  <a:pt x="2380047" y="15685"/>
                  <a:pt x="2380047" y="16005"/>
                </a:cubicBezTo>
                <a:lnTo>
                  <a:pt x="2380047" y="30578"/>
                </a:lnTo>
                <a:lnTo>
                  <a:pt x="2395781" y="30578"/>
                </a:lnTo>
                <a:cubicBezTo>
                  <a:pt x="2396144" y="30578"/>
                  <a:pt x="2396461" y="30670"/>
                  <a:pt x="2396732" y="30850"/>
                </a:cubicBezTo>
                <a:cubicBezTo>
                  <a:pt x="2397007" y="30987"/>
                  <a:pt x="2397232" y="31258"/>
                  <a:pt x="2397415" y="31667"/>
                </a:cubicBezTo>
                <a:cubicBezTo>
                  <a:pt x="2397641" y="32030"/>
                  <a:pt x="2397801" y="32507"/>
                  <a:pt x="2397890" y="33098"/>
                </a:cubicBezTo>
                <a:cubicBezTo>
                  <a:pt x="2397981" y="33687"/>
                  <a:pt x="2398027" y="34416"/>
                  <a:pt x="2398027" y="35276"/>
                </a:cubicBezTo>
                <a:cubicBezTo>
                  <a:pt x="2398027" y="36910"/>
                  <a:pt x="2397824" y="38093"/>
                  <a:pt x="2397415" y="38819"/>
                </a:cubicBezTo>
                <a:cubicBezTo>
                  <a:pt x="2397007" y="39545"/>
                  <a:pt x="2396461" y="39908"/>
                  <a:pt x="2395781" y="39908"/>
                </a:cubicBezTo>
                <a:lnTo>
                  <a:pt x="2380047" y="39908"/>
                </a:lnTo>
                <a:lnTo>
                  <a:pt x="2380047" y="74098"/>
                </a:lnTo>
                <a:cubicBezTo>
                  <a:pt x="2380047" y="78318"/>
                  <a:pt x="2380662" y="81519"/>
                  <a:pt x="2381888" y="83699"/>
                </a:cubicBezTo>
                <a:cubicBezTo>
                  <a:pt x="2383159" y="85834"/>
                  <a:pt x="2385405" y="86899"/>
                  <a:pt x="2388629" y="86899"/>
                </a:cubicBezTo>
                <a:cubicBezTo>
                  <a:pt x="2389674" y="86899"/>
                  <a:pt x="2390603" y="86811"/>
                  <a:pt x="2391420" y="86628"/>
                </a:cubicBezTo>
                <a:cubicBezTo>
                  <a:pt x="2392238" y="86402"/>
                  <a:pt x="2392966" y="86174"/>
                  <a:pt x="2393601" y="85948"/>
                </a:cubicBezTo>
                <a:cubicBezTo>
                  <a:pt x="2394235" y="85719"/>
                  <a:pt x="2394781" y="85516"/>
                  <a:pt x="2395235" y="85334"/>
                </a:cubicBezTo>
                <a:cubicBezTo>
                  <a:pt x="2395689" y="85108"/>
                  <a:pt x="2396098" y="84993"/>
                  <a:pt x="2396461" y="84993"/>
                </a:cubicBezTo>
                <a:cubicBezTo>
                  <a:pt x="2396687" y="84993"/>
                  <a:pt x="2396892" y="85062"/>
                  <a:pt x="2397072" y="85196"/>
                </a:cubicBezTo>
                <a:cubicBezTo>
                  <a:pt x="2397301" y="85288"/>
                  <a:pt x="2397458" y="85494"/>
                  <a:pt x="2397550" y="85811"/>
                </a:cubicBezTo>
                <a:cubicBezTo>
                  <a:pt x="2397687" y="86128"/>
                  <a:pt x="2397801" y="86559"/>
                  <a:pt x="2397890" y="87105"/>
                </a:cubicBezTo>
                <a:cubicBezTo>
                  <a:pt x="2397981" y="87648"/>
                  <a:pt x="2398027" y="88331"/>
                  <a:pt x="2398027" y="89148"/>
                </a:cubicBezTo>
                <a:close/>
                <a:moveTo>
                  <a:pt x="2465655" y="93643"/>
                </a:moveTo>
                <a:cubicBezTo>
                  <a:pt x="2465655" y="94006"/>
                  <a:pt x="2465564" y="94323"/>
                  <a:pt x="2465384" y="94595"/>
                </a:cubicBezTo>
                <a:cubicBezTo>
                  <a:pt x="2465201" y="94823"/>
                  <a:pt x="2464907" y="95026"/>
                  <a:pt x="2464498" y="95209"/>
                </a:cubicBezTo>
                <a:cubicBezTo>
                  <a:pt x="2464089" y="95392"/>
                  <a:pt x="2463521" y="95526"/>
                  <a:pt x="2462795" y="95618"/>
                </a:cubicBezTo>
                <a:cubicBezTo>
                  <a:pt x="2462069" y="95709"/>
                  <a:pt x="2461160" y="95755"/>
                  <a:pt x="2460072" y="95755"/>
                </a:cubicBezTo>
                <a:cubicBezTo>
                  <a:pt x="2458934" y="95755"/>
                  <a:pt x="2458006" y="95709"/>
                  <a:pt x="2457277" y="95618"/>
                </a:cubicBezTo>
                <a:cubicBezTo>
                  <a:pt x="2456551" y="95526"/>
                  <a:pt x="2455986" y="95392"/>
                  <a:pt x="2455577" y="95209"/>
                </a:cubicBezTo>
                <a:cubicBezTo>
                  <a:pt x="2455168" y="95026"/>
                  <a:pt x="2454871" y="94823"/>
                  <a:pt x="2454691" y="94595"/>
                </a:cubicBezTo>
                <a:cubicBezTo>
                  <a:pt x="2454508" y="94323"/>
                  <a:pt x="2454417" y="94006"/>
                  <a:pt x="2454417" y="93643"/>
                </a:cubicBezTo>
                <a:lnTo>
                  <a:pt x="2454417" y="57753"/>
                </a:lnTo>
                <a:cubicBezTo>
                  <a:pt x="2454417" y="54255"/>
                  <a:pt x="2454145" y="51441"/>
                  <a:pt x="2453600" y="49306"/>
                </a:cubicBezTo>
                <a:cubicBezTo>
                  <a:pt x="2453057" y="47172"/>
                  <a:pt x="2452262" y="45334"/>
                  <a:pt x="2451216" y="43791"/>
                </a:cubicBezTo>
                <a:cubicBezTo>
                  <a:pt x="2450173" y="42245"/>
                  <a:pt x="2448810" y="41065"/>
                  <a:pt x="2447130" y="40248"/>
                </a:cubicBezTo>
                <a:cubicBezTo>
                  <a:pt x="2445496" y="39431"/>
                  <a:pt x="2443590" y="39022"/>
                  <a:pt x="2441409" y="39022"/>
                </a:cubicBezTo>
                <a:cubicBezTo>
                  <a:pt x="2438595" y="39022"/>
                  <a:pt x="2435780" y="40022"/>
                  <a:pt x="2432966" y="42020"/>
                </a:cubicBezTo>
                <a:cubicBezTo>
                  <a:pt x="2430151" y="44017"/>
                  <a:pt x="2427199" y="46946"/>
                  <a:pt x="2424110" y="50803"/>
                </a:cubicBezTo>
                <a:lnTo>
                  <a:pt x="2424110" y="93643"/>
                </a:lnTo>
                <a:cubicBezTo>
                  <a:pt x="2424110" y="94006"/>
                  <a:pt x="2424022" y="94323"/>
                  <a:pt x="2423839" y="94595"/>
                </a:cubicBezTo>
                <a:cubicBezTo>
                  <a:pt x="2423659" y="94823"/>
                  <a:pt x="2423361" y="95026"/>
                  <a:pt x="2422953" y="95209"/>
                </a:cubicBezTo>
                <a:cubicBezTo>
                  <a:pt x="2422544" y="95392"/>
                  <a:pt x="2421978" y="95526"/>
                  <a:pt x="2421250" y="95618"/>
                </a:cubicBezTo>
                <a:cubicBezTo>
                  <a:pt x="2420524" y="95709"/>
                  <a:pt x="2419592" y="95755"/>
                  <a:pt x="2418458" y="95755"/>
                </a:cubicBezTo>
                <a:cubicBezTo>
                  <a:pt x="2417369" y="95755"/>
                  <a:pt x="2416461" y="95709"/>
                  <a:pt x="2415735" y="95618"/>
                </a:cubicBezTo>
                <a:cubicBezTo>
                  <a:pt x="2415009" y="95526"/>
                  <a:pt x="2414417" y="95392"/>
                  <a:pt x="2413963" y="95209"/>
                </a:cubicBezTo>
                <a:cubicBezTo>
                  <a:pt x="2413555" y="95026"/>
                  <a:pt x="2413260" y="94823"/>
                  <a:pt x="2413077" y="94595"/>
                </a:cubicBezTo>
                <a:cubicBezTo>
                  <a:pt x="2412943" y="94323"/>
                  <a:pt x="2412874" y="94006"/>
                  <a:pt x="2412874" y="93643"/>
                </a:cubicBezTo>
                <a:lnTo>
                  <a:pt x="2412874" y="2655"/>
                </a:lnTo>
                <a:cubicBezTo>
                  <a:pt x="2412874" y="2292"/>
                  <a:pt x="2412943" y="1975"/>
                  <a:pt x="2413077" y="1700"/>
                </a:cubicBezTo>
                <a:cubicBezTo>
                  <a:pt x="2413260" y="1429"/>
                  <a:pt x="2413555" y="1203"/>
                  <a:pt x="2413963" y="1020"/>
                </a:cubicBezTo>
                <a:cubicBezTo>
                  <a:pt x="2414417" y="840"/>
                  <a:pt x="2415009" y="703"/>
                  <a:pt x="2415735" y="612"/>
                </a:cubicBezTo>
                <a:cubicBezTo>
                  <a:pt x="2416461" y="520"/>
                  <a:pt x="2417369" y="474"/>
                  <a:pt x="2418458" y="474"/>
                </a:cubicBezTo>
                <a:cubicBezTo>
                  <a:pt x="2419592" y="474"/>
                  <a:pt x="2420524" y="520"/>
                  <a:pt x="2421250" y="612"/>
                </a:cubicBezTo>
                <a:cubicBezTo>
                  <a:pt x="2421978" y="703"/>
                  <a:pt x="2422544" y="840"/>
                  <a:pt x="2422953" y="1020"/>
                </a:cubicBezTo>
                <a:cubicBezTo>
                  <a:pt x="2423361" y="1203"/>
                  <a:pt x="2423659" y="1429"/>
                  <a:pt x="2423839" y="1700"/>
                </a:cubicBezTo>
                <a:cubicBezTo>
                  <a:pt x="2424022" y="1975"/>
                  <a:pt x="2424110" y="2292"/>
                  <a:pt x="2424110" y="2655"/>
                </a:cubicBezTo>
                <a:lnTo>
                  <a:pt x="2424110" y="39362"/>
                </a:lnTo>
                <a:cubicBezTo>
                  <a:pt x="2427336" y="35959"/>
                  <a:pt x="2430582" y="33438"/>
                  <a:pt x="2433851" y="31804"/>
                </a:cubicBezTo>
                <a:cubicBezTo>
                  <a:pt x="2437120" y="30124"/>
                  <a:pt x="2440412" y="29284"/>
                  <a:pt x="2443727" y="29284"/>
                </a:cubicBezTo>
                <a:cubicBezTo>
                  <a:pt x="2447813" y="29284"/>
                  <a:pt x="2451239" y="29987"/>
                  <a:pt x="2454008" y="31395"/>
                </a:cubicBezTo>
                <a:cubicBezTo>
                  <a:pt x="2456823" y="32758"/>
                  <a:pt x="2459094" y="34596"/>
                  <a:pt x="2460820" y="36910"/>
                </a:cubicBezTo>
                <a:cubicBezTo>
                  <a:pt x="2462543" y="39228"/>
                  <a:pt x="2463772" y="41951"/>
                  <a:pt x="2464498" y="45083"/>
                </a:cubicBezTo>
                <a:cubicBezTo>
                  <a:pt x="2465270" y="48172"/>
                  <a:pt x="2465655" y="51918"/>
                  <a:pt x="2465655" y="56321"/>
                </a:cubicBezTo>
                <a:lnTo>
                  <a:pt x="2465655" y="93643"/>
                </a:lnTo>
                <a:close/>
                <a:moveTo>
                  <a:pt x="2564679" y="90237"/>
                </a:moveTo>
                <a:cubicBezTo>
                  <a:pt x="2564679" y="91146"/>
                  <a:pt x="2564633" y="91917"/>
                  <a:pt x="2564542" y="92552"/>
                </a:cubicBezTo>
                <a:cubicBezTo>
                  <a:pt x="2564453" y="93143"/>
                  <a:pt x="2564293" y="93666"/>
                  <a:pt x="2564065" y="94120"/>
                </a:cubicBezTo>
                <a:cubicBezTo>
                  <a:pt x="2563885" y="94529"/>
                  <a:pt x="2563633" y="94846"/>
                  <a:pt x="2563316" y="95072"/>
                </a:cubicBezTo>
                <a:cubicBezTo>
                  <a:pt x="2563045" y="95255"/>
                  <a:pt x="2562705" y="95346"/>
                  <a:pt x="2562296" y="95346"/>
                </a:cubicBezTo>
                <a:lnTo>
                  <a:pt x="2523340" y="95346"/>
                </a:lnTo>
                <a:cubicBezTo>
                  <a:pt x="2522297" y="95346"/>
                  <a:pt x="2521297" y="95003"/>
                  <a:pt x="2520342" y="94323"/>
                </a:cubicBezTo>
                <a:cubicBezTo>
                  <a:pt x="2519436" y="93597"/>
                  <a:pt x="2518982" y="92349"/>
                  <a:pt x="2518982" y="90577"/>
                </a:cubicBezTo>
                <a:lnTo>
                  <a:pt x="2518982" y="8990"/>
                </a:lnTo>
                <a:cubicBezTo>
                  <a:pt x="2518982" y="8627"/>
                  <a:pt x="2519071" y="8307"/>
                  <a:pt x="2519253" y="8035"/>
                </a:cubicBezTo>
                <a:cubicBezTo>
                  <a:pt x="2519436" y="7764"/>
                  <a:pt x="2519754" y="7558"/>
                  <a:pt x="2520208" y="7421"/>
                </a:cubicBezTo>
                <a:cubicBezTo>
                  <a:pt x="2520662" y="7241"/>
                  <a:pt x="2521274" y="7104"/>
                  <a:pt x="2522045" y="7012"/>
                </a:cubicBezTo>
                <a:cubicBezTo>
                  <a:pt x="2522817" y="6878"/>
                  <a:pt x="2523748" y="6809"/>
                  <a:pt x="2524837" y="6809"/>
                </a:cubicBezTo>
                <a:cubicBezTo>
                  <a:pt x="2525974" y="6809"/>
                  <a:pt x="2526903" y="6878"/>
                  <a:pt x="2527629" y="7012"/>
                </a:cubicBezTo>
                <a:cubicBezTo>
                  <a:pt x="2528403" y="7104"/>
                  <a:pt x="2529015" y="7241"/>
                  <a:pt x="2529469" y="7421"/>
                </a:cubicBezTo>
                <a:cubicBezTo>
                  <a:pt x="2529923" y="7558"/>
                  <a:pt x="2530241" y="7764"/>
                  <a:pt x="2530423" y="8035"/>
                </a:cubicBezTo>
                <a:cubicBezTo>
                  <a:pt x="2530603" y="8307"/>
                  <a:pt x="2530695" y="8627"/>
                  <a:pt x="2530695" y="8990"/>
                </a:cubicBezTo>
                <a:lnTo>
                  <a:pt x="2530695" y="85196"/>
                </a:lnTo>
                <a:lnTo>
                  <a:pt x="2562296" y="85196"/>
                </a:lnTo>
                <a:cubicBezTo>
                  <a:pt x="2562705" y="85196"/>
                  <a:pt x="2563045" y="85311"/>
                  <a:pt x="2563316" y="85539"/>
                </a:cubicBezTo>
                <a:cubicBezTo>
                  <a:pt x="2563636" y="85719"/>
                  <a:pt x="2563885" y="86014"/>
                  <a:pt x="2564065" y="86422"/>
                </a:cubicBezTo>
                <a:cubicBezTo>
                  <a:pt x="2564293" y="86788"/>
                  <a:pt x="2564451" y="87285"/>
                  <a:pt x="2564542" y="87922"/>
                </a:cubicBezTo>
                <a:cubicBezTo>
                  <a:pt x="2564633" y="88557"/>
                  <a:pt x="2564679" y="89328"/>
                  <a:pt x="2564679" y="90237"/>
                </a:cubicBezTo>
                <a:close/>
                <a:moveTo>
                  <a:pt x="2626655" y="90508"/>
                </a:moveTo>
                <a:cubicBezTo>
                  <a:pt x="2626655" y="91326"/>
                  <a:pt x="2626610" y="92054"/>
                  <a:pt x="2626518" y="92689"/>
                </a:cubicBezTo>
                <a:cubicBezTo>
                  <a:pt x="2626427" y="93280"/>
                  <a:pt x="2626270" y="93777"/>
                  <a:pt x="2626041" y="94186"/>
                </a:cubicBezTo>
                <a:cubicBezTo>
                  <a:pt x="2625815" y="94595"/>
                  <a:pt x="2625541" y="94892"/>
                  <a:pt x="2625224" y="95072"/>
                </a:cubicBezTo>
                <a:cubicBezTo>
                  <a:pt x="2624952" y="95255"/>
                  <a:pt x="2624632" y="95346"/>
                  <a:pt x="2624269" y="95346"/>
                </a:cubicBezTo>
                <a:lnTo>
                  <a:pt x="2581978" y="95346"/>
                </a:lnTo>
                <a:cubicBezTo>
                  <a:pt x="2580933" y="95346"/>
                  <a:pt x="2579935" y="95003"/>
                  <a:pt x="2578981" y="94323"/>
                </a:cubicBezTo>
                <a:cubicBezTo>
                  <a:pt x="2578072" y="93597"/>
                  <a:pt x="2577618" y="92349"/>
                  <a:pt x="2577618" y="90577"/>
                </a:cubicBezTo>
                <a:lnTo>
                  <a:pt x="2577618" y="11984"/>
                </a:lnTo>
                <a:cubicBezTo>
                  <a:pt x="2577618" y="10216"/>
                  <a:pt x="2578072" y="8990"/>
                  <a:pt x="2578981" y="8307"/>
                </a:cubicBezTo>
                <a:cubicBezTo>
                  <a:pt x="2579935" y="7581"/>
                  <a:pt x="2580933" y="7218"/>
                  <a:pt x="2581978" y="7218"/>
                </a:cubicBezTo>
                <a:lnTo>
                  <a:pt x="2623795" y="7218"/>
                </a:lnTo>
                <a:cubicBezTo>
                  <a:pt x="2624158" y="7218"/>
                  <a:pt x="2624475" y="7309"/>
                  <a:pt x="2624747" y="7490"/>
                </a:cubicBezTo>
                <a:cubicBezTo>
                  <a:pt x="2625064" y="7672"/>
                  <a:pt x="2625315" y="7967"/>
                  <a:pt x="2625495" y="8375"/>
                </a:cubicBezTo>
                <a:cubicBezTo>
                  <a:pt x="2625678" y="8784"/>
                  <a:pt x="2625815" y="9307"/>
                  <a:pt x="2625904" y="9941"/>
                </a:cubicBezTo>
                <a:cubicBezTo>
                  <a:pt x="2626041" y="10533"/>
                  <a:pt x="2626110" y="11281"/>
                  <a:pt x="2626110" y="12190"/>
                </a:cubicBezTo>
                <a:cubicBezTo>
                  <a:pt x="2626110" y="13007"/>
                  <a:pt x="2626041" y="13733"/>
                  <a:pt x="2625904" y="14370"/>
                </a:cubicBezTo>
                <a:cubicBezTo>
                  <a:pt x="2625815" y="14959"/>
                  <a:pt x="2625678" y="15459"/>
                  <a:pt x="2625495" y="15868"/>
                </a:cubicBezTo>
                <a:cubicBezTo>
                  <a:pt x="2625315" y="16231"/>
                  <a:pt x="2625064" y="16502"/>
                  <a:pt x="2624747" y="16685"/>
                </a:cubicBezTo>
                <a:cubicBezTo>
                  <a:pt x="2624475" y="16865"/>
                  <a:pt x="2624158" y="16956"/>
                  <a:pt x="2623795" y="16956"/>
                </a:cubicBezTo>
                <a:lnTo>
                  <a:pt x="2589334" y="16956"/>
                </a:lnTo>
                <a:lnTo>
                  <a:pt x="2589334" y="44608"/>
                </a:lnTo>
                <a:lnTo>
                  <a:pt x="2618892" y="44608"/>
                </a:lnTo>
                <a:cubicBezTo>
                  <a:pt x="2619255" y="44608"/>
                  <a:pt x="2619572" y="44720"/>
                  <a:pt x="2619843" y="44948"/>
                </a:cubicBezTo>
                <a:cubicBezTo>
                  <a:pt x="2620160" y="45128"/>
                  <a:pt x="2620412" y="45403"/>
                  <a:pt x="2620592" y="45766"/>
                </a:cubicBezTo>
                <a:cubicBezTo>
                  <a:pt x="2620820" y="46129"/>
                  <a:pt x="2620978" y="46629"/>
                  <a:pt x="2621069" y="47263"/>
                </a:cubicBezTo>
                <a:cubicBezTo>
                  <a:pt x="2621160" y="47900"/>
                  <a:pt x="2621206" y="48649"/>
                  <a:pt x="2621206" y="49512"/>
                </a:cubicBezTo>
                <a:cubicBezTo>
                  <a:pt x="2621206" y="50329"/>
                  <a:pt x="2621160" y="51032"/>
                  <a:pt x="2621069" y="51621"/>
                </a:cubicBezTo>
                <a:cubicBezTo>
                  <a:pt x="2620978" y="52212"/>
                  <a:pt x="2620820" y="52689"/>
                  <a:pt x="2620592" y="53052"/>
                </a:cubicBezTo>
                <a:cubicBezTo>
                  <a:pt x="2620412" y="53415"/>
                  <a:pt x="2620160" y="53687"/>
                  <a:pt x="2619843" y="53870"/>
                </a:cubicBezTo>
                <a:cubicBezTo>
                  <a:pt x="2619572" y="54007"/>
                  <a:pt x="2619255" y="54072"/>
                  <a:pt x="2618892" y="54072"/>
                </a:cubicBezTo>
                <a:lnTo>
                  <a:pt x="2589334" y="54072"/>
                </a:lnTo>
                <a:lnTo>
                  <a:pt x="2589334" y="85605"/>
                </a:lnTo>
                <a:lnTo>
                  <a:pt x="2624269" y="85605"/>
                </a:lnTo>
                <a:cubicBezTo>
                  <a:pt x="2624632" y="85605"/>
                  <a:pt x="2624952" y="85696"/>
                  <a:pt x="2625224" y="85879"/>
                </a:cubicBezTo>
                <a:cubicBezTo>
                  <a:pt x="2625541" y="86059"/>
                  <a:pt x="2625815" y="86357"/>
                  <a:pt x="2626041" y="86765"/>
                </a:cubicBezTo>
                <a:cubicBezTo>
                  <a:pt x="2626267" y="87128"/>
                  <a:pt x="2626427" y="87628"/>
                  <a:pt x="2626518" y="88262"/>
                </a:cubicBezTo>
                <a:cubicBezTo>
                  <a:pt x="2626610" y="88854"/>
                  <a:pt x="2626655" y="89603"/>
                  <a:pt x="2626655" y="90508"/>
                </a:cubicBezTo>
                <a:close/>
                <a:moveTo>
                  <a:pt x="2710286" y="19205"/>
                </a:moveTo>
                <a:cubicBezTo>
                  <a:pt x="2710286" y="20068"/>
                  <a:pt x="2710240" y="20840"/>
                  <a:pt x="2710152" y="21520"/>
                </a:cubicBezTo>
                <a:cubicBezTo>
                  <a:pt x="2710060" y="22154"/>
                  <a:pt x="2709923" y="22700"/>
                  <a:pt x="2709743" y="23154"/>
                </a:cubicBezTo>
                <a:cubicBezTo>
                  <a:pt x="2709560" y="23563"/>
                  <a:pt x="2709334" y="23857"/>
                  <a:pt x="2709060" y="24040"/>
                </a:cubicBezTo>
                <a:cubicBezTo>
                  <a:pt x="2708789" y="24220"/>
                  <a:pt x="2708494" y="24312"/>
                  <a:pt x="2708174" y="24312"/>
                </a:cubicBezTo>
                <a:cubicBezTo>
                  <a:pt x="2707631" y="24312"/>
                  <a:pt x="2706723" y="23880"/>
                  <a:pt x="2705451" y="23017"/>
                </a:cubicBezTo>
                <a:cubicBezTo>
                  <a:pt x="2704179" y="22154"/>
                  <a:pt x="2702476" y="21203"/>
                  <a:pt x="2700342" y="20157"/>
                </a:cubicBezTo>
                <a:cubicBezTo>
                  <a:pt x="2698210" y="19114"/>
                  <a:pt x="2695644" y="18159"/>
                  <a:pt x="2692647" y="17296"/>
                </a:cubicBezTo>
                <a:cubicBezTo>
                  <a:pt x="2689698" y="16433"/>
                  <a:pt x="2686177" y="16005"/>
                  <a:pt x="2682091" y="16005"/>
                </a:cubicBezTo>
                <a:cubicBezTo>
                  <a:pt x="2677233" y="16005"/>
                  <a:pt x="2672875" y="16888"/>
                  <a:pt x="2669015" y="18659"/>
                </a:cubicBezTo>
                <a:cubicBezTo>
                  <a:pt x="2665155" y="20431"/>
                  <a:pt x="2661886" y="22883"/>
                  <a:pt x="2659208" y="26015"/>
                </a:cubicBezTo>
                <a:cubicBezTo>
                  <a:pt x="2656531" y="29146"/>
                  <a:pt x="2654465" y="32870"/>
                  <a:pt x="2653010" y="37185"/>
                </a:cubicBezTo>
                <a:cubicBezTo>
                  <a:pt x="2651604" y="41497"/>
                  <a:pt x="2650898" y="46174"/>
                  <a:pt x="2650898" y="51212"/>
                </a:cubicBezTo>
                <a:cubicBezTo>
                  <a:pt x="2650898" y="56844"/>
                  <a:pt x="2651670" y="61839"/>
                  <a:pt x="2653216" y="66197"/>
                </a:cubicBezTo>
                <a:cubicBezTo>
                  <a:pt x="2654805" y="70555"/>
                  <a:pt x="2656982" y="74232"/>
                  <a:pt x="2659754" y="77230"/>
                </a:cubicBezTo>
                <a:cubicBezTo>
                  <a:pt x="2662523" y="80227"/>
                  <a:pt x="2665815" y="82496"/>
                  <a:pt x="2669629" y="84039"/>
                </a:cubicBezTo>
                <a:cubicBezTo>
                  <a:pt x="2673487" y="85585"/>
                  <a:pt x="2677710" y="86357"/>
                  <a:pt x="2682297" y="86357"/>
                </a:cubicBezTo>
                <a:cubicBezTo>
                  <a:pt x="2685020" y="86357"/>
                  <a:pt x="2687766" y="86036"/>
                  <a:pt x="2690535" y="85402"/>
                </a:cubicBezTo>
                <a:cubicBezTo>
                  <a:pt x="2693352" y="84722"/>
                  <a:pt x="2695961" y="83722"/>
                  <a:pt x="2698367" y="82405"/>
                </a:cubicBezTo>
                <a:lnTo>
                  <a:pt x="2698367" y="56730"/>
                </a:lnTo>
                <a:lnTo>
                  <a:pt x="2677936" y="56730"/>
                </a:lnTo>
                <a:cubicBezTo>
                  <a:pt x="2677165" y="56730"/>
                  <a:pt x="2676576" y="56344"/>
                  <a:pt x="2676167" y="55573"/>
                </a:cubicBezTo>
                <a:cubicBezTo>
                  <a:pt x="2675802" y="54801"/>
                  <a:pt x="2675622" y="53598"/>
                  <a:pt x="2675622" y="51964"/>
                </a:cubicBezTo>
                <a:cubicBezTo>
                  <a:pt x="2675622" y="51101"/>
                  <a:pt x="2675667" y="50375"/>
                  <a:pt x="2675759" y="49783"/>
                </a:cubicBezTo>
                <a:cubicBezTo>
                  <a:pt x="2675847" y="49149"/>
                  <a:pt x="2675984" y="48649"/>
                  <a:pt x="2676167" y="48286"/>
                </a:cubicBezTo>
                <a:cubicBezTo>
                  <a:pt x="2676393" y="47877"/>
                  <a:pt x="2676642" y="47580"/>
                  <a:pt x="2676916" y="47400"/>
                </a:cubicBezTo>
                <a:cubicBezTo>
                  <a:pt x="2677187" y="47217"/>
                  <a:pt x="2677528" y="47126"/>
                  <a:pt x="2677936" y="47126"/>
                </a:cubicBezTo>
                <a:lnTo>
                  <a:pt x="2705928" y="47126"/>
                </a:lnTo>
                <a:cubicBezTo>
                  <a:pt x="2706428" y="47126"/>
                  <a:pt x="2706925" y="47217"/>
                  <a:pt x="2707426" y="47400"/>
                </a:cubicBezTo>
                <a:cubicBezTo>
                  <a:pt x="2707926" y="47580"/>
                  <a:pt x="2708380" y="47855"/>
                  <a:pt x="2708789" y="48217"/>
                </a:cubicBezTo>
                <a:cubicBezTo>
                  <a:pt x="2709197" y="48580"/>
                  <a:pt x="2709514" y="49080"/>
                  <a:pt x="2709743" y="49715"/>
                </a:cubicBezTo>
                <a:cubicBezTo>
                  <a:pt x="2709969" y="50352"/>
                  <a:pt x="2710083" y="51078"/>
                  <a:pt x="2710083" y="51895"/>
                </a:cubicBezTo>
                <a:lnTo>
                  <a:pt x="2710083" y="85471"/>
                </a:lnTo>
                <a:cubicBezTo>
                  <a:pt x="2710083" y="86651"/>
                  <a:pt x="2709877" y="87671"/>
                  <a:pt x="2709469" y="88534"/>
                </a:cubicBezTo>
                <a:cubicBezTo>
                  <a:pt x="2709060" y="89397"/>
                  <a:pt x="2708197" y="90168"/>
                  <a:pt x="2706883" y="90851"/>
                </a:cubicBezTo>
                <a:cubicBezTo>
                  <a:pt x="2705565" y="91486"/>
                  <a:pt x="2703862" y="92189"/>
                  <a:pt x="2701773" y="92960"/>
                </a:cubicBezTo>
                <a:cubicBezTo>
                  <a:pt x="2699685" y="93735"/>
                  <a:pt x="2697527" y="94392"/>
                  <a:pt x="2695304" y="94938"/>
                </a:cubicBezTo>
                <a:cubicBezTo>
                  <a:pt x="2693078" y="95481"/>
                  <a:pt x="2690832" y="95889"/>
                  <a:pt x="2688560" y="96163"/>
                </a:cubicBezTo>
                <a:cubicBezTo>
                  <a:pt x="2686291" y="96435"/>
                  <a:pt x="2684043" y="96572"/>
                  <a:pt x="2681819" y="96572"/>
                </a:cubicBezTo>
                <a:cubicBezTo>
                  <a:pt x="2675007" y="96572"/>
                  <a:pt x="2668924" y="95526"/>
                  <a:pt x="2663566" y="93437"/>
                </a:cubicBezTo>
                <a:cubicBezTo>
                  <a:pt x="2658208" y="91306"/>
                  <a:pt x="2653670" y="88285"/>
                  <a:pt x="2649947" y="84379"/>
                </a:cubicBezTo>
                <a:cubicBezTo>
                  <a:pt x="2646269" y="80476"/>
                  <a:pt x="2643455" y="75798"/>
                  <a:pt x="2641500" y="70352"/>
                </a:cubicBezTo>
                <a:cubicBezTo>
                  <a:pt x="2639548" y="64902"/>
                  <a:pt x="2638571" y="58819"/>
                  <a:pt x="2638571" y="52098"/>
                </a:cubicBezTo>
                <a:cubicBezTo>
                  <a:pt x="2638571" y="45106"/>
                  <a:pt x="2639617" y="38773"/>
                  <a:pt x="2641706" y="33098"/>
                </a:cubicBezTo>
                <a:cubicBezTo>
                  <a:pt x="2643840" y="27423"/>
                  <a:pt x="2646812" y="22586"/>
                  <a:pt x="2650627" y="18591"/>
                </a:cubicBezTo>
                <a:cubicBezTo>
                  <a:pt x="2654487" y="14596"/>
                  <a:pt x="2659094" y="11507"/>
                  <a:pt x="2664452" y="9330"/>
                </a:cubicBezTo>
                <a:cubicBezTo>
                  <a:pt x="2669855" y="7104"/>
                  <a:pt x="2675824" y="5992"/>
                  <a:pt x="2682362" y="5992"/>
                </a:cubicBezTo>
                <a:cubicBezTo>
                  <a:pt x="2685723" y="5992"/>
                  <a:pt x="2688877" y="6287"/>
                  <a:pt x="2691829" y="6878"/>
                </a:cubicBezTo>
                <a:cubicBezTo>
                  <a:pt x="2694781" y="7467"/>
                  <a:pt x="2697393" y="8172"/>
                  <a:pt x="2699662" y="8990"/>
                </a:cubicBezTo>
                <a:cubicBezTo>
                  <a:pt x="2701976" y="9761"/>
                  <a:pt x="2703908" y="10624"/>
                  <a:pt x="2705451" y="11576"/>
                </a:cubicBezTo>
                <a:cubicBezTo>
                  <a:pt x="2707040" y="12484"/>
                  <a:pt x="2708128" y="13233"/>
                  <a:pt x="2708720" y="13825"/>
                </a:cubicBezTo>
                <a:cubicBezTo>
                  <a:pt x="2709311" y="14413"/>
                  <a:pt x="2709720" y="15096"/>
                  <a:pt x="2709946" y="15868"/>
                </a:cubicBezTo>
                <a:cubicBezTo>
                  <a:pt x="2710172" y="16639"/>
                  <a:pt x="2710286" y="17751"/>
                  <a:pt x="2710286" y="19205"/>
                </a:cubicBezTo>
                <a:close/>
                <a:moveTo>
                  <a:pt x="2805906" y="50261"/>
                </a:moveTo>
                <a:cubicBezTo>
                  <a:pt x="2805906" y="57387"/>
                  <a:pt x="2805066" y="63814"/>
                  <a:pt x="2803386" y="69534"/>
                </a:cubicBezTo>
                <a:cubicBezTo>
                  <a:pt x="2801706" y="75255"/>
                  <a:pt x="2799186" y="80136"/>
                  <a:pt x="2795825" y="84176"/>
                </a:cubicBezTo>
                <a:cubicBezTo>
                  <a:pt x="2792510" y="88171"/>
                  <a:pt x="2788333" y="91260"/>
                  <a:pt x="2783295" y="93437"/>
                </a:cubicBezTo>
                <a:cubicBezTo>
                  <a:pt x="2778254" y="95572"/>
                  <a:pt x="2772374" y="96638"/>
                  <a:pt x="2765656" y="96638"/>
                </a:cubicBezTo>
                <a:cubicBezTo>
                  <a:pt x="2759026" y="96638"/>
                  <a:pt x="2753283" y="95663"/>
                  <a:pt x="2748425" y="93712"/>
                </a:cubicBezTo>
                <a:cubicBezTo>
                  <a:pt x="2743613" y="91714"/>
                  <a:pt x="2739615" y="88831"/>
                  <a:pt x="2736438" y="85062"/>
                </a:cubicBezTo>
                <a:cubicBezTo>
                  <a:pt x="2733306" y="81293"/>
                  <a:pt x="2730968" y="76615"/>
                  <a:pt x="2729423" y="71032"/>
                </a:cubicBezTo>
                <a:cubicBezTo>
                  <a:pt x="2727880" y="65448"/>
                  <a:pt x="2727108" y="59022"/>
                  <a:pt x="2727108" y="51758"/>
                </a:cubicBezTo>
                <a:cubicBezTo>
                  <a:pt x="2727108" y="44811"/>
                  <a:pt x="2727948" y="38502"/>
                  <a:pt x="2729628" y="32824"/>
                </a:cubicBezTo>
                <a:cubicBezTo>
                  <a:pt x="2731309" y="27149"/>
                  <a:pt x="2733829" y="22337"/>
                  <a:pt x="2737189" y="18388"/>
                </a:cubicBezTo>
                <a:cubicBezTo>
                  <a:pt x="2740547" y="14390"/>
                  <a:pt x="2744747" y="11327"/>
                  <a:pt x="2749788" y="9193"/>
                </a:cubicBezTo>
                <a:cubicBezTo>
                  <a:pt x="2754826" y="7012"/>
                  <a:pt x="2760706" y="5924"/>
                  <a:pt x="2767427" y="5924"/>
                </a:cubicBezTo>
                <a:cubicBezTo>
                  <a:pt x="2773920" y="5924"/>
                  <a:pt x="2779572" y="6901"/>
                  <a:pt x="2784384" y="8853"/>
                </a:cubicBezTo>
                <a:cubicBezTo>
                  <a:pt x="2789196" y="10804"/>
                  <a:pt x="2793193" y="13665"/>
                  <a:pt x="2796371" y="17434"/>
                </a:cubicBezTo>
                <a:cubicBezTo>
                  <a:pt x="2799594" y="21157"/>
                  <a:pt x="2801977" y="25789"/>
                  <a:pt x="2803520" y="31327"/>
                </a:cubicBezTo>
                <a:cubicBezTo>
                  <a:pt x="2805109" y="36822"/>
                  <a:pt x="2805906" y="43131"/>
                  <a:pt x="2805906" y="50261"/>
                </a:cubicBezTo>
                <a:close/>
                <a:moveTo>
                  <a:pt x="2793579" y="51078"/>
                </a:moveTo>
                <a:cubicBezTo>
                  <a:pt x="2793579" y="46083"/>
                  <a:pt x="2793125" y="41451"/>
                  <a:pt x="2792216" y="37185"/>
                </a:cubicBezTo>
                <a:cubicBezTo>
                  <a:pt x="2791353" y="32870"/>
                  <a:pt x="2789879" y="29146"/>
                  <a:pt x="2787790" y="26015"/>
                </a:cubicBezTo>
                <a:cubicBezTo>
                  <a:pt x="2785747" y="22837"/>
                  <a:pt x="2783001" y="20363"/>
                  <a:pt x="2779549" y="18591"/>
                </a:cubicBezTo>
                <a:cubicBezTo>
                  <a:pt x="2776097" y="16822"/>
                  <a:pt x="2771831" y="15936"/>
                  <a:pt x="2766744" y="15936"/>
                </a:cubicBezTo>
                <a:cubicBezTo>
                  <a:pt x="2761661" y="15936"/>
                  <a:pt x="2757392" y="16888"/>
                  <a:pt x="2753940" y="18797"/>
                </a:cubicBezTo>
                <a:cubicBezTo>
                  <a:pt x="2750491" y="20703"/>
                  <a:pt x="2747676" y="23246"/>
                  <a:pt x="2745496" y="26423"/>
                </a:cubicBezTo>
                <a:cubicBezTo>
                  <a:pt x="2743361" y="29601"/>
                  <a:pt x="2741818" y="33324"/>
                  <a:pt x="2740864" y="37593"/>
                </a:cubicBezTo>
                <a:cubicBezTo>
                  <a:pt x="2739958" y="41814"/>
                  <a:pt x="2739504" y="46266"/>
                  <a:pt x="2739504" y="50941"/>
                </a:cubicBezTo>
                <a:cubicBezTo>
                  <a:pt x="2739504" y="56118"/>
                  <a:pt x="2739935" y="60885"/>
                  <a:pt x="2740798" y="65242"/>
                </a:cubicBezTo>
                <a:cubicBezTo>
                  <a:pt x="2741661" y="69603"/>
                  <a:pt x="2743113" y="73369"/>
                  <a:pt x="2745156" y="76550"/>
                </a:cubicBezTo>
                <a:cubicBezTo>
                  <a:pt x="2747199" y="79681"/>
                  <a:pt x="2749922" y="82133"/>
                  <a:pt x="2753328" y="83905"/>
                </a:cubicBezTo>
                <a:cubicBezTo>
                  <a:pt x="2756780" y="85628"/>
                  <a:pt x="2761092" y="86491"/>
                  <a:pt x="2766267" y="86491"/>
                </a:cubicBezTo>
                <a:cubicBezTo>
                  <a:pt x="2771399" y="86491"/>
                  <a:pt x="2775711" y="85539"/>
                  <a:pt x="2779209" y="83630"/>
                </a:cubicBezTo>
                <a:cubicBezTo>
                  <a:pt x="2782704" y="81725"/>
                  <a:pt x="2785518" y="79158"/>
                  <a:pt x="2787653" y="75935"/>
                </a:cubicBezTo>
                <a:cubicBezTo>
                  <a:pt x="2789787" y="72666"/>
                  <a:pt x="2791307" y="68897"/>
                  <a:pt x="2792216" y="64631"/>
                </a:cubicBezTo>
                <a:cubicBezTo>
                  <a:pt x="2793125" y="60362"/>
                  <a:pt x="2793579" y="55844"/>
                  <a:pt x="2793579" y="51078"/>
                </a:cubicBezTo>
                <a:close/>
                <a:moveTo>
                  <a:pt x="2911060" y="62179"/>
                </a:moveTo>
                <a:cubicBezTo>
                  <a:pt x="2911060" y="67491"/>
                  <a:pt x="2910468" y="72280"/>
                  <a:pt x="2909288" y="76550"/>
                </a:cubicBezTo>
                <a:cubicBezTo>
                  <a:pt x="2908153" y="80770"/>
                  <a:pt x="2906450" y="84379"/>
                  <a:pt x="2904179" y="87377"/>
                </a:cubicBezTo>
                <a:cubicBezTo>
                  <a:pt x="2901956" y="90374"/>
                  <a:pt x="2899209" y="92666"/>
                  <a:pt x="2895941" y="94255"/>
                </a:cubicBezTo>
                <a:cubicBezTo>
                  <a:pt x="2892672" y="95843"/>
                  <a:pt x="2888925" y="96638"/>
                  <a:pt x="2884702" y="96638"/>
                </a:cubicBezTo>
                <a:cubicBezTo>
                  <a:pt x="2882750" y="96638"/>
                  <a:pt x="2880933" y="96435"/>
                  <a:pt x="2879253" y="96026"/>
                </a:cubicBezTo>
                <a:cubicBezTo>
                  <a:pt x="2877618" y="95663"/>
                  <a:pt x="2876007" y="95049"/>
                  <a:pt x="2874418" y="94186"/>
                </a:cubicBezTo>
                <a:cubicBezTo>
                  <a:pt x="2872829" y="93326"/>
                  <a:pt x="2871240" y="92234"/>
                  <a:pt x="2869652" y="90917"/>
                </a:cubicBezTo>
                <a:cubicBezTo>
                  <a:pt x="2868063" y="89603"/>
                  <a:pt x="2866383" y="88014"/>
                  <a:pt x="2864611" y="86151"/>
                </a:cubicBezTo>
                <a:lnTo>
                  <a:pt x="2864611" y="93643"/>
                </a:lnTo>
                <a:cubicBezTo>
                  <a:pt x="2864611" y="94006"/>
                  <a:pt x="2864519" y="94323"/>
                  <a:pt x="2864339" y="94595"/>
                </a:cubicBezTo>
                <a:cubicBezTo>
                  <a:pt x="2864157" y="94869"/>
                  <a:pt x="2863862" y="95095"/>
                  <a:pt x="2863454" y="95278"/>
                </a:cubicBezTo>
                <a:cubicBezTo>
                  <a:pt x="2863045" y="95412"/>
                  <a:pt x="2862522" y="95526"/>
                  <a:pt x="2861888" y="95618"/>
                </a:cubicBezTo>
                <a:cubicBezTo>
                  <a:pt x="2861296" y="95709"/>
                  <a:pt x="2860525" y="95755"/>
                  <a:pt x="2859570" y="95755"/>
                </a:cubicBezTo>
                <a:cubicBezTo>
                  <a:pt x="2858664" y="95755"/>
                  <a:pt x="2857893" y="95709"/>
                  <a:pt x="2857256" y="95618"/>
                </a:cubicBezTo>
                <a:cubicBezTo>
                  <a:pt x="2856621" y="95526"/>
                  <a:pt x="2856098" y="95412"/>
                  <a:pt x="2855690" y="95278"/>
                </a:cubicBezTo>
                <a:cubicBezTo>
                  <a:pt x="2855281" y="95095"/>
                  <a:pt x="2855010" y="94869"/>
                  <a:pt x="2854873" y="94595"/>
                </a:cubicBezTo>
                <a:cubicBezTo>
                  <a:pt x="2854735" y="94323"/>
                  <a:pt x="2854667" y="94006"/>
                  <a:pt x="2854667" y="93643"/>
                </a:cubicBezTo>
                <a:lnTo>
                  <a:pt x="2854667" y="2655"/>
                </a:lnTo>
                <a:cubicBezTo>
                  <a:pt x="2854667" y="2292"/>
                  <a:pt x="2854735" y="1975"/>
                  <a:pt x="2854873" y="1700"/>
                </a:cubicBezTo>
                <a:cubicBezTo>
                  <a:pt x="2855053" y="1429"/>
                  <a:pt x="2855350" y="1203"/>
                  <a:pt x="2855758" y="1020"/>
                </a:cubicBezTo>
                <a:cubicBezTo>
                  <a:pt x="2856213" y="840"/>
                  <a:pt x="2856801" y="703"/>
                  <a:pt x="2857527" y="612"/>
                </a:cubicBezTo>
                <a:cubicBezTo>
                  <a:pt x="2858256" y="520"/>
                  <a:pt x="2859162" y="474"/>
                  <a:pt x="2860253" y="474"/>
                </a:cubicBezTo>
                <a:cubicBezTo>
                  <a:pt x="2861388" y="474"/>
                  <a:pt x="2862319" y="520"/>
                  <a:pt x="2863045" y="612"/>
                </a:cubicBezTo>
                <a:cubicBezTo>
                  <a:pt x="2863771" y="703"/>
                  <a:pt x="2864339" y="840"/>
                  <a:pt x="2864748" y="1020"/>
                </a:cubicBezTo>
                <a:cubicBezTo>
                  <a:pt x="2865157" y="1203"/>
                  <a:pt x="2865451" y="1429"/>
                  <a:pt x="2865634" y="1700"/>
                </a:cubicBezTo>
                <a:cubicBezTo>
                  <a:pt x="2865814" y="1975"/>
                  <a:pt x="2865905" y="2292"/>
                  <a:pt x="2865905" y="2655"/>
                </a:cubicBezTo>
                <a:lnTo>
                  <a:pt x="2865905" y="39362"/>
                </a:lnTo>
                <a:cubicBezTo>
                  <a:pt x="2867723" y="37502"/>
                  <a:pt x="2869469" y="35936"/>
                  <a:pt x="2871149" y="34664"/>
                </a:cubicBezTo>
                <a:cubicBezTo>
                  <a:pt x="2872875" y="33393"/>
                  <a:pt x="2874555" y="32373"/>
                  <a:pt x="2876189" y="31598"/>
                </a:cubicBezTo>
                <a:cubicBezTo>
                  <a:pt x="2877824" y="30781"/>
                  <a:pt x="2879458" y="30192"/>
                  <a:pt x="2881093" y="29829"/>
                </a:cubicBezTo>
                <a:cubicBezTo>
                  <a:pt x="2882727" y="29467"/>
                  <a:pt x="2884453" y="29284"/>
                  <a:pt x="2886268" y="29284"/>
                </a:cubicBezTo>
                <a:cubicBezTo>
                  <a:pt x="2890717" y="29284"/>
                  <a:pt x="2894509" y="30169"/>
                  <a:pt x="2897641" y="31941"/>
                </a:cubicBezTo>
                <a:cubicBezTo>
                  <a:pt x="2900821" y="33710"/>
                  <a:pt x="2903384" y="36093"/>
                  <a:pt x="2905339" y="39091"/>
                </a:cubicBezTo>
                <a:cubicBezTo>
                  <a:pt x="2907336" y="42042"/>
                  <a:pt x="2908788" y="45514"/>
                  <a:pt x="2909697" y="49512"/>
                </a:cubicBezTo>
                <a:cubicBezTo>
                  <a:pt x="2910605" y="53507"/>
                  <a:pt x="2911060" y="57730"/>
                  <a:pt x="2911060" y="62179"/>
                </a:cubicBezTo>
                <a:close/>
                <a:moveTo>
                  <a:pt x="2899209" y="63474"/>
                </a:moveTo>
                <a:cubicBezTo>
                  <a:pt x="2899209" y="60339"/>
                  <a:pt x="2898958" y="57299"/>
                  <a:pt x="2898458" y="54347"/>
                </a:cubicBezTo>
                <a:cubicBezTo>
                  <a:pt x="2898006" y="51395"/>
                  <a:pt x="2897189" y="48783"/>
                  <a:pt x="2896006" y="46514"/>
                </a:cubicBezTo>
                <a:cubicBezTo>
                  <a:pt x="2894826" y="44246"/>
                  <a:pt x="2893260" y="42428"/>
                  <a:pt x="2891309" y="41065"/>
                </a:cubicBezTo>
                <a:cubicBezTo>
                  <a:pt x="2889357" y="39659"/>
                  <a:pt x="2886928" y="38953"/>
                  <a:pt x="2884022" y="38953"/>
                </a:cubicBezTo>
                <a:cubicBezTo>
                  <a:pt x="2882567" y="38953"/>
                  <a:pt x="2881139" y="39159"/>
                  <a:pt x="2879730" y="39568"/>
                </a:cubicBezTo>
                <a:cubicBezTo>
                  <a:pt x="2878324" y="39976"/>
                  <a:pt x="2876892" y="40657"/>
                  <a:pt x="2875441" y="41611"/>
                </a:cubicBezTo>
                <a:cubicBezTo>
                  <a:pt x="2873986" y="42565"/>
                  <a:pt x="2872466" y="43791"/>
                  <a:pt x="2870877" y="45289"/>
                </a:cubicBezTo>
                <a:cubicBezTo>
                  <a:pt x="2869334" y="46786"/>
                  <a:pt x="2867677" y="48672"/>
                  <a:pt x="2865905" y="50941"/>
                </a:cubicBezTo>
                <a:lnTo>
                  <a:pt x="2865905" y="75389"/>
                </a:lnTo>
                <a:cubicBezTo>
                  <a:pt x="2868991" y="79158"/>
                  <a:pt x="2871943" y="82042"/>
                  <a:pt x="2874758" y="84039"/>
                </a:cubicBezTo>
                <a:cubicBezTo>
                  <a:pt x="2877573" y="85994"/>
                  <a:pt x="2880501" y="86968"/>
                  <a:pt x="2883545" y="86968"/>
                </a:cubicBezTo>
                <a:cubicBezTo>
                  <a:pt x="2886359" y="86968"/>
                  <a:pt x="2888765" y="86288"/>
                  <a:pt x="2890763" y="84925"/>
                </a:cubicBezTo>
                <a:cubicBezTo>
                  <a:pt x="2892760" y="83562"/>
                  <a:pt x="2894372" y="81770"/>
                  <a:pt x="2895598" y="79544"/>
                </a:cubicBezTo>
                <a:cubicBezTo>
                  <a:pt x="2896869" y="77275"/>
                  <a:pt x="2897778" y="74755"/>
                  <a:pt x="2898324" y="71986"/>
                </a:cubicBezTo>
                <a:cubicBezTo>
                  <a:pt x="2898912" y="69172"/>
                  <a:pt x="2899209" y="66334"/>
                  <a:pt x="2899209" y="63474"/>
                </a:cubicBezTo>
                <a:close/>
                <a:moveTo>
                  <a:pt x="2963772" y="36367"/>
                </a:moveTo>
                <a:cubicBezTo>
                  <a:pt x="2963772" y="37365"/>
                  <a:pt x="2963749" y="38205"/>
                  <a:pt x="2963703" y="38888"/>
                </a:cubicBezTo>
                <a:cubicBezTo>
                  <a:pt x="2963658" y="39568"/>
                  <a:pt x="2963566" y="40114"/>
                  <a:pt x="2963432" y="40522"/>
                </a:cubicBezTo>
                <a:cubicBezTo>
                  <a:pt x="2963295" y="40885"/>
                  <a:pt x="2963112" y="41179"/>
                  <a:pt x="2962886" y="41405"/>
                </a:cubicBezTo>
                <a:cubicBezTo>
                  <a:pt x="2962703" y="41588"/>
                  <a:pt x="2962432" y="41679"/>
                  <a:pt x="2962069" y="41679"/>
                </a:cubicBezTo>
                <a:cubicBezTo>
                  <a:pt x="2961706" y="41679"/>
                  <a:pt x="2961252" y="41588"/>
                  <a:pt x="2960706" y="41405"/>
                </a:cubicBezTo>
                <a:cubicBezTo>
                  <a:pt x="2960209" y="41179"/>
                  <a:pt x="2959617" y="40974"/>
                  <a:pt x="2958937" y="40794"/>
                </a:cubicBezTo>
                <a:cubicBezTo>
                  <a:pt x="2958300" y="40565"/>
                  <a:pt x="2957574" y="40362"/>
                  <a:pt x="2956757" y="40179"/>
                </a:cubicBezTo>
                <a:cubicBezTo>
                  <a:pt x="2955939" y="39999"/>
                  <a:pt x="2955054" y="39908"/>
                  <a:pt x="2954099" y="39908"/>
                </a:cubicBezTo>
                <a:cubicBezTo>
                  <a:pt x="2952965" y="39908"/>
                  <a:pt x="2951853" y="40136"/>
                  <a:pt x="2950765" y="40588"/>
                </a:cubicBezTo>
                <a:cubicBezTo>
                  <a:pt x="2949673" y="41042"/>
                  <a:pt x="2948516" y="41794"/>
                  <a:pt x="2947290" y="42837"/>
                </a:cubicBezTo>
                <a:cubicBezTo>
                  <a:pt x="2946110" y="43880"/>
                  <a:pt x="2944861" y="45266"/>
                  <a:pt x="2943544" y="46992"/>
                </a:cubicBezTo>
                <a:cubicBezTo>
                  <a:pt x="2942226" y="48718"/>
                  <a:pt x="2940775" y="50826"/>
                  <a:pt x="2939186" y="53324"/>
                </a:cubicBezTo>
                <a:lnTo>
                  <a:pt x="2939186" y="93643"/>
                </a:lnTo>
                <a:cubicBezTo>
                  <a:pt x="2939186" y="94006"/>
                  <a:pt x="2939094" y="94323"/>
                  <a:pt x="2938914" y="94595"/>
                </a:cubicBezTo>
                <a:cubicBezTo>
                  <a:pt x="2938732" y="94823"/>
                  <a:pt x="2938437" y="95026"/>
                  <a:pt x="2938029" y="95209"/>
                </a:cubicBezTo>
                <a:cubicBezTo>
                  <a:pt x="2937620" y="95392"/>
                  <a:pt x="2937051" y="95526"/>
                  <a:pt x="2936326" y="95618"/>
                </a:cubicBezTo>
                <a:cubicBezTo>
                  <a:pt x="2935600" y="95709"/>
                  <a:pt x="2934668" y="95755"/>
                  <a:pt x="2933534" y="95755"/>
                </a:cubicBezTo>
                <a:cubicBezTo>
                  <a:pt x="2932442" y="95755"/>
                  <a:pt x="2931536" y="95709"/>
                  <a:pt x="2930808" y="95618"/>
                </a:cubicBezTo>
                <a:cubicBezTo>
                  <a:pt x="2930082" y="95526"/>
                  <a:pt x="2929490" y="95392"/>
                  <a:pt x="2929039" y="95209"/>
                </a:cubicBezTo>
                <a:cubicBezTo>
                  <a:pt x="2928630" y="95026"/>
                  <a:pt x="2928333" y="94823"/>
                  <a:pt x="2928153" y="94595"/>
                </a:cubicBezTo>
                <a:cubicBezTo>
                  <a:pt x="2928016" y="94323"/>
                  <a:pt x="2927947" y="94006"/>
                  <a:pt x="2927947" y="93643"/>
                </a:cubicBezTo>
                <a:lnTo>
                  <a:pt x="2927947" y="32350"/>
                </a:lnTo>
                <a:cubicBezTo>
                  <a:pt x="2927947" y="31984"/>
                  <a:pt x="2928016" y="31690"/>
                  <a:pt x="2928153" y="31464"/>
                </a:cubicBezTo>
                <a:cubicBezTo>
                  <a:pt x="2928287" y="31190"/>
                  <a:pt x="2928562" y="30964"/>
                  <a:pt x="2928970" y="30781"/>
                </a:cubicBezTo>
                <a:cubicBezTo>
                  <a:pt x="2929379" y="30555"/>
                  <a:pt x="2929902" y="30418"/>
                  <a:pt x="2930536" y="30372"/>
                </a:cubicBezTo>
                <a:cubicBezTo>
                  <a:pt x="2931171" y="30284"/>
                  <a:pt x="2932011" y="30238"/>
                  <a:pt x="2933057" y="30238"/>
                </a:cubicBezTo>
                <a:cubicBezTo>
                  <a:pt x="2934054" y="30238"/>
                  <a:pt x="2934871" y="30284"/>
                  <a:pt x="2935508" y="30372"/>
                </a:cubicBezTo>
                <a:cubicBezTo>
                  <a:pt x="2936188" y="30418"/>
                  <a:pt x="2936711" y="30555"/>
                  <a:pt x="2937074" y="30781"/>
                </a:cubicBezTo>
                <a:cubicBezTo>
                  <a:pt x="2937437" y="30964"/>
                  <a:pt x="2937689" y="31190"/>
                  <a:pt x="2937823" y="31464"/>
                </a:cubicBezTo>
                <a:cubicBezTo>
                  <a:pt x="2938006" y="31690"/>
                  <a:pt x="2938097" y="31984"/>
                  <a:pt x="2938097" y="32350"/>
                </a:cubicBezTo>
                <a:lnTo>
                  <a:pt x="2938097" y="41271"/>
                </a:lnTo>
                <a:cubicBezTo>
                  <a:pt x="2939775" y="38819"/>
                  <a:pt x="2941343" y="36822"/>
                  <a:pt x="2942795" y="35276"/>
                </a:cubicBezTo>
                <a:cubicBezTo>
                  <a:pt x="2944292" y="33733"/>
                  <a:pt x="2945701" y="32530"/>
                  <a:pt x="2947018" y="31667"/>
                </a:cubicBezTo>
                <a:cubicBezTo>
                  <a:pt x="2948336" y="30758"/>
                  <a:pt x="2949627" y="30147"/>
                  <a:pt x="2950899" y="29829"/>
                </a:cubicBezTo>
                <a:cubicBezTo>
                  <a:pt x="2952216" y="29467"/>
                  <a:pt x="2953533" y="29284"/>
                  <a:pt x="2954851" y="29284"/>
                </a:cubicBezTo>
                <a:cubicBezTo>
                  <a:pt x="2955439" y="29284"/>
                  <a:pt x="2956099" y="29329"/>
                  <a:pt x="2956825" y="29421"/>
                </a:cubicBezTo>
                <a:cubicBezTo>
                  <a:pt x="2957597" y="29467"/>
                  <a:pt x="2958391" y="29578"/>
                  <a:pt x="2959208" y="29761"/>
                </a:cubicBezTo>
                <a:cubicBezTo>
                  <a:pt x="2960026" y="29941"/>
                  <a:pt x="2960751" y="30147"/>
                  <a:pt x="2961389" y="30372"/>
                </a:cubicBezTo>
                <a:cubicBezTo>
                  <a:pt x="2962069" y="30601"/>
                  <a:pt x="2962546" y="30827"/>
                  <a:pt x="2962817" y="31055"/>
                </a:cubicBezTo>
                <a:cubicBezTo>
                  <a:pt x="2963089" y="31281"/>
                  <a:pt x="2963272" y="31510"/>
                  <a:pt x="2963363" y="31735"/>
                </a:cubicBezTo>
                <a:cubicBezTo>
                  <a:pt x="2963455" y="31918"/>
                  <a:pt x="2963520" y="32167"/>
                  <a:pt x="2963566" y="32484"/>
                </a:cubicBezTo>
                <a:cubicBezTo>
                  <a:pt x="2963658" y="32801"/>
                  <a:pt x="2963703" y="33278"/>
                  <a:pt x="2963703" y="33916"/>
                </a:cubicBezTo>
                <a:cubicBezTo>
                  <a:pt x="2963749" y="34504"/>
                  <a:pt x="2963772" y="35322"/>
                  <a:pt x="2963772" y="36367"/>
                </a:cubicBezTo>
                <a:close/>
                <a:moveTo>
                  <a:pt x="2987812" y="93643"/>
                </a:moveTo>
                <a:cubicBezTo>
                  <a:pt x="2987812" y="94006"/>
                  <a:pt x="2987721" y="94323"/>
                  <a:pt x="2987541" y="94595"/>
                </a:cubicBezTo>
                <a:cubicBezTo>
                  <a:pt x="2987358" y="94823"/>
                  <a:pt x="2987063" y="95026"/>
                  <a:pt x="2986655" y="95209"/>
                </a:cubicBezTo>
                <a:cubicBezTo>
                  <a:pt x="2986246" y="95392"/>
                  <a:pt x="2985677" y="95526"/>
                  <a:pt x="2984952" y="95618"/>
                </a:cubicBezTo>
                <a:cubicBezTo>
                  <a:pt x="2984226" y="95709"/>
                  <a:pt x="2983294" y="95755"/>
                  <a:pt x="2982160" y="95755"/>
                </a:cubicBezTo>
                <a:cubicBezTo>
                  <a:pt x="2981071" y="95755"/>
                  <a:pt x="2980162" y="95709"/>
                  <a:pt x="2979437" y="95618"/>
                </a:cubicBezTo>
                <a:cubicBezTo>
                  <a:pt x="2978708" y="95526"/>
                  <a:pt x="2978119" y="95392"/>
                  <a:pt x="2977665" y="95209"/>
                </a:cubicBezTo>
                <a:cubicBezTo>
                  <a:pt x="2977256" y="95026"/>
                  <a:pt x="2976962" y="94823"/>
                  <a:pt x="2976779" y="94595"/>
                </a:cubicBezTo>
                <a:cubicBezTo>
                  <a:pt x="2976642" y="94323"/>
                  <a:pt x="2976576" y="94006"/>
                  <a:pt x="2976576" y="93643"/>
                </a:cubicBezTo>
                <a:lnTo>
                  <a:pt x="2976576" y="32350"/>
                </a:lnTo>
                <a:cubicBezTo>
                  <a:pt x="2976576" y="32030"/>
                  <a:pt x="2976642" y="31735"/>
                  <a:pt x="2976779" y="31464"/>
                </a:cubicBezTo>
                <a:cubicBezTo>
                  <a:pt x="2976962" y="31190"/>
                  <a:pt x="2977256" y="30964"/>
                  <a:pt x="2977665" y="30781"/>
                </a:cubicBezTo>
                <a:cubicBezTo>
                  <a:pt x="2978119" y="30601"/>
                  <a:pt x="2978708" y="30464"/>
                  <a:pt x="2979437" y="30372"/>
                </a:cubicBezTo>
                <a:cubicBezTo>
                  <a:pt x="2980162" y="30284"/>
                  <a:pt x="2981071" y="30238"/>
                  <a:pt x="2982160" y="30238"/>
                </a:cubicBezTo>
                <a:cubicBezTo>
                  <a:pt x="2983294" y="30238"/>
                  <a:pt x="2984226" y="30284"/>
                  <a:pt x="2984952" y="30372"/>
                </a:cubicBezTo>
                <a:cubicBezTo>
                  <a:pt x="2985677" y="30464"/>
                  <a:pt x="2986246" y="30601"/>
                  <a:pt x="2986655" y="30781"/>
                </a:cubicBezTo>
                <a:cubicBezTo>
                  <a:pt x="2987063" y="30964"/>
                  <a:pt x="2987358" y="31190"/>
                  <a:pt x="2987541" y="31464"/>
                </a:cubicBezTo>
                <a:cubicBezTo>
                  <a:pt x="2987721" y="31735"/>
                  <a:pt x="2987812" y="32030"/>
                  <a:pt x="2987812" y="32350"/>
                </a:cubicBezTo>
                <a:lnTo>
                  <a:pt x="2987812" y="93643"/>
                </a:lnTo>
                <a:close/>
                <a:moveTo>
                  <a:pt x="2989106" y="11644"/>
                </a:moveTo>
                <a:cubicBezTo>
                  <a:pt x="2989106" y="14279"/>
                  <a:pt x="2988606" y="16071"/>
                  <a:pt x="2987609" y="17025"/>
                </a:cubicBezTo>
                <a:cubicBezTo>
                  <a:pt x="2986609" y="17979"/>
                  <a:pt x="2984769" y="18457"/>
                  <a:pt x="2982091" y="18457"/>
                </a:cubicBezTo>
                <a:cubicBezTo>
                  <a:pt x="2979457" y="18457"/>
                  <a:pt x="2977642" y="18002"/>
                  <a:pt x="2976642" y="17094"/>
                </a:cubicBezTo>
                <a:cubicBezTo>
                  <a:pt x="2975690" y="16139"/>
                  <a:pt x="2975213" y="14370"/>
                  <a:pt x="2975213" y="11781"/>
                </a:cubicBezTo>
                <a:cubicBezTo>
                  <a:pt x="2975213" y="9147"/>
                  <a:pt x="2975713" y="7355"/>
                  <a:pt x="2976711" y="6401"/>
                </a:cubicBezTo>
                <a:cubicBezTo>
                  <a:pt x="2977711" y="5446"/>
                  <a:pt x="2979548" y="4969"/>
                  <a:pt x="2982228" y="4969"/>
                </a:cubicBezTo>
                <a:cubicBezTo>
                  <a:pt x="2984860" y="4969"/>
                  <a:pt x="2986655" y="5446"/>
                  <a:pt x="2987609" y="6401"/>
                </a:cubicBezTo>
                <a:cubicBezTo>
                  <a:pt x="2988606" y="7309"/>
                  <a:pt x="2989106" y="9055"/>
                  <a:pt x="2989106" y="11644"/>
                </a:cubicBezTo>
                <a:close/>
                <a:moveTo>
                  <a:pt x="3052649" y="84313"/>
                </a:moveTo>
                <a:cubicBezTo>
                  <a:pt x="3052649" y="85085"/>
                  <a:pt x="3052626" y="85765"/>
                  <a:pt x="3052580" y="86357"/>
                </a:cubicBezTo>
                <a:cubicBezTo>
                  <a:pt x="3052534" y="86899"/>
                  <a:pt x="3052443" y="87377"/>
                  <a:pt x="3052309" y="87785"/>
                </a:cubicBezTo>
                <a:cubicBezTo>
                  <a:pt x="3052217" y="88148"/>
                  <a:pt x="3052080" y="88488"/>
                  <a:pt x="3051900" y="88808"/>
                </a:cubicBezTo>
                <a:cubicBezTo>
                  <a:pt x="3051763" y="89080"/>
                  <a:pt x="3051400" y="89511"/>
                  <a:pt x="3050808" y="90100"/>
                </a:cubicBezTo>
                <a:cubicBezTo>
                  <a:pt x="3050263" y="90646"/>
                  <a:pt x="3049311" y="91349"/>
                  <a:pt x="3047948" y="92212"/>
                </a:cubicBezTo>
                <a:cubicBezTo>
                  <a:pt x="3046585" y="93029"/>
                  <a:pt x="3045042" y="93777"/>
                  <a:pt x="3043316" y="94460"/>
                </a:cubicBezTo>
                <a:cubicBezTo>
                  <a:pt x="3041639" y="95095"/>
                  <a:pt x="3039798" y="95618"/>
                  <a:pt x="3037801" y="96026"/>
                </a:cubicBezTo>
                <a:cubicBezTo>
                  <a:pt x="3035804" y="96435"/>
                  <a:pt x="3033738" y="96638"/>
                  <a:pt x="3031603" y="96638"/>
                </a:cubicBezTo>
                <a:cubicBezTo>
                  <a:pt x="3027200" y="96638"/>
                  <a:pt x="3023294" y="95912"/>
                  <a:pt x="3019890" y="94460"/>
                </a:cubicBezTo>
                <a:cubicBezTo>
                  <a:pt x="3016484" y="93006"/>
                  <a:pt x="3013624" y="90897"/>
                  <a:pt x="3011309" y="88125"/>
                </a:cubicBezTo>
                <a:cubicBezTo>
                  <a:pt x="3009038" y="85311"/>
                  <a:pt x="3007289" y="81885"/>
                  <a:pt x="3006066" y="77841"/>
                </a:cubicBezTo>
                <a:cubicBezTo>
                  <a:pt x="3004883" y="73755"/>
                  <a:pt x="3004294" y="69057"/>
                  <a:pt x="3004294" y="63745"/>
                </a:cubicBezTo>
                <a:cubicBezTo>
                  <a:pt x="3004294" y="57707"/>
                  <a:pt x="3005020" y="52529"/>
                  <a:pt x="3006471" y="48217"/>
                </a:cubicBezTo>
                <a:cubicBezTo>
                  <a:pt x="3007972" y="43857"/>
                  <a:pt x="3009992" y="40294"/>
                  <a:pt x="3012535" y="37525"/>
                </a:cubicBezTo>
                <a:cubicBezTo>
                  <a:pt x="3015121" y="34756"/>
                  <a:pt x="3018142" y="32713"/>
                  <a:pt x="3021593" y="31395"/>
                </a:cubicBezTo>
                <a:cubicBezTo>
                  <a:pt x="3025088" y="30032"/>
                  <a:pt x="3028857" y="29352"/>
                  <a:pt x="3032898" y="29352"/>
                </a:cubicBezTo>
                <a:cubicBezTo>
                  <a:pt x="3034849" y="29352"/>
                  <a:pt x="3036735" y="29532"/>
                  <a:pt x="3038550" y="29898"/>
                </a:cubicBezTo>
                <a:cubicBezTo>
                  <a:pt x="3040413" y="30261"/>
                  <a:pt x="3042113" y="30738"/>
                  <a:pt x="3043659" y="31327"/>
                </a:cubicBezTo>
                <a:cubicBezTo>
                  <a:pt x="3045202" y="31918"/>
                  <a:pt x="3046565" y="32598"/>
                  <a:pt x="3047745" y="33370"/>
                </a:cubicBezTo>
                <a:cubicBezTo>
                  <a:pt x="3048971" y="34141"/>
                  <a:pt x="3049854" y="34801"/>
                  <a:pt x="3050400" y="35344"/>
                </a:cubicBezTo>
                <a:cubicBezTo>
                  <a:pt x="3050946" y="35890"/>
                  <a:pt x="3051309" y="36322"/>
                  <a:pt x="3051491" y="36639"/>
                </a:cubicBezTo>
                <a:cubicBezTo>
                  <a:pt x="3051717" y="36956"/>
                  <a:pt x="3051900" y="37342"/>
                  <a:pt x="3052034" y="37796"/>
                </a:cubicBezTo>
                <a:cubicBezTo>
                  <a:pt x="3052171" y="38205"/>
                  <a:pt x="3052263" y="38682"/>
                  <a:pt x="3052309" y="39228"/>
                </a:cubicBezTo>
                <a:cubicBezTo>
                  <a:pt x="3052351" y="39771"/>
                  <a:pt x="3052374" y="40454"/>
                  <a:pt x="3052374" y="41271"/>
                </a:cubicBezTo>
                <a:cubicBezTo>
                  <a:pt x="3052374" y="43040"/>
                  <a:pt x="3052171" y="44288"/>
                  <a:pt x="3051763" y="45017"/>
                </a:cubicBezTo>
                <a:cubicBezTo>
                  <a:pt x="3051354" y="45697"/>
                  <a:pt x="3050854" y="46037"/>
                  <a:pt x="3050263" y="46037"/>
                </a:cubicBezTo>
                <a:cubicBezTo>
                  <a:pt x="3049583" y="46037"/>
                  <a:pt x="3048788" y="45674"/>
                  <a:pt x="3047880" y="44948"/>
                </a:cubicBezTo>
                <a:cubicBezTo>
                  <a:pt x="3047017" y="44177"/>
                  <a:pt x="3045905" y="43337"/>
                  <a:pt x="3044542" y="42428"/>
                </a:cubicBezTo>
                <a:cubicBezTo>
                  <a:pt x="3043182" y="41519"/>
                  <a:pt x="3041524" y="40702"/>
                  <a:pt x="3039573" y="39976"/>
                </a:cubicBezTo>
                <a:cubicBezTo>
                  <a:pt x="3037664" y="39205"/>
                  <a:pt x="3035395" y="38819"/>
                  <a:pt x="3032760" y="38819"/>
                </a:cubicBezTo>
                <a:cubicBezTo>
                  <a:pt x="3027357" y="38819"/>
                  <a:pt x="3023205" y="40908"/>
                  <a:pt x="3020299" y="45083"/>
                </a:cubicBezTo>
                <a:cubicBezTo>
                  <a:pt x="3017439" y="49215"/>
                  <a:pt x="3016007" y="55233"/>
                  <a:pt x="3016007" y="63131"/>
                </a:cubicBezTo>
                <a:cubicBezTo>
                  <a:pt x="3016007" y="67083"/>
                  <a:pt x="3016370" y="70555"/>
                  <a:pt x="3017096" y="73552"/>
                </a:cubicBezTo>
                <a:cubicBezTo>
                  <a:pt x="3017870" y="76504"/>
                  <a:pt x="3018982" y="78978"/>
                  <a:pt x="3020433" y="80976"/>
                </a:cubicBezTo>
                <a:cubicBezTo>
                  <a:pt x="3021888" y="82973"/>
                  <a:pt x="3023656" y="84471"/>
                  <a:pt x="3025745" y="85471"/>
                </a:cubicBezTo>
                <a:cubicBezTo>
                  <a:pt x="3027880" y="86422"/>
                  <a:pt x="3030309" y="86899"/>
                  <a:pt x="3033035" y="86899"/>
                </a:cubicBezTo>
                <a:cubicBezTo>
                  <a:pt x="3035621" y="86899"/>
                  <a:pt x="3037893" y="86491"/>
                  <a:pt x="3039844" y="85674"/>
                </a:cubicBezTo>
                <a:cubicBezTo>
                  <a:pt x="3041796" y="84856"/>
                  <a:pt x="3043476" y="83970"/>
                  <a:pt x="3044885" y="83019"/>
                </a:cubicBezTo>
                <a:cubicBezTo>
                  <a:pt x="3046336" y="82019"/>
                  <a:pt x="3047539" y="81133"/>
                  <a:pt x="3048494" y="80361"/>
                </a:cubicBezTo>
                <a:cubicBezTo>
                  <a:pt x="3049491" y="79544"/>
                  <a:pt x="3050263" y="79136"/>
                  <a:pt x="3050808" y="79136"/>
                </a:cubicBezTo>
                <a:cubicBezTo>
                  <a:pt x="3051126" y="79136"/>
                  <a:pt x="3051400" y="79227"/>
                  <a:pt x="3051626" y="79410"/>
                </a:cubicBezTo>
                <a:cubicBezTo>
                  <a:pt x="3051854" y="79590"/>
                  <a:pt x="3052034" y="79907"/>
                  <a:pt x="3052171" y="80361"/>
                </a:cubicBezTo>
                <a:cubicBezTo>
                  <a:pt x="3052351" y="80770"/>
                  <a:pt x="3052466" y="81316"/>
                  <a:pt x="3052512" y="81996"/>
                </a:cubicBezTo>
                <a:cubicBezTo>
                  <a:pt x="3052603" y="82633"/>
                  <a:pt x="3052649" y="83405"/>
                  <a:pt x="3052649" y="84313"/>
                </a:cubicBezTo>
                <a:close/>
                <a:moveTo>
                  <a:pt x="3117891" y="93575"/>
                </a:moveTo>
                <a:cubicBezTo>
                  <a:pt x="3117891" y="93937"/>
                  <a:pt x="3117800" y="94255"/>
                  <a:pt x="3117620" y="94529"/>
                </a:cubicBezTo>
                <a:cubicBezTo>
                  <a:pt x="3117437" y="94800"/>
                  <a:pt x="3117120" y="95026"/>
                  <a:pt x="3116665" y="95209"/>
                </a:cubicBezTo>
                <a:cubicBezTo>
                  <a:pt x="3116257" y="95392"/>
                  <a:pt x="3115668" y="95526"/>
                  <a:pt x="3114896" y="95618"/>
                </a:cubicBezTo>
                <a:cubicBezTo>
                  <a:pt x="3114122" y="95709"/>
                  <a:pt x="3113148" y="95755"/>
                  <a:pt x="3111968" y="95755"/>
                </a:cubicBezTo>
                <a:cubicBezTo>
                  <a:pt x="3110742" y="95755"/>
                  <a:pt x="3109719" y="95709"/>
                  <a:pt x="3108901" y="95618"/>
                </a:cubicBezTo>
                <a:cubicBezTo>
                  <a:pt x="3108130" y="95572"/>
                  <a:pt x="3107473" y="95481"/>
                  <a:pt x="3106927" y="95346"/>
                </a:cubicBezTo>
                <a:cubicBezTo>
                  <a:pt x="3106381" y="95163"/>
                  <a:pt x="3105927" y="94938"/>
                  <a:pt x="3105564" y="94663"/>
                </a:cubicBezTo>
                <a:cubicBezTo>
                  <a:pt x="3105247" y="94346"/>
                  <a:pt x="3104952" y="93983"/>
                  <a:pt x="3104681" y="93575"/>
                </a:cubicBezTo>
                <a:lnTo>
                  <a:pt x="3078801" y="59659"/>
                </a:lnTo>
                <a:lnTo>
                  <a:pt x="3078801" y="93643"/>
                </a:lnTo>
                <a:cubicBezTo>
                  <a:pt x="3078801" y="94006"/>
                  <a:pt x="3078709" y="94323"/>
                  <a:pt x="3078526" y="94595"/>
                </a:cubicBezTo>
                <a:cubicBezTo>
                  <a:pt x="3078346" y="94823"/>
                  <a:pt x="3078052" y="95026"/>
                  <a:pt x="3077643" y="95209"/>
                </a:cubicBezTo>
                <a:cubicBezTo>
                  <a:pt x="3077235" y="95392"/>
                  <a:pt x="3076666" y="95526"/>
                  <a:pt x="3075940" y="95618"/>
                </a:cubicBezTo>
                <a:cubicBezTo>
                  <a:pt x="3075214" y="95709"/>
                  <a:pt x="3074283" y="95755"/>
                  <a:pt x="3073148" y="95755"/>
                </a:cubicBezTo>
                <a:cubicBezTo>
                  <a:pt x="3072057" y="95755"/>
                  <a:pt x="3071151" y="95709"/>
                  <a:pt x="3070422" y="95618"/>
                </a:cubicBezTo>
                <a:cubicBezTo>
                  <a:pt x="3069697" y="95526"/>
                  <a:pt x="3069105" y="95392"/>
                  <a:pt x="3068654" y="95209"/>
                </a:cubicBezTo>
                <a:cubicBezTo>
                  <a:pt x="3068245" y="95026"/>
                  <a:pt x="3067948" y="94823"/>
                  <a:pt x="3067768" y="94595"/>
                </a:cubicBezTo>
                <a:cubicBezTo>
                  <a:pt x="3067631" y="94323"/>
                  <a:pt x="3067562" y="94006"/>
                  <a:pt x="3067562" y="93643"/>
                </a:cubicBezTo>
                <a:lnTo>
                  <a:pt x="3067562" y="2655"/>
                </a:lnTo>
                <a:cubicBezTo>
                  <a:pt x="3067562" y="2292"/>
                  <a:pt x="3067631" y="1975"/>
                  <a:pt x="3067768" y="1700"/>
                </a:cubicBezTo>
                <a:cubicBezTo>
                  <a:pt x="3067948" y="1429"/>
                  <a:pt x="3068245" y="1203"/>
                  <a:pt x="3068654" y="1020"/>
                </a:cubicBezTo>
                <a:cubicBezTo>
                  <a:pt x="3069105" y="840"/>
                  <a:pt x="3069697" y="703"/>
                  <a:pt x="3070422" y="612"/>
                </a:cubicBezTo>
                <a:cubicBezTo>
                  <a:pt x="3071151" y="520"/>
                  <a:pt x="3072057" y="474"/>
                  <a:pt x="3073148" y="474"/>
                </a:cubicBezTo>
                <a:cubicBezTo>
                  <a:pt x="3074283" y="474"/>
                  <a:pt x="3075214" y="520"/>
                  <a:pt x="3075940" y="612"/>
                </a:cubicBezTo>
                <a:cubicBezTo>
                  <a:pt x="3076666" y="703"/>
                  <a:pt x="3077235" y="840"/>
                  <a:pt x="3077643" y="1020"/>
                </a:cubicBezTo>
                <a:cubicBezTo>
                  <a:pt x="3078052" y="1203"/>
                  <a:pt x="3078346" y="1429"/>
                  <a:pt x="3078526" y="1700"/>
                </a:cubicBezTo>
                <a:cubicBezTo>
                  <a:pt x="3078709" y="1975"/>
                  <a:pt x="3078801" y="2292"/>
                  <a:pt x="3078801" y="2655"/>
                </a:cubicBezTo>
                <a:lnTo>
                  <a:pt x="3078801" y="58093"/>
                </a:lnTo>
                <a:lnTo>
                  <a:pt x="3101955" y="32621"/>
                </a:lnTo>
                <a:cubicBezTo>
                  <a:pt x="3102318" y="32167"/>
                  <a:pt x="3102704" y="31804"/>
                  <a:pt x="3103112" y="31533"/>
                </a:cubicBezTo>
                <a:cubicBezTo>
                  <a:pt x="3103521" y="31212"/>
                  <a:pt x="3103998" y="30964"/>
                  <a:pt x="3104544" y="30781"/>
                </a:cubicBezTo>
                <a:cubicBezTo>
                  <a:pt x="3105132" y="30555"/>
                  <a:pt x="3105815" y="30418"/>
                  <a:pt x="3106587" y="30372"/>
                </a:cubicBezTo>
                <a:cubicBezTo>
                  <a:pt x="3107358" y="30284"/>
                  <a:pt x="3108290" y="30238"/>
                  <a:pt x="3109379" y="30238"/>
                </a:cubicBezTo>
                <a:cubicBezTo>
                  <a:pt x="3110513" y="30238"/>
                  <a:pt x="3111467" y="30284"/>
                  <a:pt x="3112239" y="30372"/>
                </a:cubicBezTo>
                <a:cubicBezTo>
                  <a:pt x="3113011" y="30418"/>
                  <a:pt x="3113625" y="30532"/>
                  <a:pt x="3114079" y="30715"/>
                </a:cubicBezTo>
                <a:cubicBezTo>
                  <a:pt x="3114576" y="30850"/>
                  <a:pt x="3114916" y="31055"/>
                  <a:pt x="3115099" y="31327"/>
                </a:cubicBezTo>
                <a:cubicBezTo>
                  <a:pt x="3115325" y="31555"/>
                  <a:pt x="3115439" y="31873"/>
                  <a:pt x="3115439" y="32281"/>
                </a:cubicBezTo>
                <a:cubicBezTo>
                  <a:pt x="3115439" y="32824"/>
                  <a:pt x="3115282" y="33370"/>
                  <a:pt x="3114962" y="33916"/>
                </a:cubicBezTo>
                <a:cubicBezTo>
                  <a:pt x="3114691" y="34459"/>
                  <a:pt x="3114214" y="35096"/>
                  <a:pt x="3113533" y="35822"/>
                </a:cubicBezTo>
                <a:lnTo>
                  <a:pt x="3091331" y="58024"/>
                </a:lnTo>
                <a:lnTo>
                  <a:pt x="3116257" y="90374"/>
                </a:lnTo>
                <a:cubicBezTo>
                  <a:pt x="3116848" y="91146"/>
                  <a:pt x="3117257" y="91780"/>
                  <a:pt x="3117482" y="92280"/>
                </a:cubicBezTo>
                <a:cubicBezTo>
                  <a:pt x="3117757" y="92734"/>
                  <a:pt x="3117891" y="93166"/>
                  <a:pt x="3117891" y="93575"/>
                </a:cubicBezTo>
                <a:close/>
                <a:moveTo>
                  <a:pt x="3168152" y="76958"/>
                </a:moveTo>
                <a:cubicBezTo>
                  <a:pt x="3168152" y="80090"/>
                  <a:pt x="3167563" y="82882"/>
                  <a:pt x="3166383" y="85334"/>
                </a:cubicBezTo>
                <a:cubicBezTo>
                  <a:pt x="3165248" y="87785"/>
                  <a:pt x="3163614" y="89851"/>
                  <a:pt x="3161479" y="91531"/>
                </a:cubicBezTo>
                <a:cubicBezTo>
                  <a:pt x="3159345" y="93212"/>
                  <a:pt x="3156802" y="94483"/>
                  <a:pt x="3153850" y="95346"/>
                </a:cubicBezTo>
                <a:cubicBezTo>
                  <a:pt x="3150901" y="96209"/>
                  <a:pt x="3147655" y="96638"/>
                  <a:pt x="3144112" y="96638"/>
                </a:cubicBezTo>
                <a:cubicBezTo>
                  <a:pt x="3141934" y="96638"/>
                  <a:pt x="3139845" y="96458"/>
                  <a:pt x="3137845" y="96095"/>
                </a:cubicBezTo>
                <a:cubicBezTo>
                  <a:pt x="3135893" y="95778"/>
                  <a:pt x="3134125" y="95369"/>
                  <a:pt x="3132533" y="94869"/>
                </a:cubicBezTo>
                <a:cubicBezTo>
                  <a:pt x="3130990" y="94323"/>
                  <a:pt x="3129673" y="93777"/>
                  <a:pt x="3128584" y="93235"/>
                </a:cubicBezTo>
                <a:cubicBezTo>
                  <a:pt x="3127495" y="92643"/>
                  <a:pt x="3126701" y="92123"/>
                  <a:pt x="3126201" y="91669"/>
                </a:cubicBezTo>
                <a:cubicBezTo>
                  <a:pt x="3125701" y="91214"/>
                  <a:pt x="3125338" y="90577"/>
                  <a:pt x="3125112" y="89760"/>
                </a:cubicBezTo>
                <a:cubicBezTo>
                  <a:pt x="3124883" y="88943"/>
                  <a:pt x="3124769" y="87831"/>
                  <a:pt x="3124769" y="86422"/>
                </a:cubicBezTo>
                <a:cubicBezTo>
                  <a:pt x="3124769" y="85562"/>
                  <a:pt x="3124815" y="84833"/>
                  <a:pt x="3124906" y="84245"/>
                </a:cubicBezTo>
                <a:cubicBezTo>
                  <a:pt x="3124998" y="83653"/>
                  <a:pt x="3125112" y="83176"/>
                  <a:pt x="3125246" y="82813"/>
                </a:cubicBezTo>
                <a:cubicBezTo>
                  <a:pt x="3125383" y="82450"/>
                  <a:pt x="3125566" y="82202"/>
                  <a:pt x="3125792" y="82065"/>
                </a:cubicBezTo>
                <a:cubicBezTo>
                  <a:pt x="3126064" y="81885"/>
                  <a:pt x="3126361" y="81793"/>
                  <a:pt x="3126678" y="81793"/>
                </a:cubicBezTo>
                <a:cubicBezTo>
                  <a:pt x="3127178" y="81793"/>
                  <a:pt x="3127904" y="82110"/>
                  <a:pt x="3128855" y="82745"/>
                </a:cubicBezTo>
                <a:cubicBezTo>
                  <a:pt x="3129855" y="83336"/>
                  <a:pt x="3131058" y="83993"/>
                  <a:pt x="3132467" y="84722"/>
                </a:cubicBezTo>
                <a:cubicBezTo>
                  <a:pt x="3133919" y="85448"/>
                  <a:pt x="3135622" y="86128"/>
                  <a:pt x="3137574" y="86765"/>
                </a:cubicBezTo>
                <a:cubicBezTo>
                  <a:pt x="3139525" y="87354"/>
                  <a:pt x="3141774" y="87648"/>
                  <a:pt x="3144317" y="87648"/>
                </a:cubicBezTo>
                <a:cubicBezTo>
                  <a:pt x="3146223" y="87648"/>
                  <a:pt x="3147949" y="87445"/>
                  <a:pt x="3149492" y="87037"/>
                </a:cubicBezTo>
                <a:cubicBezTo>
                  <a:pt x="3151035" y="86628"/>
                  <a:pt x="3152375" y="86036"/>
                  <a:pt x="3153510" y="85265"/>
                </a:cubicBezTo>
                <a:cubicBezTo>
                  <a:pt x="3154644" y="84448"/>
                  <a:pt x="3155507" y="83428"/>
                  <a:pt x="3156099" y="82202"/>
                </a:cubicBezTo>
                <a:cubicBezTo>
                  <a:pt x="3156733" y="80976"/>
                  <a:pt x="3157053" y="79521"/>
                  <a:pt x="3157053" y="77841"/>
                </a:cubicBezTo>
                <a:cubicBezTo>
                  <a:pt x="3157053" y="76118"/>
                  <a:pt x="3156599" y="74664"/>
                  <a:pt x="3155690" y="73483"/>
                </a:cubicBezTo>
                <a:cubicBezTo>
                  <a:pt x="3154827" y="72303"/>
                  <a:pt x="3153670" y="71260"/>
                  <a:pt x="3152215" y="70352"/>
                </a:cubicBezTo>
                <a:cubicBezTo>
                  <a:pt x="3150764" y="69443"/>
                  <a:pt x="3149129" y="68649"/>
                  <a:pt x="3147312" y="67968"/>
                </a:cubicBezTo>
                <a:cubicBezTo>
                  <a:pt x="3145497" y="67240"/>
                  <a:pt x="3143611" y="66491"/>
                  <a:pt x="3141660" y="65720"/>
                </a:cubicBezTo>
                <a:cubicBezTo>
                  <a:pt x="3139754" y="64948"/>
                  <a:pt x="3137868" y="64085"/>
                  <a:pt x="3136008" y="63131"/>
                </a:cubicBezTo>
                <a:cubicBezTo>
                  <a:pt x="3134190" y="62133"/>
                  <a:pt x="3132556" y="60930"/>
                  <a:pt x="3131104" y="59522"/>
                </a:cubicBezTo>
                <a:cubicBezTo>
                  <a:pt x="3129653" y="58116"/>
                  <a:pt x="3128470" y="56436"/>
                  <a:pt x="3127564" y="54481"/>
                </a:cubicBezTo>
                <a:cubicBezTo>
                  <a:pt x="3126701" y="52529"/>
                  <a:pt x="3126269" y="50192"/>
                  <a:pt x="3126269" y="47469"/>
                </a:cubicBezTo>
                <a:cubicBezTo>
                  <a:pt x="3126269" y="45063"/>
                  <a:pt x="3126724" y="42768"/>
                  <a:pt x="3127629" y="40588"/>
                </a:cubicBezTo>
                <a:cubicBezTo>
                  <a:pt x="3128584" y="38365"/>
                  <a:pt x="3129993" y="36436"/>
                  <a:pt x="3131853" y="34801"/>
                </a:cubicBezTo>
                <a:cubicBezTo>
                  <a:pt x="3133716" y="33121"/>
                  <a:pt x="3136031" y="31781"/>
                  <a:pt x="3138799" y="30781"/>
                </a:cubicBezTo>
                <a:cubicBezTo>
                  <a:pt x="3141614" y="29784"/>
                  <a:pt x="3144883" y="29284"/>
                  <a:pt x="3148606" y="29284"/>
                </a:cubicBezTo>
                <a:cubicBezTo>
                  <a:pt x="3150241" y="29284"/>
                  <a:pt x="3151875" y="29421"/>
                  <a:pt x="3153510" y="29692"/>
                </a:cubicBezTo>
                <a:cubicBezTo>
                  <a:pt x="3155144" y="29964"/>
                  <a:pt x="3156622" y="30307"/>
                  <a:pt x="3157936" y="30715"/>
                </a:cubicBezTo>
                <a:cubicBezTo>
                  <a:pt x="3159253" y="31124"/>
                  <a:pt x="3160365" y="31575"/>
                  <a:pt x="3161274" y="32075"/>
                </a:cubicBezTo>
                <a:cubicBezTo>
                  <a:pt x="3162228" y="32530"/>
                  <a:pt x="3162931" y="32938"/>
                  <a:pt x="3163385" y="33301"/>
                </a:cubicBezTo>
                <a:cubicBezTo>
                  <a:pt x="3163885" y="33664"/>
                  <a:pt x="3164203" y="33984"/>
                  <a:pt x="3164340" y="34256"/>
                </a:cubicBezTo>
                <a:cubicBezTo>
                  <a:pt x="3164520" y="34527"/>
                  <a:pt x="3164634" y="34844"/>
                  <a:pt x="3164680" y="35210"/>
                </a:cubicBezTo>
                <a:cubicBezTo>
                  <a:pt x="3164771" y="35527"/>
                  <a:pt x="3164840" y="35936"/>
                  <a:pt x="3164883" y="36436"/>
                </a:cubicBezTo>
                <a:cubicBezTo>
                  <a:pt x="3164974" y="36933"/>
                  <a:pt x="3165020" y="37548"/>
                  <a:pt x="3165020" y="38273"/>
                </a:cubicBezTo>
                <a:cubicBezTo>
                  <a:pt x="3165020" y="39045"/>
                  <a:pt x="3164974" y="39728"/>
                  <a:pt x="3164883" y="40316"/>
                </a:cubicBezTo>
                <a:cubicBezTo>
                  <a:pt x="3164840" y="40862"/>
                  <a:pt x="3164726" y="41317"/>
                  <a:pt x="3164543" y="41679"/>
                </a:cubicBezTo>
                <a:cubicBezTo>
                  <a:pt x="3164408" y="42042"/>
                  <a:pt x="3164225" y="42314"/>
                  <a:pt x="3164000" y="42497"/>
                </a:cubicBezTo>
                <a:cubicBezTo>
                  <a:pt x="3163771" y="42631"/>
                  <a:pt x="3163523" y="42700"/>
                  <a:pt x="3163248" y="42700"/>
                </a:cubicBezTo>
                <a:cubicBezTo>
                  <a:pt x="3162840" y="42700"/>
                  <a:pt x="3162251" y="42451"/>
                  <a:pt x="3161479" y="41951"/>
                </a:cubicBezTo>
                <a:cubicBezTo>
                  <a:pt x="3160708" y="41451"/>
                  <a:pt x="3159708" y="40931"/>
                  <a:pt x="3158482" y="40385"/>
                </a:cubicBezTo>
                <a:cubicBezTo>
                  <a:pt x="3157256" y="39794"/>
                  <a:pt x="3155804" y="39251"/>
                  <a:pt x="3154124" y="38751"/>
                </a:cubicBezTo>
                <a:cubicBezTo>
                  <a:pt x="3152490" y="38250"/>
                  <a:pt x="3150604" y="38002"/>
                  <a:pt x="3148472" y="38002"/>
                </a:cubicBezTo>
                <a:cubicBezTo>
                  <a:pt x="3146563" y="38002"/>
                  <a:pt x="3144883" y="38228"/>
                  <a:pt x="3143431" y="38682"/>
                </a:cubicBezTo>
                <a:cubicBezTo>
                  <a:pt x="3141977" y="39091"/>
                  <a:pt x="3140774" y="39705"/>
                  <a:pt x="3139822" y="40522"/>
                </a:cubicBezTo>
                <a:cubicBezTo>
                  <a:pt x="3138914" y="41294"/>
                  <a:pt x="3138211" y="42222"/>
                  <a:pt x="3137711" y="43314"/>
                </a:cubicBezTo>
                <a:cubicBezTo>
                  <a:pt x="3137256" y="44403"/>
                  <a:pt x="3137028" y="45583"/>
                  <a:pt x="3137028" y="46854"/>
                </a:cubicBezTo>
                <a:cubicBezTo>
                  <a:pt x="3137028" y="48626"/>
                  <a:pt x="3137482" y="50123"/>
                  <a:pt x="3138391" y="51349"/>
                </a:cubicBezTo>
                <a:cubicBezTo>
                  <a:pt x="3139300" y="52529"/>
                  <a:pt x="3140480" y="53575"/>
                  <a:pt x="3141934" y="54481"/>
                </a:cubicBezTo>
                <a:cubicBezTo>
                  <a:pt x="3143386" y="55390"/>
                  <a:pt x="3145043" y="56207"/>
                  <a:pt x="3146903" y="56936"/>
                </a:cubicBezTo>
                <a:cubicBezTo>
                  <a:pt x="3148766" y="57661"/>
                  <a:pt x="3150649" y="58410"/>
                  <a:pt x="3152558" y="59182"/>
                </a:cubicBezTo>
                <a:cubicBezTo>
                  <a:pt x="3154510" y="59953"/>
                  <a:pt x="3156416" y="60816"/>
                  <a:pt x="3158279" y="61771"/>
                </a:cubicBezTo>
                <a:cubicBezTo>
                  <a:pt x="3160185" y="62722"/>
                  <a:pt x="3161865" y="63882"/>
                  <a:pt x="3163317" y="65242"/>
                </a:cubicBezTo>
                <a:cubicBezTo>
                  <a:pt x="3164771" y="66605"/>
                  <a:pt x="3165929" y="68240"/>
                  <a:pt x="3166792" y="70146"/>
                </a:cubicBezTo>
                <a:cubicBezTo>
                  <a:pt x="3167700" y="72055"/>
                  <a:pt x="3168152" y="74324"/>
                  <a:pt x="3168152" y="76958"/>
                </a:cubicBezTo>
                <a:close/>
                <a:moveTo>
                  <a:pt x="3301503" y="32213"/>
                </a:moveTo>
                <a:cubicBezTo>
                  <a:pt x="3301503" y="32530"/>
                  <a:pt x="3301457" y="32916"/>
                  <a:pt x="3301365" y="33370"/>
                </a:cubicBezTo>
                <a:cubicBezTo>
                  <a:pt x="3301274" y="33824"/>
                  <a:pt x="3301117" y="34393"/>
                  <a:pt x="3300888" y="35073"/>
                </a:cubicBezTo>
                <a:lnTo>
                  <a:pt x="3282840" y="93303"/>
                </a:lnTo>
                <a:cubicBezTo>
                  <a:pt x="3282706" y="93800"/>
                  <a:pt x="3282477" y="94209"/>
                  <a:pt x="3282160" y="94529"/>
                </a:cubicBezTo>
                <a:cubicBezTo>
                  <a:pt x="3281889" y="94846"/>
                  <a:pt x="3281480" y="95095"/>
                  <a:pt x="3280934" y="95278"/>
                </a:cubicBezTo>
                <a:cubicBezTo>
                  <a:pt x="3280434" y="95458"/>
                  <a:pt x="3279731" y="95572"/>
                  <a:pt x="3278823" y="95618"/>
                </a:cubicBezTo>
                <a:cubicBezTo>
                  <a:pt x="3277914" y="95709"/>
                  <a:pt x="3276780" y="95755"/>
                  <a:pt x="3275417" y="95755"/>
                </a:cubicBezTo>
                <a:cubicBezTo>
                  <a:pt x="3274011" y="95755"/>
                  <a:pt x="3272830" y="95709"/>
                  <a:pt x="3271876" y="95618"/>
                </a:cubicBezTo>
                <a:cubicBezTo>
                  <a:pt x="3270922" y="95526"/>
                  <a:pt x="3270150" y="95392"/>
                  <a:pt x="3269562" y="95209"/>
                </a:cubicBezTo>
                <a:cubicBezTo>
                  <a:pt x="3269016" y="95026"/>
                  <a:pt x="3268607" y="94778"/>
                  <a:pt x="3268336" y="94460"/>
                </a:cubicBezTo>
                <a:cubicBezTo>
                  <a:pt x="3268061" y="94143"/>
                  <a:pt x="3267858" y="93757"/>
                  <a:pt x="3267721" y="93303"/>
                </a:cubicBezTo>
                <a:lnTo>
                  <a:pt x="3254851" y="48829"/>
                </a:lnTo>
                <a:lnTo>
                  <a:pt x="3254714" y="48217"/>
                </a:lnTo>
                <a:lnTo>
                  <a:pt x="3254577" y="48829"/>
                </a:lnTo>
                <a:lnTo>
                  <a:pt x="3242658" y="93303"/>
                </a:lnTo>
                <a:cubicBezTo>
                  <a:pt x="3242524" y="93800"/>
                  <a:pt x="3242295" y="94209"/>
                  <a:pt x="3241978" y="94529"/>
                </a:cubicBezTo>
                <a:cubicBezTo>
                  <a:pt x="3241707" y="94846"/>
                  <a:pt x="3241275" y="95095"/>
                  <a:pt x="3240684" y="95278"/>
                </a:cubicBezTo>
                <a:cubicBezTo>
                  <a:pt x="3240095" y="95458"/>
                  <a:pt x="3239323" y="95572"/>
                  <a:pt x="3238369" y="95618"/>
                </a:cubicBezTo>
                <a:cubicBezTo>
                  <a:pt x="3237460" y="95709"/>
                  <a:pt x="3236326" y="95755"/>
                  <a:pt x="3234963" y="95755"/>
                </a:cubicBezTo>
                <a:cubicBezTo>
                  <a:pt x="3233557" y="95755"/>
                  <a:pt x="3232397" y="95709"/>
                  <a:pt x="3231491" y="95618"/>
                </a:cubicBezTo>
                <a:cubicBezTo>
                  <a:pt x="3230628" y="95526"/>
                  <a:pt x="3229902" y="95392"/>
                  <a:pt x="3229311" y="95209"/>
                </a:cubicBezTo>
                <a:cubicBezTo>
                  <a:pt x="3228765" y="95026"/>
                  <a:pt x="3228356" y="94778"/>
                  <a:pt x="3228085" y="94460"/>
                </a:cubicBezTo>
                <a:cubicBezTo>
                  <a:pt x="3227813" y="94143"/>
                  <a:pt x="3227608" y="93757"/>
                  <a:pt x="3227473" y="93303"/>
                </a:cubicBezTo>
                <a:lnTo>
                  <a:pt x="3209560" y="35073"/>
                </a:lnTo>
                <a:cubicBezTo>
                  <a:pt x="3209334" y="34393"/>
                  <a:pt x="3209174" y="33824"/>
                  <a:pt x="3209083" y="33370"/>
                </a:cubicBezTo>
                <a:cubicBezTo>
                  <a:pt x="3208994" y="32916"/>
                  <a:pt x="3208948" y="32530"/>
                  <a:pt x="3208948" y="32213"/>
                </a:cubicBezTo>
                <a:cubicBezTo>
                  <a:pt x="3208948" y="31804"/>
                  <a:pt x="3209040" y="31487"/>
                  <a:pt x="3209220" y="31258"/>
                </a:cubicBezTo>
                <a:cubicBezTo>
                  <a:pt x="3209403" y="30987"/>
                  <a:pt x="3209697" y="30781"/>
                  <a:pt x="3210105" y="30647"/>
                </a:cubicBezTo>
                <a:cubicBezTo>
                  <a:pt x="3210560" y="30464"/>
                  <a:pt x="3211148" y="30350"/>
                  <a:pt x="3211877" y="30307"/>
                </a:cubicBezTo>
                <a:cubicBezTo>
                  <a:pt x="3212603" y="30261"/>
                  <a:pt x="3213489" y="30238"/>
                  <a:pt x="3214532" y="30238"/>
                </a:cubicBezTo>
                <a:cubicBezTo>
                  <a:pt x="3215803" y="30238"/>
                  <a:pt x="3216826" y="30284"/>
                  <a:pt x="3217598" y="30372"/>
                </a:cubicBezTo>
                <a:cubicBezTo>
                  <a:pt x="3218369" y="30418"/>
                  <a:pt x="3218958" y="30532"/>
                  <a:pt x="3219367" y="30715"/>
                </a:cubicBezTo>
                <a:cubicBezTo>
                  <a:pt x="3219775" y="30850"/>
                  <a:pt x="3220072" y="31078"/>
                  <a:pt x="3220252" y="31395"/>
                </a:cubicBezTo>
                <a:cubicBezTo>
                  <a:pt x="3220435" y="31667"/>
                  <a:pt x="3220593" y="32007"/>
                  <a:pt x="3220730" y="32415"/>
                </a:cubicBezTo>
                <a:lnTo>
                  <a:pt x="3235509" y="82950"/>
                </a:lnTo>
                <a:lnTo>
                  <a:pt x="3235646" y="83562"/>
                </a:lnTo>
                <a:lnTo>
                  <a:pt x="3235780" y="82950"/>
                </a:lnTo>
                <a:lnTo>
                  <a:pt x="3249333" y="32415"/>
                </a:lnTo>
                <a:cubicBezTo>
                  <a:pt x="3249425" y="32007"/>
                  <a:pt x="3249562" y="31667"/>
                  <a:pt x="3249742" y="31395"/>
                </a:cubicBezTo>
                <a:cubicBezTo>
                  <a:pt x="3249970" y="31078"/>
                  <a:pt x="3250288" y="30850"/>
                  <a:pt x="3250696" y="30715"/>
                </a:cubicBezTo>
                <a:cubicBezTo>
                  <a:pt x="3251105" y="30532"/>
                  <a:pt x="3251648" y="30418"/>
                  <a:pt x="3252331" y="30372"/>
                </a:cubicBezTo>
                <a:cubicBezTo>
                  <a:pt x="3253057" y="30284"/>
                  <a:pt x="3253988" y="30238"/>
                  <a:pt x="3255123" y="30238"/>
                </a:cubicBezTo>
                <a:cubicBezTo>
                  <a:pt x="3256211" y="30238"/>
                  <a:pt x="3257097" y="30284"/>
                  <a:pt x="3257777" y="30372"/>
                </a:cubicBezTo>
                <a:cubicBezTo>
                  <a:pt x="3258506" y="30418"/>
                  <a:pt x="3259072" y="30532"/>
                  <a:pt x="3259480" y="30715"/>
                </a:cubicBezTo>
                <a:cubicBezTo>
                  <a:pt x="3259889" y="30850"/>
                  <a:pt x="3260186" y="31055"/>
                  <a:pt x="3260366" y="31327"/>
                </a:cubicBezTo>
                <a:cubicBezTo>
                  <a:pt x="3260549" y="31598"/>
                  <a:pt x="3260683" y="31918"/>
                  <a:pt x="3260775" y="32281"/>
                </a:cubicBezTo>
                <a:lnTo>
                  <a:pt x="3275417" y="82950"/>
                </a:lnTo>
                <a:lnTo>
                  <a:pt x="3275554" y="83562"/>
                </a:lnTo>
                <a:lnTo>
                  <a:pt x="3275622" y="82950"/>
                </a:lnTo>
                <a:lnTo>
                  <a:pt x="3290196" y="32415"/>
                </a:lnTo>
                <a:cubicBezTo>
                  <a:pt x="3290287" y="32007"/>
                  <a:pt x="3290424" y="31667"/>
                  <a:pt x="3290604" y="31395"/>
                </a:cubicBezTo>
                <a:cubicBezTo>
                  <a:pt x="3290833" y="31078"/>
                  <a:pt x="3291150" y="30850"/>
                  <a:pt x="3291559" y="30715"/>
                </a:cubicBezTo>
                <a:cubicBezTo>
                  <a:pt x="3292013" y="30532"/>
                  <a:pt x="3292602" y="30418"/>
                  <a:pt x="3293330" y="30372"/>
                </a:cubicBezTo>
                <a:cubicBezTo>
                  <a:pt x="3294102" y="30284"/>
                  <a:pt x="3295076" y="30238"/>
                  <a:pt x="3296256" y="30238"/>
                </a:cubicBezTo>
                <a:cubicBezTo>
                  <a:pt x="3297348" y="30238"/>
                  <a:pt x="3298211" y="30261"/>
                  <a:pt x="3298845" y="30307"/>
                </a:cubicBezTo>
                <a:cubicBezTo>
                  <a:pt x="3299525" y="30350"/>
                  <a:pt x="3300048" y="30464"/>
                  <a:pt x="3300411" y="30647"/>
                </a:cubicBezTo>
                <a:cubicBezTo>
                  <a:pt x="3300820" y="30827"/>
                  <a:pt x="3301094" y="31032"/>
                  <a:pt x="3301228" y="31258"/>
                </a:cubicBezTo>
                <a:cubicBezTo>
                  <a:pt x="3301411" y="31487"/>
                  <a:pt x="3301503" y="31804"/>
                  <a:pt x="3301503" y="32213"/>
                </a:cubicBezTo>
                <a:close/>
                <a:moveTo>
                  <a:pt x="3326700" y="93643"/>
                </a:moveTo>
                <a:cubicBezTo>
                  <a:pt x="3326700" y="94006"/>
                  <a:pt x="3326609" y="94323"/>
                  <a:pt x="3326429" y="94595"/>
                </a:cubicBezTo>
                <a:cubicBezTo>
                  <a:pt x="3326246" y="94823"/>
                  <a:pt x="3325951" y="95026"/>
                  <a:pt x="3325543" y="95209"/>
                </a:cubicBezTo>
                <a:cubicBezTo>
                  <a:pt x="3325134" y="95392"/>
                  <a:pt x="3324566" y="95526"/>
                  <a:pt x="3323840" y="95618"/>
                </a:cubicBezTo>
                <a:cubicBezTo>
                  <a:pt x="3323114" y="95709"/>
                  <a:pt x="3322182" y="95755"/>
                  <a:pt x="3321048" y="95755"/>
                </a:cubicBezTo>
                <a:cubicBezTo>
                  <a:pt x="3319959" y="95755"/>
                  <a:pt x="3319051" y="95709"/>
                  <a:pt x="3318325" y="95618"/>
                </a:cubicBezTo>
                <a:cubicBezTo>
                  <a:pt x="3317596" y="95526"/>
                  <a:pt x="3317007" y="95392"/>
                  <a:pt x="3316553" y="95209"/>
                </a:cubicBezTo>
                <a:cubicBezTo>
                  <a:pt x="3316144" y="95026"/>
                  <a:pt x="3315850" y="94823"/>
                  <a:pt x="3315667" y="94595"/>
                </a:cubicBezTo>
                <a:cubicBezTo>
                  <a:pt x="3315530" y="94323"/>
                  <a:pt x="3315464" y="94006"/>
                  <a:pt x="3315464" y="93643"/>
                </a:cubicBezTo>
                <a:lnTo>
                  <a:pt x="3315464" y="32350"/>
                </a:lnTo>
                <a:cubicBezTo>
                  <a:pt x="3315464" y="32030"/>
                  <a:pt x="3315530" y="31735"/>
                  <a:pt x="3315667" y="31464"/>
                </a:cubicBezTo>
                <a:cubicBezTo>
                  <a:pt x="3315850" y="31190"/>
                  <a:pt x="3316144" y="30964"/>
                  <a:pt x="3316553" y="30781"/>
                </a:cubicBezTo>
                <a:cubicBezTo>
                  <a:pt x="3317007" y="30601"/>
                  <a:pt x="3317596" y="30464"/>
                  <a:pt x="3318325" y="30372"/>
                </a:cubicBezTo>
                <a:cubicBezTo>
                  <a:pt x="3319051" y="30284"/>
                  <a:pt x="3319959" y="30238"/>
                  <a:pt x="3321048" y="30238"/>
                </a:cubicBezTo>
                <a:cubicBezTo>
                  <a:pt x="3322182" y="30238"/>
                  <a:pt x="3323114" y="30284"/>
                  <a:pt x="3323840" y="30372"/>
                </a:cubicBezTo>
                <a:cubicBezTo>
                  <a:pt x="3324566" y="30464"/>
                  <a:pt x="3325134" y="30601"/>
                  <a:pt x="3325543" y="30781"/>
                </a:cubicBezTo>
                <a:cubicBezTo>
                  <a:pt x="3325951" y="30964"/>
                  <a:pt x="3326246" y="31190"/>
                  <a:pt x="3326429" y="31464"/>
                </a:cubicBezTo>
                <a:cubicBezTo>
                  <a:pt x="3326609" y="31735"/>
                  <a:pt x="3326700" y="32030"/>
                  <a:pt x="3326700" y="32350"/>
                </a:cubicBezTo>
                <a:lnTo>
                  <a:pt x="3326700" y="93643"/>
                </a:lnTo>
                <a:close/>
                <a:moveTo>
                  <a:pt x="3327995" y="11644"/>
                </a:moveTo>
                <a:cubicBezTo>
                  <a:pt x="3327995" y="14279"/>
                  <a:pt x="3327494" y="16071"/>
                  <a:pt x="3326497" y="17025"/>
                </a:cubicBezTo>
                <a:cubicBezTo>
                  <a:pt x="3325497" y="17979"/>
                  <a:pt x="3323657" y="18457"/>
                  <a:pt x="3320979" y="18457"/>
                </a:cubicBezTo>
                <a:cubicBezTo>
                  <a:pt x="3318345" y="18457"/>
                  <a:pt x="3316530" y="18002"/>
                  <a:pt x="3315530" y="17094"/>
                </a:cubicBezTo>
                <a:cubicBezTo>
                  <a:pt x="3314579" y="16139"/>
                  <a:pt x="3314101" y="14370"/>
                  <a:pt x="3314101" y="11781"/>
                </a:cubicBezTo>
                <a:cubicBezTo>
                  <a:pt x="3314101" y="9147"/>
                  <a:pt x="3314601" y="7355"/>
                  <a:pt x="3315599" y="6401"/>
                </a:cubicBezTo>
                <a:cubicBezTo>
                  <a:pt x="3316599" y="5446"/>
                  <a:pt x="3318436" y="4969"/>
                  <a:pt x="3321117" y="4969"/>
                </a:cubicBezTo>
                <a:cubicBezTo>
                  <a:pt x="3323748" y="4969"/>
                  <a:pt x="3325543" y="5446"/>
                  <a:pt x="3326497" y="6401"/>
                </a:cubicBezTo>
                <a:cubicBezTo>
                  <a:pt x="3327494" y="7309"/>
                  <a:pt x="3327995" y="9055"/>
                  <a:pt x="3327995" y="11644"/>
                </a:cubicBezTo>
                <a:close/>
                <a:moveTo>
                  <a:pt x="3379344" y="89148"/>
                </a:moveTo>
                <a:cubicBezTo>
                  <a:pt x="3379344" y="90466"/>
                  <a:pt x="3379255" y="91509"/>
                  <a:pt x="3379072" y="92280"/>
                </a:cubicBezTo>
                <a:cubicBezTo>
                  <a:pt x="3378889" y="93052"/>
                  <a:pt x="3378618" y="93620"/>
                  <a:pt x="3378255" y="93983"/>
                </a:cubicBezTo>
                <a:cubicBezTo>
                  <a:pt x="3377892" y="94346"/>
                  <a:pt x="3377346" y="94686"/>
                  <a:pt x="3376621" y="95003"/>
                </a:cubicBezTo>
                <a:cubicBezTo>
                  <a:pt x="3375895" y="95323"/>
                  <a:pt x="3375055" y="95572"/>
                  <a:pt x="3374100" y="95755"/>
                </a:cubicBezTo>
                <a:cubicBezTo>
                  <a:pt x="3373192" y="95981"/>
                  <a:pt x="3372217" y="96163"/>
                  <a:pt x="3371171" y="96298"/>
                </a:cubicBezTo>
                <a:cubicBezTo>
                  <a:pt x="3370128" y="96435"/>
                  <a:pt x="3369085" y="96503"/>
                  <a:pt x="3368040" y="96503"/>
                </a:cubicBezTo>
                <a:cubicBezTo>
                  <a:pt x="3364862" y="96503"/>
                  <a:pt x="3362136" y="96095"/>
                  <a:pt x="3359867" y="95278"/>
                </a:cubicBezTo>
                <a:cubicBezTo>
                  <a:pt x="3357598" y="94415"/>
                  <a:pt x="3355735" y="93143"/>
                  <a:pt x="3354284" y="91463"/>
                </a:cubicBezTo>
                <a:cubicBezTo>
                  <a:pt x="3352829" y="89737"/>
                  <a:pt x="3351763" y="87582"/>
                  <a:pt x="3351080" y="84993"/>
                </a:cubicBezTo>
                <a:cubicBezTo>
                  <a:pt x="3350446" y="82359"/>
                  <a:pt x="3350129" y="79273"/>
                  <a:pt x="3350129" y="75732"/>
                </a:cubicBezTo>
                <a:lnTo>
                  <a:pt x="3350129" y="39908"/>
                </a:lnTo>
                <a:lnTo>
                  <a:pt x="3341548" y="39908"/>
                </a:lnTo>
                <a:cubicBezTo>
                  <a:pt x="3340865" y="39908"/>
                  <a:pt x="3340322" y="39545"/>
                  <a:pt x="3339913" y="38819"/>
                </a:cubicBezTo>
                <a:cubicBezTo>
                  <a:pt x="3339505" y="38093"/>
                  <a:pt x="3339299" y="36910"/>
                  <a:pt x="3339299" y="35276"/>
                </a:cubicBezTo>
                <a:cubicBezTo>
                  <a:pt x="3339299" y="34416"/>
                  <a:pt x="3339345" y="33687"/>
                  <a:pt x="3339436" y="33098"/>
                </a:cubicBezTo>
                <a:cubicBezTo>
                  <a:pt x="3339573" y="32507"/>
                  <a:pt x="3339730" y="32030"/>
                  <a:pt x="3339913" y="31667"/>
                </a:cubicBezTo>
                <a:cubicBezTo>
                  <a:pt x="3340093" y="31258"/>
                  <a:pt x="3340322" y="30987"/>
                  <a:pt x="3340593" y="30850"/>
                </a:cubicBezTo>
                <a:cubicBezTo>
                  <a:pt x="3340910" y="30670"/>
                  <a:pt x="3341253" y="30578"/>
                  <a:pt x="3341616" y="30578"/>
                </a:cubicBezTo>
                <a:lnTo>
                  <a:pt x="3350129" y="30578"/>
                </a:lnTo>
                <a:lnTo>
                  <a:pt x="3350129" y="16005"/>
                </a:lnTo>
                <a:cubicBezTo>
                  <a:pt x="3350129" y="15685"/>
                  <a:pt x="3350197" y="15390"/>
                  <a:pt x="3350332" y="15119"/>
                </a:cubicBezTo>
                <a:cubicBezTo>
                  <a:pt x="3350514" y="14845"/>
                  <a:pt x="3350809" y="14619"/>
                  <a:pt x="3351217" y="14436"/>
                </a:cubicBezTo>
                <a:cubicBezTo>
                  <a:pt x="3351672" y="14210"/>
                  <a:pt x="3352263" y="14050"/>
                  <a:pt x="3352989" y="13962"/>
                </a:cubicBezTo>
                <a:cubicBezTo>
                  <a:pt x="3353715" y="13870"/>
                  <a:pt x="3354624" y="13825"/>
                  <a:pt x="3355712" y="13825"/>
                </a:cubicBezTo>
                <a:cubicBezTo>
                  <a:pt x="3356847" y="13825"/>
                  <a:pt x="3357778" y="13870"/>
                  <a:pt x="3358504" y="13962"/>
                </a:cubicBezTo>
                <a:cubicBezTo>
                  <a:pt x="3359233" y="14050"/>
                  <a:pt x="3359798" y="14210"/>
                  <a:pt x="3360207" y="14436"/>
                </a:cubicBezTo>
                <a:cubicBezTo>
                  <a:pt x="3360616" y="14619"/>
                  <a:pt x="3360910" y="14845"/>
                  <a:pt x="3361093" y="15119"/>
                </a:cubicBezTo>
                <a:cubicBezTo>
                  <a:pt x="3361276" y="15390"/>
                  <a:pt x="3361364" y="15685"/>
                  <a:pt x="3361364" y="16005"/>
                </a:cubicBezTo>
                <a:lnTo>
                  <a:pt x="3361364" y="30578"/>
                </a:lnTo>
                <a:lnTo>
                  <a:pt x="3377098" y="30578"/>
                </a:lnTo>
                <a:cubicBezTo>
                  <a:pt x="3377461" y="30578"/>
                  <a:pt x="3377778" y="30670"/>
                  <a:pt x="3378052" y="30850"/>
                </a:cubicBezTo>
                <a:cubicBezTo>
                  <a:pt x="3378324" y="30987"/>
                  <a:pt x="3378549" y="31258"/>
                  <a:pt x="3378732" y="31667"/>
                </a:cubicBezTo>
                <a:cubicBezTo>
                  <a:pt x="3378958" y="32030"/>
                  <a:pt x="3379118" y="32507"/>
                  <a:pt x="3379209" y="33098"/>
                </a:cubicBezTo>
                <a:cubicBezTo>
                  <a:pt x="3379301" y="33687"/>
                  <a:pt x="3379344" y="34416"/>
                  <a:pt x="3379344" y="35276"/>
                </a:cubicBezTo>
                <a:cubicBezTo>
                  <a:pt x="3379344" y="36910"/>
                  <a:pt x="3379141" y="38093"/>
                  <a:pt x="3378732" y="38819"/>
                </a:cubicBezTo>
                <a:cubicBezTo>
                  <a:pt x="3378324" y="39545"/>
                  <a:pt x="3377778" y="39908"/>
                  <a:pt x="3377098" y="39908"/>
                </a:cubicBezTo>
                <a:lnTo>
                  <a:pt x="3361364" y="39908"/>
                </a:lnTo>
                <a:lnTo>
                  <a:pt x="3361364" y="74098"/>
                </a:lnTo>
                <a:cubicBezTo>
                  <a:pt x="3361364" y="78318"/>
                  <a:pt x="3361979" y="81519"/>
                  <a:pt x="3363205" y="83699"/>
                </a:cubicBezTo>
                <a:cubicBezTo>
                  <a:pt x="3364476" y="85834"/>
                  <a:pt x="3366722" y="86899"/>
                  <a:pt x="3369945" y="86899"/>
                </a:cubicBezTo>
                <a:cubicBezTo>
                  <a:pt x="3370991" y="86899"/>
                  <a:pt x="3371923" y="86811"/>
                  <a:pt x="3372740" y="86628"/>
                </a:cubicBezTo>
                <a:cubicBezTo>
                  <a:pt x="3373557" y="86402"/>
                  <a:pt x="3374283" y="86174"/>
                  <a:pt x="3374918" y="85948"/>
                </a:cubicBezTo>
                <a:cubicBezTo>
                  <a:pt x="3375555" y="85719"/>
                  <a:pt x="3376098" y="85516"/>
                  <a:pt x="3376552" y="85334"/>
                </a:cubicBezTo>
                <a:cubicBezTo>
                  <a:pt x="3377006" y="85108"/>
                  <a:pt x="3377415" y="84993"/>
                  <a:pt x="3377778" y="84993"/>
                </a:cubicBezTo>
                <a:cubicBezTo>
                  <a:pt x="3378006" y="84993"/>
                  <a:pt x="3378209" y="85062"/>
                  <a:pt x="3378392" y="85196"/>
                </a:cubicBezTo>
                <a:cubicBezTo>
                  <a:pt x="3378618" y="85288"/>
                  <a:pt x="3378778" y="85494"/>
                  <a:pt x="3378869" y="85811"/>
                </a:cubicBezTo>
                <a:cubicBezTo>
                  <a:pt x="3379004" y="86128"/>
                  <a:pt x="3379118" y="86559"/>
                  <a:pt x="3379209" y="87105"/>
                </a:cubicBezTo>
                <a:cubicBezTo>
                  <a:pt x="3379301" y="87648"/>
                  <a:pt x="3379344" y="88331"/>
                  <a:pt x="3379344" y="89148"/>
                </a:cubicBezTo>
                <a:close/>
                <a:moveTo>
                  <a:pt x="3446972" y="93643"/>
                </a:moveTo>
                <a:cubicBezTo>
                  <a:pt x="3446972" y="94006"/>
                  <a:pt x="3446881" y="94323"/>
                  <a:pt x="3446701" y="94595"/>
                </a:cubicBezTo>
                <a:cubicBezTo>
                  <a:pt x="3446518" y="94823"/>
                  <a:pt x="3446224" y="95026"/>
                  <a:pt x="3445815" y="95209"/>
                </a:cubicBezTo>
                <a:cubicBezTo>
                  <a:pt x="3445406" y="95392"/>
                  <a:pt x="3444838" y="95526"/>
                  <a:pt x="3444112" y="95618"/>
                </a:cubicBezTo>
                <a:cubicBezTo>
                  <a:pt x="3443386" y="95709"/>
                  <a:pt x="3442477" y="95755"/>
                  <a:pt x="3441389" y="95755"/>
                </a:cubicBezTo>
                <a:cubicBezTo>
                  <a:pt x="3440254" y="95755"/>
                  <a:pt x="3439323" y="95709"/>
                  <a:pt x="3438597" y="95618"/>
                </a:cubicBezTo>
                <a:cubicBezTo>
                  <a:pt x="3437868" y="95526"/>
                  <a:pt x="3437302" y="95392"/>
                  <a:pt x="3436894" y="95209"/>
                </a:cubicBezTo>
                <a:cubicBezTo>
                  <a:pt x="3436485" y="95026"/>
                  <a:pt x="3436191" y="94823"/>
                  <a:pt x="3436008" y="94595"/>
                </a:cubicBezTo>
                <a:cubicBezTo>
                  <a:pt x="3435825" y="94323"/>
                  <a:pt x="3435737" y="94006"/>
                  <a:pt x="3435737" y="93643"/>
                </a:cubicBezTo>
                <a:lnTo>
                  <a:pt x="3435737" y="57753"/>
                </a:lnTo>
                <a:cubicBezTo>
                  <a:pt x="3435737" y="54255"/>
                  <a:pt x="3435462" y="51441"/>
                  <a:pt x="3434919" y="49306"/>
                </a:cubicBezTo>
                <a:cubicBezTo>
                  <a:pt x="3434374" y="47172"/>
                  <a:pt x="3433579" y="45334"/>
                  <a:pt x="3432533" y="43791"/>
                </a:cubicBezTo>
                <a:cubicBezTo>
                  <a:pt x="3431490" y="42245"/>
                  <a:pt x="3430127" y="41065"/>
                  <a:pt x="3428447" y="40248"/>
                </a:cubicBezTo>
                <a:cubicBezTo>
                  <a:pt x="3426813" y="39431"/>
                  <a:pt x="3424907" y="39022"/>
                  <a:pt x="3422726" y="39022"/>
                </a:cubicBezTo>
                <a:cubicBezTo>
                  <a:pt x="3419912" y="39022"/>
                  <a:pt x="3417097" y="40022"/>
                  <a:pt x="3414282" y="42020"/>
                </a:cubicBezTo>
                <a:cubicBezTo>
                  <a:pt x="3411468" y="44017"/>
                  <a:pt x="3408516" y="46946"/>
                  <a:pt x="3405430" y="50803"/>
                </a:cubicBezTo>
                <a:lnTo>
                  <a:pt x="3405430" y="93643"/>
                </a:lnTo>
                <a:cubicBezTo>
                  <a:pt x="3405430" y="94006"/>
                  <a:pt x="3405338" y="94323"/>
                  <a:pt x="3405156" y="94595"/>
                </a:cubicBezTo>
                <a:cubicBezTo>
                  <a:pt x="3404976" y="94823"/>
                  <a:pt x="3404681" y="95026"/>
                  <a:pt x="3404273" y="95209"/>
                </a:cubicBezTo>
                <a:cubicBezTo>
                  <a:pt x="3403864" y="95392"/>
                  <a:pt x="3403295" y="95526"/>
                  <a:pt x="3402570" y="95618"/>
                </a:cubicBezTo>
                <a:cubicBezTo>
                  <a:pt x="3401841" y="95709"/>
                  <a:pt x="3400912" y="95755"/>
                  <a:pt x="3399778" y="95755"/>
                </a:cubicBezTo>
                <a:cubicBezTo>
                  <a:pt x="3398686" y="95755"/>
                  <a:pt x="3397778" y="95709"/>
                  <a:pt x="3397052" y="95618"/>
                </a:cubicBezTo>
                <a:cubicBezTo>
                  <a:pt x="3396326" y="95526"/>
                  <a:pt x="3395734" y="95392"/>
                  <a:pt x="3395280" y="95209"/>
                </a:cubicBezTo>
                <a:cubicBezTo>
                  <a:pt x="3394871" y="95026"/>
                  <a:pt x="3394577" y="94823"/>
                  <a:pt x="3394397" y="94595"/>
                </a:cubicBezTo>
                <a:cubicBezTo>
                  <a:pt x="3394260" y="94323"/>
                  <a:pt x="3394191" y="94006"/>
                  <a:pt x="3394191" y="93643"/>
                </a:cubicBezTo>
                <a:lnTo>
                  <a:pt x="3394191" y="2655"/>
                </a:lnTo>
                <a:cubicBezTo>
                  <a:pt x="3394191" y="2292"/>
                  <a:pt x="3394260" y="1975"/>
                  <a:pt x="3394397" y="1700"/>
                </a:cubicBezTo>
                <a:cubicBezTo>
                  <a:pt x="3394577" y="1429"/>
                  <a:pt x="3394871" y="1203"/>
                  <a:pt x="3395280" y="1020"/>
                </a:cubicBezTo>
                <a:cubicBezTo>
                  <a:pt x="3395734" y="840"/>
                  <a:pt x="3396326" y="703"/>
                  <a:pt x="3397052" y="612"/>
                </a:cubicBezTo>
                <a:cubicBezTo>
                  <a:pt x="3397778" y="520"/>
                  <a:pt x="3398686" y="474"/>
                  <a:pt x="3399778" y="474"/>
                </a:cubicBezTo>
                <a:cubicBezTo>
                  <a:pt x="3400912" y="474"/>
                  <a:pt x="3401844" y="520"/>
                  <a:pt x="3402570" y="612"/>
                </a:cubicBezTo>
                <a:cubicBezTo>
                  <a:pt x="3403295" y="703"/>
                  <a:pt x="3403864" y="840"/>
                  <a:pt x="3404273" y="1020"/>
                </a:cubicBezTo>
                <a:cubicBezTo>
                  <a:pt x="3404681" y="1203"/>
                  <a:pt x="3404976" y="1429"/>
                  <a:pt x="3405156" y="1700"/>
                </a:cubicBezTo>
                <a:cubicBezTo>
                  <a:pt x="3405338" y="1975"/>
                  <a:pt x="3405430" y="2292"/>
                  <a:pt x="3405430" y="2655"/>
                </a:cubicBezTo>
                <a:lnTo>
                  <a:pt x="3405430" y="39362"/>
                </a:lnTo>
                <a:cubicBezTo>
                  <a:pt x="3408653" y="35959"/>
                  <a:pt x="3411899" y="33438"/>
                  <a:pt x="3415168" y="31804"/>
                </a:cubicBezTo>
                <a:cubicBezTo>
                  <a:pt x="3418437" y="30124"/>
                  <a:pt x="3421729" y="29284"/>
                  <a:pt x="3425044" y="29284"/>
                </a:cubicBezTo>
                <a:cubicBezTo>
                  <a:pt x="3429130" y="29284"/>
                  <a:pt x="3432556" y="29987"/>
                  <a:pt x="3435328" y="31395"/>
                </a:cubicBezTo>
                <a:cubicBezTo>
                  <a:pt x="3438143" y="32758"/>
                  <a:pt x="3440411" y="34596"/>
                  <a:pt x="3442137" y="36910"/>
                </a:cubicBezTo>
                <a:cubicBezTo>
                  <a:pt x="3443863" y="39228"/>
                  <a:pt x="3445089" y="41951"/>
                  <a:pt x="3445815" y="45083"/>
                </a:cubicBezTo>
                <a:cubicBezTo>
                  <a:pt x="3446586" y="48172"/>
                  <a:pt x="3446972" y="51918"/>
                  <a:pt x="3446972" y="56321"/>
                </a:cubicBezTo>
                <a:lnTo>
                  <a:pt x="3446972" y="93643"/>
                </a:lnTo>
                <a:close/>
                <a:moveTo>
                  <a:pt x="3551514" y="90306"/>
                </a:moveTo>
                <a:cubicBezTo>
                  <a:pt x="3551514" y="91123"/>
                  <a:pt x="3551445" y="91849"/>
                  <a:pt x="3551308" y="92486"/>
                </a:cubicBezTo>
                <a:cubicBezTo>
                  <a:pt x="3551217" y="93120"/>
                  <a:pt x="3551060" y="93666"/>
                  <a:pt x="3550831" y="94120"/>
                </a:cubicBezTo>
                <a:cubicBezTo>
                  <a:pt x="3550651" y="94529"/>
                  <a:pt x="3550377" y="94846"/>
                  <a:pt x="3550014" y="95072"/>
                </a:cubicBezTo>
                <a:cubicBezTo>
                  <a:pt x="3549697" y="95255"/>
                  <a:pt x="3549334" y="95346"/>
                  <a:pt x="3548925" y="95346"/>
                </a:cubicBezTo>
                <a:lnTo>
                  <a:pt x="3500230" y="95346"/>
                </a:lnTo>
                <a:cubicBezTo>
                  <a:pt x="3499596" y="95346"/>
                  <a:pt x="3499027" y="95278"/>
                  <a:pt x="3498527" y="95140"/>
                </a:cubicBezTo>
                <a:cubicBezTo>
                  <a:pt x="3498073" y="94960"/>
                  <a:pt x="3497664" y="94686"/>
                  <a:pt x="3497301" y="94323"/>
                </a:cubicBezTo>
                <a:cubicBezTo>
                  <a:pt x="3496984" y="93960"/>
                  <a:pt x="3496736" y="93437"/>
                  <a:pt x="3496553" y="92757"/>
                </a:cubicBezTo>
                <a:cubicBezTo>
                  <a:pt x="3496416" y="92077"/>
                  <a:pt x="3496350" y="91237"/>
                  <a:pt x="3496350" y="90237"/>
                </a:cubicBezTo>
                <a:cubicBezTo>
                  <a:pt x="3496350" y="89328"/>
                  <a:pt x="3496370" y="88534"/>
                  <a:pt x="3496416" y="87854"/>
                </a:cubicBezTo>
                <a:cubicBezTo>
                  <a:pt x="3496507" y="87174"/>
                  <a:pt x="3496667" y="86582"/>
                  <a:pt x="3496893" y="86082"/>
                </a:cubicBezTo>
                <a:cubicBezTo>
                  <a:pt x="3497121" y="85539"/>
                  <a:pt x="3497393" y="85016"/>
                  <a:pt x="3497710" y="84516"/>
                </a:cubicBezTo>
                <a:cubicBezTo>
                  <a:pt x="3498073" y="83970"/>
                  <a:pt x="3498527" y="83405"/>
                  <a:pt x="3499073" y="82813"/>
                </a:cubicBezTo>
                <a:lnTo>
                  <a:pt x="3516167" y="64700"/>
                </a:lnTo>
                <a:cubicBezTo>
                  <a:pt x="3520119" y="60522"/>
                  <a:pt x="3523273" y="56776"/>
                  <a:pt x="3525634" y="53461"/>
                </a:cubicBezTo>
                <a:cubicBezTo>
                  <a:pt x="3528040" y="50146"/>
                  <a:pt x="3529880" y="47126"/>
                  <a:pt x="3531148" y="44403"/>
                </a:cubicBezTo>
                <a:cubicBezTo>
                  <a:pt x="3532466" y="41679"/>
                  <a:pt x="3533329" y="39205"/>
                  <a:pt x="3533737" y="36979"/>
                </a:cubicBezTo>
                <a:cubicBezTo>
                  <a:pt x="3534146" y="34756"/>
                  <a:pt x="3534352" y="32667"/>
                  <a:pt x="3534352" y="30715"/>
                </a:cubicBezTo>
                <a:cubicBezTo>
                  <a:pt x="3534352" y="28761"/>
                  <a:pt x="3534032" y="26923"/>
                  <a:pt x="3533397" y="25197"/>
                </a:cubicBezTo>
                <a:cubicBezTo>
                  <a:pt x="3532763" y="23426"/>
                  <a:pt x="3531831" y="21883"/>
                  <a:pt x="3530606" y="20565"/>
                </a:cubicBezTo>
                <a:cubicBezTo>
                  <a:pt x="3529425" y="19251"/>
                  <a:pt x="3527925" y="18205"/>
                  <a:pt x="3526111" y="17434"/>
                </a:cubicBezTo>
                <a:cubicBezTo>
                  <a:pt x="3524293" y="16662"/>
                  <a:pt x="3522205" y="16276"/>
                  <a:pt x="3519844" y="16276"/>
                </a:cubicBezTo>
                <a:cubicBezTo>
                  <a:pt x="3517075" y="16276"/>
                  <a:pt x="3514578" y="16662"/>
                  <a:pt x="3512352" y="17434"/>
                </a:cubicBezTo>
                <a:cubicBezTo>
                  <a:pt x="3510174" y="18205"/>
                  <a:pt x="3508246" y="19045"/>
                  <a:pt x="3506565" y="19954"/>
                </a:cubicBezTo>
                <a:cubicBezTo>
                  <a:pt x="3504931" y="20863"/>
                  <a:pt x="3503545" y="21703"/>
                  <a:pt x="3502411" y="22474"/>
                </a:cubicBezTo>
                <a:cubicBezTo>
                  <a:pt x="3501319" y="23246"/>
                  <a:pt x="3500502" y="23632"/>
                  <a:pt x="3499959" y="23632"/>
                </a:cubicBezTo>
                <a:cubicBezTo>
                  <a:pt x="3499639" y="23632"/>
                  <a:pt x="3499345" y="23540"/>
                  <a:pt x="3499073" y="23360"/>
                </a:cubicBezTo>
                <a:cubicBezTo>
                  <a:pt x="3498844" y="23177"/>
                  <a:pt x="3498642" y="22883"/>
                  <a:pt x="3498459" y="22474"/>
                </a:cubicBezTo>
                <a:cubicBezTo>
                  <a:pt x="3498324" y="22066"/>
                  <a:pt x="3498210" y="21520"/>
                  <a:pt x="3498119" y="20840"/>
                </a:cubicBezTo>
                <a:cubicBezTo>
                  <a:pt x="3498027" y="20157"/>
                  <a:pt x="3497984" y="19340"/>
                  <a:pt x="3497984" y="18388"/>
                </a:cubicBezTo>
                <a:cubicBezTo>
                  <a:pt x="3497984" y="17705"/>
                  <a:pt x="3498004" y="17116"/>
                  <a:pt x="3498050" y="16616"/>
                </a:cubicBezTo>
                <a:cubicBezTo>
                  <a:pt x="3498096" y="16116"/>
                  <a:pt x="3498164" y="15685"/>
                  <a:pt x="3498256" y="15322"/>
                </a:cubicBezTo>
                <a:cubicBezTo>
                  <a:pt x="3498393" y="14959"/>
                  <a:pt x="3498550" y="14619"/>
                  <a:pt x="3498733" y="14302"/>
                </a:cubicBezTo>
                <a:cubicBezTo>
                  <a:pt x="3498913" y="13982"/>
                  <a:pt x="3499276" y="13596"/>
                  <a:pt x="3499822" y="13145"/>
                </a:cubicBezTo>
                <a:cubicBezTo>
                  <a:pt x="3500367" y="12644"/>
                  <a:pt x="3501299" y="11984"/>
                  <a:pt x="3502613" y="11167"/>
                </a:cubicBezTo>
                <a:cubicBezTo>
                  <a:pt x="3503977" y="10350"/>
                  <a:pt x="3505657" y="9555"/>
                  <a:pt x="3507654" y="8784"/>
                </a:cubicBezTo>
                <a:cubicBezTo>
                  <a:pt x="3509697" y="7967"/>
                  <a:pt x="3511923" y="7287"/>
                  <a:pt x="3514329" y="6741"/>
                </a:cubicBezTo>
                <a:cubicBezTo>
                  <a:pt x="3516781" y="6195"/>
                  <a:pt x="3519344" y="5924"/>
                  <a:pt x="3522024" y="5924"/>
                </a:cubicBezTo>
                <a:cubicBezTo>
                  <a:pt x="3526291" y="5924"/>
                  <a:pt x="3530014" y="6538"/>
                  <a:pt x="3533194" y="7764"/>
                </a:cubicBezTo>
                <a:cubicBezTo>
                  <a:pt x="3536418" y="8944"/>
                  <a:pt x="3539072" y="10578"/>
                  <a:pt x="3541161" y="12667"/>
                </a:cubicBezTo>
                <a:cubicBezTo>
                  <a:pt x="3543296" y="14756"/>
                  <a:pt x="3544884" y="17185"/>
                  <a:pt x="3545927" y="19954"/>
                </a:cubicBezTo>
                <a:cubicBezTo>
                  <a:pt x="3546973" y="22723"/>
                  <a:pt x="3547496" y="25675"/>
                  <a:pt x="3547496" y="28806"/>
                </a:cubicBezTo>
                <a:cubicBezTo>
                  <a:pt x="3547496" y="31621"/>
                  <a:pt x="3547245" y="34436"/>
                  <a:pt x="3546745" y="37253"/>
                </a:cubicBezTo>
                <a:cubicBezTo>
                  <a:pt x="3546248" y="40022"/>
                  <a:pt x="3545179" y="43040"/>
                  <a:pt x="3543544" y="46309"/>
                </a:cubicBezTo>
                <a:cubicBezTo>
                  <a:pt x="3541956" y="49535"/>
                  <a:pt x="3539641" y="53144"/>
                  <a:pt x="3536598" y="57139"/>
                </a:cubicBezTo>
                <a:cubicBezTo>
                  <a:pt x="3533557" y="61088"/>
                  <a:pt x="3529514" y="65651"/>
                  <a:pt x="3524476" y="70829"/>
                </a:cubicBezTo>
                <a:lnTo>
                  <a:pt x="3510514" y="85402"/>
                </a:lnTo>
                <a:lnTo>
                  <a:pt x="3548856" y="85402"/>
                </a:lnTo>
                <a:cubicBezTo>
                  <a:pt x="3549219" y="85402"/>
                  <a:pt x="3549559" y="85516"/>
                  <a:pt x="3549879" y="85742"/>
                </a:cubicBezTo>
                <a:cubicBezTo>
                  <a:pt x="3550242" y="85925"/>
                  <a:pt x="3550537" y="86219"/>
                  <a:pt x="3550765" y="86628"/>
                </a:cubicBezTo>
                <a:cubicBezTo>
                  <a:pt x="3551037" y="87037"/>
                  <a:pt x="3551217" y="87560"/>
                  <a:pt x="3551308" y="88194"/>
                </a:cubicBezTo>
                <a:cubicBezTo>
                  <a:pt x="3551445" y="88785"/>
                  <a:pt x="3551514" y="89488"/>
                  <a:pt x="3551514" y="90306"/>
                </a:cubicBezTo>
                <a:close/>
                <a:moveTo>
                  <a:pt x="3625952" y="70283"/>
                </a:moveTo>
                <a:cubicBezTo>
                  <a:pt x="3625952" y="71780"/>
                  <a:pt x="3625723" y="72961"/>
                  <a:pt x="3625272" y="73824"/>
                </a:cubicBezTo>
                <a:cubicBezTo>
                  <a:pt x="3624817" y="74686"/>
                  <a:pt x="3624180" y="75118"/>
                  <a:pt x="3623363" y="75118"/>
                </a:cubicBezTo>
                <a:lnTo>
                  <a:pt x="3613419" y="75118"/>
                </a:lnTo>
                <a:lnTo>
                  <a:pt x="3613419" y="93643"/>
                </a:lnTo>
                <a:cubicBezTo>
                  <a:pt x="3613419" y="94006"/>
                  <a:pt x="3613330" y="94323"/>
                  <a:pt x="3613147" y="94595"/>
                </a:cubicBezTo>
                <a:cubicBezTo>
                  <a:pt x="3612967" y="94823"/>
                  <a:pt x="3612647" y="95026"/>
                  <a:pt x="3612196" y="95209"/>
                </a:cubicBezTo>
                <a:cubicBezTo>
                  <a:pt x="3611741" y="95392"/>
                  <a:pt x="3611150" y="95526"/>
                  <a:pt x="3610424" y="95618"/>
                </a:cubicBezTo>
                <a:cubicBezTo>
                  <a:pt x="3609698" y="95709"/>
                  <a:pt x="3608767" y="95755"/>
                  <a:pt x="3607632" y="95755"/>
                </a:cubicBezTo>
                <a:cubicBezTo>
                  <a:pt x="3606541" y="95755"/>
                  <a:pt x="3605635" y="95709"/>
                  <a:pt x="3604906" y="95618"/>
                </a:cubicBezTo>
                <a:cubicBezTo>
                  <a:pt x="3604180" y="95526"/>
                  <a:pt x="3603589" y="95392"/>
                  <a:pt x="3603137" y="95209"/>
                </a:cubicBezTo>
                <a:cubicBezTo>
                  <a:pt x="3602729" y="95026"/>
                  <a:pt x="3602432" y="94823"/>
                  <a:pt x="3602252" y="94595"/>
                </a:cubicBezTo>
                <a:cubicBezTo>
                  <a:pt x="3602114" y="94323"/>
                  <a:pt x="3602046" y="94006"/>
                  <a:pt x="3602046" y="93643"/>
                </a:cubicBezTo>
                <a:lnTo>
                  <a:pt x="3602046" y="75118"/>
                </a:lnTo>
                <a:lnTo>
                  <a:pt x="3565679" y="75118"/>
                </a:lnTo>
                <a:cubicBezTo>
                  <a:pt x="3565133" y="75118"/>
                  <a:pt x="3564681" y="75049"/>
                  <a:pt x="3564315" y="74915"/>
                </a:cubicBezTo>
                <a:cubicBezTo>
                  <a:pt x="3563953" y="74778"/>
                  <a:pt x="3563613" y="74529"/>
                  <a:pt x="3563295" y="74164"/>
                </a:cubicBezTo>
                <a:cubicBezTo>
                  <a:pt x="3563024" y="73801"/>
                  <a:pt x="3562818" y="73281"/>
                  <a:pt x="3562681" y="72598"/>
                </a:cubicBezTo>
                <a:cubicBezTo>
                  <a:pt x="3562592" y="71918"/>
                  <a:pt x="3562547" y="71032"/>
                  <a:pt x="3562547" y="69943"/>
                </a:cubicBezTo>
                <a:cubicBezTo>
                  <a:pt x="3562547" y="69080"/>
                  <a:pt x="3562570" y="68309"/>
                  <a:pt x="3562615" y="67626"/>
                </a:cubicBezTo>
                <a:cubicBezTo>
                  <a:pt x="3562661" y="66946"/>
                  <a:pt x="3562750" y="66334"/>
                  <a:pt x="3562887" y="65788"/>
                </a:cubicBezTo>
                <a:cubicBezTo>
                  <a:pt x="3563024" y="65197"/>
                  <a:pt x="3563204" y="64654"/>
                  <a:pt x="3563433" y="64154"/>
                </a:cubicBezTo>
                <a:cubicBezTo>
                  <a:pt x="3563658" y="63608"/>
                  <a:pt x="3563930" y="63042"/>
                  <a:pt x="3564250" y="62451"/>
                </a:cubicBezTo>
                <a:lnTo>
                  <a:pt x="3595985" y="8921"/>
                </a:lnTo>
                <a:cubicBezTo>
                  <a:pt x="3596214" y="8558"/>
                  <a:pt x="3596531" y="8238"/>
                  <a:pt x="3596940" y="7967"/>
                </a:cubicBezTo>
                <a:cubicBezTo>
                  <a:pt x="3597394" y="7695"/>
                  <a:pt x="3597960" y="7467"/>
                  <a:pt x="3598643" y="7287"/>
                </a:cubicBezTo>
                <a:cubicBezTo>
                  <a:pt x="3599323" y="7104"/>
                  <a:pt x="3600163" y="6992"/>
                  <a:pt x="3601160" y="6947"/>
                </a:cubicBezTo>
                <a:cubicBezTo>
                  <a:pt x="3602160" y="6855"/>
                  <a:pt x="3603340" y="6809"/>
                  <a:pt x="3604703" y="6809"/>
                </a:cubicBezTo>
                <a:cubicBezTo>
                  <a:pt x="3606201" y="6809"/>
                  <a:pt x="3607495" y="6878"/>
                  <a:pt x="3608584" y="7012"/>
                </a:cubicBezTo>
                <a:cubicBezTo>
                  <a:pt x="3609721" y="7104"/>
                  <a:pt x="3610627" y="7241"/>
                  <a:pt x="3611310" y="7421"/>
                </a:cubicBezTo>
                <a:cubicBezTo>
                  <a:pt x="3611990" y="7604"/>
                  <a:pt x="3612513" y="7852"/>
                  <a:pt x="3612876" y="8172"/>
                </a:cubicBezTo>
                <a:cubicBezTo>
                  <a:pt x="3613239" y="8444"/>
                  <a:pt x="3613419" y="8784"/>
                  <a:pt x="3613419" y="9193"/>
                </a:cubicBezTo>
                <a:lnTo>
                  <a:pt x="3613419" y="65448"/>
                </a:lnTo>
                <a:lnTo>
                  <a:pt x="3623363" y="65448"/>
                </a:lnTo>
                <a:cubicBezTo>
                  <a:pt x="3624134" y="65448"/>
                  <a:pt x="3624749" y="65857"/>
                  <a:pt x="3625203" y="66674"/>
                </a:cubicBezTo>
                <a:cubicBezTo>
                  <a:pt x="3625700" y="67446"/>
                  <a:pt x="3625952" y="68649"/>
                  <a:pt x="3625952" y="70283"/>
                </a:cubicBezTo>
                <a:close/>
                <a:moveTo>
                  <a:pt x="3602046" y="17094"/>
                </a:moveTo>
                <a:lnTo>
                  <a:pt x="3601912" y="17094"/>
                </a:lnTo>
                <a:lnTo>
                  <a:pt x="3573239" y="65448"/>
                </a:lnTo>
                <a:lnTo>
                  <a:pt x="3602046" y="65448"/>
                </a:lnTo>
                <a:lnTo>
                  <a:pt x="3602046" y="17094"/>
                </a:lnTo>
                <a:close/>
                <a:moveTo>
                  <a:pt x="3724430" y="93643"/>
                </a:moveTo>
                <a:cubicBezTo>
                  <a:pt x="3724430" y="94006"/>
                  <a:pt x="3724338" y="94323"/>
                  <a:pt x="3724158" y="94595"/>
                </a:cubicBezTo>
                <a:cubicBezTo>
                  <a:pt x="3724021" y="94869"/>
                  <a:pt x="3723750" y="95095"/>
                  <a:pt x="3723341" y="95278"/>
                </a:cubicBezTo>
                <a:cubicBezTo>
                  <a:pt x="3722978" y="95412"/>
                  <a:pt x="3722478" y="95526"/>
                  <a:pt x="3721844" y="95618"/>
                </a:cubicBezTo>
                <a:cubicBezTo>
                  <a:pt x="3721207" y="95709"/>
                  <a:pt x="3720435" y="95755"/>
                  <a:pt x="3719526" y="95755"/>
                </a:cubicBezTo>
                <a:cubicBezTo>
                  <a:pt x="3718575" y="95755"/>
                  <a:pt x="3717778" y="95709"/>
                  <a:pt x="3717143" y="95618"/>
                </a:cubicBezTo>
                <a:cubicBezTo>
                  <a:pt x="3716509" y="95526"/>
                  <a:pt x="3715986" y="95412"/>
                  <a:pt x="3715577" y="95278"/>
                </a:cubicBezTo>
                <a:cubicBezTo>
                  <a:pt x="3715169" y="95095"/>
                  <a:pt x="3714874" y="94869"/>
                  <a:pt x="3714691" y="94595"/>
                </a:cubicBezTo>
                <a:cubicBezTo>
                  <a:pt x="3714509" y="94323"/>
                  <a:pt x="3714420" y="94006"/>
                  <a:pt x="3714420" y="93643"/>
                </a:cubicBezTo>
                <a:lnTo>
                  <a:pt x="3714420" y="85539"/>
                </a:lnTo>
                <a:cubicBezTo>
                  <a:pt x="3711197" y="89034"/>
                  <a:pt x="3707836" y="91757"/>
                  <a:pt x="3704339" y="93712"/>
                </a:cubicBezTo>
                <a:cubicBezTo>
                  <a:pt x="3700890" y="95663"/>
                  <a:pt x="3697098" y="96638"/>
                  <a:pt x="3692966" y="96638"/>
                </a:cubicBezTo>
                <a:cubicBezTo>
                  <a:pt x="3688471" y="96638"/>
                  <a:pt x="3684636" y="95778"/>
                  <a:pt x="3681456" y="94052"/>
                </a:cubicBezTo>
                <a:cubicBezTo>
                  <a:pt x="3678278" y="92280"/>
                  <a:pt x="3675689" y="89920"/>
                  <a:pt x="3673692" y="86968"/>
                </a:cubicBezTo>
                <a:cubicBezTo>
                  <a:pt x="3671740" y="83970"/>
                  <a:pt x="3670309" y="80476"/>
                  <a:pt x="3669403" y="76481"/>
                </a:cubicBezTo>
                <a:cubicBezTo>
                  <a:pt x="3668494" y="72440"/>
                  <a:pt x="3668040" y="68194"/>
                  <a:pt x="3668040" y="63745"/>
                </a:cubicBezTo>
                <a:cubicBezTo>
                  <a:pt x="3668040" y="58479"/>
                  <a:pt x="3668609" y="53732"/>
                  <a:pt x="3669743" y="49512"/>
                </a:cubicBezTo>
                <a:cubicBezTo>
                  <a:pt x="3670877" y="45243"/>
                  <a:pt x="3672558" y="41611"/>
                  <a:pt x="3674784" y="38613"/>
                </a:cubicBezTo>
                <a:cubicBezTo>
                  <a:pt x="3677007" y="35619"/>
                  <a:pt x="3679753" y="33324"/>
                  <a:pt x="3683022" y="31735"/>
                </a:cubicBezTo>
                <a:cubicBezTo>
                  <a:pt x="3686336" y="30101"/>
                  <a:pt x="3690151" y="29284"/>
                  <a:pt x="3694466" y="29284"/>
                </a:cubicBezTo>
                <a:cubicBezTo>
                  <a:pt x="3698052" y="29284"/>
                  <a:pt x="3701321" y="30078"/>
                  <a:pt x="3704273" y="31667"/>
                </a:cubicBezTo>
                <a:cubicBezTo>
                  <a:pt x="3707268" y="33210"/>
                  <a:pt x="3710219" y="35504"/>
                  <a:pt x="3713126" y="38545"/>
                </a:cubicBezTo>
                <a:lnTo>
                  <a:pt x="3713126" y="2926"/>
                </a:lnTo>
                <a:cubicBezTo>
                  <a:pt x="3713126" y="2609"/>
                  <a:pt x="3713194" y="2315"/>
                  <a:pt x="3713328" y="2043"/>
                </a:cubicBezTo>
                <a:cubicBezTo>
                  <a:pt x="3713511" y="1723"/>
                  <a:pt x="3713828" y="1497"/>
                  <a:pt x="3714283" y="1360"/>
                </a:cubicBezTo>
                <a:cubicBezTo>
                  <a:pt x="3714737" y="1180"/>
                  <a:pt x="3715306" y="1043"/>
                  <a:pt x="3715986" y="952"/>
                </a:cubicBezTo>
                <a:cubicBezTo>
                  <a:pt x="3716712" y="817"/>
                  <a:pt x="3717620" y="749"/>
                  <a:pt x="3718709" y="749"/>
                </a:cubicBezTo>
                <a:cubicBezTo>
                  <a:pt x="3719843" y="749"/>
                  <a:pt x="3720775" y="817"/>
                  <a:pt x="3721501" y="952"/>
                </a:cubicBezTo>
                <a:cubicBezTo>
                  <a:pt x="3722230" y="1043"/>
                  <a:pt x="3722795" y="1180"/>
                  <a:pt x="3723204" y="1360"/>
                </a:cubicBezTo>
                <a:cubicBezTo>
                  <a:pt x="3723613" y="1497"/>
                  <a:pt x="3723907" y="1723"/>
                  <a:pt x="3724090" y="2043"/>
                </a:cubicBezTo>
                <a:cubicBezTo>
                  <a:pt x="3724315" y="2315"/>
                  <a:pt x="3724430" y="2609"/>
                  <a:pt x="3724430" y="2926"/>
                </a:cubicBezTo>
                <a:lnTo>
                  <a:pt x="3724430" y="93643"/>
                </a:lnTo>
                <a:close/>
                <a:moveTo>
                  <a:pt x="3713126" y="50532"/>
                </a:moveTo>
                <a:cubicBezTo>
                  <a:pt x="3710082" y="46763"/>
                  <a:pt x="3707130" y="43903"/>
                  <a:pt x="3704273" y="41951"/>
                </a:cubicBezTo>
                <a:cubicBezTo>
                  <a:pt x="3701455" y="39954"/>
                  <a:pt x="3698507" y="38953"/>
                  <a:pt x="3695418" y="38953"/>
                </a:cubicBezTo>
                <a:cubicBezTo>
                  <a:pt x="3692557" y="38953"/>
                  <a:pt x="3690128" y="39636"/>
                  <a:pt x="3688131" y="40997"/>
                </a:cubicBezTo>
                <a:cubicBezTo>
                  <a:pt x="3686134" y="42360"/>
                  <a:pt x="3684499" y="44154"/>
                  <a:pt x="3683227" y="46377"/>
                </a:cubicBezTo>
                <a:cubicBezTo>
                  <a:pt x="3682002" y="48603"/>
                  <a:pt x="3681093" y="51124"/>
                  <a:pt x="3680504" y="53938"/>
                </a:cubicBezTo>
                <a:cubicBezTo>
                  <a:pt x="3679959" y="56753"/>
                  <a:pt x="3679687" y="59613"/>
                  <a:pt x="3679687" y="62519"/>
                </a:cubicBezTo>
                <a:cubicBezTo>
                  <a:pt x="3679687" y="65605"/>
                  <a:pt x="3679913" y="68626"/>
                  <a:pt x="3680367" y="71578"/>
                </a:cubicBezTo>
                <a:cubicBezTo>
                  <a:pt x="3680867" y="74529"/>
                  <a:pt x="3681707" y="77161"/>
                  <a:pt x="3682887" y="79476"/>
                </a:cubicBezTo>
                <a:cubicBezTo>
                  <a:pt x="3684068" y="81747"/>
                  <a:pt x="3685634" y="83585"/>
                  <a:pt x="3687585" y="84993"/>
                </a:cubicBezTo>
                <a:cubicBezTo>
                  <a:pt x="3689540" y="86357"/>
                  <a:pt x="3691991" y="87037"/>
                  <a:pt x="3694940" y="87037"/>
                </a:cubicBezTo>
                <a:cubicBezTo>
                  <a:pt x="3696441" y="87037"/>
                  <a:pt x="3697869" y="86831"/>
                  <a:pt x="3699232" y="86422"/>
                </a:cubicBezTo>
                <a:cubicBezTo>
                  <a:pt x="3700638" y="86014"/>
                  <a:pt x="3702070" y="85334"/>
                  <a:pt x="3703521" y="84379"/>
                </a:cubicBezTo>
                <a:cubicBezTo>
                  <a:pt x="3704976" y="83428"/>
                  <a:pt x="3706496" y="82202"/>
                  <a:pt x="3708085" y="80702"/>
                </a:cubicBezTo>
                <a:cubicBezTo>
                  <a:pt x="3709674" y="79158"/>
                  <a:pt x="3711354" y="77275"/>
                  <a:pt x="3713126" y="75049"/>
                </a:cubicBezTo>
                <a:lnTo>
                  <a:pt x="3713126" y="50532"/>
                </a:lnTo>
                <a:close/>
                <a:moveTo>
                  <a:pt x="3756439" y="93643"/>
                </a:moveTo>
                <a:cubicBezTo>
                  <a:pt x="3756439" y="94006"/>
                  <a:pt x="3756348" y="94323"/>
                  <a:pt x="3756168" y="94595"/>
                </a:cubicBezTo>
                <a:cubicBezTo>
                  <a:pt x="3755985" y="94823"/>
                  <a:pt x="3755691" y="95026"/>
                  <a:pt x="3755282" y="95209"/>
                </a:cubicBezTo>
                <a:cubicBezTo>
                  <a:pt x="3754874" y="95392"/>
                  <a:pt x="3754305" y="95526"/>
                  <a:pt x="3753579" y="95618"/>
                </a:cubicBezTo>
                <a:cubicBezTo>
                  <a:pt x="3752853" y="95709"/>
                  <a:pt x="3751922" y="95755"/>
                  <a:pt x="3750787" y="95755"/>
                </a:cubicBezTo>
                <a:cubicBezTo>
                  <a:pt x="3749699" y="95755"/>
                  <a:pt x="3748790" y="95709"/>
                  <a:pt x="3748064" y="95618"/>
                </a:cubicBezTo>
                <a:cubicBezTo>
                  <a:pt x="3747336" y="95526"/>
                  <a:pt x="3746747" y="95392"/>
                  <a:pt x="3746293" y="95209"/>
                </a:cubicBezTo>
                <a:cubicBezTo>
                  <a:pt x="3745884" y="95026"/>
                  <a:pt x="3745590" y="94823"/>
                  <a:pt x="3745407" y="94595"/>
                </a:cubicBezTo>
                <a:cubicBezTo>
                  <a:pt x="3745270" y="94323"/>
                  <a:pt x="3745201" y="94006"/>
                  <a:pt x="3745201" y="93643"/>
                </a:cubicBezTo>
                <a:lnTo>
                  <a:pt x="3745201" y="32350"/>
                </a:lnTo>
                <a:cubicBezTo>
                  <a:pt x="3745201" y="32030"/>
                  <a:pt x="3745270" y="31735"/>
                  <a:pt x="3745407" y="31464"/>
                </a:cubicBezTo>
                <a:cubicBezTo>
                  <a:pt x="3745590" y="31190"/>
                  <a:pt x="3745884" y="30964"/>
                  <a:pt x="3746293" y="30781"/>
                </a:cubicBezTo>
                <a:cubicBezTo>
                  <a:pt x="3746747" y="30601"/>
                  <a:pt x="3747336" y="30464"/>
                  <a:pt x="3748064" y="30372"/>
                </a:cubicBezTo>
                <a:cubicBezTo>
                  <a:pt x="3748790" y="30284"/>
                  <a:pt x="3749699" y="30238"/>
                  <a:pt x="3750787" y="30238"/>
                </a:cubicBezTo>
                <a:cubicBezTo>
                  <a:pt x="3751922" y="30238"/>
                  <a:pt x="3752853" y="30284"/>
                  <a:pt x="3753579" y="30372"/>
                </a:cubicBezTo>
                <a:cubicBezTo>
                  <a:pt x="3754305" y="30464"/>
                  <a:pt x="3754874" y="30601"/>
                  <a:pt x="3755282" y="30781"/>
                </a:cubicBezTo>
                <a:cubicBezTo>
                  <a:pt x="3755691" y="30964"/>
                  <a:pt x="3755985" y="31190"/>
                  <a:pt x="3756168" y="31464"/>
                </a:cubicBezTo>
                <a:cubicBezTo>
                  <a:pt x="3756348" y="31735"/>
                  <a:pt x="3756439" y="32030"/>
                  <a:pt x="3756439" y="32350"/>
                </a:cubicBezTo>
                <a:lnTo>
                  <a:pt x="3756439" y="93643"/>
                </a:lnTo>
                <a:close/>
                <a:moveTo>
                  <a:pt x="3757734" y="11644"/>
                </a:moveTo>
                <a:cubicBezTo>
                  <a:pt x="3757734" y="14279"/>
                  <a:pt x="3757234" y="16071"/>
                  <a:pt x="3756237" y="17025"/>
                </a:cubicBezTo>
                <a:cubicBezTo>
                  <a:pt x="3755236" y="17979"/>
                  <a:pt x="3753396" y="18457"/>
                  <a:pt x="3750719" y="18457"/>
                </a:cubicBezTo>
                <a:cubicBezTo>
                  <a:pt x="3748084" y="18457"/>
                  <a:pt x="3746270" y="18002"/>
                  <a:pt x="3745270" y="17094"/>
                </a:cubicBezTo>
                <a:cubicBezTo>
                  <a:pt x="3744318" y="16139"/>
                  <a:pt x="3743841" y="14370"/>
                  <a:pt x="3743841" y="11781"/>
                </a:cubicBezTo>
                <a:cubicBezTo>
                  <a:pt x="3743841" y="9147"/>
                  <a:pt x="3744341" y="7355"/>
                  <a:pt x="3745338" y="6401"/>
                </a:cubicBezTo>
                <a:cubicBezTo>
                  <a:pt x="3746338" y="5446"/>
                  <a:pt x="3748176" y="4969"/>
                  <a:pt x="3750856" y="4969"/>
                </a:cubicBezTo>
                <a:cubicBezTo>
                  <a:pt x="3753488" y="4969"/>
                  <a:pt x="3755282" y="5446"/>
                  <a:pt x="3756237" y="6401"/>
                </a:cubicBezTo>
                <a:cubicBezTo>
                  <a:pt x="3757234" y="7309"/>
                  <a:pt x="3757734" y="9055"/>
                  <a:pt x="3757734" y="11644"/>
                </a:cubicBezTo>
                <a:close/>
                <a:moveTo>
                  <a:pt x="3810786" y="7149"/>
                </a:moveTo>
                <a:cubicBezTo>
                  <a:pt x="3810786" y="8012"/>
                  <a:pt x="3810741" y="8715"/>
                  <a:pt x="3810652" y="9261"/>
                </a:cubicBezTo>
                <a:cubicBezTo>
                  <a:pt x="3810561" y="9761"/>
                  <a:pt x="3810446" y="10170"/>
                  <a:pt x="3810309" y="10487"/>
                </a:cubicBezTo>
                <a:cubicBezTo>
                  <a:pt x="3810221" y="10804"/>
                  <a:pt x="3810083" y="11033"/>
                  <a:pt x="3809900" y="11167"/>
                </a:cubicBezTo>
                <a:cubicBezTo>
                  <a:pt x="3809720" y="11259"/>
                  <a:pt x="3809492" y="11304"/>
                  <a:pt x="3809220" y="11304"/>
                </a:cubicBezTo>
                <a:cubicBezTo>
                  <a:pt x="3808903" y="11304"/>
                  <a:pt x="3808495" y="11213"/>
                  <a:pt x="3807995" y="11033"/>
                </a:cubicBezTo>
                <a:cubicBezTo>
                  <a:pt x="3807540" y="10804"/>
                  <a:pt x="3806974" y="10578"/>
                  <a:pt x="3806291" y="10350"/>
                </a:cubicBezTo>
                <a:cubicBezTo>
                  <a:pt x="3805611" y="10078"/>
                  <a:pt x="3804794" y="9853"/>
                  <a:pt x="3803840" y="9670"/>
                </a:cubicBezTo>
                <a:cubicBezTo>
                  <a:pt x="3802931" y="9444"/>
                  <a:pt x="3801865" y="9330"/>
                  <a:pt x="3800639" y="9330"/>
                </a:cubicBezTo>
                <a:cubicBezTo>
                  <a:pt x="3798959" y="9330"/>
                  <a:pt x="3797530" y="9601"/>
                  <a:pt x="3796350" y="10147"/>
                </a:cubicBezTo>
                <a:cubicBezTo>
                  <a:pt x="3795167" y="10690"/>
                  <a:pt x="3794216" y="11553"/>
                  <a:pt x="3793487" y="12736"/>
                </a:cubicBezTo>
                <a:cubicBezTo>
                  <a:pt x="3792761" y="13870"/>
                  <a:pt x="3792238" y="15368"/>
                  <a:pt x="3791921" y="17231"/>
                </a:cubicBezTo>
                <a:cubicBezTo>
                  <a:pt x="3791604" y="19045"/>
                  <a:pt x="3791447" y="21271"/>
                  <a:pt x="3791447" y="23903"/>
                </a:cubicBezTo>
                <a:lnTo>
                  <a:pt x="3791447" y="30578"/>
                </a:lnTo>
                <a:lnTo>
                  <a:pt x="3805134" y="30578"/>
                </a:lnTo>
                <a:cubicBezTo>
                  <a:pt x="3805497" y="30578"/>
                  <a:pt x="3805791" y="30670"/>
                  <a:pt x="3806020" y="30850"/>
                </a:cubicBezTo>
                <a:cubicBezTo>
                  <a:pt x="3806291" y="30987"/>
                  <a:pt x="3806520" y="31258"/>
                  <a:pt x="3806700" y="31667"/>
                </a:cubicBezTo>
                <a:cubicBezTo>
                  <a:pt x="3806929" y="32030"/>
                  <a:pt x="3807086" y="32507"/>
                  <a:pt x="3807177" y="33098"/>
                </a:cubicBezTo>
                <a:cubicBezTo>
                  <a:pt x="3807314" y="33687"/>
                  <a:pt x="3807383" y="34416"/>
                  <a:pt x="3807383" y="35276"/>
                </a:cubicBezTo>
                <a:cubicBezTo>
                  <a:pt x="3807383" y="36910"/>
                  <a:pt x="3807177" y="38093"/>
                  <a:pt x="3806769" y="38819"/>
                </a:cubicBezTo>
                <a:cubicBezTo>
                  <a:pt x="3806360" y="39545"/>
                  <a:pt x="3805814" y="39908"/>
                  <a:pt x="3805134" y="39908"/>
                </a:cubicBezTo>
                <a:lnTo>
                  <a:pt x="3791447" y="39908"/>
                </a:lnTo>
                <a:lnTo>
                  <a:pt x="3791447" y="93643"/>
                </a:lnTo>
                <a:cubicBezTo>
                  <a:pt x="3791447" y="94006"/>
                  <a:pt x="3791355" y="94323"/>
                  <a:pt x="3791172" y="94595"/>
                </a:cubicBezTo>
                <a:cubicBezTo>
                  <a:pt x="3790992" y="94823"/>
                  <a:pt x="3790672" y="95026"/>
                  <a:pt x="3790218" y="95209"/>
                </a:cubicBezTo>
                <a:cubicBezTo>
                  <a:pt x="3789812" y="95392"/>
                  <a:pt x="3789244" y="95526"/>
                  <a:pt x="3788518" y="95618"/>
                </a:cubicBezTo>
                <a:cubicBezTo>
                  <a:pt x="3787789" y="95709"/>
                  <a:pt x="3786883" y="95755"/>
                  <a:pt x="3785792" y="95755"/>
                </a:cubicBezTo>
                <a:cubicBezTo>
                  <a:pt x="3784703" y="95755"/>
                  <a:pt x="3783794" y="95709"/>
                  <a:pt x="3783069" y="95618"/>
                </a:cubicBezTo>
                <a:cubicBezTo>
                  <a:pt x="3782343" y="95526"/>
                  <a:pt x="3781751" y="95392"/>
                  <a:pt x="3781297" y="95209"/>
                </a:cubicBezTo>
                <a:cubicBezTo>
                  <a:pt x="3780888" y="95026"/>
                  <a:pt x="3780594" y="94823"/>
                  <a:pt x="3780411" y="94595"/>
                </a:cubicBezTo>
                <a:cubicBezTo>
                  <a:pt x="3780231" y="94323"/>
                  <a:pt x="3780140" y="94006"/>
                  <a:pt x="3780140" y="93643"/>
                </a:cubicBezTo>
                <a:lnTo>
                  <a:pt x="3780140" y="39908"/>
                </a:lnTo>
                <a:lnTo>
                  <a:pt x="3771490" y="39908"/>
                </a:lnTo>
                <a:cubicBezTo>
                  <a:pt x="3770764" y="39908"/>
                  <a:pt x="3770218" y="39545"/>
                  <a:pt x="3769855" y="38819"/>
                </a:cubicBezTo>
                <a:cubicBezTo>
                  <a:pt x="3769493" y="38093"/>
                  <a:pt x="3769313" y="36910"/>
                  <a:pt x="3769313" y="35276"/>
                </a:cubicBezTo>
                <a:cubicBezTo>
                  <a:pt x="3769313" y="34416"/>
                  <a:pt x="3769358" y="33687"/>
                  <a:pt x="3769447" y="33098"/>
                </a:cubicBezTo>
                <a:cubicBezTo>
                  <a:pt x="3769538" y="32507"/>
                  <a:pt x="3769675" y="32030"/>
                  <a:pt x="3769855" y="31667"/>
                </a:cubicBezTo>
                <a:cubicBezTo>
                  <a:pt x="3770038" y="31258"/>
                  <a:pt x="3770264" y="30987"/>
                  <a:pt x="3770538" y="30850"/>
                </a:cubicBezTo>
                <a:cubicBezTo>
                  <a:pt x="3770810" y="30670"/>
                  <a:pt x="3771127" y="30578"/>
                  <a:pt x="3771490" y="30578"/>
                </a:cubicBezTo>
                <a:lnTo>
                  <a:pt x="3780140" y="30578"/>
                </a:lnTo>
                <a:lnTo>
                  <a:pt x="3780140" y="24243"/>
                </a:lnTo>
                <a:cubicBezTo>
                  <a:pt x="3780140" y="19977"/>
                  <a:pt x="3780525" y="16322"/>
                  <a:pt x="3781297" y="13279"/>
                </a:cubicBezTo>
                <a:cubicBezTo>
                  <a:pt x="3782114" y="10193"/>
                  <a:pt x="3783340" y="7672"/>
                  <a:pt x="3784974" y="5721"/>
                </a:cubicBezTo>
                <a:cubicBezTo>
                  <a:pt x="3786609" y="3766"/>
                  <a:pt x="3788652" y="2337"/>
                  <a:pt x="3791104" y="1429"/>
                </a:cubicBezTo>
                <a:cubicBezTo>
                  <a:pt x="3793601" y="474"/>
                  <a:pt x="3796530" y="0"/>
                  <a:pt x="3799891" y="0"/>
                </a:cubicBezTo>
                <a:cubicBezTo>
                  <a:pt x="3801479" y="0"/>
                  <a:pt x="3803022" y="157"/>
                  <a:pt x="3804523" y="474"/>
                </a:cubicBezTo>
                <a:cubicBezTo>
                  <a:pt x="3806020" y="749"/>
                  <a:pt x="3807177" y="1066"/>
                  <a:pt x="3807995" y="1429"/>
                </a:cubicBezTo>
                <a:cubicBezTo>
                  <a:pt x="3808812" y="1746"/>
                  <a:pt x="3809358" y="2043"/>
                  <a:pt x="3809629" y="2315"/>
                </a:cubicBezTo>
                <a:cubicBezTo>
                  <a:pt x="3809900" y="2586"/>
                  <a:pt x="3810129" y="2949"/>
                  <a:pt x="3810309" y="3403"/>
                </a:cubicBezTo>
                <a:cubicBezTo>
                  <a:pt x="3810492" y="3812"/>
                  <a:pt x="3810606" y="4335"/>
                  <a:pt x="3810652" y="4969"/>
                </a:cubicBezTo>
                <a:cubicBezTo>
                  <a:pt x="3810741" y="5561"/>
                  <a:pt x="3810786" y="6287"/>
                  <a:pt x="3810786" y="7149"/>
                </a:cubicBezTo>
                <a:close/>
                <a:moveTo>
                  <a:pt x="3851991" y="7149"/>
                </a:moveTo>
                <a:cubicBezTo>
                  <a:pt x="3851991" y="8012"/>
                  <a:pt x="3851946" y="8715"/>
                  <a:pt x="3851854" y="9261"/>
                </a:cubicBezTo>
                <a:cubicBezTo>
                  <a:pt x="3851763" y="9761"/>
                  <a:pt x="3851649" y="10170"/>
                  <a:pt x="3851514" y="10487"/>
                </a:cubicBezTo>
                <a:cubicBezTo>
                  <a:pt x="3851423" y="10804"/>
                  <a:pt x="3851286" y="11033"/>
                  <a:pt x="3851106" y="11167"/>
                </a:cubicBezTo>
                <a:cubicBezTo>
                  <a:pt x="3850923" y="11259"/>
                  <a:pt x="3850697" y="11304"/>
                  <a:pt x="3850423" y="11304"/>
                </a:cubicBezTo>
                <a:cubicBezTo>
                  <a:pt x="3850105" y="11304"/>
                  <a:pt x="3849697" y="11213"/>
                  <a:pt x="3849197" y="11033"/>
                </a:cubicBezTo>
                <a:cubicBezTo>
                  <a:pt x="3848742" y="10804"/>
                  <a:pt x="3848177" y="10578"/>
                  <a:pt x="3847497" y="10350"/>
                </a:cubicBezTo>
                <a:cubicBezTo>
                  <a:pt x="3846814" y="10078"/>
                  <a:pt x="3845996" y="9853"/>
                  <a:pt x="3845045" y="9670"/>
                </a:cubicBezTo>
                <a:cubicBezTo>
                  <a:pt x="3844136" y="9444"/>
                  <a:pt x="3843067" y="9330"/>
                  <a:pt x="3841842" y="9330"/>
                </a:cubicBezTo>
                <a:cubicBezTo>
                  <a:pt x="3840161" y="9330"/>
                  <a:pt x="3838733" y="9601"/>
                  <a:pt x="3837552" y="10147"/>
                </a:cubicBezTo>
                <a:cubicBezTo>
                  <a:pt x="3836372" y="10690"/>
                  <a:pt x="3835418" y="11553"/>
                  <a:pt x="3834692" y="12736"/>
                </a:cubicBezTo>
                <a:cubicBezTo>
                  <a:pt x="3833966" y="13870"/>
                  <a:pt x="3833443" y="15368"/>
                  <a:pt x="3833126" y="17231"/>
                </a:cubicBezTo>
                <a:cubicBezTo>
                  <a:pt x="3832806" y="19045"/>
                  <a:pt x="3832649" y="21271"/>
                  <a:pt x="3832649" y="23903"/>
                </a:cubicBezTo>
                <a:lnTo>
                  <a:pt x="3832649" y="30578"/>
                </a:lnTo>
                <a:lnTo>
                  <a:pt x="3846336" y="30578"/>
                </a:lnTo>
                <a:cubicBezTo>
                  <a:pt x="3846699" y="30578"/>
                  <a:pt x="3846997" y="30670"/>
                  <a:pt x="3847222" y="30850"/>
                </a:cubicBezTo>
                <a:cubicBezTo>
                  <a:pt x="3847497" y="30987"/>
                  <a:pt x="3847722" y="31258"/>
                  <a:pt x="3847905" y="31667"/>
                </a:cubicBezTo>
                <a:cubicBezTo>
                  <a:pt x="3848131" y="32030"/>
                  <a:pt x="3848291" y="32507"/>
                  <a:pt x="3848380" y="33098"/>
                </a:cubicBezTo>
                <a:cubicBezTo>
                  <a:pt x="3848517" y="33687"/>
                  <a:pt x="3848585" y="34416"/>
                  <a:pt x="3848585" y="35276"/>
                </a:cubicBezTo>
                <a:cubicBezTo>
                  <a:pt x="3848585" y="36910"/>
                  <a:pt x="3848380" y="38093"/>
                  <a:pt x="3847971" y="38819"/>
                </a:cubicBezTo>
                <a:cubicBezTo>
                  <a:pt x="3847562" y="39545"/>
                  <a:pt x="3847019" y="39908"/>
                  <a:pt x="3846336" y="39908"/>
                </a:cubicBezTo>
                <a:lnTo>
                  <a:pt x="3832649" y="39908"/>
                </a:lnTo>
                <a:lnTo>
                  <a:pt x="3832649" y="93643"/>
                </a:lnTo>
                <a:cubicBezTo>
                  <a:pt x="3832649" y="94006"/>
                  <a:pt x="3832558" y="94323"/>
                  <a:pt x="3832375" y="94595"/>
                </a:cubicBezTo>
                <a:cubicBezTo>
                  <a:pt x="3832195" y="94823"/>
                  <a:pt x="3831877" y="95026"/>
                  <a:pt x="3831423" y="95209"/>
                </a:cubicBezTo>
                <a:cubicBezTo>
                  <a:pt x="3831015" y="95392"/>
                  <a:pt x="3830446" y="95526"/>
                  <a:pt x="3829720" y="95618"/>
                </a:cubicBezTo>
                <a:cubicBezTo>
                  <a:pt x="3828994" y="95709"/>
                  <a:pt x="3828086" y="95755"/>
                  <a:pt x="3826997" y="95755"/>
                </a:cubicBezTo>
                <a:cubicBezTo>
                  <a:pt x="3825905" y="95755"/>
                  <a:pt x="3824999" y="95709"/>
                  <a:pt x="3824271" y="95618"/>
                </a:cubicBezTo>
                <a:cubicBezTo>
                  <a:pt x="3823545" y="95526"/>
                  <a:pt x="3822954" y="95392"/>
                  <a:pt x="3822502" y="95209"/>
                </a:cubicBezTo>
                <a:cubicBezTo>
                  <a:pt x="3822093" y="95026"/>
                  <a:pt x="3821796" y="94823"/>
                  <a:pt x="3821616" y="94595"/>
                </a:cubicBezTo>
                <a:cubicBezTo>
                  <a:pt x="3821433" y="94323"/>
                  <a:pt x="3821342" y="94006"/>
                  <a:pt x="3821342" y="93643"/>
                </a:cubicBezTo>
                <a:lnTo>
                  <a:pt x="3821342" y="39908"/>
                </a:lnTo>
                <a:lnTo>
                  <a:pt x="3812695" y="39908"/>
                </a:lnTo>
                <a:cubicBezTo>
                  <a:pt x="3811966" y="39908"/>
                  <a:pt x="3811424" y="39545"/>
                  <a:pt x="3811061" y="38819"/>
                </a:cubicBezTo>
                <a:cubicBezTo>
                  <a:pt x="3810695" y="38093"/>
                  <a:pt x="3810515" y="36910"/>
                  <a:pt x="3810515" y="35276"/>
                </a:cubicBezTo>
                <a:cubicBezTo>
                  <a:pt x="3810515" y="34416"/>
                  <a:pt x="3810561" y="33687"/>
                  <a:pt x="3810652" y="33098"/>
                </a:cubicBezTo>
                <a:cubicBezTo>
                  <a:pt x="3810741" y="32507"/>
                  <a:pt x="3810878" y="32030"/>
                  <a:pt x="3811061" y="31667"/>
                </a:cubicBezTo>
                <a:cubicBezTo>
                  <a:pt x="3811241" y="31258"/>
                  <a:pt x="3811469" y="30987"/>
                  <a:pt x="3811741" y="30850"/>
                </a:cubicBezTo>
                <a:cubicBezTo>
                  <a:pt x="3812012" y="30670"/>
                  <a:pt x="3812332" y="30578"/>
                  <a:pt x="3812695" y="30578"/>
                </a:cubicBezTo>
                <a:lnTo>
                  <a:pt x="3821342" y="30578"/>
                </a:lnTo>
                <a:lnTo>
                  <a:pt x="3821342" y="24243"/>
                </a:lnTo>
                <a:cubicBezTo>
                  <a:pt x="3821342" y="19977"/>
                  <a:pt x="3821731" y="16322"/>
                  <a:pt x="3822502" y="13279"/>
                </a:cubicBezTo>
                <a:cubicBezTo>
                  <a:pt x="3823319" y="10193"/>
                  <a:pt x="3824545" y="7672"/>
                  <a:pt x="3826180" y="5721"/>
                </a:cubicBezTo>
                <a:cubicBezTo>
                  <a:pt x="3827814" y="3766"/>
                  <a:pt x="3829857" y="2337"/>
                  <a:pt x="3832309" y="1429"/>
                </a:cubicBezTo>
                <a:cubicBezTo>
                  <a:pt x="3834806" y="474"/>
                  <a:pt x="3837733" y="0"/>
                  <a:pt x="3841093" y="0"/>
                </a:cubicBezTo>
                <a:cubicBezTo>
                  <a:pt x="3842682" y="0"/>
                  <a:pt x="3844228" y="157"/>
                  <a:pt x="3845725" y="474"/>
                </a:cubicBezTo>
                <a:cubicBezTo>
                  <a:pt x="3847222" y="749"/>
                  <a:pt x="3848380" y="1066"/>
                  <a:pt x="3849197" y="1429"/>
                </a:cubicBezTo>
                <a:cubicBezTo>
                  <a:pt x="3850014" y="1746"/>
                  <a:pt x="3850560" y="2043"/>
                  <a:pt x="3850831" y="2315"/>
                </a:cubicBezTo>
                <a:cubicBezTo>
                  <a:pt x="3851106" y="2586"/>
                  <a:pt x="3851331" y="2949"/>
                  <a:pt x="3851514" y="3403"/>
                </a:cubicBezTo>
                <a:cubicBezTo>
                  <a:pt x="3851694" y="3812"/>
                  <a:pt x="3851809" y="4335"/>
                  <a:pt x="3851854" y="4969"/>
                </a:cubicBezTo>
                <a:cubicBezTo>
                  <a:pt x="3851946" y="5561"/>
                  <a:pt x="3851991" y="6287"/>
                  <a:pt x="3851991" y="7149"/>
                </a:cubicBezTo>
                <a:close/>
                <a:moveTo>
                  <a:pt x="3909810" y="60339"/>
                </a:moveTo>
                <a:cubicBezTo>
                  <a:pt x="3909810" y="62111"/>
                  <a:pt x="3909356" y="63382"/>
                  <a:pt x="3908450" y="64154"/>
                </a:cubicBezTo>
                <a:cubicBezTo>
                  <a:pt x="3907587" y="64880"/>
                  <a:pt x="3906587" y="65242"/>
                  <a:pt x="3905452" y="65242"/>
                </a:cubicBezTo>
                <a:lnTo>
                  <a:pt x="3865270" y="65242"/>
                </a:lnTo>
                <a:cubicBezTo>
                  <a:pt x="3865270" y="68649"/>
                  <a:pt x="3865610" y="71712"/>
                  <a:pt x="3866293" y="74438"/>
                </a:cubicBezTo>
                <a:cubicBezTo>
                  <a:pt x="3866973" y="77161"/>
                  <a:pt x="3868108" y="79499"/>
                  <a:pt x="3869697" y="81453"/>
                </a:cubicBezTo>
                <a:cubicBezTo>
                  <a:pt x="3871285" y="83405"/>
                  <a:pt x="3873351" y="84902"/>
                  <a:pt x="3875894" y="85948"/>
                </a:cubicBezTo>
                <a:cubicBezTo>
                  <a:pt x="3878438" y="86991"/>
                  <a:pt x="3881547" y="87514"/>
                  <a:pt x="3885224" y="87514"/>
                </a:cubicBezTo>
                <a:cubicBezTo>
                  <a:pt x="3888130" y="87514"/>
                  <a:pt x="3890719" y="87285"/>
                  <a:pt x="3892988" y="86831"/>
                </a:cubicBezTo>
                <a:cubicBezTo>
                  <a:pt x="3895260" y="86334"/>
                  <a:pt x="3897211" y="85788"/>
                  <a:pt x="3898846" y="85196"/>
                </a:cubicBezTo>
                <a:cubicBezTo>
                  <a:pt x="3900526" y="84608"/>
                  <a:pt x="3901889" y="84085"/>
                  <a:pt x="3902932" y="83630"/>
                </a:cubicBezTo>
                <a:cubicBezTo>
                  <a:pt x="3904021" y="83130"/>
                  <a:pt x="3904838" y="82882"/>
                  <a:pt x="3905384" y="82882"/>
                </a:cubicBezTo>
                <a:cubicBezTo>
                  <a:pt x="3905701" y="82882"/>
                  <a:pt x="3905975" y="82973"/>
                  <a:pt x="3906201" y="83153"/>
                </a:cubicBezTo>
                <a:cubicBezTo>
                  <a:pt x="3906473" y="83290"/>
                  <a:pt x="3906678" y="83519"/>
                  <a:pt x="3906815" y="83836"/>
                </a:cubicBezTo>
                <a:cubicBezTo>
                  <a:pt x="3906950" y="84153"/>
                  <a:pt x="3907041" y="84608"/>
                  <a:pt x="3907087" y="85196"/>
                </a:cubicBezTo>
                <a:cubicBezTo>
                  <a:pt x="3907178" y="85742"/>
                  <a:pt x="3907224" y="86422"/>
                  <a:pt x="3907224" y="87239"/>
                </a:cubicBezTo>
                <a:cubicBezTo>
                  <a:pt x="3907224" y="87831"/>
                  <a:pt x="3907201" y="88354"/>
                  <a:pt x="3907155" y="88808"/>
                </a:cubicBezTo>
                <a:cubicBezTo>
                  <a:pt x="3907110" y="89217"/>
                  <a:pt x="3907041" y="89603"/>
                  <a:pt x="3906950" y="89966"/>
                </a:cubicBezTo>
                <a:cubicBezTo>
                  <a:pt x="3906904" y="90283"/>
                  <a:pt x="3906793" y="90577"/>
                  <a:pt x="3906610" y="90851"/>
                </a:cubicBezTo>
                <a:cubicBezTo>
                  <a:pt x="3906473" y="91123"/>
                  <a:pt x="3906270" y="91394"/>
                  <a:pt x="3905998" y="91669"/>
                </a:cubicBezTo>
                <a:cubicBezTo>
                  <a:pt x="3905770" y="91894"/>
                  <a:pt x="3905044" y="92303"/>
                  <a:pt x="3903818" y="92894"/>
                </a:cubicBezTo>
                <a:cubicBezTo>
                  <a:pt x="3902592" y="93437"/>
                  <a:pt x="3901003" y="93983"/>
                  <a:pt x="3899052" y="94529"/>
                </a:cubicBezTo>
                <a:cubicBezTo>
                  <a:pt x="3897097" y="95072"/>
                  <a:pt x="3894828" y="95549"/>
                  <a:pt x="3892239" y="95958"/>
                </a:cubicBezTo>
                <a:cubicBezTo>
                  <a:pt x="3889696" y="96412"/>
                  <a:pt x="3886973" y="96638"/>
                  <a:pt x="3884067" y="96638"/>
                </a:cubicBezTo>
                <a:cubicBezTo>
                  <a:pt x="3879026" y="96638"/>
                  <a:pt x="3874600" y="95935"/>
                  <a:pt x="3870788" y="94529"/>
                </a:cubicBezTo>
                <a:cubicBezTo>
                  <a:pt x="3867019" y="93120"/>
                  <a:pt x="3863841" y="91031"/>
                  <a:pt x="3861253" y="88262"/>
                </a:cubicBezTo>
                <a:cubicBezTo>
                  <a:pt x="3858664" y="85494"/>
                  <a:pt x="3856712" y="82019"/>
                  <a:pt x="3855395" y="77841"/>
                </a:cubicBezTo>
                <a:cubicBezTo>
                  <a:pt x="3854080" y="73666"/>
                  <a:pt x="3853420" y="68806"/>
                  <a:pt x="3853420" y="63268"/>
                </a:cubicBezTo>
                <a:cubicBezTo>
                  <a:pt x="3853420" y="58002"/>
                  <a:pt x="3854100" y="53278"/>
                  <a:pt x="3855463" y="49103"/>
                </a:cubicBezTo>
                <a:cubicBezTo>
                  <a:pt x="3856826" y="44880"/>
                  <a:pt x="3858778" y="41317"/>
                  <a:pt x="3861321" y="38411"/>
                </a:cubicBezTo>
                <a:cubicBezTo>
                  <a:pt x="3863907" y="35459"/>
                  <a:pt x="3867019" y="33210"/>
                  <a:pt x="3870651" y="31667"/>
                </a:cubicBezTo>
                <a:cubicBezTo>
                  <a:pt x="3874283" y="30078"/>
                  <a:pt x="3878346" y="29284"/>
                  <a:pt x="3882841" y="29284"/>
                </a:cubicBezTo>
                <a:cubicBezTo>
                  <a:pt x="3887653" y="29284"/>
                  <a:pt x="3891739" y="30055"/>
                  <a:pt x="3895100" y="31598"/>
                </a:cubicBezTo>
                <a:cubicBezTo>
                  <a:pt x="3898506" y="33144"/>
                  <a:pt x="3901298" y="35233"/>
                  <a:pt x="3903478" y="37865"/>
                </a:cubicBezTo>
                <a:cubicBezTo>
                  <a:pt x="3905655" y="40454"/>
                  <a:pt x="3907247" y="43517"/>
                  <a:pt x="3908244" y="47060"/>
                </a:cubicBezTo>
                <a:cubicBezTo>
                  <a:pt x="3909290" y="50555"/>
                  <a:pt x="3909810" y="54301"/>
                  <a:pt x="3909810" y="58296"/>
                </a:cubicBezTo>
                <a:lnTo>
                  <a:pt x="3909810" y="60339"/>
                </a:lnTo>
                <a:close/>
                <a:moveTo>
                  <a:pt x="3898506" y="57001"/>
                </a:moveTo>
                <a:cubicBezTo>
                  <a:pt x="3898643" y="51101"/>
                  <a:pt x="3897326" y="46469"/>
                  <a:pt x="3894557" y="43108"/>
                </a:cubicBezTo>
                <a:cubicBezTo>
                  <a:pt x="3891831" y="39748"/>
                  <a:pt x="3887767" y="38070"/>
                  <a:pt x="3882364" y="38070"/>
                </a:cubicBezTo>
                <a:cubicBezTo>
                  <a:pt x="3879595" y="38070"/>
                  <a:pt x="3877166" y="38591"/>
                  <a:pt x="3875077" y="39636"/>
                </a:cubicBezTo>
                <a:cubicBezTo>
                  <a:pt x="3872988" y="40679"/>
                  <a:pt x="3871240" y="42065"/>
                  <a:pt x="3869834" y="43791"/>
                </a:cubicBezTo>
                <a:cubicBezTo>
                  <a:pt x="3868425" y="45514"/>
                  <a:pt x="3867336" y="47535"/>
                  <a:pt x="3866565" y="49852"/>
                </a:cubicBezTo>
                <a:cubicBezTo>
                  <a:pt x="3865793" y="52121"/>
                  <a:pt x="3865362" y="54504"/>
                  <a:pt x="3865270" y="57001"/>
                </a:cubicBezTo>
                <a:lnTo>
                  <a:pt x="3898506" y="57001"/>
                </a:lnTo>
                <a:close/>
                <a:moveTo>
                  <a:pt x="3962728" y="36367"/>
                </a:moveTo>
                <a:cubicBezTo>
                  <a:pt x="3962728" y="37365"/>
                  <a:pt x="3962705" y="38205"/>
                  <a:pt x="3962660" y="38888"/>
                </a:cubicBezTo>
                <a:cubicBezTo>
                  <a:pt x="3962614" y="39568"/>
                  <a:pt x="3962525" y="40114"/>
                  <a:pt x="3962388" y="40522"/>
                </a:cubicBezTo>
                <a:cubicBezTo>
                  <a:pt x="3962251" y="40885"/>
                  <a:pt x="3962071" y="41179"/>
                  <a:pt x="3961842" y="41405"/>
                </a:cubicBezTo>
                <a:cubicBezTo>
                  <a:pt x="3961662" y="41588"/>
                  <a:pt x="3961388" y="41679"/>
                  <a:pt x="3961025" y="41679"/>
                </a:cubicBezTo>
                <a:cubicBezTo>
                  <a:pt x="3960662" y="41679"/>
                  <a:pt x="3960208" y="41588"/>
                  <a:pt x="3959662" y="41405"/>
                </a:cubicBezTo>
                <a:cubicBezTo>
                  <a:pt x="3959165" y="41179"/>
                  <a:pt x="3958573" y="40974"/>
                  <a:pt x="3957893" y="40794"/>
                </a:cubicBezTo>
                <a:cubicBezTo>
                  <a:pt x="3957256" y="40565"/>
                  <a:pt x="3956530" y="40362"/>
                  <a:pt x="3955713" y="40179"/>
                </a:cubicBezTo>
                <a:cubicBezTo>
                  <a:pt x="3954896" y="39999"/>
                  <a:pt x="3954010" y="39908"/>
                  <a:pt x="3953058" y="39908"/>
                </a:cubicBezTo>
                <a:cubicBezTo>
                  <a:pt x="3951921" y="39908"/>
                  <a:pt x="3950810" y="40136"/>
                  <a:pt x="3949721" y="40588"/>
                </a:cubicBezTo>
                <a:cubicBezTo>
                  <a:pt x="3948629" y="41042"/>
                  <a:pt x="3947472" y="41794"/>
                  <a:pt x="3946246" y="42837"/>
                </a:cubicBezTo>
                <a:cubicBezTo>
                  <a:pt x="3945066" y="43880"/>
                  <a:pt x="3943817" y="45266"/>
                  <a:pt x="3942500" y="46992"/>
                </a:cubicBezTo>
                <a:cubicBezTo>
                  <a:pt x="3941185" y="48718"/>
                  <a:pt x="3939731" y="50826"/>
                  <a:pt x="3938142" y="53324"/>
                </a:cubicBezTo>
                <a:lnTo>
                  <a:pt x="3938142" y="93643"/>
                </a:lnTo>
                <a:cubicBezTo>
                  <a:pt x="3938142" y="94006"/>
                  <a:pt x="3938051" y="94323"/>
                  <a:pt x="3937871" y="94595"/>
                </a:cubicBezTo>
                <a:cubicBezTo>
                  <a:pt x="3937688" y="94823"/>
                  <a:pt x="3937394" y="95026"/>
                  <a:pt x="3936985" y="95209"/>
                </a:cubicBezTo>
                <a:cubicBezTo>
                  <a:pt x="3936576" y="95392"/>
                  <a:pt x="3936008" y="95526"/>
                  <a:pt x="3935282" y="95618"/>
                </a:cubicBezTo>
                <a:cubicBezTo>
                  <a:pt x="3934556" y="95709"/>
                  <a:pt x="3933624" y="95755"/>
                  <a:pt x="3932490" y="95755"/>
                </a:cubicBezTo>
                <a:cubicBezTo>
                  <a:pt x="3931401" y="95755"/>
                  <a:pt x="3930493" y="95709"/>
                  <a:pt x="3929767" y="95618"/>
                </a:cubicBezTo>
                <a:cubicBezTo>
                  <a:pt x="3929038" y="95526"/>
                  <a:pt x="3928450" y="95392"/>
                  <a:pt x="3927995" y="95209"/>
                </a:cubicBezTo>
                <a:cubicBezTo>
                  <a:pt x="3927587" y="95026"/>
                  <a:pt x="3927292" y="94823"/>
                  <a:pt x="3927109" y="94595"/>
                </a:cubicBezTo>
                <a:cubicBezTo>
                  <a:pt x="3926972" y="94323"/>
                  <a:pt x="3926907" y="94006"/>
                  <a:pt x="3926907" y="93643"/>
                </a:cubicBezTo>
                <a:lnTo>
                  <a:pt x="3926907" y="32350"/>
                </a:lnTo>
                <a:cubicBezTo>
                  <a:pt x="3926907" y="31984"/>
                  <a:pt x="3926972" y="31690"/>
                  <a:pt x="3927109" y="31464"/>
                </a:cubicBezTo>
                <a:cubicBezTo>
                  <a:pt x="3927247" y="31190"/>
                  <a:pt x="3927518" y="30964"/>
                  <a:pt x="3927927" y="30781"/>
                </a:cubicBezTo>
                <a:cubicBezTo>
                  <a:pt x="3928335" y="30555"/>
                  <a:pt x="3928858" y="30418"/>
                  <a:pt x="3929493" y="30372"/>
                </a:cubicBezTo>
                <a:cubicBezTo>
                  <a:pt x="3930130" y="30284"/>
                  <a:pt x="3930970" y="30238"/>
                  <a:pt x="3932013" y="30238"/>
                </a:cubicBezTo>
                <a:cubicBezTo>
                  <a:pt x="3933013" y="30238"/>
                  <a:pt x="3933830" y="30284"/>
                  <a:pt x="3934465" y="30372"/>
                </a:cubicBezTo>
                <a:cubicBezTo>
                  <a:pt x="3935145" y="30418"/>
                  <a:pt x="3935668" y="30555"/>
                  <a:pt x="3936031" y="30781"/>
                </a:cubicBezTo>
                <a:cubicBezTo>
                  <a:pt x="3936393" y="30964"/>
                  <a:pt x="3936645" y="31190"/>
                  <a:pt x="3936779" y="31464"/>
                </a:cubicBezTo>
                <a:cubicBezTo>
                  <a:pt x="3936962" y="31690"/>
                  <a:pt x="3937053" y="31984"/>
                  <a:pt x="3937053" y="32350"/>
                </a:cubicBezTo>
                <a:lnTo>
                  <a:pt x="3937053" y="41271"/>
                </a:lnTo>
                <a:cubicBezTo>
                  <a:pt x="3938734" y="38819"/>
                  <a:pt x="3940300" y="36822"/>
                  <a:pt x="3941751" y="35276"/>
                </a:cubicBezTo>
                <a:cubicBezTo>
                  <a:pt x="3943251" y="33733"/>
                  <a:pt x="3944657" y="32530"/>
                  <a:pt x="3945975" y="31667"/>
                </a:cubicBezTo>
                <a:cubicBezTo>
                  <a:pt x="3947292" y="30758"/>
                  <a:pt x="3948586" y="30147"/>
                  <a:pt x="3949855" y="29829"/>
                </a:cubicBezTo>
                <a:cubicBezTo>
                  <a:pt x="3951172" y="29467"/>
                  <a:pt x="3952490" y="29284"/>
                  <a:pt x="3953807" y="29284"/>
                </a:cubicBezTo>
                <a:cubicBezTo>
                  <a:pt x="3954396" y="29284"/>
                  <a:pt x="3955056" y="29329"/>
                  <a:pt x="3955782" y="29421"/>
                </a:cubicBezTo>
                <a:cubicBezTo>
                  <a:pt x="3956553" y="29467"/>
                  <a:pt x="3957347" y="29578"/>
                  <a:pt x="3958165" y="29761"/>
                </a:cubicBezTo>
                <a:cubicBezTo>
                  <a:pt x="3958982" y="29941"/>
                  <a:pt x="3959708" y="30147"/>
                  <a:pt x="3960345" y="30372"/>
                </a:cubicBezTo>
                <a:cubicBezTo>
                  <a:pt x="3961025" y="30601"/>
                  <a:pt x="3961502" y="30827"/>
                  <a:pt x="3961774" y="31055"/>
                </a:cubicBezTo>
                <a:cubicBezTo>
                  <a:pt x="3962048" y="31281"/>
                  <a:pt x="3962228" y="31510"/>
                  <a:pt x="3962320" y="31735"/>
                </a:cubicBezTo>
                <a:cubicBezTo>
                  <a:pt x="3962411" y="31918"/>
                  <a:pt x="3962480" y="32167"/>
                  <a:pt x="3962525" y="32484"/>
                </a:cubicBezTo>
                <a:cubicBezTo>
                  <a:pt x="3962614" y="32801"/>
                  <a:pt x="3962660" y="33278"/>
                  <a:pt x="3962660" y="33916"/>
                </a:cubicBezTo>
                <a:cubicBezTo>
                  <a:pt x="3962705" y="34504"/>
                  <a:pt x="3962728" y="35322"/>
                  <a:pt x="3962728" y="36367"/>
                </a:cubicBezTo>
                <a:close/>
                <a:moveTo>
                  <a:pt x="4025996" y="60339"/>
                </a:moveTo>
                <a:cubicBezTo>
                  <a:pt x="4025996" y="62111"/>
                  <a:pt x="4025545" y="63382"/>
                  <a:pt x="4024636" y="64154"/>
                </a:cubicBezTo>
                <a:cubicBezTo>
                  <a:pt x="4023773" y="64880"/>
                  <a:pt x="4022773" y="65242"/>
                  <a:pt x="4021638" y="65242"/>
                </a:cubicBezTo>
                <a:lnTo>
                  <a:pt x="3981456" y="65242"/>
                </a:lnTo>
                <a:cubicBezTo>
                  <a:pt x="3981456" y="68649"/>
                  <a:pt x="3981796" y="71712"/>
                  <a:pt x="3982479" y="74438"/>
                </a:cubicBezTo>
                <a:cubicBezTo>
                  <a:pt x="3983159" y="77161"/>
                  <a:pt x="3984294" y="79499"/>
                  <a:pt x="3985882" y="81453"/>
                </a:cubicBezTo>
                <a:cubicBezTo>
                  <a:pt x="3987471" y="83405"/>
                  <a:pt x="3989537" y="84902"/>
                  <a:pt x="3992080" y="85948"/>
                </a:cubicBezTo>
                <a:cubicBezTo>
                  <a:pt x="3994624" y="86991"/>
                  <a:pt x="3997733" y="87514"/>
                  <a:pt x="4001410" y="87514"/>
                </a:cubicBezTo>
                <a:cubicBezTo>
                  <a:pt x="4004316" y="87514"/>
                  <a:pt x="4006905" y="87285"/>
                  <a:pt x="4009177" y="86831"/>
                </a:cubicBezTo>
                <a:cubicBezTo>
                  <a:pt x="4011446" y="86334"/>
                  <a:pt x="4013397" y="85788"/>
                  <a:pt x="4015032" y="85196"/>
                </a:cubicBezTo>
                <a:cubicBezTo>
                  <a:pt x="4016712" y="84608"/>
                  <a:pt x="4018075" y="84085"/>
                  <a:pt x="4019118" y="83630"/>
                </a:cubicBezTo>
                <a:cubicBezTo>
                  <a:pt x="4020210" y="83130"/>
                  <a:pt x="4021027" y="82882"/>
                  <a:pt x="4021570" y="82882"/>
                </a:cubicBezTo>
                <a:cubicBezTo>
                  <a:pt x="4021887" y="82882"/>
                  <a:pt x="4022161" y="82973"/>
                  <a:pt x="4022387" y="83153"/>
                </a:cubicBezTo>
                <a:cubicBezTo>
                  <a:pt x="4022661" y="83290"/>
                  <a:pt x="4022864" y="83519"/>
                  <a:pt x="4023001" y="83836"/>
                </a:cubicBezTo>
                <a:cubicBezTo>
                  <a:pt x="4023136" y="84153"/>
                  <a:pt x="4023227" y="84608"/>
                  <a:pt x="4023273" y="85196"/>
                </a:cubicBezTo>
                <a:cubicBezTo>
                  <a:pt x="4023364" y="85742"/>
                  <a:pt x="4023410" y="86422"/>
                  <a:pt x="4023410" y="87239"/>
                </a:cubicBezTo>
                <a:cubicBezTo>
                  <a:pt x="4023410" y="87831"/>
                  <a:pt x="4023387" y="88354"/>
                  <a:pt x="4023341" y="88808"/>
                </a:cubicBezTo>
                <a:cubicBezTo>
                  <a:pt x="4023296" y="89217"/>
                  <a:pt x="4023227" y="89603"/>
                  <a:pt x="4023136" y="89966"/>
                </a:cubicBezTo>
                <a:cubicBezTo>
                  <a:pt x="4023090" y="90283"/>
                  <a:pt x="4022979" y="90577"/>
                  <a:pt x="4022796" y="90851"/>
                </a:cubicBezTo>
                <a:cubicBezTo>
                  <a:pt x="4022661" y="91123"/>
                  <a:pt x="4022456" y="91394"/>
                  <a:pt x="4022184" y="91669"/>
                </a:cubicBezTo>
                <a:cubicBezTo>
                  <a:pt x="4021956" y="91894"/>
                  <a:pt x="4021230" y="92303"/>
                  <a:pt x="4020004" y="92894"/>
                </a:cubicBezTo>
                <a:cubicBezTo>
                  <a:pt x="4018778" y="93437"/>
                  <a:pt x="4017189" y="93983"/>
                  <a:pt x="4015238" y="94529"/>
                </a:cubicBezTo>
                <a:cubicBezTo>
                  <a:pt x="4013283" y="95072"/>
                  <a:pt x="4011014" y="95549"/>
                  <a:pt x="4008425" y="95958"/>
                </a:cubicBezTo>
                <a:cubicBezTo>
                  <a:pt x="4005885" y="96412"/>
                  <a:pt x="4003159" y="96638"/>
                  <a:pt x="4000253" y="96638"/>
                </a:cubicBezTo>
                <a:cubicBezTo>
                  <a:pt x="3995215" y="96638"/>
                  <a:pt x="3990786" y="95935"/>
                  <a:pt x="3986974" y="94529"/>
                </a:cubicBezTo>
                <a:cubicBezTo>
                  <a:pt x="3983205" y="93120"/>
                  <a:pt x="3980027" y="91031"/>
                  <a:pt x="3977439" y="88262"/>
                </a:cubicBezTo>
                <a:cubicBezTo>
                  <a:pt x="3974850" y="85494"/>
                  <a:pt x="3972898" y="82019"/>
                  <a:pt x="3971581" y="77841"/>
                </a:cubicBezTo>
                <a:cubicBezTo>
                  <a:pt x="3970266" y="73666"/>
                  <a:pt x="3969606" y="68806"/>
                  <a:pt x="3969606" y="63268"/>
                </a:cubicBezTo>
                <a:cubicBezTo>
                  <a:pt x="3969606" y="58002"/>
                  <a:pt x="3970286" y="53278"/>
                  <a:pt x="3971649" y="49103"/>
                </a:cubicBezTo>
                <a:cubicBezTo>
                  <a:pt x="3973012" y="44880"/>
                  <a:pt x="3974964" y="41317"/>
                  <a:pt x="3977507" y="38411"/>
                </a:cubicBezTo>
                <a:cubicBezTo>
                  <a:pt x="3980096" y="35459"/>
                  <a:pt x="3983205" y="33210"/>
                  <a:pt x="3986837" y="31667"/>
                </a:cubicBezTo>
                <a:cubicBezTo>
                  <a:pt x="3990469" y="30078"/>
                  <a:pt x="3994532" y="29284"/>
                  <a:pt x="3999027" y="29284"/>
                </a:cubicBezTo>
                <a:cubicBezTo>
                  <a:pt x="4003842" y="29284"/>
                  <a:pt x="4007928" y="30055"/>
                  <a:pt x="4011286" y="31598"/>
                </a:cubicBezTo>
                <a:cubicBezTo>
                  <a:pt x="4014692" y="33144"/>
                  <a:pt x="4017484" y="35233"/>
                  <a:pt x="4019664" y="37865"/>
                </a:cubicBezTo>
                <a:cubicBezTo>
                  <a:pt x="4021844" y="40454"/>
                  <a:pt x="4023433" y="43517"/>
                  <a:pt x="4024430" y="47060"/>
                </a:cubicBezTo>
                <a:cubicBezTo>
                  <a:pt x="4025476" y="50555"/>
                  <a:pt x="4025996" y="54301"/>
                  <a:pt x="4025996" y="58296"/>
                </a:cubicBezTo>
                <a:lnTo>
                  <a:pt x="4025996" y="60339"/>
                </a:lnTo>
                <a:close/>
                <a:moveTo>
                  <a:pt x="4014692" y="57001"/>
                </a:moveTo>
                <a:cubicBezTo>
                  <a:pt x="4014829" y="51101"/>
                  <a:pt x="4013512" y="46469"/>
                  <a:pt x="4010743" y="43108"/>
                </a:cubicBezTo>
                <a:cubicBezTo>
                  <a:pt x="4008017" y="39748"/>
                  <a:pt x="4003953" y="38070"/>
                  <a:pt x="3998550" y="38070"/>
                </a:cubicBezTo>
                <a:cubicBezTo>
                  <a:pt x="3995781" y="38070"/>
                  <a:pt x="3993352" y="38591"/>
                  <a:pt x="3991263" y="39636"/>
                </a:cubicBezTo>
                <a:cubicBezTo>
                  <a:pt x="3989174" y="40679"/>
                  <a:pt x="3987428" y="42065"/>
                  <a:pt x="3986020" y="43791"/>
                </a:cubicBezTo>
                <a:cubicBezTo>
                  <a:pt x="3984611" y="45514"/>
                  <a:pt x="3983522" y="47535"/>
                  <a:pt x="3982751" y="49852"/>
                </a:cubicBezTo>
                <a:cubicBezTo>
                  <a:pt x="3981979" y="52121"/>
                  <a:pt x="3981548" y="54504"/>
                  <a:pt x="3981456" y="57001"/>
                </a:cubicBezTo>
                <a:lnTo>
                  <a:pt x="4014692" y="57001"/>
                </a:lnTo>
                <a:close/>
                <a:moveTo>
                  <a:pt x="4095873" y="93643"/>
                </a:moveTo>
                <a:cubicBezTo>
                  <a:pt x="4095873" y="94006"/>
                  <a:pt x="4095782" y="94323"/>
                  <a:pt x="4095599" y="94595"/>
                </a:cubicBezTo>
                <a:cubicBezTo>
                  <a:pt x="4095419" y="94823"/>
                  <a:pt x="4095125" y="95026"/>
                  <a:pt x="4094716" y="95209"/>
                </a:cubicBezTo>
                <a:cubicBezTo>
                  <a:pt x="4094307" y="95392"/>
                  <a:pt x="4093739" y="95526"/>
                  <a:pt x="4093013" y="95618"/>
                </a:cubicBezTo>
                <a:cubicBezTo>
                  <a:pt x="4092284" y="95709"/>
                  <a:pt x="4091379" y="95755"/>
                  <a:pt x="4090287" y="95755"/>
                </a:cubicBezTo>
                <a:cubicBezTo>
                  <a:pt x="4089153" y="95755"/>
                  <a:pt x="4088221" y="95709"/>
                  <a:pt x="4087495" y="95618"/>
                </a:cubicBezTo>
                <a:cubicBezTo>
                  <a:pt x="4086769" y="95526"/>
                  <a:pt x="4086201" y="95392"/>
                  <a:pt x="4085792" y="95209"/>
                </a:cubicBezTo>
                <a:cubicBezTo>
                  <a:pt x="4085383" y="95026"/>
                  <a:pt x="4085089" y="94823"/>
                  <a:pt x="4084906" y="94595"/>
                </a:cubicBezTo>
                <a:cubicBezTo>
                  <a:pt x="4084726" y="94323"/>
                  <a:pt x="4084635" y="94006"/>
                  <a:pt x="4084635" y="93643"/>
                </a:cubicBezTo>
                <a:lnTo>
                  <a:pt x="4084635" y="57753"/>
                </a:lnTo>
                <a:cubicBezTo>
                  <a:pt x="4084635" y="54255"/>
                  <a:pt x="4084363" y="51441"/>
                  <a:pt x="4083818" y="49306"/>
                </a:cubicBezTo>
                <a:cubicBezTo>
                  <a:pt x="4083272" y="47172"/>
                  <a:pt x="4082477" y="45334"/>
                  <a:pt x="4081434" y="43791"/>
                </a:cubicBezTo>
                <a:cubicBezTo>
                  <a:pt x="4080391" y="42245"/>
                  <a:pt x="4079028" y="41065"/>
                  <a:pt x="4077348" y="40248"/>
                </a:cubicBezTo>
                <a:cubicBezTo>
                  <a:pt x="4075714" y="39431"/>
                  <a:pt x="4073808" y="39022"/>
                  <a:pt x="4071627" y="39022"/>
                </a:cubicBezTo>
                <a:cubicBezTo>
                  <a:pt x="4068813" y="39022"/>
                  <a:pt x="4065998" y="40022"/>
                  <a:pt x="4063184" y="42020"/>
                </a:cubicBezTo>
                <a:cubicBezTo>
                  <a:pt x="4060366" y="44017"/>
                  <a:pt x="4057417" y="46946"/>
                  <a:pt x="4054328" y="50803"/>
                </a:cubicBezTo>
                <a:lnTo>
                  <a:pt x="4054328" y="93643"/>
                </a:lnTo>
                <a:cubicBezTo>
                  <a:pt x="4054328" y="94006"/>
                  <a:pt x="4054237" y="94323"/>
                  <a:pt x="4054057" y="94595"/>
                </a:cubicBezTo>
                <a:cubicBezTo>
                  <a:pt x="4053874" y="94823"/>
                  <a:pt x="4053579" y="95026"/>
                  <a:pt x="4053171" y="95209"/>
                </a:cubicBezTo>
                <a:cubicBezTo>
                  <a:pt x="4052762" y="95392"/>
                  <a:pt x="4052194" y="95526"/>
                  <a:pt x="4051468" y="95618"/>
                </a:cubicBezTo>
                <a:cubicBezTo>
                  <a:pt x="4050742" y="95709"/>
                  <a:pt x="4049810" y="95755"/>
                  <a:pt x="4048676" y="95755"/>
                </a:cubicBezTo>
                <a:cubicBezTo>
                  <a:pt x="4047587" y="95755"/>
                  <a:pt x="4046679" y="95709"/>
                  <a:pt x="4045953" y="95618"/>
                </a:cubicBezTo>
                <a:cubicBezTo>
                  <a:pt x="4045224" y="95526"/>
                  <a:pt x="4044636" y="95392"/>
                  <a:pt x="4044181" y="95209"/>
                </a:cubicBezTo>
                <a:cubicBezTo>
                  <a:pt x="4043773" y="95026"/>
                  <a:pt x="4043478" y="94823"/>
                  <a:pt x="4043295" y="94595"/>
                </a:cubicBezTo>
                <a:cubicBezTo>
                  <a:pt x="4043161" y="94323"/>
                  <a:pt x="4043092" y="94006"/>
                  <a:pt x="4043092" y="93643"/>
                </a:cubicBezTo>
                <a:lnTo>
                  <a:pt x="4043092" y="32350"/>
                </a:lnTo>
                <a:cubicBezTo>
                  <a:pt x="4043092" y="31984"/>
                  <a:pt x="4043161" y="31690"/>
                  <a:pt x="4043295" y="31464"/>
                </a:cubicBezTo>
                <a:cubicBezTo>
                  <a:pt x="4043433" y="31190"/>
                  <a:pt x="4043704" y="30964"/>
                  <a:pt x="4044113" y="30781"/>
                </a:cubicBezTo>
                <a:cubicBezTo>
                  <a:pt x="4044521" y="30555"/>
                  <a:pt x="4045044" y="30418"/>
                  <a:pt x="4045679" y="30372"/>
                </a:cubicBezTo>
                <a:cubicBezTo>
                  <a:pt x="4046316" y="30284"/>
                  <a:pt x="4047156" y="30238"/>
                  <a:pt x="4048199" y="30238"/>
                </a:cubicBezTo>
                <a:cubicBezTo>
                  <a:pt x="4049199" y="30238"/>
                  <a:pt x="4050016" y="30284"/>
                  <a:pt x="4050651" y="30372"/>
                </a:cubicBezTo>
                <a:cubicBezTo>
                  <a:pt x="4051333" y="30418"/>
                  <a:pt x="4051854" y="30555"/>
                  <a:pt x="4052216" y="30781"/>
                </a:cubicBezTo>
                <a:cubicBezTo>
                  <a:pt x="4052579" y="30964"/>
                  <a:pt x="4052831" y="31190"/>
                  <a:pt x="4052968" y="31464"/>
                </a:cubicBezTo>
                <a:cubicBezTo>
                  <a:pt x="4053148" y="31690"/>
                  <a:pt x="4053239" y="31984"/>
                  <a:pt x="4053239" y="32350"/>
                </a:cubicBezTo>
                <a:lnTo>
                  <a:pt x="4053239" y="40454"/>
                </a:lnTo>
                <a:cubicBezTo>
                  <a:pt x="4056688" y="36593"/>
                  <a:pt x="4060117" y="33779"/>
                  <a:pt x="4063524" y="32007"/>
                </a:cubicBezTo>
                <a:cubicBezTo>
                  <a:pt x="4066973" y="30192"/>
                  <a:pt x="4070447" y="29284"/>
                  <a:pt x="4073942" y="29284"/>
                </a:cubicBezTo>
                <a:cubicBezTo>
                  <a:pt x="4078028" y="29284"/>
                  <a:pt x="4081457" y="29987"/>
                  <a:pt x="4084226" y="31395"/>
                </a:cubicBezTo>
                <a:cubicBezTo>
                  <a:pt x="4087041" y="32758"/>
                  <a:pt x="4089313" y="34596"/>
                  <a:pt x="4091036" y="36910"/>
                </a:cubicBezTo>
                <a:cubicBezTo>
                  <a:pt x="4092762" y="39228"/>
                  <a:pt x="4093987" y="41951"/>
                  <a:pt x="4094716" y="45083"/>
                </a:cubicBezTo>
                <a:cubicBezTo>
                  <a:pt x="4095488" y="48172"/>
                  <a:pt x="4095873" y="51895"/>
                  <a:pt x="4095873" y="56253"/>
                </a:cubicBezTo>
                <a:lnTo>
                  <a:pt x="4095873" y="93643"/>
                </a:lnTo>
                <a:close/>
                <a:moveTo>
                  <a:pt x="4146951" y="89148"/>
                </a:moveTo>
                <a:cubicBezTo>
                  <a:pt x="4146951" y="90466"/>
                  <a:pt x="4146860" y="91509"/>
                  <a:pt x="4146680" y="92280"/>
                </a:cubicBezTo>
                <a:cubicBezTo>
                  <a:pt x="4146497" y="93052"/>
                  <a:pt x="4146225" y="93620"/>
                  <a:pt x="4145862" y="93983"/>
                </a:cubicBezTo>
                <a:cubicBezTo>
                  <a:pt x="4145497" y="94346"/>
                  <a:pt x="4144954" y="94686"/>
                  <a:pt x="4144228" y="95003"/>
                </a:cubicBezTo>
                <a:cubicBezTo>
                  <a:pt x="4143499" y="95323"/>
                  <a:pt x="4142659" y="95572"/>
                  <a:pt x="4141708" y="95755"/>
                </a:cubicBezTo>
                <a:cubicBezTo>
                  <a:pt x="4140799" y="95981"/>
                  <a:pt x="4139822" y="96163"/>
                  <a:pt x="4138779" y="96298"/>
                </a:cubicBezTo>
                <a:cubicBezTo>
                  <a:pt x="4137733" y="96435"/>
                  <a:pt x="4136690" y="96503"/>
                  <a:pt x="4135644" y="96503"/>
                </a:cubicBezTo>
                <a:cubicBezTo>
                  <a:pt x="4132466" y="96503"/>
                  <a:pt x="4129743" y="96095"/>
                  <a:pt x="4127472" y="95278"/>
                </a:cubicBezTo>
                <a:cubicBezTo>
                  <a:pt x="4125203" y="94415"/>
                  <a:pt x="4123342" y="93143"/>
                  <a:pt x="4121888" y="91463"/>
                </a:cubicBezTo>
                <a:cubicBezTo>
                  <a:pt x="4120436" y="89737"/>
                  <a:pt x="4119368" y="87582"/>
                  <a:pt x="4118688" y="84993"/>
                </a:cubicBezTo>
                <a:cubicBezTo>
                  <a:pt x="4118053" y="82359"/>
                  <a:pt x="4117733" y="79273"/>
                  <a:pt x="4117733" y="75732"/>
                </a:cubicBezTo>
                <a:lnTo>
                  <a:pt x="4117733" y="39908"/>
                </a:lnTo>
                <a:lnTo>
                  <a:pt x="4109152" y="39908"/>
                </a:lnTo>
                <a:cubicBezTo>
                  <a:pt x="4108472" y="39908"/>
                  <a:pt x="4107926" y="39545"/>
                  <a:pt x="4107518" y="38819"/>
                </a:cubicBezTo>
                <a:cubicBezTo>
                  <a:pt x="4107109" y="38093"/>
                  <a:pt x="4106906" y="36910"/>
                  <a:pt x="4106906" y="35276"/>
                </a:cubicBezTo>
                <a:cubicBezTo>
                  <a:pt x="4106906" y="34416"/>
                  <a:pt x="4106952" y="33687"/>
                  <a:pt x="4107040" y="33098"/>
                </a:cubicBezTo>
                <a:cubicBezTo>
                  <a:pt x="4107178" y="32507"/>
                  <a:pt x="4107338" y="32030"/>
                  <a:pt x="4107518" y="31667"/>
                </a:cubicBezTo>
                <a:cubicBezTo>
                  <a:pt x="4107701" y="31258"/>
                  <a:pt x="4107926" y="30987"/>
                  <a:pt x="4108201" y="30850"/>
                </a:cubicBezTo>
                <a:cubicBezTo>
                  <a:pt x="4108518" y="30670"/>
                  <a:pt x="4108858" y="30578"/>
                  <a:pt x="4109221" y="30578"/>
                </a:cubicBezTo>
                <a:lnTo>
                  <a:pt x="4117733" y="30578"/>
                </a:lnTo>
                <a:lnTo>
                  <a:pt x="4117733" y="16005"/>
                </a:lnTo>
                <a:cubicBezTo>
                  <a:pt x="4117733" y="15685"/>
                  <a:pt x="4117802" y="15390"/>
                  <a:pt x="4117939" y="15119"/>
                </a:cubicBezTo>
                <a:cubicBezTo>
                  <a:pt x="4118119" y="14845"/>
                  <a:pt x="4118416" y="14619"/>
                  <a:pt x="4118825" y="14436"/>
                </a:cubicBezTo>
                <a:cubicBezTo>
                  <a:pt x="4119279" y="14210"/>
                  <a:pt x="4119868" y="14050"/>
                  <a:pt x="4120594" y="13962"/>
                </a:cubicBezTo>
                <a:cubicBezTo>
                  <a:pt x="4121322" y="13870"/>
                  <a:pt x="4122228" y="13825"/>
                  <a:pt x="4123320" y="13825"/>
                </a:cubicBezTo>
                <a:cubicBezTo>
                  <a:pt x="4124454" y="13825"/>
                  <a:pt x="4125386" y="13870"/>
                  <a:pt x="4126111" y="13962"/>
                </a:cubicBezTo>
                <a:cubicBezTo>
                  <a:pt x="4126837" y="14050"/>
                  <a:pt x="4127406" y="14210"/>
                  <a:pt x="4127814" y="14436"/>
                </a:cubicBezTo>
                <a:cubicBezTo>
                  <a:pt x="4128223" y="14619"/>
                  <a:pt x="4128517" y="14845"/>
                  <a:pt x="4128700" y="15119"/>
                </a:cubicBezTo>
                <a:cubicBezTo>
                  <a:pt x="4128880" y="15390"/>
                  <a:pt x="4128972" y="15685"/>
                  <a:pt x="4128972" y="16005"/>
                </a:cubicBezTo>
                <a:lnTo>
                  <a:pt x="4128972" y="30578"/>
                </a:lnTo>
                <a:lnTo>
                  <a:pt x="4144702" y="30578"/>
                </a:lnTo>
                <a:cubicBezTo>
                  <a:pt x="4145065" y="30578"/>
                  <a:pt x="4145385" y="30670"/>
                  <a:pt x="4145657" y="30850"/>
                </a:cubicBezTo>
                <a:cubicBezTo>
                  <a:pt x="4145928" y="30987"/>
                  <a:pt x="4146157" y="31258"/>
                  <a:pt x="4146337" y="31667"/>
                </a:cubicBezTo>
                <a:cubicBezTo>
                  <a:pt x="4146565" y="32030"/>
                  <a:pt x="4146723" y="32507"/>
                  <a:pt x="4146814" y="33098"/>
                </a:cubicBezTo>
                <a:cubicBezTo>
                  <a:pt x="4146905" y="33687"/>
                  <a:pt x="4146951" y="34416"/>
                  <a:pt x="4146951" y="35276"/>
                </a:cubicBezTo>
                <a:cubicBezTo>
                  <a:pt x="4146951" y="36910"/>
                  <a:pt x="4146745" y="38093"/>
                  <a:pt x="4146337" y="38819"/>
                </a:cubicBezTo>
                <a:cubicBezTo>
                  <a:pt x="4145928" y="39545"/>
                  <a:pt x="4145385" y="39908"/>
                  <a:pt x="4144702" y="39908"/>
                </a:cubicBezTo>
                <a:lnTo>
                  <a:pt x="4128972" y="39908"/>
                </a:lnTo>
                <a:lnTo>
                  <a:pt x="4128972" y="74098"/>
                </a:lnTo>
                <a:cubicBezTo>
                  <a:pt x="4128972" y="78318"/>
                  <a:pt x="4129583" y="81519"/>
                  <a:pt x="4130809" y="83699"/>
                </a:cubicBezTo>
                <a:cubicBezTo>
                  <a:pt x="4132081" y="85834"/>
                  <a:pt x="4134330" y="86899"/>
                  <a:pt x="4137553" y="86899"/>
                </a:cubicBezTo>
                <a:cubicBezTo>
                  <a:pt x="4138596" y="86899"/>
                  <a:pt x="4139527" y="86811"/>
                  <a:pt x="4140345" y="86628"/>
                </a:cubicBezTo>
                <a:cubicBezTo>
                  <a:pt x="4141162" y="86402"/>
                  <a:pt x="4141888" y="86174"/>
                  <a:pt x="4142525" y="85948"/>
                </a:cubicBezTo>
                <a:cubicBezTo>
                  <a:pt x="4143159" y="85719"/>
                  <a:pt x="4143705" y="85516"/>
                  <a:pt x="4144159" y="85334"/>
                </a:cubicBezTo>
                <a:cubicBezTo>
                  <a:pt x="4144614" y="85108"/>
                  <a:pt x="4145022" y="84993"/>
                  <a:pt x="4145385" y="84993"/>
                </a:cubicBezTo>
                <a:cubicBezTo>
                  <a:pt x="4145611" y="84993"/>
                  <a:pt x="4145817" y="85062"/>
                  <a:pt x="4145997" y="85196"/>
                </a:cubicBezTo>
                <a:cubicBezTo>
                  <a:pt x="4146225" y="85288"/>
                  <a:pt x="4146383" y="85494"/>
                  <a:pt x="4146474" y="85811"/>
                </a:cubicBezTo>
                <a:cubicBezTo>
                  <a:pt x="4146611" y="86128"/>
                  <a:pt x="4146723" y="86559"/>
                  <a:pt x="4146814" y="87105"/>
                </a:cubicBezTo>
                <a:cubicBezTo>
                  <a:pt x="4146905" y="87648"/>
                  <a:pt x="4146951" y="88331"/>
                  <a:pt x="4146951" y="89148"/>
                </a:cubicBezTo>
                <a:close/>
                <a:moveTo>
                  <a:pt x="4243592" y="32213"/>
                </a:moveTo>
                <a:cubicBezTo>
                  <a:pt x="4243592" y="32393"/>
                  <a:pt x="4243569" y="32598"/>
                  <a:pt x="4243523" y="32824"/>
                </a:cubicBezTo>
                <a:cubicBezTo>
                  <a:pt x="4243523" y="33007"/>
                  <a:pt x="4243500" y="33210"/>
                  <a:pt x="4243455" y="33438"/>
                </a:cubicBezTo>
                <a:cubicBezTo>
                  <a:pt x="4243409" y="33664"/>
                  <a:pt x="4243340" y="33916"/>
                  <a:pt x="4243252" y="34187"/>
                </a:cubicBezTo>
                <a:cubicBezTo>
                  <a:pt x="4243206" y="34459"/>
                  <a:pt x="4243137" y="34756"/>
                  <a:pt x="4243046" y="35073"/>
                </a:cubicBezTo>
                <a:lnTo>
                  <a:pt x="4222138" y="93303"/>
                </a:lnTo>
                <a:cubicBezTo>
                  <a:pt x="4221958" y="93800"/>
                  <a:pt x="4221706" y="94209"/>
                  <a:pt x="4221389" y="94529"/>
                </a:cubicBezTo>
                <a:cubicBezTo>
                  <a:pt x="4221118" y="94846"/>
                  <a:pt x="4220686" y="95095"/>
                  <a:pt x="4220095" y="95278"/>
                </a:cubicBezTo>
                <a:cubicBezTo>
                  <a:pt x="4219506" y="95458"/>
                  <a:pt x="4218754" y="95572"/>
                  <a:pt x="4217849" y="95618"/>
                </a:cubicBezTo>
                <a:cubicBezTo>
                  <a:pt x="4216940" y="95709"/>
                  <a:pt x="4215805" y="95755"/>
                  <a:pt x="4214442" y="95755"/>
                </a:cubicBezTo>
                <a:cubicBezTo>
                  <a:pt x="4213079" y="95755"/>
                  <a:pt x="4211945" y="95709"/>
                  <a:pt x="4211036" y="95618"/>
                </a:cubicBezTo>
                <a:cubicBezTo>
                  <a:pt x="4210130" y="95526"/>
                  <a:pt x="4209379" y="95392"/>
                  <a:pt x="4208790" y="95209"/>
                </a:cubicBezTo>
                <a:cubicBezTo>
                  <a:pt x="4208245" y="95026"/>
                  <a:pt x="4207813" y="94778"/>
                  <a:pt x="4207496" y="94460"/>
                </a:cubicBezTo>
                <a:cubicBezTo>
                  <a:pt x="4207179" y="94143"/>
                  <a:pt x="4206927" y="93757"/>
                  <a:pt x="4206747" y="93303"/>
                </a:cubicBezTo>
                <a:lnTo>
                  <a:pt x="4185907" y="35073"/>
                </a:lnTo>
                <a:cubicBezTo>
                  <a:pt x="4185725" y="34527"/>
                  <a:pt x="4185567" y="34050"/>
                  <a:pt x="4185430" y="33641"/>
                </a:cubicBezTo>
                <a:cubicBezTo>
                  <a:pt x="4185339" y="33233"/>
                  <a:pt x="4185270" y="32938"/>
                  <a:pt x="4185225" y="32758"/>
                </a:cubicBezTo>
                <a:cubicBezTo>
                  <a:pt x="4185225" y="32530"/>
                  <a:pt x="4185225" y="32350"/>
                  <a:pt x="4185225" y="32213"/>
                </a:cubicBezTo>
                <a:cubicBezTo>
                  <a:pt x="4185225" y="31850"/>
                  <a:pt x="4185316" y="31533"/>
                  <a:pt x="4185499" y="31258"/>
                </a:cubicBezTo>
                <a:cubicBezTo>
                  <a:pt x="4185679" y="30987"/>
                  <a:pt x="4185976" y="30781"/>
                  <a:pt x="4186385" y="30647"/>
                </a:cubicBezTo>
                <a:cubicBezTo>
                  <a:pt x="4186836" y="30464"/>
                  <a:pt x="4187405" y="30350"/>
                  <a:pt x="4188085" y="30307"/>
                </a:cubicBezTo>
                <a:cubicBezTo>
                  <a:pt x="4188814" y="30261"/>
                  <a:pt x="4189697" y="30238"/>
                  <a:pt x="4190742" y="30238"/>
                </a:cubicBezTo>
                <a:cubicBezTo>
                  <a:pt x="4192060" y="30238"/>
                  <a:pt x="4193103" y="30284"/>
                  <a:pt x="4193874" y="30372"/>
                </a:cubicBezTo>
                <a:cubicBezTo>
                  <a:pt x="4194691" y="30418"/>
                  <a:pt x="4195306" y="30532"/>
                  <a:pt x="4195714" y="30715"/>
                </a:cubicBezTo>
                <a:cubicBezTo>
                  <a:pt x="4196169" y="30895"/>
                  <a:pt x="4196486" y="31124"/>
                  <a:pt x="4196666" y="31395"/>
                </a:cubicBezTo>
                <a:cubicBezTo>
                  <a:pt x="4196895" y="31667"/>
                  <a:pt x="4197097" y="32007"/>
                  <a:pt x="4197280" y="32415"/>
                </a:cubicBezTo>
                <a:lnTo>
                  <a:pt x="4214580" y="82950"/>
                </a:lnTo>
                <a:lnTo>
                  <a:pt x="4214851" y="83768"/>
                </a:lnTo>
                <a:lnTo>
                  <a:pt x="4215057" y="82950"/>
                </a:lnTo>
                <a:lnTo>
                  <a:pt x="4232150" y="32415"/>
                </a:lnTo>
                <a:cubicBezTo>
                  <a:pt x="4232239" y="32007"/>
                  <a:pt x="4232399" y="31667"/>
                  <a:pt x="4232625" y="31395"/>
                </a:cubicBezTo>
                <a:cubicBezTo>
                  <a:pt x="4232853" y="31124"/>
                  <a:pt x="4233171" y="30895"/>
                  <a:pt x="4233579" y="30715"/>
                </a:cubicBezTo>
                <a:cubicBezTo>
                  <a:pt x="4234033" y="30532"/>
                  <a:pt x="4234625" y="30418"/>
                  <a:pt x="4235351" y="30372"/>
                </a:cubicBezTo>
                <a:cubicBezTo>
                  <a:pt x="4236122" y="30284"/>
                  <a:pt x="4237122" y="30238"/>
                  <a:pt x="4238348" y="30238"/>
                </a:cubicBezTo>
                <a:cubicBezTo>
                  <a:pt x="4239391" y="30238"/>
                  <a:pt x="4240254" y="30261"/>
                  <a:pt x="4240934" y="30307"/>
                </a:cubicBezTo>
                <a:cubicBezTo>
                  <a:pt x="4241617" y="30350"/>
                  <a:pt x="4242137" y="30464"/>
                  <a:pt x="4242500" y="30647"/>
                </a:cubicBezTo>
                <a:cubicBezTo>
                  <a:pt x="4242909" y="30827"/>
                  <a:pt x="4243183" y="31055"/>
                  <a:pt x="4243317" y="31327"/>
                </a:cubicBezTo>
                <a:cubicBezTo>
                  <a:pt x="4243500" y="31555"/>
                  <a:pt x="4243592" y="31850"/>
                  <a:pt x="4243592" y="32213"/>
                </a:cubicBezTo>
                <a:close/>
                <a:moveTo>
                  <a:pt x="4267563" y="93643"/>
                </a:moveTo>
                <a:cubicBezTo>
                  <a:pt x="4267563" y="94006"/>
                  <a:pt x="4267472" y="94323"/>
                  <a:pt x="4267292" y="94595"/>
                </a:cubicBezTo>
                <a:cubicBezTo>
                  <a:pt x="4267109" y="94823"/>
                  <a:pt x="4266815" y="95026"/>
                  <a:pt x="4266406" y="95209"/>
                </a:cubicBezTo>
                <a:cubicBezTo>
                  <a:pt x="4265997" y="95392"/>
                  <a:pt x="4265429" y="95526"/>
                  <a:pt x="4264703" y="95618"/>
                </a:cubicBezTo>
                <a:cubicBezTo>
                  <a:pt x="4263977" y="95709"/>
                  <a:pt x="4263046" y="95755"/>
                  <a:pt x="4261911" y="95755"/>
                </a:cubicBezTo>
                <a:cubicBezTo>
                  <a:pt x="4260823" y="95755"/>
                  <a:pt x="4259914" y="95709"/>
                  <a:pt x="4259188" y="95618"/>
                </a:cubicBezTo>
                <a:cubicBezTo>
                  <a:pt x="4258459" y="95526"/>
                  <a:pt x="4257871" y="95392"/>
                  <a:pt x="4257416" y="95209"/>
                </a:cubicBezTo>
                <a:cubicBezTo>
                  <a:pt x="4257008" y="95026"/>
                  <a:pt x="4256713" y="94823"/>
                  <a:pt x="4256531" y="94595"/>
                </a:cubicBezTo>
                <a:cubicBezTo>
                  <a:pt x="4256393" y="94323"/>
                  <a:pt x="4256328" y="94006"/>
                  <a:pt x="4256328" y="93643"/>
                </a:cubicBezTo>
                <a:lnTo>
                  <a:pt x="4256328" y="32350"/>
                </a:lnTo>
                <a:cubicBezTo>
                  <a:pt x="4256328" y="32030"/>
                  <a:pt x="4256393" y="31735"/>
                  <a:pt x="4256531" y="31464"/>
                </a:cubicBezTo>
                <a:cubicBezTo>
                  <a:pt x="4256713" y="31190"/>
                  <a:pt x="4257008" y="30964"/>
                  <a:pt x="4257416" y="30781"/>
                </a:cubicBezTo>
                <a:cubicBezTo>
                  <a:pt x="4257871" y="30601"/>
                  <a:pt x="4258459" y="30464"/>
                  <a:pt x="4259188" y="30372"/>
                </a:cubicBezTo>
                <a:cubicBezTo>
                  <a:pt x="4259914" y="30284"/>
                  <a:pt x="4260823" y="30238"/>
                  <a:pt x="4261911" y="30238"/>
                </a:cubicBezTo>
                <a:cubicBezTo>
                  <a:pt x="4263046" y="30238"/>
                  <a:pt x="4263977" y="30284"/>
                  <a:pt x="4264703" y="30372"/>
                </a:cubicBezTo>
                <a:cubicBezTo>
                  <a:pt x="4265429" y="30464"/>
                  <a:pt x="4265997" y="30601"/>
                  <a:pt x="4266406" y="30781"/>
                </a:cubicBezTo>
                <a:cubicBezTo>
                  <a:pt x="4266815" y="30964"/>
                  <a:pt x="4267109" y="31190"/>
                  <a:pt x="4267292" y="31464"/>
                </a:cubicBezTo>
                <a:cubicBezTo>
                  <a:pt x="4267472" y="31735"/>
                  <a:pt x="4267563" y="32030"/>
                  <a:pt x="4267563" y="32350"/>
                </a:cubicBezTo>
                <a:lnTo>
                  <a:pt x="4267563" y="93643"/>
                </a:lnTo>
                <a:close/>
                <a:moveTo>
                  <a:pt x="4268858" y="11644"/>
                </a:moveTo>
                <a:cubicBezTo>
                  <a:pt x="4268858" y="14279"/>
                  <a:pt x="4268358" y="16071"/>
                  <a:pt x="4267360" y="17025"/>
                </a:cubicBezTo>
                <a:cubicBezTo>
                  <a:pt x="4266360" y="17979"/>
                  <a:pt x="4264523" y="18457"/>
                  <a:pt x="4261843" y="18457"/>
                </a:cubicBezTo>
                <a:cubicBezTo>
                  <a:pt x="4259211" y="18457"/>
                  <a:pt x="4257394" y="18002"/>
                  <a:pt x="4256393" y="17094"/>
                </a:cubicBezTo>
                <a:cubicBezTo>
                  <a:pt x="4255442" y="16139"/>
                  <a:pt x="4254965" y="14370"/>
                  <a:pt x="4254965" y="11781"/>
                </a:cubicBezTo>
                <a:cubicBezTo>
                  <a:pt x="4254965" y="9147"/>
                  <a:pt x="4255465" y="7355"/>
                  <a:pt x="4256462" y="6401"/>
                </a:cubicBezTo>
                <a:cubicBezTo>
                  <a:pt x="4257462" y="5446"/>
                  <a:pt x="4259299" y="4969"/>
                  <a:pt x="4261980" y="4969"/>
                </a:cubicBezTo>
                <a:cubicBezTo>
                  <a:pt x="4264612" y="4969"/>
                  <a:pt x="4266406" y="5446"/>
                  <a:pt x="4267360" y="6401"/>
                </a:cubicBezTo>
                <a:cubicBezTo>
                  <a:pt x="4268358" y="7309"/>
                  <a:pt x="4268858" y="9055"/>
                  <a:pt x="4268858" y="11644"/>
                </a:cubicBezTo>
                <a:close/>
                <a:moveTo>
                  <a:pt x="4340641" y="60339"/>
                </a:moveTo>
                <a:cubicBezTo>
                  <a:pt x="4340641" y="62111"/>
                  <a:pt x="4340187" y="63382"/>
                  <a:pt x="4339278" y="64154"/>
                </a:cubicBezTo>
                <a:cubicBezTo>
                  <a:pt x="4338415" y="64880"/>
                  <a:pt x="4337415" y="65242"/>
                  <a:pt x="4336281" y="65242"/>
                </a:cubicBezTo>
                <a:lnTo>
                  <a:pt x="4296098" y="65242"/>
                </a:lnTo>
                <a:cubicBezTo>
                  <a:pt x="4296098" y="68649"/>
                  <a:pt x="4296441" y="71712"/>
                  <a:pt x="4297121" y="74438"/>
                </a:cubicBezTo>
                <a:cubicBezTo>
                  <a:pt x="4297801" y="77161"/>
                  <a:pt x="4298939" y="79499"/>
                  <a:pt x="4300527" y="81453"/>
                </a:cubicBezTo>
                <a:cubicBezTo>
                  <a:pt x="4302116" y="83405"/>
                  <a:pt x="4304182" y="84902"/>
                  <a:pt x="4306723" y="85948"/>
                </a:cubicBezTo>
                <a:cubicBezTo>
                  <a:pt x="4309266" y="86991"/>
                  <a:pt x="4312378" y="87514"/>
                  <a:pt x="4316055" y="87514"/>
                </a:cubicBezTo>
                <a:cubicBezTo>
                  <a:pt x="4318961" y="87514"/>
                  <a:pt x="4321547" y="87285"/>
                  <a:pt x="4323819" y="86831"/>
                </a:cubicBezTo>
                <a:cubicBezTo>
                  <a:pt x="4326088" y="86334"/>
                  <a:pt x="4328040" y="85788"/>
                  <a:pt x="4329674" y="85196"/>
                </a:cubicBezTo>
                <a:cubicBezTo>
                  <a:pt x="4331354" y="84608"/>
                  <a:pt x="4332717" y="84085"/>
                  <a:pt x="4333760" y="83630"/>
                </a:cubicBezTo>
                <a:cubicBezTo>
                  <a:pt x="4334852" y="83130"/>
                  <a:pt x="4335669" y="82882"/>
                  <a:pt x="4336212" y="82882"/>
                </a:cubicBezTo>
                <a:cubicBezTo>
                  <a:pt x="4336532" y="82882"/>
                  <a:pt x="4336803" y="82973"/>
                  <a:pt x="4337029" y="83153"/>
                </a:cubicBezTo>
                <a:cubicBezTo>
                  <a:pt x="4337304" y="83290"/>
                  <a:pt x="4337506" y="83519"/>
                  <a:pt x="4337644" y="83836"/>
                </a:cubicBezTo>
                <a:cubicBezTo>
                  <a:pt x="4337781" y="84153"/>
                  <a:pt x="4337869" y="84608"/>
                  <a:pt x="4337915" y="85196"/>
                </a:cubicBezTo>
                <a:cubicBezTo>
                  <a:pt x="4338006" y="85742"/>
                  <a:pt x="4338052" y="86422"/>
                  <a:pt x="4338052" y="87239"/>
                </a:cubicBezTo>
                <a:cubicBezTo>
                  <a:pt x="4338052" y="87831"/>
                  <a:pt x="4338029" y="88354"/>
                  <a:pt x="4337984" y="88808"/>
                </a:cubicBezTo>
                <a:cubicBezTo>
                  <a:pt x="4337938" y="89217"/>
                  <a:pt x="4337869" y="89603"/>
                  <a:pt x="4337781" y="89966"/>
                </a:cubicBezTo>
                <a:cubicBezTo>
                  <a:pt x="4337735" y="90283"/>
                  <a:pt x="4337621" y="90577"/>
                  <a:pt x="4337438" y="90851"/>
                </a:cubicBezTo>
                <a:cubicBezTo>
                  <a:pt x="4337304" y="91123"/>
                  <a:pt x="4337098" y="91394"/>
                  <a:pt x="4336826" y="91669"/>
                </a:cubicBezTo>
                <a:cubicBezTo>
                  <a:pt x="4336598" y="91894"/>
                  <a:pt x="4335872" y="92303"/>
                  <a:pt x="4334646" y="92894"/>
                </a:cubicBezTo>
                <a:cubicBezTo>
                  <a:pt x="4333420" y="93437"/>
                  <a:pt x="4331831" y="93983"/>
                  <a:pt x="4329880" y="94529"/>
                </a:cubicBezTo>
                <a:cubicBezTo>
                  <a:pt x="4327928" y="95072"/>
                  <a:pt x="4325656" y="95549"/>
                  <a:pt x="4323070" y="95958"/>
                </a:cubicBezTo>
                <a:cubicBezTo>
                  <a:pt x="4320527" y="96412"/>
                  <a:pt x="4317801" y="96638"/>
                  <a:pt x="4314895" y="96638"/>
                </a:cubicBezTo>
                <a:cubicBezTo>
                  <a:pt x="4309857" y="96638"/>
                  <a:pt x="4305431" y="95935"/>
                  <a:pt x="4301616" y="94529"/>
                </a:cubicBezTo>
                <a:cubicBezTo>
                  <a:pt x="4297847" y="93120"/>
                  <a:pt x="4294670" y="91031"/>
                  <a:pt x="4292081" y="88262"/>
                </a:cubicBezTo>
                <a:cubicBezTo>
                  <a:pt x="4289495" y="85494"/>
                  <a:pt x="4287540" y="82019"/>
                  <a:pt x="4286226" y="77841"/>
                </a:cubicBezTo>
                <a:cubicBezTo>
                  <a:pt x="4284908" y="73666"/>
                  <a:pt x="4284248" y="68806"/>
                  <a:pt x="4284248" y="63268"/>
                </a:cubicBezTo>
                <a:cubicBezTo>
                  <a:pt x="4284248" y="58002"/>
                  <a:pt x="4284931" y="53278"/>
                  <a:pt x="4286291" y="49103"/>
                </a:cubicBezTo>
                <a:cubicBezTo>
                  <a:pt x="4287654" y="44880"/>
                  <a:pt x="4289606" y="41317"/>
                  <a:pt x="4292149" y="38411"/>
                </a:cubicBezTo>
                <a:cubicBezTo>
                  <a:pt x="4294738" y="35459"/>
                  <a:pt x="4297847" y="33210"/>
                  <a:pt x="4301479" y="31667"/>
                </a:cubicBezTo>
                <a:cubicBezTo>
                  <a:pt x="4305111" y="30078"/>
                  <a:pt x="4309174" y="29284"/>
                  <a:pt x="4313672" y="29284"/>
                </a:cubicBezTo>
                <a:cubicBezTo>
                  <a:pt x="4318484" y="29284"/>
                  <a:pt x="4322570" y="30055"/>
                  <a:pt x="4325931" y="31598"/>
                </a:cubicBezTo>
                <a:cubicBezTo>
                  <a:pt x="4329334" y="33144"/>
                  <a:pt x="4332126" y="35233"/>
                  <a:pt x="4334306" y="37865"/>
                </a:cubicBezTo>
                <a:cubicBezTo>
                  <a:pt x="4336486" y="40454"/>
                  <a:pt x="4338075" y="43517"/>
                  <a:pt x="4339072" y="47060"/>
                </a:cubicBezTo>
                <a:cubicBezTo>
                  <a:pt x="4340118" y="50555"/>
                  <a:pt x="4340641" y="54301"/>
                  <a:pt x="4340641" y="58296"/>
                </a:cubicBezTo>
                <a:lnTo>
                  <a:pt x="4340641" y="60339"/>
                </a:lnTo>
                <a:close/>
                <a:moveTo>
                  <a:pt x="4329334" y="57001"/>
                </a:moveTo>
                <a:cubicBezTo>
                  <a:pt x="4329471" y="51101"/>
                  <a:pt x="4328154" y="46469"/>
                  <a:pt x="4325385" y="43108"/>
                </a:cubicBezTo>
                <a:cubicBezTo>
                  <a:pt x="4322662" y="39748"/>
                  <a:pt x="4318595" y="38070"/>
                  <a:pt x="4313195" y="38070"/>
                </a:cubicBezTo>
                <a:cubicBezTo>
                  <a:pt x="4310423" y="38070"/>
                  <a:pt x="4307994" y="38591"/>
                  <a:pt x="4305905" y="39636"/>
                </a:cubicBezTo>
                <a:cubicBezTo>
                  <a:pt x="4303819" y="40679"/>
                  <a:pt x="4302071" y="42065"/>
                  <a:pt x="4300662" y="43791"/>
                </a:cubicBezTo>
                <a:cubicBezTo>
                  <a:pt x="4299256" y="45514"/>
                  <a:pt x="4298164" y="47535"/>
                  <a:pt x="4297393" y="49852"/>
                </a:cubicBezTo>
                <a:cubicBezTo>
                  <a:pt x="4296621" y="52121"/>
                  <a:pt x="4296190" y="54504"/>
                  <a:pt x="4296098" y="57001"/>
                </a:cubicBezTo>
                <a:lnTo>
                  <a:pt x="4329334" y="57001"/>
                </a:lnTo>
                <a:close/>
                <a:moveTo>
                  <a:pt x="4442797" y="32213"/>
                </a:moveTo>
                <a:cubicBezTo>
                  <a:pt x="4442797" y="32530"/>
                  <a:pt x="4442751" y="32916"/>
                  <a:pt x="4442660" y="33370"/>
                </a:cubicBezTo>
                <a:cubicBezTo>
                  <a:pt x="4442571" y="33824"/>
                  <a:pt x="4442411" y="34393"/>
                  <a:pt x="4442182" y="35073"/>
                </a:cubicBezTo>
                <a:lnTo>
                  <a:pt x="4424137" y="93303"/>
                </a:lnTo>
                <a:cubicBezTo>
                  <a:pt x="4424000" y="93800"/>
                  <a:pt x="4423771" y="94209"/>
                  <a:pt x="4423454" y="94529"/>
                </a:cubicBezTo>
                <a:cubicBezTo>
                  <a:pt x="4423183" y="94846"/>
                  <a:pt x="4422774" y="95095"/>
                  <a:pt x="4422228" y="95278"/>
                </a:cubicBezTo>
                <a:cubicBezTo>
                  <a:pt x="4421728" y="95458"/>
                  <a:pt x="4421025" y="95572"/>
                  <a:pt x="4420117" y="95618"/>
                </a:cubicBezTo>
                <a:cubicBezTo>
                  <a:pt x="4419211" y="95709"/>
                  <a:pt x="4418074" y="95755"/>
                  <a:pt x="4416713" y="95755"/>
                </a:cubicBezTo>
                <a:cubicBezTo>
                  <a:pt x="4415305" y="95755"/>
                  <a:pt x="4414125" y="95709"/>
                  <a:pt x="4413170" y="95618"/>
                </a:cubicBezTo>
                <a:cubicBezTo>
                  <a:pt x="4412219" y="95526"/>
                  <a:pt x="4411447" y="95392"/>
                  <a:pt x="4410856" y="95209"/>
                </a:cubicBezTo>
                <a:cubicBezTo>
                  <a:pt x="4410310" y="95026"/>
                  <a:pt x="4409901" y="94778"/>
                  <a:pt x="4409630" y="94460"/>
                </a:cubicBezTo>
                <a:cubicBezTo>
                  <a:pt x="4409358" y="94143"/>
                  <a:pt x="4409153" y="93757"/>
                  <a:pt x="4409018" y="93303"/>
                </a:cubicBezTo>
                <a:lnTo>
                  <a:pt x="4396145" y="48829"/>
                </a:lnTo>
                <a:lnTo>
                  <a:pt x="4396008" y="48217"/>
                </a:lnTo>
                <a:lnTo>
                  <a:pt x="4395874" y="48829"/>
                </a:lnTo>
                <a:lnTo>
                  <a:pt x="4383955" y="93303"/>
                </a:lnTo>
                <a:cubicBezTo>
                  <a:pt x="4383818" y="93800"/>
                  <a:pt x="4383592" y="94209"/>
                  <a:pt x="4383272" y="94529"/>
                </a:cubicBezTo>
                <a:cubicBezTo>
                  <a:pt x="4383001" y="94846"/>
                  <a:pt x="4382569" y="95095"/>
                  <a:pt x="4381981" y="95278"/>
                </a:cubicBezTo>
                <a:cubicBezTo>
                  <a:pt x="4381389" y="95458"/>
                  <a:pt x="4380618" y="95572"/>
                  <a:pt x="4379663" y="95618"/>
                </a:cubicBezTo>
                <a:cubicBezTo>
                  <a:pt x="4378757" y="95709"/>
                  <a:pt x="4377620" y="95755"/>
                  <a:pt x="4376260" y="95755"/>
                </a:cubicBezTo>
                <a:cubicBezTo>
                  <a:pt x="4374851" y="95755"/>
                  <a:pt x="4373694" y="95709"/>
                  <a:pt x="4372785" y="95618"/>
                </a:cubicBezTo>
                <a:cubicBezTo>
                  <a:pt x="4371922" y="95526"/>
                  <a:pt x="4371196" y="95392"/>
                  <a:pt x="4370605" y="95209"/>
                </a:cubicBezTo>
                <a:cubicBezTo>
                  <a:pt x="4370062" y="95026"/>
                  <a:pt x="4369653" y="94778"/>
                  <a:pt x="4369379" y="94460"/>
                </a:cubicBezTo>
                <a:cubicBezTo>
                  <a:pt x="4369107" y="94143"/>
                  <a:pt x="4368905" y="93757"/>
                  <a:pt x="4368767" y="93303"/>
                </a:cubicBezTo>
                <a:lnTo>
                  <a:pt x="4350857" y="35073"/>
                </a:lnTo>
                <a:cubicBezTo>
                  <a:pt x="4350628" y="34393"/>
                  <a:pt x="4350471" y="33824"/>
                  <a:pt x="4350379" y="33370"/>
                </a:cubicBezTo>
                <a:cubicBezTo>
                  <a:pt x="4350288" y="32916"/>
                  <a:pt x="4350242" y="32530"/>
                  <a:pt x="4350242" y="32213"/>
                </a:cubicBezTo>
                <a:cubicBezTo>
                  <a:pt x="4350242" y="31804"/>
                  <a:pt x="4350334" y="31487"/>
                  <a:pt x="4350514" y="31258"/>
                </a:cubicBezTo>
                <a:cubicBezTo>
                  <a:pt x="4350697" y="30987"/>
                  <a:pt x="4350991" y="30781"/>
                  <a:pt x="4351400" y="30647"/>
                </a:cubicBezTo>
                <a:cubicBezTo>
                  <a:pt x="4351854" y="30464"/>
                  <a:pt x="4352445" y="30350"/>
                  <a:pt x="4353171" y="30307"/>
                </a:cubicBezTo>
                <a:cubicBezTo>
                  <a:pt x="4353897" y="30261"/>
                  <a:pt x="4354783" y="30238"/>
                  <a:pt x="4355829" y="30238"/>
                </a:cubicBezTo>
                <a:cubicBezTo>
                  <a:pt x="4357097" y="30238"/>
                  <a:pt x="4358120" y="30284"/>
                  <a:pt x="4358892" y="30372"/>
                </a:cubicBezTo>
                <a:cubicBezTo>
                  <a:pt x="4359663" y="30418"/>
                  <a:pt x="4360255" y="30532"/>
                  <a:pt x="4360664" y="30715"/>
                </a:cubicBezTo>
                <a:cubicBezTo>
                  <a:pt x="4361072" y="30850"/>
                  <a:pt x="4361367" y="31078"/>
                  <a:pt x="4361549" y="31395"/>
                </a:cubicBezTo>
                <a:cubicBezTo>
                  <a:pt x="4361729" y="31667"/>
                  <a:pt x="4361889" y="32007"/>
                  <a:pt x="4362024" y="32415"/>
                </a:cubicBezTo>
                <a:lnTo>
                  <a:pt x="4376803" y="82950"/>
                </a:lnTo>
                <a:lnTo>
                  <a:pt x="4376940" y="83562"/>
                </a:lnTo>
                <a:lnTo>
                  <a:pt x="4377077" y="82950"/>
                </a:lnTo>
                <a:lnTo>
                  <a:pt x="4390627" y="32415"/>
                </a:lnTo>
                <a:cubicBezTo>
                  <a:pt x="4390719" y="32007"/>
                  <a:pt x="4390856" y="31667"/>
                  <a:pt x="4391039" y="31395"/>
                </a:cubicBezTo>
                <a:cubicBezTo>
                  <a:pt x="4391265" y="31078"/>
                  <a:pt x="4391582" y="30850"/>
                  <a:pt x="4391990" y="30715"/>
                </a:cubicBezTo>
                <a:cubicBezTo>
                  <a:pt x="4392399" y="30532"/>
                  <a:pt x="4392945" y="30418"/>
                  <a:pt x="4393625" y="30372"/>
                </a:cubicBezTo>
                <a:cubicBezTo>
                  <a:pt x="4394351" y="30284"/>
                  <a:pt x="4395282" y="30238"/>
                  <a:pt x="4396417" y="30238"/>
                </a:cubicBezTo>
                <a:cubicBezTo>
                  <a:pt x="4397508" y="30238"/>
                  <a:pt x="4398394" y="30284"/>
                  <a:pt x="4399074" y="30372"/>
                </a:cubicBezTo>
                <a:cubicBezTo>
                  <a:pt x="4399800" y="30418"/>
                  <a:pt x="4400369" y="30532"/>
                  <a:pt x="4400777" y="30715"/>
                </a:cubicBezTo>
                <a:cubicBezTo>
                  <a:pt x="4401186" y="30850"/>
                  <a:pt x="4401480" y="31055"/>
                  <a:pt x="4401663" y="31327"/>
                </a:cubicBezTo>
                <a:cubicBezTo>
                  <a:pt x="4401843" y="31598"/>
                  <a:pt x="4401980" y="31918"/>
                  <a:pt x="4402069" y="32281"/>
                </a:cubicBezTo>
                <a:lnTo>
                  <a:pt x="4416713" y="82950"/>
                </a:lnTo>
                <a:lnTo>
                  <a:pt x="4416848" y="83562"/>
                </a:lnTo>
                <a:lnTo>
                  <a:pt x="4416916" y="82950"/>
                </a:lnTo>
                <a:lnTo>
                  <a:pt x="4431492" y="32415"/>
                </a:lnTo>
                <a:cubicBezTo>
                  <a:pt x="4431581" y="32007"/>
                  <a:pt x="4431718" y="31667"/>
                  <a:pt x="4431901" y="31395"/>
                </a:cubicBezTo>
                <a:cubicBezTo>
                  <a:pt x="4432127" y="31078"/>
                  <a:pt x="4432444" y="30850"/>
                  <a:pt x="4432853" y="30715"/>
                </a:cubicBezTo>
                <a:cubicBezTo>
                  <a:pt x="4433307" y="30532"/>
                  <a:pt x="4433898" y="30418"/>
                  <a:pt x="4434624" y="30372"/>
                </a:cubicBezTo>
                <a:cubicBezTo>
                  <a:pt x="4435396" y="30284"/>
                  <a:pt x="4436373" y="30238"/>
                  <a:pt x="4437553" y="30238"/>
                </a:cubicBezTo>
                <a:cubicBezTo>
                  <a:pt x="4438642" y="30238"/>
                  <a:pt x="4439505" y="30261"/>
                  <a:pt x="4440139" y="30307"/>
                </a:cubicBezTo>
                <a:cubicBezTo>
                  <a:pt x="4440822" y="30350"/>
                  <a:pt x="4441342" y="30464"/>
                  <a:pt x="4441708" y="30647"/>
                </a:cubicBezTo>
                <a:cubicBezTo>
                  <a:pt x="4442117" y="30827"/>
                  <a:pt x="4442388" y="31032"/>
                  <a:pt x="4442525" y="31258"/>
                </a:cubicBezTo>
                <a:cubicBezTo>
                  <a:pt x="4442705" y="31487"/>
                  <a:pt x="4442797" y="31804"/>
                  <a:pt x="4442797" y="32213"/>
                </a:cubicBezTo>
                <a:close/>
                <a:moveTo>
                  <a:pt x="4494012" y="76958"/>
                </a:moveTo>
                <a:cubicBezTo>
                  <a:pt x="4494012" y="80090"/>
                  <a:pt x="4493420" y="82882"/>
                  <a:pt x="4492240" y="85334"/>
                </a:cubicBezTo>
                <a:cubicBezTo>
                  <a:pt x="4491106" y="87785"/>
                  <a:pt x="4489471" y="89851"/>
                  <a:pt x="4487337" y="91531"/>
                </a:cubicBezTo>
                <a:cubicBezTo>
                  <a:pt x="4485202" y="93212"/>
                  <a:pt x="4482659" y="94483"/>
                  <a:pt x="4479710" y="95346"/>
                </a:cubicBezTo>
                <a:cubicBezTo>
                  <a:pt x="4476758" y="96209"/>
                  <a:pt x="4473512" y="96638"/>
                  <a:pt x="4469972" y="96638"/>
                </a:cubicBezTo>
                <a:cubicBezTo>
                  <a:pt x="4467791" y="96638"/>
                  <a:pt x="4465702" y="96458"/>
                  <a:pt x="4463705" y="96095"/>
                </a:cubicBezTo>
                <a:cubicBezTo>
                  <a:pt x="4461753" y="95778"/>
                  <a:pt x="4459982" y="95369"/>
                  <a:pt x="4458393" y="94869"/>
                </a:cubicBezTo>
                <a:cubicBezTo>
                  <a:pt x="4456850" y="94323"/>
                  <a:pt x="4455533" y="93777"/>
                  <a:pt x="4454444" y="93235"/>
                </a:cubicBezTo>
                <a:cubicBezTo>
                  <a:pt x="4453352" y="92643"/>
                  <a:pt x="4452558" y="92123"/>
                  <a:pt x="4452058" y="91669"/>
                </a:cubicBezTo>
                <a:cubicBezTo>
                  <a:pt x="4451561" y="91214"/>
                  <a:pt x="4451195" y="90577"/>
                  <a:pt x="4450969" y="89760"/>
                </a:cubicBezTo>
                <a:cubicBezTo>
                  <a:pt x="4450743" y="88943"/>
                  <a:pt x="4450629" y="87831"/>
                  <a:pt x="4450629" y="86422"/>
                </a:cubicBezTo>
                <a:cubicBezTo>
                  <a:pt x="4450629" y="85562"/>
                  <a:pt x="4450675" y="84833"/>
                  <a:pt x="4450766" y="84245"/>
                </a:cubicBezTo>
                <a:cubicBezTo>
                  <a:pt x="4450855" y="83653"/>
                  <a:pt x="4450969" y="83176"/>
                  <a:pt x="4451106" y="82813"/>
                </a:cubicBezTo>
                <a:cubicBezTo>
                  <a:pt x="4451241" y="82450"/>
                  <a:pt x="4451424" y="82202"/>
                  <a:pt x="4451649" y="82065"/>
                </a:cubicBezTo>
                <a:cubicBezTo>
                  <a:pt x="4451924" y="81885"/>
                  <a:pt x="4452218" y="81793"/>
                  <a:pt x="4452535" y="81793"/>
                </a:cubicBezTo>
                <a:cubicBezTo>
                  <a:pt x="4453035" y="81793"/>
                  <a:pt x="4453761" y="82110"/>
                  <a:pt x="4454715" y="82745"/>
                </a:cubicBezTo>
                <a:cubicBezTo>
                  <a:pt x="4455713" y="83336"/>
                  <a:pt x="4456916" y="83993"/>
                  <a:pt x="4458324" y="84722"/>
                </a:cubicBezTo>
                <a:cubicBezTo>
                  <a:pt x="4459779" y="85448"/>
                  <a:pt x="4461479" y="86128"/>
                  <a:pt x="4463434" y="86765"/>
                </a:cubicBezTo>
                <a:cubicBezTo>
                  <a:pt x="4465385" y="87354"/>
                  <a:pt x="4467631" y="87648"/>
                  <a:pt x="4470174" y="87648"/>
                </a:cubicBezTo>
                <a:cubicBezTo>
                  <a:pt x="4472080" y="87648"/>
                  <a:pt x="4473806" y="87445"/>
                  <a:pt x="4475349" y="87037"/>
                </a:cubicBezTo>
                <a:cubicBezTo>
                  <a:pt x="4476895" y="86628"/>
                  <a:pt x="4478233" y="86036"/>
                  <a:pt x="4479370" y="85265"/>
                </a:cubicBezTo>
                <a:cubicBezTo>
                  <a:pt x="4480504" y="84448"/>
                  <a:pt x="4481367" y="83428"/>
                  <a:pt x="4481956" y="82202"/>
                </a:cubicBezTo>
                <a:cubicBezTo>
                  <a:pt x="4482593" y="80976"/>
                  <a:pt x="4482910" y="79521"/>
                  <a:pt x="4482910" y="77841"/>
                </a:cubicBezTo>
                <a:cubicBezTo>
                  <a:pt x="4482910" y="76118"/>
                  <a:pt x="4482456" y="74664"/>
                  <a:pt x="4481547" y="73483"/>
                </a:cubicBezTo>
                <a:cubicBezTo>
                  <a:pt x="4480684" y="72303"/>
                  <a:pt x="4479527" y="71260"/>
                  <a:pt x="4478075" y="70352"/>
                </a:cubicBezTo>
                <a:cubicBezTo>
                  <a:pt x="4476621" y="69443"/>
                  <a:pt x="4474986" y="68649"/>
                  <a:pt x="4473172" y="67968"/>
                </a:cubicBezTo>
                <a:cubicBezTo>
                  <a:pt x="4471355" y="67240"/>
                  <a:pt x="4469471" y="66491"/>
                  <a:pt x="4467520" y="65720"/>
                </a:cubicBezTo>
                <a:cubicBezTo>
                  <a:pt x="4465611" y="64948"/>
                  <a:pt x="4463728" y="64085"/>
                  <a:pt x="4461865" y="63131"/>
                </a:cubicBezTo>
                <a:cubicBezTo>
                  <a:pt x="4460050" y="62133"/>
                  <a:pt x="4458416" y="60930"/>
                  <a:pt x="4456961" y="59522"/>
                </a:cubicBezTo>
                <a:cubicBezTo>
                  <a:pt x="4455510" y="58116"/>
                  <a:pt x="4454330" y="56436"/>
                  <a:pt x="4453421" y="54481"/>
                </a:cubicBezTo>
                <a:cubicBezTo>
                  <a:pt x="4452558" y="52529"/>
                  <a:pt x="4452126" y="50192"/>
                  <a:pt x="4452126" y="47469"/>
                </a:cubicBezTo>
                <a:cubicBezTo>
                  <a:pt x="4452126" y="45063"/>
                  <a:pt x="4452581" y="42768"/>
                  <a:pt x="4453489" y="40588"/>
                </a:cubicBezTo>
                <a:cubicBezTo>
                  <a:pt x="4454444" y="38365"/>
                  <a:pt x="4455850" y="36436"/>
                  <a:pt x="4457713" y="34801"/>
                </a:cubicBezTo>
                <a:cubicBezTo>
                  <a:pt x="4459573" y="33121"/>
                  <a:pt x="4461888" y="31781"/>
                  <a:pt x="4464659" y="30781"/>
                </a:cubicBezTo>
                <a:cubicBezTo>
                  <a:pt x="4467474" y="29784"/>
                  <a:pt x="4470743" y="29284"/>
                  <a:pt x="4474466" y="29284"/>
                </a:cubicBezTo>
                <a:cubicBezTo>
                  <a:pt x="4476101" y="29284"/>
                  <a:pt x="4477735" y="29421"/>
                  <a:pt x="4479370" y="29692"/>
                </a:cubicBezTo>
                <a:cubicBezTo>
                  <a:pt x="4481004" y="29964"/>
                  <a:pt x="4482479" y="30307"/>
                  <a:pt x="4483796" y="30715"/>
                </a:cubicBezTo>
                <a:cubicBezTo>
                  <a:pt x="4485113" y="31124"/>
                  <a:pt x="4486225" y="31575"/>
                  <a:pt x="4487134" y="32075"/>
                </a:cubicBezTo>
                <a:cubicBezTo>
                  <a:pt x="4488085" y="32530"/>
                  <a:pt x="4488791" y="32938"/>
                  <a:pt x="4489243" y="33301"/>
                </a:cubicBezTo>
                <a:cubicBezTo>
                  <a:pt x="4489743" y="33664"/>
                  <a:pt x="4490060" y="33984"/>
                  <a:pt x="4490197" y="34256"/>
                </a:cubicBezTo>
                <a:cubicBezTo>
                  <a:pt x="4490380" y="34527"/>
                  <a:pt x="4490491" y="34844"/>
                  <a:pt x="4490537" y="35210"/>
                </a:cubicBezTo>
                <a:cubicBezTo>
                  <a:pt x="4490628" y="35527"/>
                  <a:pt x="4490697" y="35936"/>
                  <a:pt x="4490743" y="36436"/>
                </a:cubicBezTo>
                <a:cubicBezTo>
                  <a:pt x="4490834" y="36933"/>
                  <a:pt x="4490877" y="37548"/>
                  <a:pt x="4490877" y="38273"/>
                </a:cubicBezTo>
                <a:cubicBezTo>
                  <a:pt x="4490877" y="39045"/>
                  <a:pt x="4490834" y="39728"/>
                  <a:pt x="4490743" y="40316"/>
                </a:cubicBezTo>
                <a:cubicBezTo>
                  <a:pt x="4490697" y="40862"/>
                  <a:pt x="4490583" y="41317"/>
                  <a:pt x="4490403" y="41679"/>
                </a:cubicBezTo>
                <a:cubicBezTo>
                  <a:pt x="4490265" y="42042"/>
                  <a:pt x="4490085" y="42314"/>
                  <a:pt x="4489857" y="42497"/>
                </a:cubicBezTo>
                <a:cubicBezTo>
                  <a:pt x="4489628" y="42631"/>
                  <a:pt x="4489380" y="42700"/>
                  <a:pt x="4489108" y="42700"/>
                </a:cubicBezTo>
                <a:cubicBezTo>
                  <a:pt x="4488700" y="42700"/>
                  <a:pt x="4488108" y="42451"/>
                  <a:pt x="4487337" y="41951"/>
                </a:cubicBezTo>
                <a:cubicBezTo>
                  <a:pt x="4486565" y="41451"/>
                  <a:pt x="4485568" y="40931"/>
                  <a:pt x="4484339" y="40385"/>
                </a:cubicBezTo>
                <a:cubicBezTo>
                  <a:pt x="4483116" y="39794"/>
                  <a:pt x="4481662" y="39251"/>
                  <a:pt x="4479981" y="38751"/>
                </a:cubicBezTo>
                <a:cubicBezTo>
                  <a:pt x="4478347" y="38250"/>
                  <a:pt x="4476464" y="38002"/>
                  <a:pt x="4474329" y="38002"/>
                </a:cubicBezTo>
                <a:cubicBezTo>
                  <a:pt x="4472423" y="38002"/>
                  <a:pt x="4470743" y="38228"/>
                  <a:pt x="4469289" y="38682"/>
                </a:cubicBezTo>
                <a:cubicBezTo>
                  <a:pt x="4467837" y="39091"/>
                  <a:pt x="4466634" y="39705"/>
                  <a:pt x="4465680" y="40522"/>
                </a:cubicBezTo>
                <a:cubicBezTo>
                  <a:pt x="4464771" y="41294"/>
                  <a:pt x="4464068" y="42222"/>
                  <a:pt x="4463568" y="43314"/>
                </a:cubicBezTo>
                <a:cubicBezTo>
                  <a:pt x="4463114" y="44403"/>
                  <a:pt x="4462888" y="45583"/>
                  <a:pt x="4462888" y="46854"/>
                </a:cubicBezTo>
                <a:cubicBezTo>
                  <a:pt x="4462888" y="48626"/>
                  <a:pt x="4463342" y="50123"/>
                  <a:pt x="4464251" y="51349"/>
                </a:cubicBezTo>
                <a:cubicBezTo>
                  <a:pt x="4465157" y="52529"/>
                  <a:pt x="4466340" y="53575"/>
                  <a:pt x="4467791" y="54481"/>
                </a:cubicBezTo>
                <a:cubicBezTo>
                  <a:pt x="4469243" y="55390"/>
                  <a:pt x="4470900" y="56207"/>
                  <a:pt x="4472763" y="56936"/>
                </a:cubicBezTo>
                <a:cubicBezTo>
                  <a:pt x="4474624" y="57661"/>
                  <a:pt x="4476509" y="58410"/>
                  <a:pt x="4478415" y="59182"/>
                </a:cubicBezTo>
                <a:cubicBezTo>
                  <a:pt x="4480367" y="59953"/>
                  <a:pt x="4482273" y="60816"/>
                  <a:pt x="4484136" y="61771"/>
                </a:cubicBezTo>
                <a:cubicBezTo>
                  <a:pt x="4486042" y="62722"/>
                  <a:pt x="4487722" y="63882"/>
                  <a:pt x="4489177" y="65242"/>
                </a:cubicBezTo>
                <a:cubicBezTo>
                  <a:pt x="4490628" y="66605"/>
                  <a:pt x="4491786" y="68240"/>
                  <a:pt x="4492649" y="70146"/>
                </a:cubicBezTo>
                <a:cubicBezTo>
                  <a:pt x="4493557" y="72055"/>
                  <a:pt x="4494012" y="74324"/>
                  <a:pt x="4494012" y="76958"/>
                </a:cubicBezTo>
                <a:close/>
                <a:moveTo>
                  <a:pt x="4524590" y="87922"/>
                </a:moveTo>
                <a:cubicBezTo>
                  <a:pt x="4524590" y="91146"/>
                  <a:pt x="4524044" y="93303"/>
                  <a:pt x="4522955" y="94392"/>
                </a:cubicBezTo>
                <a:cubicBezTo>
                  <a:pt x="4521912" y="95435"/>
                  <a:pt x="4519981" y="95958"/>
                  <a:pt x="4517166" y="95958"/>
                </a:cubicBezTo>
                <a:cubicBezTo>
                  <a:pt x="4514443" y="95958"/>
                  <a:pt x="4512560" y="95435"/>
                  <a:pt x="4511514" y="94392"/>
                </a:cubicBezTo>
                <a:cubicBezTo>
                  <a:pt x="4510471" y="93349"/>
                  <a:pt x="4509948" y="91260"/>
                  <a:pt x="4509948" y="88125"/>
                </a:cubicBezTo>
                <a:cubicBezTo>
                  <a:pt x="4509948" y="84902"/>
                  <a:pt x="4510471" y="82767"/>
                  <a:pt x="4511514" y="81725"/>
                </a:cubicBezTo>
                <a:cubicBezTo>
                  <a:pt x="4512603" y="80636"/>
                  <a:pt x="4514557" y="80090"/>
                  <a:pt x="4517372" y="80090"/>
                </a:cubicBezTo>
                <a:cubicBezTo>
                  <a:pt x="4520095" y="80090"/>
                  <a:pt x="4521978" y="80613"/>
                  <a:pt x="4523024" y="81656"/>
                </a:cubicBezTo>
                <a:cubicBezTo>
                  <a:pt x="4524067" y="82702"/>
                  <a:pt x="4524590" y="84788"/>
                  <a:pt x="4524590" y="87922"/>
                </a:cubicBezTo>
                <a:close/>
                <a:moveTo>
                  <a:pt x="4633352" y="12259"/>
                </a:moveTo>
                <a:cubicBezTo>
                  <a:pt x="4633352" y="13122"/>
                  <a:pt x="4633306" y="13870"/>
                  <a:pt x="4633218" y="14505"/>
                </a:cubicBezTo>
                <a:cubicBezTo>
                  <a:pt x="4633126" y="15142"/>
                  <a:pt x="4632966" y="15662"/>
                  <a:pt x="4632740" y="16071"/>
                </a:cubicBezTo>
                <a:cubicBezTo>
                  <a:pt x="4632558" y="16433"/>
                  <a:pt x="4632309" y="16708"/>
                  <a:pt x="4631992" y="16888"/>
                </a:cubicBezTo>
                <a:cubicBezTo>
                  <a:pt x="4631717" y="17071"/>
                  <a:pt x="4631400" y="17162"/>
                  <a:pt x="4631037" y="17162"/>
                </a:cubicBezTo>
                <a:lnTo>
                  <a:pt x="4606249" y="17162"/>
                </a:lnTo>
                <a:lnTo>
                  <a:pt x="4606249" y="93575"/>
                </a:lnTo>
                <a:cubicBezTo>
                  <a:pt x="4606249" y="93937"/>
                  <a:pt x="4606157" y="94255"/>
                  <a:pt x="4605974" y="94529"/>
                </a:cubicBezTo>
                <a:cubicBezTo>
                  <a:pt x="4605794" y="94800"/>
                  <a:pt x="4605477" y="95026"/>
                  <a:pt x="4605023" y="95209"/>
                </a:cubicBezTo>
                <a:cubicBezTo>
                  <a:pt x="4604568" y="95346"/>
                  <a:pt x="4603954" y="95458"/>
                  <a:pt x="4603182" y="95549"/>
                </a:cubicBezTo>
                <a:cubicBezTo>
                  <a:pt x="4602457" y="95686"/>
                  <a:pt x="4601525" y="95755"/>
                  <a:pt x="4600391" y="95755"/>
                </a:cubicBezTo>
                <a:cubicBezTo>
                  <a:pt x="4599302" y="95755"/>
                  <a:pt x="4598370" y="95686"/>
                  <a:pt x="4597599" y="95549"/>
                </a:cubicBezTo>
                <a:cubicBezTo>
                  <a:pt x="4596827" y="95458"/>
                  <a:pt x="4596213" y="95346"/>
                  <a:pt x="4595759" y="95209"/>
                </a:cubicBezTo>
                <a:cubicBezTo>
                  <a:pt x="4595304" y="95026"/>
                  <a:pt x="4594987" y="94800"/>
                  <a:pt x="4594807" y="94529"/>
                </a:cubicBezTo>
                <a:cubicBezTo>
                  <a:pt x="4594624" y="94255"/>
                  <a:pt x="4594533" y="93937"/>
                  <a:pt x="4594533" y="93575"/>
                </a:cubicBezTo>
                <a:lnTo>
                  <a:pt x="4594533" y="17162"/>
                </a:lnTo>
                <a:lnTo>
                  <a:pt x="4569744" y="17162"/>
                </a:lnTo>
                <a:cubicBezTo>
                  <a:pt x="4569381" y="17162"/>
                  <a:pt x="4569041" y="17071"/>
                  <a:pt x="4568721" y="16888"/>
                </a:cubicBezTo>
                <a:cubicBezTo>
                  <a:pt x="4568450" y="16708"/>
                  <a:pt x="4568224" y="16433"/>
                  <a:pt x="4568041" y="16071"/>
                </a:cubicBezTo>
                <a:cubicBezTo>
                  <a:pt x="4567858" y="15662"/>
                  <a:pt x="4567701" y="15142"/>
                  <a:pt x="4567564" y="14505"/>
                </a:cubicBezTo>
                <a:cubicBezTo>
                  <a:pt x="4567472" y="13870"/>
                  <a:pt x="4567427" y="13122"/>
                  <a:pt x="4567427" y="12259"/>
                </a:cubicBezTo>
                <a:cubicBezTo>
                  <a:pt x="4567427" y="11396"/>
                  <a:pt x="4567472" y="10647"/>
                  <a:pt x="4567564" y="10010"/>
                </a:cubicBezTo>
                <a:cubicBezTo>
                  <a:pt x="4567701" y="9330"/>
                  <a:pt x="4567858" y="8784"/>
                  <a:pt x="4568041" y="8375"/>
                </a:cubicBezTo>
                <a:cubicBezTo>
                  <a:pt x="4568224" y="7967"/>
                  <a:pt x="4568450" y="7672"/>
                  <a:pt x="4568721" y="7490"/>
                </a:cubicBezTo>
                <a:cubicBezTo>
                  <a:pt x="4569041" y="7309"/>
                  <a:pt x="4569381" y="7218"/>
                  <a:pt x="4569744" y="7218"/>
                </a:cubicBezTo>
                <a:lnTo>
                  <a:pt x="4631037" y="7218"/>
                </a:lnTo>
                <a:cubicBezTo>
                  <a:pt x="4631400" y="7218"/>
                  <a:pt x="4631717" y="7309"/>
                  <a:pt x="4631992" y="7490"/>
                </a:cubicBezTo>
                <a:cubicBezTo>
                  <a:pt x="4632309" y="7672"/>
                  <a:pt x="4632558" y="7967"/>
                  <a:pt x="4632740" y="8375"/>
                </a:cubicBezTo>
                <a:cubicBezTo>
                  <a:pt x="4632966" y="8784"/>
                  <a:pt x="4633126" y="9330"/>
                  <a:pt x="4633218" y="10010"/>
                </a:cubicBezTo>
                <a:cubicBezTo>
                  <a:pt x="4633306" y="10647"/>
                  <a:pt x="4633352" y="11396"/>
                  <a:pt x="4633352" y="12259"/>
                </a:cubicBezTo>
                <a:close/>
                <a:moveTo>
                  <a:pt x="4697574" y="93643"/>
                </a:moveTo>
                <a:cubicBezTo>
                  <a:pt x="4697574" y="94006"/>
                  <a:pt x="4697486" y="94323"/>
                  <a:pt x="4697303" y="94595"/>
                </a:cubicBezTo>
                <a:cubicBezTo>
                  <a:pt x="4697123" y="94823"/>
                  <a:pt x="4696826" y="95026"/>
                  <a:pt x="4696417" y="95209"/>
                </a:cubicBezTo>
                <a:cubicBezTo>
                  <a:pt x="4696008" y="95392"/>
                  <a:pt x="4695443" y="95526"/>
                  <a:pt x="4694717" y="95618"/>
                </a:cubicBezTo>
                <a:cubicBezTo>
                  <a:pt x="4693988" y="95709"/>
                  <a:pt x="4693082" y="95755"/>
                  <a:pt x="4691991" y="95755"/>
                </a:cubicBezTo>
                <a:cubicBezTo>
                  <a:pt x="4690856" y="95755"/>
                  <a:pt x="4689925" y="95709"/>
                  <a:pt x="4689199" y="95618"/>
                </a:cubicBezTo>
                <a:cubicBezTo>
                  <a:pt x="4688473" y="95526"/>
                  <a:pt x="4687904" y="95392"/>
                  <a:pt x="4687496" y="95209"/>
                </a:cubicBezTo>
                <a:cubicBezTo>
                  <a:pt x="4687087" y="95026"/>
                  <a:pt x="4686793" y="94823"/>
                  <a:pt x="4686610" y="94595"/>
                </a:cubicBezTo>
                <a:cubicBezTo>
                  <a:pt x="4686430" y="94323"/>
                  <a:pt x="4686339" y="94006"/>
                  <a:pt x="4686339" y="93643"/>
                </a:cubicBezTo>
                <a:lnTo>
                  <a:pt x="4686339" y="57753"/>
                </a:lnTo>
                <a:cubicBezTo>
                  <a:pt x="4686339" y="54255"/>
                  <a:pt x="4686067" y="51441"/>
                  <a:pt x="4685521" y="49306"/>
                </a:cubicBezTo>
                <a:cubicBezTo>
                  <a:pt x="4684976" y="47172"/>
                  <a:pt x="4684181" y="45334"/>
                  <a:pt x="4683138" y="43791"/>
                </a:cubicBezTo>
                <a:cubicBezTo>
                  <a:pt x="4682092" y="42245"/>
                  <a:pt x="4680732" y="41065"/>
                  <a:pt x="4679052" y="40248"/>
                </a:cubicBezTo>
                <a:cubicBezTo>
                  <a:pt x="4677417" y="39431"/>
                  <a:pt x="4675509" y="39022"/>
                  <a:pt x="4673331" y="39022"/>
                </a:cubicBezTo>
                <a:cubicBezTo>
                  <a:pt x="4670514" y="39022"/>
                  <a:pt x="4667699" y="40022"/>
                  <a:pt x="4664884" y="42020"/>
                </a:cubicBezTo>
                <a:cubicBezTo>
                  <a:pt x="4662070" y="44017"/>
                  <a:pt x="4659118" y="46946"/>
                  <a:pt x="4656032" y="50803"/>
                </a:cubicBezTo>
                <a:lnTo>
                  <a:pt x="4656032" y="93643"/>
                </a:lnTo>
                <a:cubicBezTo>
                  <a:pt x="4656032" y="94006"/>
                  <a:pt x="4655940" y="94323"/>
                  <a:pt x="4655760" y="94595"/>
                </a:cubicBezTo>
                <a:cubicBezTo>
                  <a:pt x="4655578" y="94823"/>
                  <a:pt x="4655283" y="95026"/>
                  <a:pt x="4654875" y="95209"/>
                </a:cubicBezTo>
                <a:cubicBezTo>
                  <a:pt x="4654466" y="95392"/>
                  <a:pt x="4653897" y="95526"/>
                  <a:pt x="4653172" y="95618"/>
                </a:cubicBezTo>
                <a:cubicBezTo>
                  <a:pt x="4652446" y="95709"/>
                  <a:pt x="4651514" y="95755"/>
                  <a:pt x="4650380" y="95755"/>
                </a:cubicBezTo>
                <a:cubicBezTo>
                  <a:pt x="4649291" y="95755"/>
                  <a:pt x="4648382" y="95709"/>
                  <a:pt x="4647654" y="95618"/>
                </a:cubicBezTo>
                <a:cubicBezTo>
                  <a:pt x="4646928" y="95526"/>
                  <a:pt x="4646339" y="95392"/>
                  <a:pt x="4645885" y="95209"/>
                </a:cubicBezTo>
                <a:cubicBezTo>
                  <a:pt x="4645476" y="95026"/>
                  <a:pt x="4645179" y="94823"/>
                  <a:pt x="4644999" y="94595"/>
                </a:cubicBezTo>
                <a:cubicBezTo>
                  <a:pt x="4644862" y="94323"/>
                  <a:pt x="4644793" y="94006"/>
                  <a:pt x="4644793" y="93643"/>
                </a:cubicBezTo>
                <a:lnTo>
                  <a:pt x="4644793" y="2655"/>
                </a:lnTo>
                <a:cubicBezTo>
                  <a:pt x="4644793" y="2292"/>
                  <a:pt x="4644862" y="1975"/>
                  <a:pt x="4644999" y="1700"/>
                </a:cubicBezTo>
                <a:cubicBezTo>
                  <a:pt x="4645179" y="1429"/>
                  <a:pt x="4645476" y="1203"/>
                  <a:pt x="4645885" y="1020"/>
                </a:cubicBezTo>
                <a:cubicBezTo>
                  <a:pt x="4646339" y="840"/>
                  <a:pt x="4646928" y="703"/>
                  <a:pt x="4647654" y="612"/>
                </a:cubicBezTo>
                <a:cubicBezTo>
                  <a:pt x="4648382" y="520"/>
                  <a:pt x="4649291" y="474"/>
                  <a:pt x="4650380" y="474"/>
                </a:cubicBezTo>
                <a:cubicBezTo>
                  <a:pt x="4651514" y="474"/>
                  <a:pt x="4652446" y="520"/>
                  <a:pt x="4653172" y="612"/>
                </a:cubicBezTo>
                <a:cubicBezTo>
                  <a:pt x="4653897" y="703"/>
                  <a:pt x="4654466" y="840"/>
                  <a:pt x="4654875" y="1020"/>
                </a:cubicBezTo>
                <a:cubicBezTo>
                  <a:pt x="4655283" y="1203"/>
                  <a:pt x="4655578" y="1429"/>
                  <a:pt x="4655760" y="1700"/>
                </a:cubicBezTo>
                <a:cubicBezTo>
                  <a:pt x="4655940" y="1975"/>
                  <a:pt x="4656032" y="2292"/>
                  <a:pt x="4656032" y="2655"/>
                </a:cubicBezTo>
                <a:lnTo>
                  <a:pt x="4656032" y="39362"/>
                </a:lnTo>
                <a:cubicBezTo>
                  <a:pt x="4659255" y="35959"/>
                  <a:pt x="4662501" y="33438"/>
                  <a:pt x="4665770" y="31804"/>
                </a:cubicBezTo>
                <a:cubicBezTo>
                  <a:pt x="4669039" y="30124"/>
                  <a:pt x="4672331" y="29284"/>
                  <a:pt x="4675646" y="29284"/>
                </a:cubicBezTo>
                <a:cubicBezTo>
                  <a:pt x="4679732" y="29284"/>
                  <a:pt x="4683161" y="29987"/>
                  <a:pt x="4685930" y="31395"/>
                </a:cubicBezTo>
                <a:cubicBezTo>
                  <a:pt x="4688745" y="32758"/>
                  <a:pt x="4691016" y="34596"/>
                  <a:pt x="4692739" y="36910"/>
                </a:cubicBezTo>
                <a:cubicBezTo>
                  <a:pt x="4694465" y="39228"/>
                  <a:pt x="4695691" y="41951"/>
                  <a:pt x="4696417" y="45083"/>
                </a:cubicBezTo>
                <a:cubicBezTo>
                  <a:pt x="4697189" y="48172"/>
                  <a:pt x="4697574" y="51918"/>
                  <a:pt x="4697574" y="56321"/>
                </a:cubicBezTo>
                <a:lnTo>
                  <a:pt x="4697574" y="93643"/>
                </a:lnTo>
                <a:close/>
                <a:moveTo>
                  <a:pt x="4770381" y="60339"/>
                </a:moveTo>
                <a:cubicBezTo>
                  <a:pt x="4770381" y="62111"/>
                  <a:pt x="4769926" y="63382"/>
                  <a:pt x="4769017" y="64154"/>
                </a:cubicBezTo>
                <a:cubicBezTo>
                  <a:pt x="4768155" y="64880"/>
                  <a:pt x="4767157" y="65242"/>
                  <a:pt x="4766020" y="65242"/>
                </a:cubicBezTo>
                <a:lnTo>
                  <a:pt x="4725838" y="65242"/>
                </a:lnTo>
                <a:cubicBezTo>
                  <a:pt x="4725838" y="68649"/>
                  <a:pt x="4726181" y="71712"/>
                  <a:pt x="4726861" y="74438"/>
                </a:cubicBezTo>
                <a:cubicBezTo>
                  <a:pt x="4727541" y="77161"/>
                  <a:pt x="4728675" y="79499"/>
                  <a:pt x="4730267" y="81453"/>
                </a:cubicBezTo>
                <a:cubicBezTo>
                  <a:pt x="4731856" y="83405"/>
                  <a:pt x="4733922" y="84902"/>
                  <a:pt x="4736465" y="85948"/>
                </a:cubicBezTo>
                <a:cubicBezTo>
                  <a:pt x="4739005" y="86991"/>
                  <a:pt x="4742117" y="87514"/>
                  <a:pt x="4745795" y="87514"/>
                </a:cubicBezTo>
                <a:cubicBezTo>
                  <a:pt x="4748698" y="87514"/>
                  <a:pt x="4751287" y="87285"/>
                  <a:pt x="4753558" y="86831"/>
                </a:cubicBezTo>
                <a:cubicBezTo>
                  <a:pt x="4755827" y="86334"/>
                  <a:pt x="4757779" y="85788"/>
                  <a:pt x="4759413" y="85196"/>
                </a:cubicBezTo>
                <a:cubicBezTo>
                  <a:pt x="4761094" y="84608"/>
                  <a:pt x="4762457" y="84085"/>
                  <a:pt x="4763500" y="83630"/>
                </a:cubicBezTo>
                <a:cubicBezTo>
                  <a:pt x="4764591" y="83130"/>
                  <a:pt x="4765408" y="82882"/>
                  <a:pt x="4765951" y="82882"/>
                </a:cubicBezTo>
                <a:cubicBezTo>
                  <a:pt x="4766271" y="82882"/>
                  <a:pt x="4766543" y="82973"/>
                  <a:pt x="4766769" y="83153"/>
                </a:cubicBezTo>
                <a:cubicBezTo>
                  <a:pt x="4767043" y="83290"/>
                  <a:pt x="4767246" y="83519"/>
                  <a:pt x="4767383" y="83836"/>
                </a:cubicBezTo>
                <a:cubicBezTo>
                  <a:pt x="4767520" y="84153"/>
                  <a:pt x="4767609" y="84608"/>
                  <a:pt x="4767654" y="85196"/>
                </a:cubicBezTo>
                <a:cubicBezTo>
                  <a:pt x="4767746" y="85742"/>
                  <a:pt x="4767792" y="86422"/>
                  <a:pt x="4767792" y="87239"/>
                </a:cubicBezTo>
                <a:cubicBezTo>
                  <a:pt x="4767792" y="87831"/>
                  <a:pt x="4767769" y="88354"/>
                  <a:pt x="4767723" y="88808"/>
                </a:cubicBezTo>
                <a:cubicBezTo>
                  <a:pt x="4767677" y="89217"/>
                  <a:pt x="4767609" y="89603"/>
                  <a:pt x="4767520" y="89966"/>
                </a:cubicBezTo>
                <a:cubicBezTo>
                  <a:pt x="4767474" y="90283"/>
                  <a:pt x="4767360" y="90577"/>
                  <a:pt x="4767177" y="90851"/>
                </a:cubicBezTo>
                <a:cubicBezTo>
                  <a:pt x="4767043" y="91123"/>
                  <a:pt x="4766837" y="91394"/>
                  <a:pt x="4766566" y="91669"/>
                </a:cubicBezTo>
                <a:cubicBezTo>
                  <a:pt x="4766337" y="91894"/>
                  <a:pt x="4765611" y="92303"/>
                  <a:pt x="4764385" y="92894"/>
                </a:cubicBezTo>
                <a:cubicBezTo>
                  <a:pt x="4763160" y="93437"/>
                  <a:pt x="4761571" y="93983"/>
                  <a:pt x="4759619" y="94529"/>
                </a:cubicBezTo>
                <a:cubicBezTo>
                  <a:pt x="4757667" y="95072"/>
                  <a:pt x="4755396" y="95549"/>
                  <a:pt x="4752810" y="95958"/>
                </a:cubicBezTo>
                <a:cubicBezTo>
                  <a:pt x="4750267" y="96412"/>
                  <a:pt x="4747541" y="96638"/>
                  <a:pt x="4744637" y="96638"/>
                </a:cubicBezTo>
                <a:cubicBezTo>
                  <a:pt x="4739597" y="96638"/>
                  <a:pt x="4735170" y="95935"/>
                  <a:pt x="4731356" y="94529"/>
                </a:cubicBezTo>
                <a:cubicBezTo>
                  <a:pt x="4727587" y="93120"/>
                  <a:pt x="4724409" y="91031"/>
                  <a:pt x="4721820" y="88262"/>
                </a:cubicBezTo>
                <a:cubicBezTo>
                  <a:pt x="4719234" y="85494"/>
                  <a:pt x="4717280" y="82019"/>
                  <a:pt x="4715965" y="77841"/>
                </a:cubicBezTo>
                <a:cubicBezTo>
                  <a:pt x="4714648" y="73666"/>
                  <a:pt x="4713988" y="68806"/>
                  <a:pt x="4713988" y="63268"/>
                </a:cubicBezTo>
                <a:cubicBezTo>
                  <a:pt x="4713988" y="58002"/>
                  <a:pt x="4714671" y="53278"/>
                  <a:pt x="4716031" y="49103"/>
                </a:cubicBezTo>
                <a:cubicBezTo>
                  <a:pt x="4717394" y="44880"/>
                  <a:pt x="4719346" y="41317"/>
                  <a:pt x="4721889" y="38411"/>
                </a:cubicBezTo>
                <a:cubicBezTo>
                  <a:pt x="4724478" y="35459"/>
                  <a:pt x="4727587" y="33210"/>
                  <a:pt x="4731218" y="31667"/>
                </a:cubicBezTo>
                <a:cubicBezTo>
                  <a:pt x="4734850" y="30078"/>
                  <a:pt x="4738917" y="29284"/>
                  <a:pt x="4743409" y="29284"/>
                </a:cubicBezTo>
                <a:cubicBezTo>
                  <a:pt x="4748223" y="29284"/>
                  <a:pt x="4752310" y="30055"/>
                  <a:pt x="4755667" y="31598"/>
                </a:cubicBezTo>
                <a:cubicBezTo>
                  <a:pt x="4759073" y="33144"/>
                  <a:pt x="4761865" y="35233"/>
                  <a:pt x="4764045" y="37865"/>
                </a:cubicBezTo>
                <a:cubicBezTo>
                  <a:pt x="4766226" y="40454"/>
                  <a:pt x="4767814" y="43517"/>
                  <a:pt x="4768812" y="47060"/>
                </a:cubicBezTo>
                <a:cubicBezTo>
                  <a:pt x="4769858" y="50555"/>
                  <a:pt x="4770381" y="54301"/>
                  <a:pt x="4770381" y="58296"/>
                </a:cubicBezTo>
                <a:lnTo>
                  <a:pt x="4770381" y="60339"/>
                </a:lnTo>
                <a:close/>
                <a:moveTo>
                  <a:pt x="4759073" y="57001"/>
                </a:moveTo>
                <a:cubicBezTo>
                  <a:pt x="4759211" y="51101"/>
                  <a:pt x="4757893" y="46469"/>
                  <a:pt x="4755124" y="43108"/>
                </a:cubicBezTo>
                <a:cubicBezTo>
                  <a:pt x="4752398" y="39748"/>
                  <a:pt x="4748338" y="38070"/>
                  <a:pt x="4742934" y="38070"/>
                </a:cubicBezTo>
                <a:cubicBezTo>
                  <a:pt x="4740165" y="38070"/>
                  <a:pt x="4737734" y="38591"/>
                  <a:pt x="4735645" y="39636"/>
                </a:cubicBezTo>
                <a:cubicBezTo>
                  <a:pt x="4733559" y="40679"/>
                  <a:pt x="4731810" y="42065"/>
                  <a:pt x="4730401" y="43791"/>
                </a:cubicBezTo>
                <a:cubicBezTo>
                  <a:pt x="4728995" y="45514"/>
                  <a:pt x="4727904" y="47535"/>
                  <a:pt x="4727132" y="49852"/>
                </a:cubicBezTo>
                <a:cubicBezTo>
                  <a:pt x="4726361" y="52121"/>
                  <a:pt x="4725929" y="54504"/>
                  <a:pt x="4725838" y="57001"/>
                </a:cubicBezTo>
                <a:lnTo>
                  <a:pt x="4759073" y="57001"/>
                </a:lnTo>
                <a:close/>
                <a:moveTo>
                  <a:pt x="4876008" y="62314"/>
                </a:moveTo>
                <a:cubicBezTo>
                  <a:pt x="4876008" y="67308"/>
                  <a:pt x="4875351" y="71918"/>
                  <a:pt x="4874033" y="76141"/>
                </a:cubicBezTo>
                <a:cubicBezTo>
                  <a:pt x="4872719" y="80316"/>
                  <a:pt x="4870742" y="83928"/>
                  <a:pt x="4868110" y="86968"/>
                </a:cubicBezTo>
                <a:cubicBezTo>
                  <a:pt x="4865521" y="90011"/>
                  <a:pt x="4862252" y="92394"/>
                  <a:pt x="4858303" y="94120"/>
                </a:cubicBezTo>
                <a:cubicBezTo>
                  <a:pt x="4854397" y="95801"/>
                  <a:pt x="4849856" y="96638"/>
                  <a:pt x="4844681" y="96638"/>
                </a:cubicBezTo>
                <a:cubicBezTo>
                  <a:pt x="4839641" y="96638"/>
                  <a:pt x="4835237" y="95889"/>
                  <a:pt x="4831468" y="94392"/>
                </a:cubicBezTo>
                <a:cubicBezTo>
                  <a:pt x="4827745" y="92894"/>
                  <a:pt x="4824636" y="90714"/>
                  <a:pt x="4822138" y="87854"/>
                </a:cubicBezTo>
                <a:cubicBezTo>
                  <a:pt x="4819641" y="84993"/>
                  <a:pt x="4817781" y="81519"/>
                  <a:pt x="4816555" y="77433"/>
                </a:cubicBezTo>
                <a:cubicBezTo>
                  <a:pt x="4815329" y="73346"/>
                  <a:pt x="4814715" y="68717"/>
                  <a:pt x="4814715" y="63539"/>
                </a:cubicBezTo>
                <a:cubicBezTo>
                  <a:pt x="4814715" y="58547"/>
                  <a:pt x="4815352" y="53961"/>
                  <a:pt x="4816623" y="49783"/>
                </a:cubicBezTo>
                <a:cubicBezTo>
                  <a:pt x="4817938" y="45560"/>
                  <a:pt x="4819892" y="41928"/>
                  <a:pt x="4822478" y="38888"/>
                </a:cubicBezTo>
                <a:cubicBezTo>
                  <a:pt x="4825113" y="35844"/>
                  <a:pt x="4828382" y="33484"/>
                  <a:pt x="4832285" y="31804"/>
                </a:cubicBezTo>
                <a:cubicBezTo>
                  <a:pt x="4836192" y="30124"/>
                  <a:pt x="4840755" y="29284"/>
                  <a:pt x="4845976" y="29284"/>
                </a:cubicBezTo>
                <a:cubicBezTo>
                  <a:pt x="4851016" y="29284"/>
                  <a:pt x="4855397" y="30032"/>
                  <a:pt x="4859120" y="31533"/>
                </a:cubicBezTo>
                <a:cubicBezTo>
                  <a:pt x="4862889" y="33030"/>
                  <a:pt x="4866021" y="35210"/>
                  <a:pt x="4868518" y="38070"/>
                </a:cubicBezTo>
                <a:cubicBezTo>
                  <a:pt x="4871016" y="40931"/>
                  <a:pt x="4872876" y="44403"/>
                  <a:pt x="4874102" y="48489"/>
                </a:cubicBezTo>
                <a:cubicBezTo>
                  <a:pt x="4875374" y="52575"/>
                  <a:pt x="4876008" y="57184"/>
                  <a:pt x="4876008" y="62314"/>
                </a:cubicBezTo>
                <a:close/>
                <a:moveTo>
                  <a:pt x="4864161" y="63065"/>
                </a:moveTo>
                <a:cubicBezTo>
                  <a:pt x="4864161" y="59750"/>
                  <a:pt x="4863841" y="56616"/>
                  <a:pt x="4863206" y="53664"/>
                </a:cubicBezTo>
                <a:cubicBezTo>
                  <a:pt x="4862615" y="50715"/>
                  <a:pt x="4861618" y="48126"/>
                  <a:pt x="4860209" y="45900"/>
                </a:cubicBezTo>
                <a:cubicBezTo>
                  <a:pt x="4858803" y="43677"/>
                  <a:pt x="4856894" y="41928"/>
                  <a:pt x="4854488" y="40657"/>
                </a:cubicBezTo>
                <a:cubicBezTo>
                  <a:pt x="4852082" y="39339"/>
                  <a:pt x="4849085" y="38682"/>
                  <a:pt x="4845498" y="38682"/>
                </a:cubicBezTo>
                <a:cubicBezTo>
                  <a:pt x="4842184" y="38682"/>
                  <a:pt x="4839323" y="39273"/>
                  <a:pt x="4836917" y="40454"/>
                </a:cubicBezTo>
                <a:cubicBezTo>
                  <a:pt x="4834557" y="41634"/>
                  <a:pt x="4832605" y="43314"/>
                  <a:pt x="4831060" y="45491"/>
                </a:cubicBezTo>
                <a:cubicBezTo>
                  <a:pt x="4829516" y="47626"/>
                  <a:pt x="4828359" y="50169"/>
                  <a:pt x="4827588" y="53121"/>
                </a:cubicBezTo>
                <a:cubicBezTo>
                  <a:pt x="4826862" y="56073"/>
                  <a:pt x="4826496" y="59296"/>
                  <a:pt x="4826496" y="62791"/>
                </a:cubicBezTo>
                <a:cubicBezTo>
                  <a:pt x="4826496" y="66151"/>
                  <a:pt x="4826793" y="69306"/>
                  <a:pt x="4827382" y="72258"/>
                </a:cubicBezTo>
                <a:cubicBezTo>
                  <a:pt x="4828019" y="75209"/>
                  <a:pt x="4829039" y="77798"/>
                  <a:pt x="4830448" y="80021"/>
                </a:cubicBezTo>
                <a:cubicBezTo>
                  <a:pt x="4831900" y="82202"/>
                  <a:pt x="4833831" y="83948"/>
                  <a:pt x="4836237" y="85265"/>
                </a:cubicBezTo>
                <a:cubicBezTo>
                  <a:pt x="4838643" y="86537"/>
                  <a:pt x="4841641" y="87174"/>
                  <a:pt x="4845227" y="87174"/>
                </a:cubicBezTo>
                <a:cubicBezTo>
                  <a:pt x="4848496" y="87174"/>
                  <a:pt x="4851333" y="86582"/>
                  <a:pt x="4853739" y="85402"/>
                </a:cubicBezTo>
                <a:cubicBezTo>
                  <a:pt x="4856146" y="84222"/>
                  <a:pt x="4858120" y="82565"/>
                  <a:pt x="4859663" y="80430"/>
                </a:cubicBezTo>
                <a:cubicBezTo>
                  <a:pt x="4861209" y="78296"/>
                  <a:pt x="4862343" y="75755"/>
                  <a:pt x="4863069" y="72803"/>
                </a:cubicBezTo>
                <a:cubicBezTo>
                  <a:pt x="4863795" y="69852"/>
                  <a:pt x="4864161" y="66605"/>
                  <a:pt x="4864161" y="63065"/>
                </a:cubicBezTo>
                <a:close/>
                <a:moveTo>
                  <a:pt x="4948949" y="62179"/>
                </a:moveTo>
                <a:cubicBezTo>
                  <a:pt x="4948949" y="67491"/>
                  <a:pt x="4948360" y="72280"/>
                  <a:pt x="4947180" y="76550"/>
                </a:cubicBezTo>
                <a:cubicBezTo>
                  <a:pt x="4946042" y="80770"/>
                  <a:pt x="4944342" y="84379"/>
                  <a:pt x="4942071" y="87377"/>
                </a:cubicBezTo>
                <a:cubicBezTo>
                  <a:pt x="4939847" y="90374"/>
                  <a:pt x="4937098" y="92666"/>
                  <a:pt x="4933830" y="94255"/>
                </a:cubicBezTo>
                <a:cubicBezTo>
                  <a:pt x="4930561" y="95843"/>
                  <a:pt x="4926814" y="96638"/>
                  <a:pt x="4922594" y="96638"/>
                </a:cubicBezTo>
                <a:cubicBezTo>
                  <a:pt x="4920639" y="96638"/>
                  <a:pt x="4918825" y="96435"/>
                  <a:pt x="4917145" y="96026"/>
                </a:cubicBezTo>
                <a:cubicBezTo>
                  <a:pt x="4915510" y="95663"/>
                  <a:pt x="4913898" y="95049"/>
                  <a:pt x="4912310" y="94186"/>
                </a:cubicBezTo>
                <a:cubicBezTo>
                  <a:pt x="4910721" y="93326"/>
                  <a:pt x="4909129" y="92234"/>
                  <a:pt x="4907541" y="90917"/>
                </a:cubicBezTo>
                <a:cubicBezTo>
                  <a:pt x="4905952" y="89603"/>
                  <a:pt x="4904272" y="88014"/>
                  <a:pt x="4902503" y="86151"/>
                </a:cubicBezTo>
                <a:lnTo>
                  <a:pt x="4902503" y="93643"/>
                </a:lnTo>
                <a:cubicBezTo>
                  <a:pt x="4902503" y="94006"/>
                  <a:pt x="4902411" y="94323"/>
                  <a:pt x="4902228" y="94595"/>
                </a:cubicBezTo>
                <a:cubicBezTo>
                  <a:pt x="4902048" y="94869"/>
                  <a:pt x="4901754" y="95095"/>
                  <a:pt x="4901345" y="95278"/>
                </a:cubicBezTo>
                <a:cubicBezTo>
                  <a:pt x="4900937" y="95412"/>
                  <a:pt x="4900414" y="95526"/>
                  <a:pt x="4899777" y="95618"/>
                </a:cubicBezTo>
                <a:cubicBezTo>
                  <a:pt x="4899188" y="95709"/>
                  <a:pt x="4898417" y="95755"/>
                  <a:pt x="4897462" y="95755"/>
                </a:cubicBezTo>
                <a:cubicBezTo>
                  <a:pt x="4896553" y="95755"/>
                  <a:pt x="4895782" y="95709"/>
                  <a:pt x="4895148" y="95618"/>
                </a:cubicBezTo>
                <a:cubicBezTo>
                  <a:pt x="4894510" y="95526"/>
                  <a:pt x="4893990" y="95412"/>
                  <a:pt x="4893582" y="95278"/>
                </a:cubicBezTo>
                <a:cubicBezTo>
                  <a:pt x="4893173" y="95095"/>
                  <a:pt x="4892899" y="94869"/>
                  <a:pt x="4892762" y="94595"/>
                </a:cubicBezTo>
                <a:cubicBezTo>
                  <a:pt x="4892627" y="94323"/>
                  <a:pt x="4892559" y="94006"/>
                  <a:pt x="4892559" y="93643"/>
                </a:cubicBezTo>
                <a:lnTo>
                  <a:pt x="4892559" y="2655"/>
                </a:lnTo>
                <a:cubicBezTo>
                  <a:pt x="4892559" y="2292"/>
                  <a:pt x="4892627" y="1975"/>
                  <a:pt x="4892762" y="1700"/>
                </a:cubicBezTo>
                <a:cubicBezTo>
                  <a:pt x="4892944" y="1429"/>
                  <a:pt x="4893239" y="1203"/>
                  <a:pt x="4893647" y="1020"/>
                </a:cubicBezTo>
                <a:cubicBezTo>
                  <a:pt x="4894102" y="840"/>
                  <a:pt x="4894693" y="703"/>
                  <a:pt x="4895419" y="612"/>
                </a:cubicBezTo>
                <a:cubicBezTo>
                  <a:pt x="4896145" y="520"/>
                  <a:pt x="4897053" y="474"/>
                  <a:pt x="4898142" y="474"/>
                </a:cubicBezTo>
                <a:cubicBezTo>
                  <a:pt x="4899279" y="474"/>
                  <a:pt x="4900208" y="520"/>
                  <a:pt x="4900937" y="612"/>
                </a:cubicBezTo>
                <a:cubicBezTo>
                  <a:pt x="4901663" y="703"/>
                  <a:pt x="4902228" y="840"/>
                  <a:pt x="4902637" y="1020"/>
                </a:cubicBezTo>
                <a:cubicBezTo>
                  <a:pt x="4903046" y="1203"/>
                  <a:pt x="4903343" y="1429"/>
                  <a:pt x="4903523" y="1700"/>
                </a:cubicBezTo>
                <a:cubicBezTo>
                  <a:pt x="4903706" y="1975"/>
                  <a:pt x="4903797" y="2292"/>
                  <a:pt x="4903797" y="2655"/>
                </a:cubicBezTo>
                <a:lnTo>
                  <a:pt x="4903797" y="39362"/>
                </a:lnTo>
                <a:cubicBezTo>
                  <a:pt x="4905612" y="37502"/>
                  <a:pt x="4907360" y="35936"/>
                  <a:pt x="4909041" y="34664"/>
                </a:cubicBezTo>
                <a:cubicBezTo>
                  <a:pt x="4910767" y="33393"/>
                  <a:pt x="4912447" y="32373"/>
                  <a:pt x="4914081" y="31598"/>
                </a:cubicBezTo>
                <a:cubicBezTo>
                  <a:pt x="4915716" y="30781"/>
                  <a:pt x="4917350" y="30192"/>
                  <a:pt x="4918985" y="29829"/>
                </a:cubicBezTo>
                <a:cubicBezTo>
                  <a:pt x="4920619" y="29467"/>
                  <a:pt x="4922342" y="29284"/>
                  <a:pt x="4924160" y="29284"/>
                </a:cubicBezTo>
                <a:cubicBezTo>
                  <a:pt x="4928609" y="29284"/>
                  <a:pt x="4932401" y="30169"/>
                  <a:pt x="4935533" y="31941"/>
                </a:cubicBezTo>
                <a:cubicBezTo>
                  <a:pt x="4938710" y="33710"/>
                  <a:pt x="4941276" y="36093"/>
                  <a:pt x="4943228" y="39091"/>
                </a:cubicBezTo>
                <a:cubicBezTo>
                  <a:pt x="4945225" y="42042"/>
                  <a:pt x="4946680" y="45514"/>
                  <a:pt x="4947588" y="49512"/>
                </a:cubicBezTo>
                <a:cubicBezTo>
                  <a:pt x="4948494" y="53507"/>
                  <a:pt x="4948949" y="57730"/>
                  <a:pt x="4948949" y="62179"/>
                </a:cubicBezTo>
                <a:close/>
                <a:moveTo>
                  <a:pt x="4937098" y="63474"/>
                </a:moveTo>
                <a:cubicBezTo>
                  <a:pt x="4937098" y="60339"/>
                  <a:pt x="4936850" y="57299"/>
                  <a:pt x="4936350" y="54347"/>
                </a:cubicBezTo>
                <a:cubicBezTo>
                  <a:pt x="4935895" y="51395"/>
                  <a:pt x="4935078" y="48783"/>
                  <a:pt x="4933898" y="46514"/>
                </a:cubicBezTo>
                <a:cubicBezTo>
                  <a:pt x="4932718" y="44246"/>
                  <a:pt x="4931152" y="42428"/>
                  <a:pt x="4929198" y="41065"/>
                </a:cubicBezTo>
                <a:cubicBezTo>
                  <a:pt x="4927246" y="39659"/>
                  <a:pt x="4924817" y="38953"/>
                  <a:pt x="4921911" y="38953"/>
                </a:cubicBezTo>
                <a:cubicBezTo>
                  <a:pt x="4920459" y="38953"/>
                  <a:pt x="4919028" y="39159"/>
                  <a:pt x="4917622" y="39568"/>
                </a:cubicBezTo>
                <a:cubicBezTo>
                  <a:pt x="4916213" y="39976"/>
                  <a:pt x="4914784" y="40657"/>
                  <a:pt x="4913330" y="41611"/>
                </a:cubicBezTo>
                <a:cubicBezTo>
                  <a:pt x="4911878" y="42565"/>
                  <a:pt x="4910355" y="43791"/>
                  <a:pt x="4908766" y="45289"/>
                </a:cubicBezTo>
                <a:cubicBezTo>
                  <a:pt x="4907223" y="46786"/>
                  <a:pt x="4905566" y="48672"/>
                  <a:pt x="4903797" y="50941"/>
                </a:cubicBezTo>
                <a:lnTo>
                  <a:pt x="4903797" y="75389"/>
                </a:lnTo>
                <a:cubicBezTo>
                  <a:pt x="4906883" y="79158"/>
                  <a:pt x="4909835" y="82042"/>
                  <a:pt x="4912650" y="84039"/>
                </a:cubicBezTo>
                <a:cubicBezTo>
                  <a:pt x="4915464" y="85994"/>
                  <a:pt x="4918393" y="86968"/>
                  <a:pt x="4921437" y="86968"/>
                </a:cubicBezTo>
                <a:cubicBezTo>
                  <a:pt x="4924251" y="86968"/>
                  <a:pt x="4926657" y="86288"/>
                  <a:pt x="4928655" y="84925"/>
                </a:cubicBezTo>
                <a:cubicBezTo>
                  <a:pt x="4930652" y="83562"/>
                  <a:pt x="4932264" y="81770"/>
                  <a:pt x="4933489" y="79544"/>
                </a:cubicBezTo>
                <a:cubicBezTo>
                  <a:pt x="4934761" y="77275"/>
                  <a:pt x="4935670" y="74755"/>
                  <a:pt x="4936213" y="71986"/>
                </a:cubicBezTo>
                <a:cubicBezTo>
                  <a:pt x="4936804" y="69172"/>
                  <a:pt x="4937098" y="66334"/>
                  <a:pt x="4937098" y="63474"/>
                </a:cubicBezTo>
                <a:close/>
                <a:moveTo>
                  <a:pt x="4978369" y="96366"/>
                </a:moveTo>
                <a:cubicBezTo>
                  <a:pt x="4978369" y="100907"/>
                  <a:pt x="4978029" y="104562"/>
                  <a:pt x="4977349" y="107331"/>
                </a:cubicBezTo>
                <a:cubicBezTo>
                  <a:pt x="4976666" y="110145"/>
                  <a:pt x="4975600" y="112508"/>
                  <a:pt x="4974149" y="114414"/>
                </a:cubicBezTo>
                <a:cubicBezTo>
                  <a:pt x="4972694" y="116320"/>
                  <a:pt x="4970834" y="117752"/>
                  <a:pt x="4968562" y="118706"/>
                </a:cubicBezTo>
                <a:cubicBezTo>
                  <a:pt x="4966294" y="119704"/>
                  <a:pt x="4963548" y="120204"/>
                  <a:pt x="4960321" y="120204"/>
                </a:cubicBezTo>
                <a:cubicBezTo>
                  <a:pt x="4958870" y="120204"/>
                  <a:pt x="4957621" y="120112"/>
                  <a:pt x="4956578" y="119932"/>
                </a:cubicBezTo>
                <a:cubicBezTo>
                  <a:pt x="4955578" y="119749"/>
                  <a:pt x="4954806" y="119546"/>
                  <a:pt x="4954261" y="119318"/>
                </a:cubicBezTo>
                <a:cubicBezTo>
                  <a:pt x="4953718" y="119092"/>
                  <a:pt x="4953355" y="118818"/>
                  <a:pt x="4953172" y="118501"/>
                </a:cubicBezTo>
                <a:cubicBezTo>
                  <a:pt x="4952943" y="118229"/>
                  <a:pt x="4952786" y="117889"/>
                  <a:pt x="4952695" y="117480"/>
                </a:cubicBezTo>
                <a:cubicBezTo>
                  <a:pt x="4952603" y="117115"/>
                  <a:pt x="4952558" y="116729"/>
                  <a:pt x="4952558" y="116320"/>
                </a:cubicBezTo>
                <a:cubicBezTo>
                  <a:pt x="4952515" y="115912"/>
                  <a:pt x="4952492" y="115414"/>
                  <a:pt x="4952492" y="114823"/>
                </a:cubicBezTo>
                <a:cubicBezTo>
                  <a:pt x="4952492" y="114006"/>
                  <a:pt x="4952538" y="113303"/>
                  <a:pt x="4952626" y="112711"/>
                </a:cubicBezTo>
                <a:cubicBezTo>
                  <a:pt x="4952672" y="112123"/>
                  <a:pt x="4952786" y="111645"/>
                  <a:pt x="4952969" y="111282"/>
                </a:cubicBezTo>
                <a:cubicBezTo>
                  <a:pt x="4953103" y="110920"/>
                  <a:pt x="4953286" y="110645"/>
                  <a:pt x="4953512" y="110465"/>
                </a:cubicBezTo>
                <a:cubicBezTo>
                  <a:pt x="4953695" y="110328"/>
                  <a:pt x="4953943" y="110259"/>
                  <a:pt x="4954261" y="110259"/>
                </a:cubicBezTo>
                <a:cubicBezTo>
                  <a:pt x="4954535" y="110259"/>
                  <a:pt x="4955055" y="110305"/>
                  <a:pt x="4955827" y="110397"/>
                </a:cubicBezTo>
                <a:cubicBezTo>
                  <a:pt x="4956644" y="110534"/>
                  <a:pt x="4957575" y="110600"/>
                  <a:pt x="4958621" y="110600"/>
                </a:cubicBezTo>
                <a:cubicBezTo>
                  <a:pt x="4960119" y="110600"/>
                  <a:pt x="4961390" y="110374"/>
                  <a:pt x="4962433" y="109919"/>
                </a:cubicBezTo>
                <a:cubicBezTo>
                  <a:pt x="4963525" y="109465"/>
                  <a:pt x="4964410" y="108716"/>
                  <a:pt x="4965091" y="107673"/>
                </a:cubicBezTo>
                <a:cubicBezTo>
                  <a:pt x="4965771" y="106673"/>
                  <a:pt x="4966271" y="105356"/>
                  <a:pt x="4966588" y="103722"/>
                </a:cubicBezTo>
                <a:cubicBezTo>
                  <a:pt x="4966905" y="102087"/>
                  <a:pt x="4967065" y="99612"/>
                  <a:pt x="4967065" y="96298"/>
                </a:cubicBezTo>
                <a:lnTo>
                  <a:pt x="4967065" y="32350"/>
                </a:lnTo>
                <a:cubicBezTo>
                  <a:pt x="4967065" y="32030"/>
                  <a:pt x="4967157" y="31735"/>
                  <a:pt x="4967337" y="31464"/>
                </a:cubicBezTo>
                <a:cubicBezTo>
                  <a:pt x="4967519" y="31190"/>
                  <a:pt x="4967814" y="30964"/>
                  <a:pt x="4968222" y="30781"/>
                </a:cubicBezTo>
                <a:cubicBezTo>
                  <a:pt x="4968677" y="30601"/>
                  <a:pt x="4969268" y="30464"/>
                  <a:pt x="4969994" y="30372"/>
                </a:cubicBezTo>
                <a:cubicBezTo>
                  <a:pt x="4970720" y="30284"/>
                  <a:pt x="4971629" y="30238"/>
                  <a:pt x="4972717" y="30238"/>
                </a:cubicBezTo>
                <a:cubicBezTo>
                  <a:pt x="4973809" y="30238"/>
                  <a:pt x="4974715" y="30284"/>
                  <a:pt x="4975443" y="30372"/>
                </a:cubicBezTo>
                <a:cubicBezTo>
                  <a:pt x="4976169" y="30464"/>
                  <a:pt x="4976735" y="30601"/>
                  <a:pt x="4977143" y="30781"/>
                </a:cubicBezTo>
                <a:cubicBezTo>
                  <a:pt x="4977598" y="30964"/>
                  <a:pt x="4977915" y="31190"/>
                  <a:pt x="4978098" y="31464"/>
                </a:cubicBezTo>
                <a:cubicBezTo>
                  <a:pt x="4978281" y="31735"/>
                  <a:pt x="4978369" y="32030"/>
                  <a:pt x="4978369" y="32350"/>
                </a:cubicBezTo>
                <a:lnTo>
                  <a:pt x="4978369" y="96366"/>
                </a:lnTo>
                <a:close/>
                <a:moveTo>
                  <a:pt x="4979664" y="11644"/>
                </a:moveTo>
                <a:cubicBezTo>
                  <a:pt x="4979664" y="14279"/>
                  <a:pt x="4979164" y="16071"/>
                  <a:pt x="4978166" y="17025"/>
                </a:cubicBezTo>
                <a:cubicBezTo>
                  <a:pt x="4977166" y="17979"/>
                  <a:pt x="4975329" y="18457"/>
                  <a:pt x="4972649" y="18457"/>
                </a:cubicBezTo>
                <a:cubicBezTo>
                  <a:pt x="4970017" y="18457"/>
                  <a:pt x="4968222" y="18002"/>
                  <a:pt x="4967271" y="17094"/>
                </a:cubicBezTo>
                <a:cubicBezTo>
                  <a:pt x="4966316" y="16139"/>
                  <a:pt x="4965839" y="14370"/>
                  <a:pt x="4965839" y="11781"/>
                </a:cubicBezTo>
                <a:cubicBezTo>
                  <a:pt x="4965839" y="9147"/>
                  <a:pt x="4966316" y="7355"/>
                  <a:pt x="4967271" y="6401"/>
                </a:cubicBezTo>
                <a:cubicBezTo>
                  <a:pt x="4968268" y="5446"/>
                  <a:pt x="4970108" y="4969"/>
                  <a:pt x="4972786" y="4969"/>
                </a:cubicBezTo>
                <a:cubicBezTo>
                  <a:pt x="4975463" y="4969"/>
                  <a:pt x="4977281" y="5446"/>
                  <a:pt x="4978235" y="6401"/>
                </a:cubicBezTo>
                <a:cubicBezTo>
                  <a:pt x="4979187" y="7309"/>
                  <a:pt x="4979664" y="9055"/>
                  <a:pt x="4979664" y="11644"/>
                </a:cubicBezTo>
                <a:close/>
                <a:moveTo>
                  <a:pt x="5051516" y="60339"/>
                </a:moveTo>
                <a:cubicBezTo>
                  <a:pt x="5051516" y="62111"/>
                  <a:pt x="5051061" y="63382"/>
                  <a:pt x="5050153" y="64154"/>
                </a:cubicBezTo>
                <a:cubicBezTo>
                  <a:pt x="5049290" y="64880"/>
                  <a:pt x="5048292" y="65242"/>
                  <a:pt x="5047155" y="65242"/>
                </a:cubicBezTo>
                <a:lnTo>
                  <a:pt x="5006976" y="65242"/>
                </a:lnTo>
                <a:cubicBezTo>
                  <a:pt x="5006976" y="68649"/>
                  <a:pt x="5007316" y="71712"/>
                  <a:pt x="5007996" y="74438"/>
                </a:cubicBezTo>
                <a:cubicBezTo>
                  <a:pt x="5008676" y="77161"/>
                  <a:pt x="5009813" y="79499"/>
                  <a:pt x="5011402" y="81453"/>
                </a:cubicBezTo>
                <a:cubicBezTo>
                  <a:pt x="5012991" y="83405"/>
                  <a:pt x="5015057" y="84902"/>
                  <a:pt x="5017600" y="85948"/>
                </a:cubicBezTo>
                <a:cubicBezTo>
                  <a:pt x="5020140" y="86991"/>
                  <a:pt x="5023252" y="87514"/>
                  <a:pt x="5026930" y="87514"/>
                </a:cubicBezTo>
                <a:cubicBezTo>
                  <a:pt x="5029836" y="87514"/>
                  <a:pt x="5032422" y="87285"/>
                  <a:pt x="5034694" y="86831"/>
                </a:cubicBezTo>
                <a:cubicBezTo>
                  <a:pt x="5036962" y="86334"/>
                  <a:pt x="5038914" y="85788"/>
                  <a:pt x="5040549" y="85196"/>
                </a:cubicBezTo>
                <a:cubicBezTo>
                  <a:pt x="5042229" y="84608"/>
                  <a:pt x="5043592" y="84085"/>
                  <a:pt x="5044635" y="83630"/>
                </a:cubicBezTo>
                <a:cubicBezTo>
                  <a:pt x="5045726" y="83130"/>
                  <a:pt x="5046544" y="82882"/>
                  <a:pt x="5047087" y="82882"/>
                </a:cubicBezTo>
                <a:cubicBezTo>
                  <a:pt x="5047407" y="82882"/>
                  <a:pt x="5047678" y="82973"/>
                  <a:pt x="5047904" y="83153"/>
                </a:cubicBezTo>
                <a:cubicBezTo>
                  <a:pt x="5048178" y="83290"/>
                  <a:pt x="5048381" y="83519"/>
                  <a:pt x="5048518" y="83836"/>
                </a:cubicBezTo>
                <a:cubicBezTo>
                  <a:pt x="5048655" y="84153"/>
                  <a:pt x="5048744" y="84608"/>
                  <a:pt x="5048790" y="85196"/>
                </a:cubicBezTo>
                <a:cubicBezTo>
                  <a:pt x="5048881" y="85742"/>
                  <a:pt x="5048927" y="86422"/>
                  <a:pt x="5048927" y="87239"/>
                </a:cubicBezTo>
                <a:cubicBezTo>
                  <a:pt x="5048927" y="87831"/>
                  <a:pt x="5048904" y="88354"/>
                  <a:pt x="5048858" y="88808"/>
                </a:cubicBezTo>
                <a:cubicBezTo>
                  <a:pt x="5048812" y="89217"/>
                  <a:pt x="5048744" y="89603"/>
                  <a:pt x="5048655" y="89966"/>
                </a:cubicBezTo>
                <a:cubicBezTo>
                  <a:pt x="5048610" y="90283"/>
                  <a:pt x="5048495" y="90577"/>
                  <a:pt x="5048315" y="90851"/>
                </a:cubicBezTo>
                <a:cubicBezTo>
                  <a:pt x="5048178" y="91123"/>
                  <a:pt x="5047972" y="91394"/>
                  <a:pt x="5047701" y="91669"/>
                </a:cubicBezTo>
                <a:cubicBezTo>
                  <a:pt x="5047472" y="91894"/>
                  <a:pt x="5046746" y="92303"/>
                  <a:pt x="5045521" y="92894"/>
                </a:cubicBezTo>
                <a:cubicBezTo>
                  <a:pt x="5044295" y="93437"/>
                  <a:pt x="5042706" y="93983"/>
                  <a:pt x="5040754" y="94529"/>
                </a:cubicBezTo>
                <a:cubicBezTo>
                  <a:pt x="5038803" y="95072"/>
                  <a:pt x="5036531" y="95549"/>
                  <a:pt x="5033945" y="95958"/>
                </a:cubicBezTo>
                <a:cubicBezTo>
                  <a:pt x="5031402" y="96412"/>
                  <a:pt x="5028676" y="96638"/>
                  <a:pt x="5025772" y="96638"/>
                </a:cubicBezTo>
                <a:cubicBezTo>
                  <a:pt x="5020732" y="96638"/>
                  <a:pt x="5016306" y="95935"/>
                  <a:pt x="5012491" y="94529"/>
                </a:cubicBezTo>
                <a:cubicBezTo>
                  <a:pt x="5008722" y="93120"/>
                  <a:pt x="5005544" y="91031"/>
                  <a:pt x="5002955" y="88262"/>
                </a:cubicBezTo>
                <a:cubicBezTo>
                  <a:pt x="5000369" y="85494"/>
                  <a:pt x="4998418" y="82019"/>
                  <a:pt x="4997100" y="77841"/>
                </a:cubicBezTo>
                <a:cubicBezTo>
                  <a:pt x="4995783" y="73666"/>
                  <a:pt x="4995123" y="68806"/>
                  <a:pt x="4995123" y="63268"/>
                </a:cubicBezTo>
                <a:cubicBezTo>
                  <a:pt x="4995123" y="58002"/>
                  <a:pt x="4995806" y="53278"/>
                  <a:pt x="4997169" y="49103"/>
                </a:cubicBezTo>
                <a:cubicBezTo>
                  <a:pt x="4998529" y="44880"/>
                  <a:pt x="5000481" y="41317"/>
                  <a:pt x="5003024" y="38411"/>
                </a:cubicBezTo>
                <a:cubicBezTo>
                  <a:pt x="5005613" y="35459"/>
                  <a:pt x="5008722" y="33210"/>
                  <a:pt x="5012354" y="31667"/>
                </a:cubicBezTo>
                <a:cubicBezTo>
                  <a:pt x="5015988" y="30078"/>
                  <a:pt x="5020052" y="29284"/>
                  <a:pt x="5024547" y="29284"/>
                </a:cubicBezTo>
                <a:cubicBezTo>
                  <a:pt x="5029359" y="29284"/>
                  <a:pt x="5033445" y="30055"/>
                  <a:pt x="5036805" y="31598"/>
                </a:cubicBezTo>
                <a:cubicBezTo>
                  <a:pt x="5040209" y="33144"/>
                  <a:pt x="5043000" y="35233"/>
                  <a:pt x="5045181" y="37865"/>
                </a:cubicBezTo>
                <a:cubicBezTo>
                  <a:pt x="5047361" y="40454"/>
                  <a:pt x="5048950" y="43517"/>
                  <a:pt x="5049950" y="47060"/>
                </a:cubicBezTo>
                <a:cubicBezTo>
                  <a:pt x="5050993" y="50555"/>
                  <a:pt x="5051516" y="54301"/>
                  <a:pt x="5051516" y="58296"/>
                </a:cubicBezTo>
                <a:lnTo>
                  <a:pt x="5051516" y="60339"/>
                </a:lnTo>
                <a:close/>
                <a:moveTo>
                  <a:pt x="5040209" y="57001"/>
                </a:moveTo>
                <a:cubicBezTo>
                  <a:pt x="5040346" y="51101"/>
                  <a:pt x="5039028" y="46469"/>
                  <a:pt x="5036259" y="43108"/>
                </a:cubicBezTo>
                <a:cubicBezTo>
                  <a:pt x="5033536" y="39748"/>
                  <a:pt x="5029473" y="38070"/>
                  <a:pt x="5024069" y="38070"/>
                </a:cubicBezTo>
                <a:cubicBezTo>
                  <a:pt x="5021300" y="38070"/>
                  <a:pt x="5018872" y="38591"/>
                  <a:pt x="5016783" y="39636"/>
                </a:cubicBezTo>
                <a:cubicBezTo>
                  <a:pt x="5014694" y="40679"/>
                  <a:pt x="5012945" y="42065"/>
                  <a:pt x="5011536" y="43791"/>
                </a:cubicBezTo>
                <a:cubicBezTo>
                  <a:pt x="5010130" y="45514"/>
                  <a:pt x="5009042" y="47535"/>
                  <a:pt x="5008267" y="49852"/>
                </a:cubicBezTo>
                <a:cubicBezTo>
                  <a:pt x="5007496" y="52121"/>
                  <a:pt x="5007064" y="54504"/>
                  <a:pt x="5006976" y="57001"/>
                </a:cubicBezTo>
                <a:lnTo>
                  <a:pt x="5040209" y="57001"/>
                </a:lnTo>
                <a:close/>
                <a:moveTo>
                  <a:pt x="5112672" y="84313"/>
                </a:moveTo>
                <a:cubicBezTo>
                  <a:pt x="5112672" y="85085"/>
                  <a:pt x="5112649" y="85765"/>
                  <a:pt x="5112603" y="86357"/>
                </a:cubicBezTo>
                <a:cubicBezTo>
                  <a:pt x="5112560" y="86899"/>
                  <a:pt x="5112469" y="87377"/>
                  <a:pt x="5112332" y="87785"/>
                </a:cubicBezTo>
                <a:cubicBezTo>
                  <a:pt x="5112240" y="88148"/>
                  <a:pt x="5112106" y="88488"/>
                  <a:pt x="5111923" y="88808"/>
                </a:cubicBezTo>
                <a:cubicBezTo>
                  <a:pt x="5111786" y="89080"/>
                  <a:pt x="5111423" y="89511"/>
                  <a:pt x="5110834" y="90100"/>
                </a:cubicBezTo>
                <a:cubicBezTo>
                  <a:pt x="5110289" y="90646"/>
                  <a:pt x="5109334" y="91349"/>
                  <a:pt x="5107974" y="92212"/>
                </a:cubicBezTo>
                <a:cubicBezTo>
                  <a:pt x="5106611" y="93029"/>
                  <a:pt x="5105068" y="93777"/>
                  <a:pt x="5103342" y="94460"/>
                </a:cubicBezTo>
                <a:cubicBezTo>
                  <a:pt x="5101662" y="95095"/>
                  <a:pt x="5099825" y="95618"/>
                  <a:pt x="5097824" y="96026"/>
                </a:cubicBezTo>
                <a:cubicBezTo>
                  <a:pt x="5095827" y="96435"/>
                  <a:pt x="5093761" y="96638"/>
                  <a:pt x="5091629" y="96638"/>
                </a:cubicBezTo>
                <a:cubicBezTo>
                  <a:pt x="5087226" y="96638"/>
                  <a:pt x="5083320" y="95912"/>
                  <a:pt x="5079913" y="94460"/>
                </a:cubicBezTo>
                <a:cubicBezTo>
                  <a:pt x="5076510" y="93006"/>
                  <a:pt x="5073650" y="90897"/>
                  <a:pt x="5071332" y="88125"/>
                </a:cubicBezTo>
                <a:cubicBezTo>
                  <a:pt x="5069064" y="85311"/>
                  <a:pt x="5067315" y="81885"/>
                  <a:pt x="5066089" y="77841"/>
                </a:cubicBezTo>
                <a:cubicBezTo>
                  <a:pt x="5064909" y="73755"/>
                  <a:pt x="5064317" y="69057"/>
                  <a:pt x="5064317" y="63745"/>
                </a:cubicBezTo>
                <a:cubicBezTo>
                  <a:pt x="5064317" y="57707"/>
                  <a:pt x="5065046" y="52529"/>
                  <a:pt x="5066498" y="48217"/>
                </a:cubicBezTo>
                <a:cubicBezTo>
                  <a:pt x="5067995" y="43857"/>
                  <a:pt x="5070015" y="40294"/>
                  <a:pt x="5072558" y="37525"/>
                </a:cubicBezTo>
                <a:cubicBezTo>
                  <a:pt x="5075147" y="34756"/>
                  <a:pt x="5078168" y="32713"/>
                  <a:pt x="5081617" y="31395"/>
                </a:cubicBezTo>
                <a:cubicBezTo>
                  <a:pt x="5085114" y="30032"/>
                  <a:pt x="5088880" y="29352"/>
                  <a:pt x="5092921" y="29352"/>
                </a:cubicBezTo>
                <a:cubicBezTo>
                  <a:pt x="5094875" y="29352"/>
                  <a:pt x="5096758" y="29532"/>
                  <a:pt x="5098576" y="29898"/>
                </a:cubicBezTo>
                <a:cubicBezTo>
                  <a:pt x="5100436" y="30261"/>
                  <a:pt x="5102139" y="30738"/>
                  <a:pt x="5103682" y="31327"/>
                </a:cubicBezTo>
                <a:cubicBezTo>
                  <a:pt x="5105225" y="31918"/>
                  <a:pt x="5106588" y="32598"/>
                  <a:pt x="5107768" y="33370"/>
                </a:cubicBezTo>
                <a:cubicBezTo>
                  <a:pt x="5108994" y="34141"/>
                  <a:pt x="5109880" y="34801"/>
                  <a:pt x="5110426" y="35344"/>
                </a:cubicBezTo>
                <a:cubicBezTo>
                  <a:pt x="5110969" y="35890"/>
                  <a:pt x="5111335" y="36322"/>
                  <a:pt x="5111515" y="36639"/>
                </a:cubicBezTo>
                <a:cubicBezTo>
                  <a:pt x="5111743" y="36956"/>
                  <a:pt x="5111923" y="37342"/>
                  <a:pt x="5112060" y="37796"/>
                </a:cubicBezTo>
                <a:cubicBezTo>
                  <a:pt x="5112195" y="38205"/>
                  <a:pt x="5112286" y="38682"/>
                  <a:pt x="5112332" y="39228"/>
                </a:cubicBezTo>
                <a:cubicBezTo>
                  <a:pt x="5112378" y="39771"/>
                  <a:pt x="5112400" y="40454"/>
                  <a:pt x="5112400" y="41271"/>
                </a:cubicBezTo>
                <a:cubicBezTo>
                  <a:pt x="5112400" y="43040"/>
                  <a:pt x="5112195" y="44288"/>
                  <a:pt x="5111786" y="45017"/>
                </a:cubicBezTo>
                <a:cubicBezTo>
                  <a:pt x="5111377" y="45697"/>
                  <a:pt x="5110880" y="46037"/>
                  <a:pt x="5110289" y="46037"/>
                </a:cubicBezTo>
                <a:cubicBezTo>
                  <a:pt x="5109609" y="46037"/>
                  <a:pt x="5108814" y="45674"/>
                  <a:pt x="5107906" y="44948"/>
                </a:cubicBezTo>
                <a:cubicBezTo>
                  <a:pt x="5107043" y="44177"/>
                  <a:pt x="5105931" y="43337"/>
                  <a:pt x="5104568" y="42428"/>
                </a:cubicBezTo>
                <a:cubicBezTo>
                  <a:pt x="5103205" y="41519"/>
                  <a:pt x="5101548" y="40702"/>
                  <a:pt x="5099596" y="39976"/>
                </a:cubicBezTo>
                <a:cubicBezTo>
                  <a:pt x="5097690" y="39205"/>
                  <a:pt x="5095418" y="38819"/>
                  <a:pt x="5092787" y="38819"/>
                </a:cubicBezTo>
                <a:cubicBezTo>
                  <a:pt x="5087383" y="38819"/>
                  <a:pt x="5083228" y="40908"/>
                  <a:pt x="5080322" y="45083"/>
                </a:cubicBezTo>
                <a:cubicBezTo>
                  <a:pt x="5077462" y="49215"/>
                  <a:pt x="5076033" y="55233"/>
                  <a:pt x="5076033" y="63131"/>
                </a:cubicBezTo>
                <a:cubicBezTo>
                  <a:pt x="5076033" y="67083"/>
                  <a:pt x="5076396" y="70555"/>
                  <a:pt x="5077122" y="73552"/>
                </a:cubicBezTo>
                <a:cubicBezTo>
                  <a:pt x="5077893" y="76504"/>
                  <a:pt x="5079008" y="78978"/>
                  <a:pt x="5080459" y="80976"/>
                </a:cubicBezTo>
                <a:cubicBezTo>
                  <a:pt x="5081911" y="82973"/>
                  <a:pt x="5083683" y="84471"/>
                  <a:pt x="5085771" y="85471"/>
                </a:cubicBezTo>
                <a:cubicBezTo>
                  <a:pt x="5087906" y="86422"/>
                  <a:pt x="5090335" y="86899"/>
                  <a:pt x="5093058" y="86899"/>
                </a:cubicBezTo>
                <a:cubicBezTo>
                  <a:pt x="5095647" y="86899"/>
                  <a:pt x="5097916" y="86491"/>
                  <a:pt x="5099870" y="85674"/>
                </a:cubicBezTo>
                <a:cubicBezTo>
                  <a:pt x="5101822" y="84856"/>
                  <a:pt x="5103499" y="83970"/>
                  <a:pt x="5104908" y="83019"/>
                </a:cubicBezTo>
                <a:cubicBezTo>
                  <a:pt x="5106363" y="82019"/>
                  <a:pt x="5107566" y="81133"/>
                  <a:pt x="5108517" y="80361"/>
                </a:cubicBezTo>
                <a:cubicBezTo>
                  <a:pt x="5109517" y="79544"/>
                  <a:pt x="5110289" y="79136"/>
                  <a:pt x="5110834" y="79136"/>
                </a:cubicBezTo>
                <a:cubicBezTo>
                  <a:pt x="5111152" y="79136"/>
                  <a:pt x="5111423" y="79227"/>
                  <a:pt x="5111652" y="79410"/>
                </a:cubicBezTo>
                <a:cubicBezTo>
                  <a:pt x="5111877" y="79590"/>
                  <a:pt x="5112060" y="79907"/>
                  <a:pt x="5112195" y="80361"/>
                </a:cubicBezTo>
                <a:cubicBezTo>
                  <a:pt x="5112378" y="80770"/>
                  <a:pt x="5112492" y="81316"/>
                  <a:pt x="5112538" y="81996"/>
                </a:cubicBezTo>
                <a:cubicBezTo>
                  <a:pt x="5112626" y="82633"/>
                  <a:pt x="5112672" y="83405"/>
                  <a:pt x="5112672" y="84313"/>
                </a:cubicBezTo>
                <a:close/>
                <a:moveTo>
                  <a:pt x="5159461" y="89148"/>
                </a:moveTo>
                <a:cubicBezTo>
                  <a:pt x="5159461" y="90466"/>
                  <a:pt x="5159369" y="91509"/>
                  <a:pt x="5159189" y="92280"/>
                </a:cubicBezTo>
                <a:cubicBezTo>
                  <a:pt x="5159006" y="93052"/>
                  <a:pt x="5158735" y="93620"/>
                  <a:pt x="5158372" y="93983"/>
                </a:cubicBezTo>
                <a:cubicBezTo>
                  <a:pt x="5158006" y="94346"/>
                  <a:pt x="5157463" y="94686"/>
                  <a:pt x="5156737" y="95003"/>
                </a:cubicBezTo>
                <a:cubicBezTo>
                  <a:pt x="5156009" y="95323"/>
                  <a:pt x="5155169" y="95572"/>
                  <a:pt x="5154217" y="95755"/>
                </a:cubicBezTo>
                <a:cubicBezTo>
                  <a:pt x="5153308" y="95981"/>
                  <a:pt x="5152331" y="96163"/>
                  <a:pt x="5151288" y="96298"/>
                </a:cubicBezTo>
                <a:cubicBezTo>
                  <a:pt x="5150242" y="96435"/>
                  <a:pt x="5149199" y="96503"/>
                  <a:pt x="5148156" y="96503"/>
                </a:cubicBezTo>
                <a:cubicBezTo>
                  <a:pt x="5144976" y="96503"/>
                  <a:pt x="5142253" y="96095"/>
                  <a:pt x="5139984" y="95278"/>
                </a:cubicBezTo>
                <a:cubicBezTo>
                  <a:pt x="5137712" y="94415"/>
                  <a:pt x="5135849" y="93143"/>
                  <a:pt x="5134397" y="91463"/>
                </a:cubicBezTo>
                <a:cubicBezTo>
                  <a:pt x="5132946" y="89737"/>
                  <a:pt x="5131877" y="87582"/>
                  <a:pt x="5131197" y="84993"/>
                </a:cubicBezTo>
                <a:cubicBezTo>
                  <a:pt x="5130560" y="82359"/>
                  <a:pt x="5130243" y="79273"/>
                  <a:pt x="5130243" y="75732"/>
                </a:cubicBezTo>
                <a:lnTo>
                  <a:pt x="5130243" y="39908"/>
                </a:lnTo>
                <a:lnTo>
                  <a:pt x="5121662" y="39908"/>
                </a:lnTo>
                <a:cubicBezTo>
                  <a:pt x="5120981" y="39908"/>
                  <a:pt x="5120436" y="39545"/>
                  <a:pt x="5120027" y="38819"/>
                </a:cubicBezTo>
                <a:cubicBezTo>
                  <a:pt x="5119618" y="38093"/>
                  <a:pt x="5119416" y="36910"/>
                  <a:pt x="5119416" y="35276"/>
                </a:cubicBezTo>
                <a:cubicBezTo>
                  <a:pt x="5119416" y="34416"/>
                  <a:pt x="5119461" y="33687"/>
                  <a:pt x="5119550" y="33098"/>
                </a:cubicBezTo>
                <a:cubicBezTo>
                  <a:pt x="5119687" y="32507"/>
                  <a:pt x="5119847" y="32030"/>
                  <a:pt x="5120027" y="31667"/>
                </a:cubicBezTo>
                <a:cubicBezTo>
                  <a:pt x="5120210" y="31258"/>
                  <a:pt x="5120436" y="30987"/>
                  <a:pt x="5120710" y="30850"/>
                </a:cubicBezTo>
                <a:cubicBezTo>
                  <a:pt x="5121027" y="30670"/>
                  <a:pt x="5121367" y="30578"/>
                  <a:pt x="5121730" y="30578"/>
                </a:cubicBezTo>
                <a:lnTo>
                  <a:pt x="5130243" y="30578"/>
                </a:lnTo>
                <a:lnTo>
                  <a:pt x="5130243" y="16005"/>
                </a:lnTo>
                <a:cubicBezTo>
                  <a:pt x="5130243" y="15685"/>
                  <a:pt x="5130311" y="15390"/>
                  <a:pt x="5130448" y="15119"/>
                </a:cubicBezTo>
                <a:cubicBezTo>
                  <a:pt x="5130628" y="14845"/>
                  <a:pt x="5130926" y="14619"/>
                  <a:pt x="5131334" y="14436"/>
                </a:cubicBezTo>
                <a:cubicBezTo>
                  <a:pt x="5131789" y="14210"/>
                  <a:pt x="5132377" y="14050"/>
                  <a:pt x="5133103" y="13962"/>
                </a:cubicBezTo>
                <a:cubicBezTo>
                  <a:pt x="5133829" y="13870"/>
                  <a:pt x="5134737" y="13825"/>
                  <a:pt x="5135829" y="13825"/>
                </a:cubicBezTo>
                <a:cubicBezTo>
                  <a:pt x="5136963" y="13825"/>
                  <a:pt x="5137895" y="13870"/>
                  <a:pt x="5138621" y="13962"/>
                </a:cubicBezTo>
                <a:cubicBezTo>
                  <a:pt x="5139347" y="14050"/>
                  <a:pt x="5139915" y="14210"/>
                  <a:pt x="5140324" y="14436"/>
                </a:cubicBezTo>
                <a:cubicBezTo>
                  <a:pt x="5140733" y="14619"/>
                  <a:pt x="5141027" y="14845"/>
                  <a:pt x="5141207" y="15119"/>
                </a:cubicBezTo>
                <a:cubicBezTo>
                  <a:pt x="5141390" y="15390"/>
                  <a:pt x="5141481" y="15685"/>
                  <a:pt x="5141481" y="16005"/>
                </a:cubicBezTo>
                <a:lnTo>
                  <a:pt x="5141481" y="30578"/>
                </a:lnTo>
                <a:lnTo>
                  <a:pt x="5157212" y="30578"/>
                </a:lnTo>
                <a:cubicBezTo>
                  <a:pt x="5157577" y="30578"/>
                  <a:pt x="5157895" y="30670"/>
                  <a:pt x="5158166" y="30850"/>
                </a:cubicBezTo>
                <a:cubicBezTo>
                  <a:pt x="5158438" y="30987"/>
                  <a:pt x="5158666" y="31258"/>
                  <a:pt x="5158846" y="31667"/>
                </a:cubicBezTo>
                <a:cubicBezTo>
                  <a:pt x="5159075" y="32030"/>
                  <a:pt x="5159235" y="32507"/>
                  <a:pt x="5159323" y="33098"/>
                </a:cubicBezTo>
                <a:cubicBezTo>
                  <a:pt x="5159415" y="33687"/>
                  <a:pt x="5159461" y="34416"/>
                  <a:pt x="5159461" y="35276"/>
                </a:cubicBezTo>
                <a:cubicBezTo>
                  <a:pt x="5159461" y="36910"/>
                  <a:pt x="5159255" y="38093"/>
                  <a:pt x="5158846" y="38819"/>
                </a:cubicBezTo>
                <a:cubicBezTo>
                  <a:pt x="5158438" y="39545"/>
                  <a:pt x="5157895" y="39908"/>
                  <a:pt x="5157212" y="39908"/>
                </a:cubicBezTo>
                <a:lnTo>
                  <a:pt x="5141481" y="39908"/>
                </a:lnTo>
                <a:lnTo>
                  <a:pt x="5141481" y="74098"/>
                </a:lnTo>
                <a:cubicBezTo>
                  <a:pt x="5141481" y="78318"/>
                  <a:pt x="5142093" y="81519"/>
                  <a:pt x="5143319" y="83699"/>
                </a:cubicBezTo>
                <a:cubicBezTo>
                  <a:pt x="5144590" y="85834"/>
                  <a:pt x="5146839" y="86899"/>
                  <a:pt x="5150062" y="86899"/>
                </a:cubicBezTo>
                <a:cubicBezTo>
                  <a:pt x="5151105" y="86899"/>
                  <a:pt x="5152037" y="86811"/>
                  <a:pt x="5152854" y="86628"/>
                </a:cubicBezTo>
                <a:cubicBezTo>
                  <a:pt x="5153671" y="86402"/>
                  <a:pt x="5154397" y="86174"/>
                  <a:pt x="5155034" y="85948"/>
                </a:cubicBezTo>
                <a:cubicBezTo>
                  <a:pt x="5155669" y="85719"/>
                  <a:pt x="5156214" y="85516"/>
                  <a:pt x="5156669" y="85334"/>
                </a:cubicBezTo>
                <a:cubicBezTo>
                  <a:pt x="5157123" y="85108"/>
                  <a:pt x="5157532" y="84993"/>
                  <a:pt x="5157895" y="84993"/>
                </a:cubicBezTo>
                <a:cubicBezTo>
                  <a:pt x="5158120" y="84993"/>
                  <a:pt x="5158326" y="85062"/>
                  <a:pt x="5158506" y="85196"/>
                </a:cubicBezTo>
                <a:cubicBezTo>
                  <a:pt x="5158735" y="85288"/>
                  <a:pt x="5158892" y="85494"/>
                  <a:pt x="5158983" y="85811"/>
                </a:cubicBezTo>
                <a:cubicBezTo>
                  <a:pt x="5159121" y="86128"/>
                  <a:pt x="5159232" y="86559"/>
                  <a:pt x="5159323" y="87105"/>
                </a:cubicBezTo>
                <a:cubicBezTo>
                  <a:pt x="5159415" y="87648"/>
                  <a:pt x="5159461" y="88331"/>
                  <a:pt x="5159461" y="89148"/>
                </a:cubicBezTo>
                <a:close/>
                <a:moveTo>
                  <a:pt x="5262231" y="62179"/>
                </a:moveTo>
                <a:cubicBezTo>
                  <a:pt x="5262231" y="67491"/>
                  <a:pt x="5261639" y="72280"/>
                  <a:pt x="5260459" y="76550"/>
                </a:cubicBezTo>
                <a:cubicBezTo>
                  <a:pt x="5259324" y="80770"/>
                  <a:pt x="5257621" y="84379"/>
                  <a:pt x="5255353" y="87377"/>
                </a:cubicBezTo>
                <a:cubicBezTo>
                  <a:pt x="5253127" y="90374"/>
                  <a:pt x="5250381" y="92666"/>
                  <a:pt x="5247112" y="94255"/>
                </a:cubicBezTo>
                <a:cubicBezTo>
                  <a:pt x="5243843" y="95843"/>
                  <a:pt x="5240096" y="96638"/>
                  <a:pt x="5235873" y="96638"/>
                </a:cubicBezTo>
                <a:cubicBezTo>
                  <a:pt x="5233921" y="96638"/>
                  <a:pt x="5232107" y="96435"/>
                  <a:pt x="5230427" y="96026"/>
                </a:cubicBezTo>
                <a:cubicBezTo>
                  <a:pt x="5228792" y="95663"/>
                  <a:pt x="5227178" y="95049"/>
                  <a:pt x="5225589" y="94186"/>
                </a:cubicBezTo>
                <a:cubicBezTo>
                  <a:pt x="5224000" y="93326"/>
                  <a:pt x="5222411" y="92234"/>
                  <a:pt x="5220823" y="90917"/>
                </a:cubicBezTo>
                <a:cubicBezTo>
                  <a:pt x="5219234" y="89603"/>
                  <a:pt x="5217554" y="88014"/>
                  <a:pt x="5215782" y="86151"/>
                </a:cubicBezTo>
                <a:lnTo>
                  <a:pt x="5215782" y="93643"/>
                </a:lnTo>
                <a:cubicBezTo>
                  <a:pt x="5215782" y="94006"/>
                  <a:pt x="5215693" y="94323"/>
                  <a:pt x="5215510" y="94595"/>
                </a:cubicBezTo>
                <a:cubicBezTo>
                  <a:pt x="5215328" y="94869"/>
                  <a:pt x="5215033" y="95095"/>
                  <a:pt x="5214625" y="95278"/>
                </a:cubicBezTo>
                <a:cubicBezTo>
                  <a:pt x="5214216" y="95412"/>
                  <a:pt x="5213693" y="95526"/>
                  <a:pt x="5213059" y="95618"/>
                </a:cubicBezTo>
                <a:cubicBezTo>
                  <a:pt x="5212467" y="95709"/>
                  <a:pt x="5211696" y="95755"/>
                  <a:pt x="5210744" y="95755"/>
                </a:cubicBezTo>
                <a:cubicBezTo>
                  <a:pt x="5209835" y="95755"/>
                  <a:pt x="5209064" y="95709"/>
                  <a:pt x="5208427" y="95618"/>
                </a:cubicBezTo>
                <a:cubicBezTo>
                  <a:pt x="5207792" y="95526"/>
                  <a:pt x="5207269" y="95412"/>
                  <a:pt x="5206861" y="95278"/>
                </a:cubicBezTo>
                <a:cubicBezTo>
                  <a:pt x="5206452" y="95095"/>
                  <a:pt x="5206181" y="94869"/>
                  <a:pt x="5206044" y="94595"/>
                </a:cubicBezTo>
                <a:cubicBezTo>
                  <a:pt x="5205906" y="94323"/>
                  <a:pt x="5205841" y="94006"/>
                  <a:pt x="5205841" y="93643"/>
                </a:cubicBezTo>
                <a:lnTo>
                  <a:pt x="5205841" y="2655"/>
                </a:lnTo>
                <a:cubicBezTo>
                  <a:pt x="5205841" y="2292"/>
                  <a:pt x="5205906" y="1975"/>
                  <a:pt x="5206044" y="1700"/>
                </a:cubicBezTo>
                <a:cubicBezTo>
                  <a:pt x="5206226" y="1429"/>
                  <a:pt x="5206521" y="1203"/>
                  <a:pt x="5206929" y="1020"/>
                </a:cubicBezTo>
                <a:cubicBezTo>
                  <a:pt x="5207384" y="840"/>
                  <a:pt x="5207972" y="703"/>
                  <a:pt x="5208701" y="612"/>
                </a:cubicBezTo>
                <a:cubicBezTo>
                  <a:pt x="5209427" y="520"/>
                  <a:pt x="5210335" y="474"/>
                  <a:pt x="5211424" y="474"/>
                </a:cubicBezTo>
                <a:cubicBezTo>
                  <a:pt x="5212559" y="474"/>
                  <a:pt x="5213490" y="520"/>
                  <a:pt x="5214216" y="612"/>
                </a:cubicBezTo>
                <a:cubicBezTo>
                  <a:pt x="5214942" y="703"/>
                  <a:pt x="5215510" y="840"/>
                  <a:pt x="5215919" y="1020"/>
                </a:cubicBezTo>
                <a:cubicBezTo>
                  <a:pt x="5216328" y="1203"/>
                  <a:pt x="5216622" y="1429"/>
                  <a:pt x="5216805" y="1700"/>
                </a:cubicBezTo>
                <a:cubicBezTo>
                  <a:pt x="5216985" y="1975"/>
                  <a:pt x="5217076" y="2292"/>
                  <a:pt x="5217076" y="2655"/>
                </a:cubicBezTo>
                <a:lnTo>
                  <a:pt x="5217076" y="39362"/>
                </a:lnTo>
                <a:cubicBezTo>
                  <a:pt x="5218894" y="37502"/>
                  <a:pt x="5220640" y="35936"/>
                  <a:pt x="5222320" y="34664"/>
                </a:cubicBezTo>
                <a:cubicBezTo>
                  <a:pt x="5224046" y="33393"/>
                  <a:pt x="5225726" y="32373"/>
                  <a:pt x="5227360" y="31598"/>
                </a:cubicBezTo>
                <a:cubicBezTo>
                  <a:pt x="5228995" y="30781"/>
                  <a:pt x="5230629" y="30192"/>
                  <a:pt x="5232264" y="29829"/>
                </a:cubicBezTo>
                <a:cubicBezTo>
                  <a:pt x="5233898" y="29467"/>
                  <a:pt x="5235624" y="29284"/>
                  <a:pt x="5237439" y="29284"/>
                </a:cubicBezTo>
                <a:cubicBezTo>
                  <a:pt x="5241891" y="29284"/>
                  <a:pt x="5245680" y="30169"/>
                  <a:pt x="5248815" y="31941"/>
                </a:cubicBezTo>
                <a:cubicBezTo>
                  <a:pt x="5251992" y="33710"/>
                  <a:pt x="5254555" y="36093"/>
                  <a:pt x="5256510" y="39091"/>
                </a:cubicBezTo>
                <a:cubicBezTo>
                  <a:pt x="5258507" y="42042"/>
                  <a:pt x="5259959" y="45514"/>
                  <a:pt x="5260868" y="49512"/>
                </a:cubicBezTo>
                <a:cubicBezTo>
                  <a:pt x="5261776" y="53507"/>
                  <a:pt x="5262231" y="57730"/>
                  <a:pt x="5262231" y="62179"/>
                </a:cubicBezTo>
                <a:close/>
                <a:moveTo>
                  <a:pt x="5250381" y="63474"/>
                </a:moveTo>
                <a:cubicBezTo>
                  <a:pt x="5250381" y="60339"/>
                  <a:pt x="5250129" y="57299"/>
                  <a:pt x="5249632" y="54347"/>
                </a:cubicBezTo>
                <a:cubicBezTo>
                  <a:pt x="5249177" y="51395"/>
                  <a:pt x="5248360" y="48783"/>
                  <a:pt x="5247180" y="46514"/>
                </a:cubicBezTo>
                <a:cubicBezTo>
                  <a:pt x="5245997" y="44246"/>
                  <a:pt x="5244431" y="42428"/>
                  <a:pt x="5242480" y="41065"/>
                </a:cubicBezTo>
                <a:cubicBezTo>
                  <a:pt x="5240528" y="39659"/>
                  <a:pt x="5238099" y="38953"/>
                  <a:pt x="5235193" y="38953"/>
                </a:cubicBezTo>
                <a:cubicBezTo>
                  <a:pt x="5233738" y="38953"/>
                  <a:pt x="5232310" y="39159"/>
                  <a:pt x="5230901" y="39568"/>
                </a:cubicBezTo>
                <a:cubicBezTo>
                  <a:pt x="5229495" y="39976"/>
                  <a:pt x="5228063" y="40657"/>
                  <a:pt x="5226612" y="41611"/>
                </a:cubicBezTo>
                <a:cubicBezTo>
                  <a:pt x="5225157" y="42565"/>
                  <a:pt x="5223637" y="43791"/>
                  <a:pt x="5222048" y="45289"/>
                </a:cubicBezTo>
                <a:cubicBezTo>
                  <a:pt x="5220505" y="46786"/>
                  <a:pt x="5218848" y="48672"/>
                  <a:pt x="5217076" y="50941"/>
                </a:cubicBezTo>
                <a:lnTo>
                  <a:pt x="5217076" y="75389"/>
                </a:lnTo>
                <a:cubicBezTo>
                  <a:pt x="5220165" y="79158"/>
                  <a:pt x="5223117" y="82042"/>
                  <a:pt x="5225932" y="84039"/>
                </a:cubicBezTo>
                <a:cubicBezTo>
                  <a:pt x="5228746" y="85994"/>
                  <a:pt x="5231675" y="86968"/>
                  <a:pt x="5234716" y="86968"/>
                </a:cubicBezTo>
                <a:cubicBezTo>
                  <a:pt x="5237530" y="86968"/>
                  <a:pt x="5239936" y="86288"/>
                  <a:pt x="5241934" y="84925"/>
                </a:cubicBezTo>
                <a:cubicBezTo>
                  <a:pt x="5243934" y="83562"/>
                  <a:pt x="5245546" y="81770"/>
                  <a:pt x="5246771" y="79544"/>
                </a:cubicBezTo>
                <a:cubicBezTo>
                  <a:pt x="5248040" y="77275"/>
                  <a:pt x="5248949" y="74755"/>
                  <a:pt x="5249495" y="71986"/>
                </a:cubicBezTo>
                <a:cubicBezTo>
                  <a:pt x="5250083" y="69172"/>
                  <a:pt x="5250381" y="66334"/>
                  <a:pt x="5250381" y="63474"/>
                </a:cubicBezTo>
                <a:close/>
                <a:moveTo>
                  <a:pt x="5331425" y="60339"/>
                </a:moveTo>
                <a:cubicBezTo>
                  <a:pt x="5331425" y="62111"/>
                  <a:pt x="5330971" y="63382"/>
                  <a:pt x="5330062" y="64154"/>
                </a:cubicBezTo>
                <a:cubicBezTo>
                  <a:pt x="5329199" y="64880"/>
                  <a:pt x="5328202" y="65242"/>
                  <a:pt x="5327064" y="65242"/>
                </a:cubicBezTo>
                <a:lnTo>
                  <a:pt x="5286885" y="65242"/>
                </a:lnTo>
                <a:cubicBezTo>
                  <a:pt x="5286885" y="68649"/>
                  <a:pt x="5287225" y="71712"/>
                  <a:pt x="5287905" y="74438"/>
                </a:cubicBezTo>
                <a:cubicBezTo>
                  <a:pt x="5288585" y="77161"/>
                  <a:pt x="5289723" y="79499"/>
                  <a:pt x="5291311" y="81453"/>
                </a:cubicBezTo>
                <a:cubicBezTo>
                  <a:pt x="5292900" y="83405"/>
                  <a:pt x="5294966" y="84902"/>
                  <a:pt x="5297509" y="85948"/>
                </a:cubicBezTo>
                <a:cubicBezTo>
                  <a:pt x="5300050" y="86991"/>
                  <a:pt x="5303161" y="87514"/>
                  <a:pt x="5306839" y="87514"/>
                </a:cubicBezTo>
                <a:cubicBezTo>
                  <a:pt x="5309745" y="87514"/>
                  <a:pt x="5312331" y="87285"/>
                  <a:pt x="5314603" y="86831"/>
                </a:cubicBezTo>
                <a:cubicBezTo>
                  <a:pt x="5316872" y="86334"/>
                  <a:pt x="5318823" y="85788"/>
                  <a:pt x="5320458" y="85196"/>
                </a:cubicBezTo>
                <a:cubicBezTo>
                  <a:pt x="5322138" y="84608"/>
                  <a:pt x="5323501" y="84085"/>
                  <a:pt x="5324547" y="83630"/>
                </a:cubicBezTo>
                <a:cubicBezTo>
                  <a:pt x="5325636" y="83130"/>
                  <a:pt x="5326453" y="82882"/>
                  <a:pt x="5326996" y="82882"/>
                </a:cubicBezTo>
                <a:cubicBezTo>
                  <a:pt x="5327316" y="82882"/>
                  <a:pt x="5327587" y="82973"/>
                  <a:pt x="5327816" y="83153"/>
                </a:cubicBezTo>
                <a:cubicBezTo>
                  <a:pt x="5328087" y="83290"/>
                  <a:pt x="5328290" y="83519"/>
                  <a:pt x="5328427" y="83836"/>
                </a:cubicBezTo>
                <a:cubicBezTo>
                  <a:pt x="5328565" y="84153"/>
                  <a:pt x="5328656" y="84608"/>
                  <a:pt x="5328699" y="85196"/>
                </a:cubicBezTo>
                <a:cubicBezTo>
                  <a:pt x="5328790" y="85742"/>
                  <a:pt x="5328836" y="86422"/>
                  <a:pt x="5328836" y="87239"/>
                </a:cubicBezTo>
                <a:cubicBezTo>
                  <a:pt x="5328836" y="87831"/>
                  <a:pt x="5328813" y="88354"/>
                  <a:pt x="5328767" y="88808"/>
                </a:cubicBezTo>
                <a:cubicBezTo>
                  <a:pt x="5328722" y="89217"/>
                  <a:pt x="5328656" y="89603"/>
                  <a:pt x="5328565" y="89966"/>
                </a:cubicBezTo>
                <a:cubicBezTo>
                  <a:pt x="5328519" y="90283"/>
                  <a:pt x="5328405" y="90577"/>
                  <a:pt x="5328225" y="90851"/>
                </a:cubicBezTo>
                <a:cubicBezTo>
                  <a:pt x="5328087" y="91123"/>
                  <a:pt x="5327882" y="91394"/>
                  <a:pt x="5327610" y="91669"/>
                </a:cubicBezTo>
                <a:cubicBezTo>
                  <a:pt x="5327384" y="91894"/>
                  <a:pt x="5326656" y="92303"/>
                  <a:pt x="5325430" y="92894"/>
                </a:cubicBezTo>
                <a:cubicBezTo>
                  <a:pt x="5324204" y="93437"/>
                  <a:pt x="5322615" y="93983"/>
                  <a:pt x="5320664" y="94529"/>
                </a:cubicBezTo>
                <a:cubicBezTo>
                  <a:pt x="5318712" y="95072"/>
                  <a:pt x="5316440" y="95549"/>
                  <a:pt x="5313854" y="95958"/>
                </a:cubicBezTo>
                <a:cubicBezTo>
                  <a:pt x="5311311" y="96412"/>
                  <a:pt x="5308588" y="96638"/>
                  <a:pt x="5305682" y="96638"/>
                </a:cubicBezTo>
                <a:cubicBezTo>
                  <a:pt x="5300641" y="96638"/>
                  <a:pt x="5296215" y="95935"/>
                  <a:pt x="5292400" y="94529"/>
                </a:cubicBezTo>
                <a:cubicBezTo>
                  <a:pt x="5288631" y="93120"/>
                  <a:pt x="5285453" y="91031"/>
                  <a:pt x="5282865" y="88262"/>
                </a:cubicBezTo>
                <a:cubicBezTo>
                  <a:pt x="5280279" y="85494"/>
                  <a:pt x="5278327" y="82019"/>
                  <a:pt x="5277010" y="77841"/>
                </a:cubicBezTo>
                <a:cubicBezTo>
                  <a:pt x="5275692" y="73666"/>
                  <a:pt x="5275035" y="68806"/>
                  <a:pt x="5275035" y="63268"/>
                </a:cubicBezTo>
                <a:cubicBezTo>
                  <a:pt x="5275035" y="58002"/>
                  <a:pt x="5275715" y="53278"/>
                  <a:pt x="5277075" y="49103"/>
                </a:cubicBezTo>
                <a:cubicBezTo>
                  <a:pt x="5278438" y="44880"/>
                  <a:pt x="5280390" y="41317"/>
                  <a:pt x="5282933" y="38411"/>
                </a:cubicBezTo>
                <a:cubicBezTo>
                  <a:pt x="5285522" y="35459"/>
                  <a:pt x="5288631" y="33210"/>
                  <a:pt x="5292263" y="31667"/>
                </a:cubicBezTo>
                <a:cubicBezTo>
                  <a:pt x="5295898" y="30078"/>
                  <a:pt x="5299961" y="29284"/>
                  <a:pt x="5304456" y="29284"/>
                </a:cubicBezTo>
                <a:cubicBezTo>
                  <a:pt x="5309268" y="29284"/>
                  <a:pt x="5313354" y="30055"/>
                  <a:pt x="5316715" y="31598"/>
                </a:cubicBezTo>
                <a:cubicBezTo>
                  <a:pt x="5320118" y="33144"/>
                  <a:pt x="5322912" y="35233"/>
                  <a:pt x="5325090" y="37865"/>
                </a:cubicBezTo>
                <a:cubicBezTo>
                  <a:pt x="5327270" y="40454"/>
                  <a:pt x="5328859" y="43517"/>
                  <a:pt x="5329859" y="47060"/>
                </a:cubicBezTo>
                <a:cubicBezTo>
                  <a:pt x="5330902" y="50555"/>
                  <a:pt x="5331425" y="54301"/>
                  <a:pt x="5331425" y="58296"/>
                </a:cubicBezTo>
                <a:lnTo>
                  <a:pt x="5331425" y="60339"/>
                </a:lnTo>
                <a:close/>
                <a:moveTo>
                  <a:pt x="5320118" y="57001"/>
                </a:moveTo>
                <a:cubicBezTo>
                  <a:pt x="5320255" y="51101"/>
                  <a:pt x="5318938" y="46469"/>
                  <a:pt x="5316169" y="43108"/>
                </a:cubicBezTo>
                <a:cubicBezTo>
                  <a:pt x="5313446" y="39748"/>
                  <a:pt x="5309382" y="38070"/>
                  <a:pt x="5303979" y="38070"/>
                </a:cubicBezTo>
                <a:cubicBezTo>
                  <a:pt x="5301210" y="38070"/>
                  <a:pt x="5298781" y="38591"/>
                  <a:pt x="5296692" y="39636"/>
                </a:cubicBezTo>
                <a:cubicBezTo>
                  <a:pt x="5294603" y="40679"/>
                  <a:pt x="5292854" y="42065"/>
                  <a:pt x="5291446" y="43791"/>
                </a:cubicBezTo>
                <a:cubicBezTo>
                  <a:pt x="5290040" y="45514"/>
                  <a:pt x="5288951" y="47535"/>
                  <a:pt x="5288177" y="49852"/>
                </a:cubicBezTo>
                <a:cubicBezTo>
                  <a:pt x="5287405" y="52121"/>
                  <a:pt x="5286974" y="54504"/>
                  <a:pt x="5286885" y="57001"/>
                </a:cubicBezTo>
                <a:lnTo>
                  <a:pt x="5320118" y="57001"/>
                </a:lnTo>
                <a:close/>
                <a:moveTo>
                  <a:pt x="5359757" y="93643"/>
                </a:moveTo>
                <a:cubicBezTo>
                  <a:pt x="5359757" y="94006"/>
                  <a:pt x="5359666" y="94323"/>
                  <a:pt x="5359483" y="94595"/>
                </a:cubicBezTo>
                <a:cubicBezTo>
                  <a:pt x="5359303" y="94823"/>
                  <a:pt x="5359006" y="95026"/>
                  <a:pt x="5358597" y="95209"/>
                </a:cubicBezTo>
                <a:cubicBezTo>
                  <a:pt x="5358188" y="95392"/>
                  <a:pt x="5357622" y="95526"/>
                  <a:pt x="5356894" y="95618"/>
                </a:cubicBezTo>
                <a:cubicBezTo>
                  <a:pt x="5356168" y="95709"/>
                  <a:pt x="5355239" y="95755"/>
                  <a:pt x="5354102" y="95755"/>
                </a:cubicBezTo>
                <a:cubicBezTo>
                  <a:pt x="5353013" y="95755"/>
                  <a:pt x="5352105" y="95709"/>
                  <a:pt x="5351379" y="95618"/>
                </a:cubicBezTo>
                <a:cubicBezTo>
                  <a:pt x="5350653" y="95526"/>
                  <a:pt x="5350062" y="95392"/>
                  <a:pt x="5349607" y="95209"/>
                </a:cubicBezTo>
                <a:cubicBezTo>
                  <a:pt x="5349199" y="95026"/>
                  <a:pt x="5348904" y="94823"/>
                  <a:pt x="5348721" y="94595"/>
                </a:cubicBezTo>
                <a:cubicBezTo>
                  <a:pt x="5348587" y="94323"/>
                  <a:pt x="5348518" y="94006"/>
                  <a:pt x="5348518" y="93643"/>
                </a:cubicBezTo>
                <a:lnTo>
                  <a:pt x="5348518" y="2655"/>
                </a:lnTo>
                <a:cubicBezTo>
                  <a:pt x="5348518" y="2292"/>
                  <a:pt x="5348587" y="1975"/>
                  <a:pt x="5348721" y="1700"/>
                </a:cubicBezTo>
                <a:cubicBezTo>
                  <a:pt x="5348904" y="1429"/>
                  <a:pt x="5349199" y="1203"/>
                  <a:pt x="5349607" y="1020"/>
                </a:cubicBezTo>
                <a:cubicBezTo>
                  <a:pt x="5350062" y="840"/>
                  <a:pt x="5350653" y="703"/>
                  <a:pt x="5351379" y="612"/>
                </a:cubicBezTo>
                <a:cubicBezTo>
                  <a:pt x="5352105" y="520"/>
                  <a:pt x="5353013" y="474"/>
                  <a:pt x="5354102" y="474"/>
                </a:cubicBezTo>
                <a:cubicBezTo>
                  <a:pt x="5355239" y="474"/>
                  <a:pt x="5356168" y="520"/>
                  <a:pt x="5356894" y="612"/>
                </a:cubicBezTo>
                <a:cubicBezTo>
                  <a:pt x="5357622" y="703"/>
                  <a:pt x="5358188" y="840"/>
                  <a:pt x="5358597" y="1020"/>
                </a:cubicBezTo>
                <a:cubicBezTo>
                  <a:pt x="5359006" y="1203"/>
                  <a:pt x="5359303" y="1429"/>
                  <a:pt x="5359483" y="1700"/>
                </a:cubicBezTo>
                <a:cubicBezTo>
                  <a:pt x="5359666" y="1975"/>
                  <a:pt x="5359757" y="2292"/>
                  <a:pt x="5359757" y="2655"/>
                </a:cubicBezTo>
                <a:lnTo>
                  <a:pt x="5359757" y="93643"/>
                </a:lnTo>
                <a:close/>
                <a:moveTo>
                  <a:pt x="5437530" y="62314"/>
                </a:moveTo>
                <a:cubicBezTo>
                  <a:pt x="5437530" y="67308"/>
                  <a:pt x="5436872" y="71918"/>
                  <a:pt x="5435555" y="76141"/>
                </a:cubicBezTo>
                <a:cubicBezTo>
                  <a:pt x="5434241" y="80316"/>
                  <a:pt x="5432263" y="83928"/>
                  <a:pt x="5429631" y="86968"/>
                </a:cubicBezTo>
                <a:cubicBezTo>
                  <a:pt x="5427043" y="90011"/>
                  <a:pt x="5423774" y="92394"/>
                  <a:pt x="5419825" y="94120"/>
                </a:cubicBezTo>
                <a:cubicBezTo>
                  <a:pt x="5415918" y="95801"/>
                  <a:pt x="5411378" y="96638"/>
                  <a:pt x="5406203" y="96638"/>
                </a:cubicBezTo>
                <a:cubicBezTo>
                  <a:pt x="5401162" y="96638"/>
                  <a:pt x="5396759" y="95889"/>
                  <a:pt x="5392990" y="94392"/>
                </a:cubicBezTo>
                <a:cubicBezTo>
                  <a:pt x="5389266" y="92894"/>
                  <a:pt x="5386157" y="90714"/>
                  <a:pt x="5383660" y="87854"/>
                </a:cubicBezTo>
                <a:cubicBezTo>
                  <a:pt x="5381163" y="84993"/>
                  <a:pt x="5379302" y="81519"/>
                  <a:pt x="5378076" y="77433"/>
                </a:cubicBezTo>
                <a:cubicBezTo>
                  <a:pt x="5376851" y="73346"/>
                  <a:pt x="5376236" y="68717"/>
                  <a:pt x="5376236" y="63539"/>
                </a:cubicBezTo>
                <a:cubicBezTo>
                  <a:pt x="5376236" y="58547"/>
                  <a:pt x="5376873" y="53961"/>
                  <a:pt x="5378145" y="49783"/>
                </a:cubicBezTo>
                <a:cubicBezTo>
                  <a:pt x="5379459" y="45560"/>
                  <a:pt x="5381414" y="41928"/>
                  <a:pt x="5384000" y="38888"/>
                </a:cubicBezTo>
                <a:cubicBezTo>
                  <a:pt x="5386635" y="35844"/>
                  <a:pt x="5389904" y="33484"/>
                  <a:pt x="5393807" y="31804"/>
                </a:cubicBezTo>
                <a:cubicBezTo>
                  <a:pt x="5397713" y="30124"/>
                  <a:pt x="5402277" y="29284"/>
                  <a:pt x="5407497" y="29284"/>
                </a:cubicBezTo>
                <a:cubicBezTo>
                  <a:pt x="5412535" y="29284"/>
                  <a:pt x="5416918" y="30032"/>
                  <a:pt x="5420642" y="31533"/>
                </a:cubicBezTo>
                <a:cubicBezTo>
                  <a:pt x="5424411" y="33030"/>
                  <a:pt x="5427543" y="35210"/>
                  <a:pt x="5430040" y="38070"/>
                </a:cubicBezTo>
                <a:cubicBezTo>
                  <a:pt x="5432538" y="40931"/>
                  <a:pt x="5434398" y="44403"/>
                  <a:pt x="5435624" y="48489"/>
                </a:cubicBezTo>
                <a:cubicBezTo>
                  <a:pt x="5436895" y="52575"/>
                  <a:pt x="5437530" y="57184"/>
                  <a:pt x="5437530" y="62314"/>
                </a:cubicBezTo>
                <a:close/>
                <a:moveTo>
                  <a:pt x="5425680" y="63065"/>
                </a:moveTo>
                <a:cubicBezTo>
                  <a:pt x="5425680" y="59750"/>
                  <a:pt x="5425362" y="56616"/>
                  <a:pt x="5424728" y="53664"/>
                </a:cubicBezTo>
                <a:cubicBezTo>
                  <a:pt x="5424137" y="50715"/>
                  <a:pt x="5423139" y="48126"/>
                  <a:pt x="5421730" y="45900"/>
                </a:cubicBezTo>
                <a:cubicBezTo>
                  <a:pt x="5420325" y="43677"/>
                  <a:pt x="5418416" y="41928"/>
                  <a:pt x="5416010" y="40657"/>
                </a:cubicBezTo>
                <a:cubicBezTo>
                  <a:pt x="5413604" y="39339"/>
                  <a:pt x="5410606" y="38682"/>
                  <a:pt x="5407020" y="38682"/>
                </a:cubicBezTo>
                <a:cubicBezTo>
                  <a:pt x="5403705" y="38682"/>
                  <a:pt x="5400845" y="39273"/>
                  <a:pt x="5398439" y="40454"/>
                </a:cubicBezTo>
                <a:cubicBezTo>
                  <a:pt x="5396079" y="41634"/>
                  <a:pt x="5394127" y="43314"/>
                  <a:pt x="5392581" y="45491"/>
                </a:cubicBezTo>
                <a:cubicBezTo>
                  <a:pt x="5391038" y="47626"/>
                  <a:pt x="5389881" y="50169"/>
                  <a:pt x="5389109" y="53121"/>
                </a:cubicBezTo>
                <a:cubicBezTo>
                  <a:pt x="5388383" y="56073"/>
                  <a:pt x="5388018" y="59296"/>
                  <a:pt x="5388018" y="62791"/>
                </a:cubicBezTo>
                <a:cubicBezTo>
                  <a:pt x="5388018" y="66151"/>
                  <a:pt x="5388315" y="69306"/>
                  <a:pt x="5388904" y="72258"/>
                </a:cubicBezTo>
                <a:cubicBezTo>
                  <a:pt x="5389541" y="75209"/>
                  <a:pt x="5390561" y="77798"/>
                  <a:pt x="5391970" y="80021"/>
                </a:cubicBezTo>
                <a:cubicBezTo>
                  <a:pt x="5393421" y="82202"/>
                  <a:pt x="5395353" y="83948"/>
                  <a:pt x="5397759" y="85265"/>
                </a:cubicBezTo>
                <a:cubicBezTo>
                  <a:pt x="5400165" y="86537"/>
                  <a:pt x="5403160" y="87174"/>
                  <a:pt x="5406749" y="87174"/>
                </a:cubicBezTo>
                <a:cubicBezTo>
                  <a:pt x="5410018" y="87174"/>
                  <a:pt x="5412855" y="86582"/>
                  <a:pt x="5415261" y="85402"/>
                </a:cubicBezTo>
                <a:cubicBezTo>
                  <a:pt x="5417667" y="84222"/>
                  <a:pt x="5419642" y="82565"/>
                  <a:pt x="5421185" y="80430"/>
                </a:cubicBezTo>
                <a:cubicBezTo>
                  <a:pt x="5422731" y="78296"/>
                  <a:pt x="5423865" y="75755"/>
                  <a:pt x="5424591" y="72803"/>
                </a:cubicBezTo>
                <a:cubicBezTo>
                  <a:pt x="5425317" y="69852"/>
                  <a:pt x="5425680" y="66605"/>
                  <a:pt x="5425680" y="63065"/>
                </a:cubicBezTo>
                <a:close/>
                <a:moveTo>
                  <a:pt x="5506861" y="93643"/>
                </a:moveTo>
                <a:cubicBezTo>
                  <a:pt x="5506861" y="94006"/>
                  <a:pt x="5506770" y="94323"/>
                  <a:pt x="5506590" y="94595"/>
                </a:cubicBezTo>
                <a:cubicBezTo>
                  <a:pt x="5506407" y="94823"/>
                  <a:pt x="5506112" y="95026"/>
                  <a:pt x="5505704" y="95209"/>
                </a:cubicBezTo>
                <a:cubicBezTo>
                  <a:pt x="5505295" y="95392"/>
                  <a:pt x="5504727" y="95526"/>
                  <a:pt x="5504001" y="95618"/>
                </a:cubicBezTo>
                <a:cubicBezTo>
                  <a:pt x="5503275" y="95709"/>
                  <a:pt x="5502366" y="95755"/>
                  <a:pt x="5501278" y="95755"/>
                </a:cubicBezTo>
                <a:cubicBezTo>
                  <a:pt x="5500140" y="95755"/>
                  <a:pt x="5499212" y="95709"/>
                  <a:pt x="5498486" y="95618"/>
                </a:cubicBezTo>
                <a:cubicBezTo>
                  <a:pt x="5497757" y="95526"/>
                  <a:pt x="5497191" y="95392"/>
                  <a:pt x="5496783" y="95209"/>
                </a:cubicBezTo>
                <a:cubicBezTo>
                  <a:pt x="5496374" y="95026"/>
                  <a:pt x="5496077" y="94823"/>
                  <a:pt x="5495897" y="94595"/>
                </a:cubicBezTo>
                <a:cubicBezTo>
                  <a:pt x="5495714" y="94323"/>
                  <a:pt x="5495625" y="94006"/>
                  <a:pt x="5495625" y="93643"/>
                </a:cubicBezTo>
                <a:lnTo>
                  <a:pt x="5495625" y="57753"/>
                </a:lnTo>
                <a:cubicBezTo>
                  <a:pt x="5495625" y="54255"/>
                  <a:pt x="5495351" y="51441"/>
                  <a:pt x="5494805" y="49306"/>
                </a:cubicBezTo>
                <a:cubicBezTo>
                  <a:pt x="5494262" y="47172"/>
                  <a:pt x="5493468" y="45334"/>
                  <a:pt x="5492422" y="43791"/>
                </a:cubicBezTo>
                <a:cubicBezTo>
                  <a:pt x="5491379" y="42245"/>
                  <a:pt x="5490016" y="41065"/>
                  <a:pt x="5488336" y="40248"/>
                </a:cubicBezTo>
                <a:cubicBezTo>
                  <a:pt x="5486701" y="39431"/>
                  <a:pt x="5484796" y="39022"/>
                  <a:pt x="5482615" y="39022"/>
                </a:cubicBezTo>
                <a:cubicBezTo>
                  <a:pt x="5479801" y="39022"/>
                  <a:pt x="5476986" y="40022"/>
                  <a:pt x="5474171" y="42020"/>
                </a:cubicBezTo>
                <a:cubicBezTo>
                  <a:pt x="5471357" y="44017"/>
                  <a:pt x="5468405" y="46946"/>
                  <a:pt x="5465319" y="50803"/>
                </a:cubicBezTo>
                <a:lnTo>
                  <a:pt x="5465319" y="93643"/>
                </a:lnTo>
                <a:cubicBezTo>
                  <a:pt x="5465319" y="94006"/>
                  <a:pt x="5465227" y="94323"/>
                  <a:pt x="5465044" y="94595"/>
                </a:cubicBezTo>
                <a:cubicBezTo>
                  <a:pt x="5464864" y="94823"/>
                  <a:pt x="5464567" y="95026"/>
                  <a:pt x="5464159" y="95209"/>
                </a:cubicBezTo>
                <a:cubicBezTo>
                  <a:pt x="5463750" y="95392"/>
                  <a:pt x="5463184" y="95526"/>
                  <a:pt x="5462458" y="95618"/>
                </a:cubicBezTo>
                <a:cubicBezTo>
                  <a:pt x="5461730" y="95709"/>
                  <a:pt x="5460801" y="95755"/>
                  <a:pt x="5459664" y="95755"/>
                </a:cubicBezTo>
                <a:cubicBezTo>
                  <a:pt x="5458575" y="95755"/>
                  <a:pt x="5457666" y="95709"/>
                  <a:pt x="5456941" y="95618"/>
                </a:cubicBezTo>
                <a:cubicBezTo>
                  <a:pt x="5456215" y="95526"/>
                  <a:pt x="5455623" y="95392"/>
                  <a:pt x="5455169" y="95209"/>
                </a:cubicBezTo>
                <a:cubicBezTo>
                  <a:pt x="5454760" y="95026"/>
                  <a:pt x="5454466" y="94823"/>
                  <a:pt x="5454286" y="94595"/>
                </a:cubicBezTo>
                <a:cubicBezTo>
                  <a:pt x="5454149" y="94323"/>
                  <a:pt x="5454080" y="94006"/>
                  <a:pt x="5454080" y="93643"/>
                </a:cubicBezTo>
                <a:lnTo>
                  <a:pt x="5454080" y="32350"/>
                </a:lnTo>
                <a:cubicBezTo>
                  <a:pt x="5454080" y="31984"/>
                  <a:pt x="5454149" y="31690"/>
                  <a:pt x="5454286" y="31464"/>
                </a:cubicBezTo>
                <a:cubicBezTo>
                  <a:pt x="5454420" y="31190"/>
                  <a:pt x="5454695" y="30964"/>
                  <a:pt x="5455103" y="30781"/>
                </a:cubicBezTo>
                <a:cubicBezTo>
                  <a:pt x="5455512" y="30555"/>
                  <a:pt x="5456032" y="30418"/>
                  <a:pt x="5456669" y="30372"/>
                </a:cubicBezTo>
                <a:cubicBezTo>
                  <a:pt x="5457304" y="30284"/>
                  <a:pt x="5458144" y="30238"/>
                  <a:pt x="5459189" y="30238"/>
                </a:cubicBezTo>
                <a:cubicBezTo>
                  <a:pt x="5460187" y="30238"/>
                  <a:pt x="5461004" y="30284"/>
                  <a:pt x="5461641" y="30372"/>
                </a:cubicBezTo>
                <a:cubicBezTo>
                  <a:pt x="5462321" y="30418"/>
                  <a:pt x="5462844" y="30555"/>
                  <a:pt x="5463207" y="30781"/>
                </a:cubicBezTo>
                <a:cubicBezTo>
                  <a:pt x="5463570" y="30964"/>
                  <a:pt x="5463819" y="31190"/>
                  <a:pt x="5463956" y="31464"/>
                </a:cubicBezTo>
                <a:cubicBezTo>
                  <a:pt x="5464136" y="31690"/>
                  <a:pt x="5464227" y="31984"/>
                  <a:pt x="5464227" y="32350"/>
                </a:cubicBezTo>
                <a:lnTo>
                  <a:pt x="5464227" y="40454"/>
                </a:lnTo>
                <a:cubicBezTo>
                  <a:pt x="5467679" y="36593"/>
                  <a:pt x="5471108" y="33779"/>
                  <a:pt x="5474511" y="32007"/>
                </a:cubicBezTo>
                <a:cubicBezTo>
                  <a:pt x="5477963" y="30192"/>
                  <a:pt x="5481435" y="29284"/>
                  <a:pt x="5484933" y="29284"/>
                </a:cubicBezTo>
                <a:cubicBezTo>
                  <a:pt x="5489019" y="29284"/>
                  <a:pt x="5492445" y="29987"/>
                  <a:pt x="5495217" y="31395"/>
                </a:cubicBezTo>
                <a:cubicBezTo>
                  <a:pt x="5498031" y="32758"/>
                  <a:pt x="5500300" y="34596"/>
                  <a:pt x="5502026" y="36910"/>
                </a:cubicBezTo>
                <a:cubicBezTo>
                  <a:pt x="5503752" y="39228"/>
                  <a:pt x="5504978" y="41951"/>
                  <a:pt x="5505704" y="45083"/>
                </a:cubicBezTo>
                <a:cubicBezTo>
                  <a:pt x="5506475" y="48172"/>
                  <a:pt x="5506861" y="51895"/>
                  <a:pt x="5506861" y="56253"/>
                </a:cubicBezTo>
                <a:lnTo>
                  <a:pt x="5506861" y="93643"/>
                </a:lnTo>
                <a:close/>
                <a:moveTo>
                  <a:pt x="5578576" y="35142"/>
                </a:moveTo>
                <a:cubicBezTo>
                  <a:pt x="5578576" y="36730"/>
                  <a:pt x="5578347" y="37888"/>
                  <a:pt x="5577896" y="38613"/>
                </a:cubicBezTo>
                <a:cubicBezTo>
                  <a:pt x="5577487" y="39296"/>
                  <a:pt x="5576941" y="39636"/>
                  <a:pt x="5576261" y="39636"/>
                </a:cubicBezTo>
                <a:lnTo>
                  <a:pt x="5567474" y="39636"/>
                </a:lnTo>
                <a:cubicBezTo>
                  <a:pt x="5569063" y="41271"/>
                  <a:pt x="5570178" y="43085"/>
                  <a:pt x="5570812" y="45083"/>
                </a:cubicBezTo>
                <a:cubicBezTo>
                  <a:pt x="5571446" y="47037"/>
                  <a:pt x="5571766" y="49080"/>
                  <a:pt x="5571766" y="51212"/>
                </a:cubicBezTo>
                <a:cubicBezTo>
                  <a:pt x="5571766" y="54755"/>
                  <a:pt x="5571198" y="57887"/>
                  <a:pt x="5570063" y="60613"/>
                </a:cubicBezTo>
                <a:cubicBezTo>
                  <a:pt x="5568926" y="63336"/>
                  <a:pt x="5567292" y="65651"/>
                  <a:pt x="5565160" y="67560"/>
                </a:cubicBezTo>
                <a:cubicBezTo>
                  <a:pt x="5563071" y="69420"/>
                  <a:pt x="5560574" y="70852"/>
                  <a:pt x="5557667" y="71849"/>
                </a:cubicBezTo>
                <a:cubicBezTo>
                  <a:pt x="5554761" y="72849"/>
                  <a:pt x="5551538" y="73346"/>
                  <a:pt x="5547998" y="73346"/>
                </a:cubicBezTo>
                <a:cubicBezTo>
                  <a:pt x="5545500" y="73346"/>
                  <a:pt x="5543117" y="73029"/>
                  <a:pt x="5540845" y="72395"/>
                </a:cubicBezTo>
                <a:cubicBezTo>
                  <a:pt x="5538622" y="71712"/>
                  <a:pt x="5536896" y="70872"/>
                  <a:pt x="5535670" y="69874"/>
                </a:cubicBezTo>
                <a:cubicBezTo>
                  <a:pt x="5534853" y="70692"/>
                  <a:pt x="5534170" y="71623"/>
                  <a:pt x="5533627" y="72666"/>
                </a:cubicBezTo>
                <a:cubicBezTo>
                  <a:pt x="5533127" y="73712"/>
                  <a:pt x="5532876" y="74915"/>
                  <a:pt x="5532876" y="76275"/>
                </a:cubicBezTo>
                <a:cubicBezTo>
                  <a:pt x="5532876" y="77864"/>
                  <a:pt x="5533604" y="79181"/>
                  <a:pt x="5535056" y="80227"/>
                </a:cubicBezTo>
                <a:cubicBezTo>
                  <a:pt x="5536556" y="81270"/>
                  <a:pt x="5538531" y="81839"/>
                  <a:pt x="5540983" y="81927"/>
                </a:cubicBezTo>
                <a:lnTo>
                  <a:pt x="5556987" y="82610"/>
                </a:lnTo>
                <a:cubicBezTo>
                  <a:pt x="5560028" y="82702"/>
                  <a:pt x="5562820" y="83130"/>
                  <a:pt x="5565363" y="83905"/>
                </a:cubicBezTo>
                <a:cubicBezTo>
                  <a:pt x="5567906" y="84631"/>
                  <a:pt x="5570109" y="85696"/>
                  <a:pt x="5571969" y="87105"/>
                </a:cubicBezTo>
                <a:cubicBezTo>
                  <a:pt x="5573832" y="88465"/>
                  <a:pt x="5575284" y="90168"/>
                  <a:pt x="5576327" y="92212"/>
                </a:cubicBezTo>
                <a:cubicBezTo>
                  <a:pt x="5577373" y="94209"/>
                  <a:pt x="5577896" y="96549"/>
                  <a:pt x="5577896" y="99227"/>
                </a:cubicBezTo>
                <a:cubicBezTo>
                  <a:pt x="5577896" y="102041"/>
                  <a:pt x="5577304" y="104722"/>
                  <a:pt x="5576124" y="107265"/>
                </a:cubicBezTo>
                <a:cubicBezTo>
                  <a:pt x="5574944" y="109805"/>
                  <a:pt x="5573127" y="112031"/>
                  <a:pt x="5570675" y="113937"/>
                </a:cubicBezTo>
                <a:cubicBezTo>
                  <a:pt x="5568269" y="115889"/>
                  <a:pt x="5565180" y="117412"/>
                  <a:pt x="5561414" y="118501"/>
                </a:cubicBezTo>
                <a:cubicBezTo>
                  <a:pt x="5557645" y="119635"/>
                  <a:pt x="5553195" y="120204"/>
                  <a:pt x="5548063" y="120204"/>
                </a:cubicBezTo>
                <a:cubicBezTo>
                  <a:pt x="5543117" y="120204"/>
                  <a:pt x="5538894" y="119772"/>
                  <a:pt x="5535396" y="118909"/>
                </a:cubicBezTo>
                <a:cubicBezTo>
                  <a:pt x="5531947" y="118092"/>
                  <a:pt x="5529110" y="116957"/>
                  <a:pt x="5526884" y="115503"/>
                </a:cubicBezTo>
                <a:cubicBezTo>
                  <a:pt x="5524660" y="114051"/>
                  <a:pt x="5523049" y="112303"/>
                  <a:pt x="5522049" y="110259"/>
                </a:cubicBezTo>
                <a:cubicBezTo>
                  <a:pt x="5521049" y="108262"/>
                  <a:pt x="5520551" y="106082"/>
                  <a:pt x="5520551" y="103722"/>
                </a:cubicBezTo>
                <a:cubicBezTo>
                  <a:pt x="5520551" y="102224"/>
                  <a:pt x="5520731" y="100770"/>
                  <a:pt x="5521094" y="99364"/>
                </a:cubicBezTo>
                <a:cubicBezTo>
                  <a:pt x="5521460" y="97955"/>
                  <a:pt x="5522003" y="96618"/>
                  <a:pt x="5522729" y="95346"/>
                </a:cubicBezTo>
                <a:cubicBezTo>
                  <a:pt x="5523500" y="94075"/>
                  <a:pt x="5524432" y="92872"/>
                  <a:pt x="5525521" y="91734"/>
                </a:cubicBezTo>
                <a:cubicBezTo>
                  <a:pt x="5526658" y="90554"/>
                  <a:pt x="5527952" y="89397"/>
                  <a:pt x="5529404" y="88262"/>
                </a:cubicBezTo>
                <a:cubicBezTo>
                  <a:pt x="5527181" y="87128"/>
                  <a:pt x="5525521" y="85696"/>
                  <a:pt x="5524432" y="83970"/>
                </a:cubicBezTo>
                <a:cubicBezTo>
                  <a:pt x="5523389" y="82247"/>
                  <a:pt x="5522866" y="80384"/>
                  <a:pt x="5522866" y="78387"/>
                </a:cubicBezTo>
                <a:cubicBezTo>
                  <a:pt x="5522866" y="75618"/>
                  <a:pt x="5523435" y="73143"/>
                  <a:pt x="5524569" y="70963"/>
                </a:cubicBezTo>
                <a:cubicBezTo>
                  <a:pt x="5525703" y="68786"/>
                  <a:pt x="5527109" y="66831"/>
                  <a:pt x="5528790" y="65108"/>
                </a:cubicBezTo>
                <a:cubicBezTo>
                  <a:pt x="5527384" y="63428"/>
                  <a:pt x="5526272" y="61542"/>
                  <a:pt x="5525455" y="59453"/>
                </a:cubicBezTo>
                <a:cubicBezTo>
                  <a:pt x="5524638" y="57321"/>
                  <a:pt x="5524229" y="54755"/>
                  <a:pt x="5524229" y="51758"/>
                </a:cubicBezTo>
                <a:cubicBezTo>
                  <a:pt x="5524229" y="48263"/>
                  <a:pt x="5524818" y="45128"/>
                  <a:pt x="5525998" y="42360"/>
                </a:cubicBezTo>
                <a:cubicBezTo>
                  <a:pt x="5527181" y="39591"/>
                  <a:pt x="5528815" y="37253"/>
                  <a:pt x="5530901" y="35344"/>
                </a:cubicBezTo>
                <a:cubicBezTo>
                  <a:pt x="5532990" y="33438"/>
                  <a:pt x="5535488" y="31984"/>
                  <a:pt x="5538394" y="30987"/>
                </a:cubicBezTo>
                <a:cubicBezTo>
                  <a:pt x="5541345" y="29941"/>
                  <a:pt x="5544546" y="29421"/>
                  <a:pt x="5547998" y="29421"/>
                </a:cubicBezTo>
                <a:cubicBezTo>
                  <a:pt x="5549858" y="29421"/>
                  <a:pt x="5551584" y="29532"/>
                  <a:pt x="5553173" y="29761"/>
                </a:cubicBezTo>
                <a:cubicBezTo>
                  <a:pt x="5554807" y="29941"/>
                  <a:pt x="5556327" y="30215"/>
                  <a:pt x="5557736" y="30578"/>
                </a:cubicBezTo>
                <a:lnTo>
                  <a:pt x="5576261" y="30578"/>
                </a:lnTo>
                <a:cubicBezTo>
                  <a:pt x="5577033" y="30578"/>
                  <a:pt x="5577599" y="30964"/>
                  <a:pt x="5577961" y="31735"/>
                </a:cubicBezTo>
                <a:cubicBezTo>
                  <a:pt x="5578370" y="32461"/>
                  <a:pt x="5578576" y="33598"/>
                  <a:pt x="5578576" y="35142"/>
                </a:cubicBezTo>
                <a:close/>
                <a:moveTo>
                  <a:pt x="5561005" y="51281"/>
                </a:moveTo>
                <a:cubicBezTo>
                  <a:pt x="5561005" y="47106"/>
                  <a:pt x="5559848" y="43857"/>
                  <a:pt x="5557530" y="41542"/>
                </a:cubicBezTo>
                <a:cubicBezTo>
                  <a:pt x="5555261" y="39182"/>
                  <a:pt x="5552015" y="38002"/>
                  <a:pt x="5547792" y="38002"/>
                </a:cubicBezTo>
                <a:cubicBezTo>
                  <a:pt x="5545612" y="38002"/>
                  <a:pt x="5543706" y="38365"/>
                  <a:pt x="5542071" y="39091"/>
                </a:cubicBezTo>
                <a:cubicBezTo>
                  <a:pt x="5540482" y="39816"/>
                  <a:pt x="5539142" y="40817"/>
                  <a:pt x="5538054" y="42088"/>
                </a:cubicBezTo>
                <a:cubicBezTo>
                  <a:pt x="5537008" y="43360"/>
                  <a:pt x="5536213" y="44834"/>
                  <a:pt x="5535670" y="46514"/>
                </a:cubicBezTo>
                <a:cubicBezTo>
                  <a:pt x="5535170" y="48149"/>
                  <a:pt x="5534922" y="49875"/>
                  <a:pt x="5534922" y="51689"/>
                </a:cubicBezTo>
                <a:cubicBezTo>
                  <a:pt x="5534922" y="55730"/>
                  <a:pt x="5536056" y="58910"/>
                  <a:pt x="5538325" y="61225"/>
                </a:cubicBezTo>
                <a:cubicBezTo>
                  <a:pt x="5540642" y="63539"/>
                  <a:pt x="5543866" y="64700"/>
                  <a:pt x="5547998" y="64700"/>
                </a:cubicBezTo>
                <a:cubicBezTo>
                  <a:pt x="5550221" y="64700"/>
                  <a:pt x="5552150" y="64357"/>
                  <a:pt x="5553784" y="63677"/>
                </a:cubicBezTo>
                <a:cubicBezTo>
                  <a:pt x="5555419" y="62951"/>
                  <a:pt x="5556759" y="61973"/>
                  <a:pt x="5557805" y="60748"/>
                </a:cubicBezTo>
                <a:cubicBezTo>
                  <a:pt x="5558893" y="59476"/>
                  <a:pt x="5559688" y="58024"/>
                  <a:pt x="5560188" y="56390"/>
                </a:cubicBezTo>
                <a:cubicBezTo>
                  <a:pt x="5560731" y="54755"/>
                  <a:pt x="5561005" y="53052"/>
                  <a:pt x="5561005" y="51281"/>
                </a:cubicBezTo>
                <a:close/>
                <a:moveTo>
                  <a:pt x="5566657" y="99841"/>
                </a:moveTo>
                <a:cubicBezTo>
                  <a:pt x="5566657" y="97206"/>
                  <a:pt x="5565568" y="95186"/>
                  <a:pt x="5563388" y="93777"/>
                </a:cubicBezTo>
                <a:cubicBezTo>
                  <a:pt x="5561254" y="92326"/>
                  <a:pt x="5558348" y="91554"/>
                  <a:pt x="5554670" y="91463"/>
                </a:cubicBezTo>
                <a:lnTo>
                  <a:pt x="5538802" y="90917"/>
                </a:lnTo>
                <a:cubicBezTo>
                  <a:pt x="5537348" y="92054"/>
                  <a:pt x="5536145" y="93143"/>
                  <a:pt x="5535193" y="94186"/>
                </a:cubicBezTo>
                <a:cubicBezTo>
                  <a:pt x="5534285" y="95186"/>
                  <a:pt x="5533559" y="96141"/>
                  <a:pt x="5533013" y="97046"/>
                </a:cubicBezTo>
                <a:cubicBezTo>
                  <a:pt x="5532470" y="98001"/>
                  <a:pt x="5532084" y="98932"/>
                  <a:pt x="5531856" y="99841"/>
                </a:cubicBezTo>
                <a:cubicBezTo>
                  <a:pt x="5531673" y="100747"/>
                  <a:pt x="5531584" y="101678"/>
                  <a:pt x="5531584" y="102633"/>
                </a:cubicBezTo>
                <a:cubicBezTo>
                  <a:pt x="5531584" y="105585"/>
                  <a:pt x="5533082" y="107808"/>
                  <a:pt x="5536079" y="109308"/>
                </a:cubicBezTo>
                <a:cubicBezTo>
                  <a:pt x="5539074" y="110851"/>
                  <a:pt x="5543251" y="111623"/>
                  <a:pt x="5548609" y="111623"/>
                </a:cubicBezTo>
                <a:cubicBezTo>
                  <a:pt x="5552015" y="111623"/>
                  <a:pt x="5554853" y="111282"/>
                  <a:pt x="5557122" y="110600"/>
                </a:cubicBezTo>
                <a:cubicBezTo>
                  <a:pt x="5559439" y="109965"/>
                  <a:pt x="5561299" y="109102"/>
                  <a:pt x="5562708" y="108013"/>
                </a:cubicBezTo>
                <a:cubicBezTo>
                  <a:pt x="5564114" y="106922"/>
                  <a:pt x="5565114" y="105673"/>
                  <a:pt x="5565703" y="104267"/>
                </a:cubicBezTo>
                <a:cubicBezTo>
                  <a:pt x="5566340" y="102859"/>
                  <a:pt x="5566657" y="101384"/>
                  <a:pt x="5566657" y="99841"/>
                </a:cubicBezTo>
                <a:close/>
                <a:moveTo>
                  <a:pt x="5631494" y="76958"/>
                </a:moveTo>
                <a:cubicBezTo>
                  <a:pt x="5631494" y="80090"/>
                  <a:pt x="5630902" y="82882"/>
                  <a:pt x="5629722" y="85334"/>
                </a:cubicBezTo>
                <a:cubicBezTo>
                  <a:pt x="5628588" y="87785"/>
                  <a:pt x="5626953" y="89851"/>
                  <a:pt x="5624819" y="91531"/>
                </a:cubicBezTo>
                <a:cubicBezTo>
                  <a:pt x="5622684" y="93212"/>
                  <a:pt x="5620141" y="94483"/>
                  <a:pt x="5617192" y="95346"/>
                </a:cubicBezTo>
                <a:cubicBezTo>
                  <a:pt x="5614240" y="96209"/>
                  <a:pt x="5610994" y="96638"/>
                  <a:pt x="5607451" y="96638"/>
                </a:cubicBezTo>
                <a:cubicBezTo>
                  <a:pt x="5605273" y="96638"/>
                  <a:pt x="5603185" y="96458"/>
                  <a:pt x="5601187" y="96095"/>
                </a:cubicBezTo>
                <a:cubicBezTo>
                  <a:pt x="5599233" y="95778"/>
                  <a:pt x="5597464" y="95369"/>
                  <a:pt x="5595875" y="94869"/>
                </a:cubicBezTo>
                <a:cubicBezTo>
                  <a:pt x="5594329" y="94323"/>
                  <a:pt x="5593015" y="93777"/>
                  <a:pt x="5591923" y="93235"/>
                </a:cubicBezTo>
                <a:cubicBezTo>
                  <a:pt x="5590834" y="92643"/>
                  <a:pt x="5590040" y="92123"/>
                  <a:pt x="5589540" y="91669"/>
                </a:cubicBezTo>
                <a:cubicBezTo>
                  <a:pt x="5589040" y="91214"/>
                  <a:pt x="5588677" y="90577"/>
                  <a:pt x="5588451" y="89760"/>
                </a:cubicBezTo>
                <a:cubicBezTo>
                  <a:pt x="5588223" y="88943"/>
                  <a:pt x="5588111" y="87831"/>
                  <a:pt x="5588111" y="86422"/>
                </a:cubicBezTo>
                <a:cubicBezTo>
                  <a:pt x="5588111" y="85562"/>
                  <a:pt x="5588154" y="84833"/>
                  <a:pt x="5588246" y="84245"/>
                </a:cubicBezTo>
                <a:cubicBezTo>
                  <a:pt x="5588337" y="83653"/>
                  <a:pt x="5588451" y="83176"/>
                  <a:pt x="5588586" y="82813"/>
                </a:cubicBezTo>
                <a:cubicBezTo>
                  <a:pt x="5588723" y="82450"/>
                  <a:pt x="5588906" y="82202"/>
                  <a:pt x="5589131" y="82065"/>
                </a:cubicBezTo>
                <a:cubicBezTo>
                  <a:pt x="5589403" y="81885"/>
                  <a:pt x="5589700" y="81793"/>
                  <a:pt x="5590017" y="81793"/>
                </a:cubicBezTo>
                <a:cubicBezTo>
                  <a:pt x="5590517" y="81793"/>
                  <a:pt x="5591243" y="82110"/>
                  <a:pt x="5592198" y="82745"/>
                </a:cubicBezTo>
                <a:cubicBezTo>
                  <a:pt x="5593195" y="83336"/>
                  <a:pt x="5594398" y="83993"/>
                  <a:pt x="5595807" y="84722"/>
                </a:cubicBezTo>
                <a:cubicBezTo>
                  <a:pt x="5597258" y="85448"/>
                  <a:pt x="5598961" y="86128"/>
                  <a:pt x="5600913" y="86765"/>
                </a:cubicBezTo>
                <a:cubicBezTo>
                  <a:pt x="5602865" y="87354"/>
                  <a:pt x="5605113" y="87648"/>
                  <a:pt x="5607657" y="87648"/>
                </a:cubicBezTo>
                <a:cubicBezTo>
                  <a:pt x="5609563" y="87648"/>
                  <a:pt x="5611288" y="87445"/>
                  <a:pt x="5612832" y="87037"/>
                </a:cubicBezTo>
                <a:cubicBezTo>
                  <a:pt x="5614375" y="86628"/>
                  <a:pt x="5615715" y="86036"/>
                  <a:pt x="5616849" y="85265"/>
                </a:cubicBezTo>
                <a:cubicBezTo>
                  <a:pt x="5617984" y="84448"/>
                  <a:pt x="5618847" y="83428"/>
                  <a:pt x="5619438" y="82202"/>
                </a:cubicBezTo>
                <a:cubicBezTo>
                  <a:pt x="5620075" y="80976"/>
                  <a:pt x="5620392" y="79521"/>
                  <a:pt x="5620392" y="77841"/>
                </a:cubicBezTo>
                <a:cubicBezTo>
                  <a:pt x="5620392" y="76118"/>
                  <a:pt x="5619938" y="74664"/>
                  <a:pt x="5619029" y="73483"/>
                </a:cubicBezTo>
                <a:cubicBezTo>
                  <a:pt x="5618166" y="72303"/>
                  <a:pt x="5617009" y="71260"/>
                  <a:pt x="5615558" y="70352"/>
                </a:cubicBezTo>
                <a:cubicBezTo>
                  <a:pt x="5614103" y="69443"/>
                  <a:pt x="5612469" y="68649"/>
                  <a:pt x="5610654" y="67968"/>
                </a:cubicBezTo>
                <a:cubicBezTo>
                  <a:pt x="5608837" y="67240"/>
                  <a:pt x="5606954" y="66491"/>
                  <a:pt x="5604999" y="65720"/>
                </a:cubicBezTo>
                <a:cubicBezTo>
                  <a:pt x="5603093" y="64948"/>
                  <a:pt x="5601210" y="64085"/>
                  <a:pt x="5599347" y="63131"/>
                </a:cubicBezTo>
                <a:cubicBezTo>
                  <a:pt x="5597532" y="62133"/>
                  <a:pt x="5595898" y="60930"/>
                  <a:pt x="5594444" y="59522"/>
                </a:cubicBezTo>
                <a:cubicBezTo>
                  <a:pt x="5592992" y="58116"/>
                  <a:pt x="5591809" y="56436"/>
                  <a:pt x="5590903" y="54481"/>
                </a:cubicBezTo>
                <a:cubicBezTo>
                  <a:pt x="5590040" y="52529"/>
                  <a:pt x="5589609" y="50192"/>
                  <a:pt x="5589609" y="47469"/>
                </a:cubicBezTo>
                <a:cubicBezTo>
                  <a:pt x="5589609" y="45063"/>
                  <a:pt x="5590063" y="42768"/>
                  <a:pt x="5590972" y="40588"/>
                </a:cubicBezTo>
                <a:cubicBezTo>
                  <a:pt x="5591923" y="38365"/>
                  <a:pt x="5593332" y="36436"/>
                  <a:pt x="5595192" y="34801"/>
                </a:cubicBezTo>
                <a:cubicBezTo>
                  <a:pt x="5597055" y="33121"/>
                  <a:pt x="5599370" y="31781"/>
                  <a:pt x="5602139" y="30781"/>
                </a:cubicBezTo>
                <a:cubicBezTo>
                  <a:pt x="5604953" y="29784"/>
                  <a:pt x="5608222" y="29284"/>
                  <a:pt x="5611946" y="29284"/>
                </a:cubicBezTo>
                <a:cubicBezTo>
                  <a:pt x="5613580" y="29284"/>
                  <a:pt x="5615215" y="29421"/>
                  <a:pt x="5616849" y="29692"/>
                </a:cubicBezTo>
                <a:cubicBezTo>
                  <a:pt x="5618484" y="29964"/>
                  <a:pt x="5619961" y="30307"/>
                  <a:pt x="5621278" y="30715"/>
                </a:cubicBezTo>
                <a:cubicBezTo>
                  <a:pt x="5622593" y="31124"/>
                  <a:pt x="5623707" y="31575"/>
                  <a:pt x="5624613" y="32075"/>
                </a:cubicBezTo>
                <a:cubicBezTo>
                  <a:pt x="5625567" y="32530"/>
                  <a:pt x="5626270" y="32938"/>
                  <a:pt x="5626725" y="33301"/>
                </a:cubicBezTo>
                <a:cubicBezTo>
                  <a:pt x="5627225" y="33664"/>
                  <a:pt x="5627542" y="33984"/>
                  <a:pt x="5627679" y="34256"/>
                </a:cubicBezTo>
                <a:cubicBezTo>
                  <a:pt x="5627859" y="34527"/>
                  <a:pt x="5627973" y="34844"/>
                  <a:pt x="5628019" y="35210"/>
                </a:cubicBezTo>
                <a:cubicBezTo>
                  <a:pt x="5628111" y="35527"/>
                  <a:pt x="5628179" y="35936"/>
                  <a:pt x="5628225" y="36436"/>
                </a:cubicBezTo>
                <a:cubicBezTo>
                  <a:pt x="5628313" y="36933"/>
                  <a:pt x="5628359" y="37548"/>
                  <a:pt x="5628359" y="38273"/>
                </a:cubicBezTo>
                <a:cubicBezTo>
                  <a:pt x="5628359" y="39045"/>
                  <a:pt x="5628313" y="39728"/>
                  <a:pt x="5628225" y="40316"/>
                </a:cubicBezTo>
                <a:cubicBezTo>
                  <a:pt x="5628179" y="40862"/>
                  <a:pt x="5628065" y="41317"/>
                  <a:pt x="5627882" y="41679"/>
                </a:cubicBezTo>
                <a:cubicBezTo>
                  <a:pt x="5627748" y="42042"/>
                  <a:pt x="5627565" y="42314"/>
                  <a:pt x="5627339" y="42497"/>
                </a:cubicBezTo>
                <a:cubicBezTo>
                  <a:pt x="5627110" y="42631"/>
                  <a:pt x="5626862" y="42700"/>
                  <a:pt x="5626590" y="42700"/>
                </a:cubicBezTo>
                <a:cubicBezTo>
                  <a:pt x="5626182" y="42700"/>
                  <a:pt x="5625590" y="42451"/>
                  <a:pt x="5624819" y="41951"/>
                </a:cubicBezTo>
                <a:cubicBezTo>
                  <a:pt x="5624047" y="41451"/>
                  <a:pt x="5623047" y="40931"/>
                  <a:pt x="5621821" y="40385"/>
                </a:cubicBezTo>
                <a:cubicBezTo>
                  <a:pt x="5620595" y="39794"/>
                  <a:pt x="5619144" y="39251"/>
                  <a:pt x="5617464" y="38751"/>
                </a:cubicBezTo>
                <a:cubicBezTo>
                  <a:pt x="5615829" y="38250"/>
                  <a:pt x="5613943" y="38002"/>
                  <a:pt x="5611811" y="38002"/>
                </a:cubicBezTo>
                <a:cubicBezTo>
                  <a:pt x="5609903" y="38002"/>
                  <a:pt x="5608222" y="38228"/>
                  <a:pt x="5606771" y="38682"/>
                </a:cubicBezTo>
                <a:cubicBezTo>
                  <a:pt x="5605316" y="39091"/>
                  <a:pt x="5604113" y="39705"/>
                  <a:pt x="5603162" y="40522"/>
                </a:cubicBezTo>
                <a:cubicBezTo>
                  <a:pt x="5602253" y="41294"/>
                  <a:pt x="5601550" y="42222"/>
                  <a:pt x="5601050" y="43314"/>
                </a:cubicBezTo>
                <a:cubicBezTo>
                  <a:pt x="5600596" y="44403"/>
                  <a:pt x="5600370" y="45583"/>
                  <a:pt x="5600370" y="46854"/>
                </a:cubicBezTo>
                <a:cubicBezTo>
                  <a:pt x="5600370" y="48626"/>
                  <a:pt x="5600821" y="50123"/>
                  <a:pt x="5601730" y="51349"/>
                </a:cubicBezTo>
                <a:cubicBezTo>
                  <a:pt x="5602639" y="52529"/>
                  <a:pt x="5603819" y="53575"/>
                  <a:pt x="5605273" y="54481"/>
                </a:cubicBezTo>
                <a:cubicBezTo>
                  <a:pt x="5606725" y="55390"/>
                  <a:pt x="5608382" y="56207"/>
                  <a:pt x="5610243" y="56936"/>
                </a:cubicBezTo>
                <a:cubicBezTo>
                  <a:pt x="5612106" y="57661"/>
                  <a:pt x="5613989" y="58410"/>
                  <a:pt x="5615898" y="59182"/>
                </a:cubicBezTo>
                <a:cubicBezTo>
                  <a:pt x="5617849" y="59953"/>
                  <a:pt x="5619755" y="60816"/>
                  <a:pt x="5621618" y="61771"/>
                </a:cubicBezTo>
                <a:cubicBezTo>
                  <a:pt x="5623524" y="62722"/>
                  <a:pt x="5625204" y="63882"/>
                  <a:pt x="5626656" y="65242"/>
                </a:cubicBezTo>
                <a:cubicBezTo>
                  <a:pt x="5628111" y="66605"/>
                  <a:pt x="5629268" y="68240"/>
                  <a:pt x="5630131" y="70146"/>
                </a:cubicBezTo>
                <a:cubicBezTo>
                  <a:pt x="5631040" y="72055"/>
                  <a:pt x="5631494" y="74324"/>
                  <a:pt x="5631494" y="76958"/>
                </a:cubicBezTo>
                <a:close/>
                <a:moveTo>
                  <a:pt x="5710969" y="89148"/>
                </a:moveTo>
                <a:cubicBezTo>
                  <a:pt x="5710969" y="90466"/>
                  <a:pt x="5710878" y="91509"/>
                  <a:pt x="5710698" y="92280"/>
                </a:cubicBezTo>
                <a:cubicBezTo>
                  <a:pt x="5710518" y="93052"/>
                  <a:pt x="5710244" y="93620"/>
                  <a:pt x="5709881" y="93983"/>
                </a:cubicBezTo>
                <a:cubicBezTo>
                  <a:pt x="5709518" y="94346"/>
                  <a:pt x="5708972" y="94686"/>
                  <a:pt x="5708246" y="95003"/>
                </a:cubicBezTo>
                <a:cubicBezTo>
                  <a:pt x="5707520" y="95323"/>
                  <a:pt x="5706680" y="95572"/>
                  <a:pt x="5705726" y="95755"/>
                </a:cubicBezTo>
                <a:cubicBezTo>
                  <a:pt x="5704817" y="95981"/>
                  <a:pt x="5703843" y="96163"/>
                  <a:pt x="5702797" y="96298"/>
                </a:cubicBezTo>
                <a:cubicBezTo>
                  <a:pt x="5701754" y="96435"/>
                  <a:pt x="5700708" y="96503"/>
                  <a:pt x="5699665" y="96503"/>
                </a:cubicBezTo>
                <a:cubicBezTo>
                  <a:pt x="5696488" y="96503"/>
                  <a:pt x="5693762" y="96095"/>
                  <a:pt x="5691493" y="95278"/>
                </a:cubicBezTo>
                <a:cubicBezTo>
                  <a:pt x="5689221" y="94415"/>
                  <a:pt x="5687361" y="93143"/>
                  <a:pt x="5685909" y="91463"/>
                </a:cubicBezTo>
                <a:cubicBezTo>
                  <a:pt x="5684455" y="89737"/>
                  <a:pt x="5683389" y="87582"/>
                  <a:pt x="5682706" y="84993"/>
                </a:cubicBezTo>
                <a:cubicBezTo>
                  <a:pt x="5682072" y="82359"/>
                  <a:pt x="5681754" y="79273"/>
                  <a:pt x="5681754" y="75732"/>
                </a:cubicBezTo>
                <a:lnTo>
                  <a:pt x="5681754" y="39908"/>
                </a:lnTo>
                <a:lnTo>
                  <a:pt x="5673173" y="39908"/>
                </a:lnTo>
                <a:cubicBezTo>
                  <a:pt x="5672490" y="39908"/>
                  <a:pt x="5671947" y="39545"/>
                  <a:pt x="5671539" y="38819"/>
                </a:cubicBezTo>
                <a:cubicBezTo>
                  <a:pt x="5671130" y="38093"/>
                  <a:pt x="5670924" y="36910"/>
                  <a:pt x="5670924" y="35276"/>
                </a:cubicBezTo>
                <a:cubicBezTo>
                  <a:pt x="5670924" y="34416"/>
                  <a:pt x="5670970" y="33687"/>
                  <a:pt x="5671062" y="33098"/>
                </a:cubicBezTo>
                <a:cubicBezTo>
                  <a:pt x="5671199" y="32507"/>
                  <a:pt x="5671356" y="32030"/>
                  <a:pt x="5671539" y="31667"/>
                </a:cubicBezTo>
                <a:cubicBezTo>
                  <a:pt x="5671719" y="31258"/>
                  <a:pt x="5671947" y="30987"/>
                  <a:pt x="5672219" y="30850"/>
                </a:cubicBezTo>
                <a:cubicBezTo>
                  <a:pt x="5672536" y="30670"/>
                  <a:pt x="5672876" y="30578"/>
                  <a:pt x="5673242" y="30578"/>
                </a:cubicBezTo>
                <a:lnTo>
                  <a:pt x="5681754" y="30578"/>
                </a:lnTo>
                <a:lnTo>
                  <a:pt x="5681754" y="16005"/>
                </a:lnTo>
                <a:cubicBezTo>
                  <a:pt x="5681754" y="15685"/>
                  <a:pt x="5681823" y="15390"/>
                  <a:pt x="5681957" y="15119"/>
                </a:cubicBezTo>
                <a:cubicBezTo>
                  <a:pt x="5682140" y="14845"/>
                  <a:pt x="5682435" y="14619"/>
                  <a:pt x="5682843" y="14436"/>
                </a:cubicBezTo>
                <a:cubicBezTo>
                  <a:pt x="5683297" y="14210"/>
                  <a:pt x="5683886" y="14050"/>
                  <a:pt x="5684615" y="13962"/>
                </a:cubicBezTo>
                <a:cubicBezTo>
                  <a:pt x="5685341" y="13870"/>
                  <a:pt x="5686249" y="13825"/>
                  <a:pt x="5687338" y="13825"/>
                </a:cubicBezTo>
                <a:cubicBezTo>
                  <a:pt x="5688472" y="13825"/>
                  <a:pt x="5689404" y="13870"/>
                  <a:pt x="5690130" y="13962"/>
                </a:cubicBezTo>
                <a:cubicBezTo>
                  <a:pt x="5690856" y="14050"/>
                  <a:pt x="5691424" y="14210"/>
                  <a:pt x="5691833" y="14436"/>
                </a:cubicBezTo>
                <a:cubicBezTo>
                  <a:pt x="5692241" y="14619"/>
                  <a:pt x="5692539" y="14845"/>
                  <a:pt x="5692719" y="15119"/>
                </a:cubicBezTo>
                <a:cubicBezTo>
                  <a:pt x="5692899" y="15390"/>
                  <a:pt x="5692990" y="15685"/>
                  <a:pt x="5692990" y="16005"/>
                </a:cubicBezTo>
                <a:lnTo>
                  <a:pt x="5692990" y="30578"/>
                </a:lnTo>
                <a:lnTo>
                  <a:pt x="5708724" y="30578"/>
                </a:lnTo>
                <a:cubicBezTo>
                  <a:pt x="5709086" y="30578"/>
                  <a:pt x="5709404" y="30670"/>
                  <a:pt x="5709675" y="30850"/>
                </a:cubicBezTo>
                <a:cubicBezTo>
                  <a:pt x="5709949" y="30987"/>
                  <a:pt x="5710175" y="31258"/>
                  <a:pt x="5710358" y="31667"/>
                </a:cubicBezTo>
                <a:cubicBezTo>
                  <a:pt x="5710584" y="32030"/>
                  <a:pt x="5710744" y="32507"/>
                  <a:pt x="5710835" y="33098"/>
                </a:cubicBezTo>
                <a:cubicBezTo>
                  <a:pt x="5710927" y="33687"/>
                  <a:pt x="5710969" y="34416"/>
                  <a:pt x="5710969" y="35276"/>
                </a:cubicBezTo>
                <a:cubicBezTo>
                  <a:pt x="5710969" y="36910"/>
                  <a:pt x="5710767" y="38093"/>
                  <a:pt x="5710358" y="38819"/>
                </a:cubicBezTo>
                <a:cubicBezTo>
                  <a:pt x="5709949" y="39545"/>
                  <a:pt x="5709404" y="39908"/>
                  <a:pt x="5708724" y="39908"/>
                </a:cubicBezTo>
                <a:lnTo>
                  <a:pt x="5692990" y="39908"/>
                </a:lnTo>
                <a:lnTo>
                  <a:pt x="5692990" y="74098"/>
                </a:lnTo>
                <a:cubicBezTo>
                  <a:pt x="5692990" y="78318"/>
                  <a:pt x="5693604" y="81519"/>
                  <a:pt x="5694830" y="83699"/>
                </a:cubicBezTo>
                <a:cubicBezTo>
                  <a:pt x="5696102" y="85834"/>
                  <a:pt x="5698348" y="86899"/>
                  <a:pt x="5701571" y="86899"/>
                </a:cubicBezTo>
                <a:cubicBezTo>
                  <a:pt x="5702617" y="86899"/>
                  <a:pt x="5703549" y="86811"/>
                  <a:pt x="5704366" y="86628"/>
                </a:cubicBezTo>
                <a:cubicBezTo>
                  <a:pt x="5705183" y="86402"/>
                  <a:pt x="5705909" y="86174"/>
                  <a:pt x="5706543" y="85948"/>
                </a:cubicBezTo>
                <a:cubicBezTo>
                  <a:pt x="5707180" y="85719"/>
                  <a:pt x="5707723" y="85516"/>
                  <a:pt x="5708178" y="85334"/>
                </a:cubicBezTo>
                <a:cubicBezTo>
                  <a:pt x="5708632" y="85108"/>
                  <a:pt x="5709041" y="84993"/>
                  <a:pt x="5709404" y="84993"/>
                </a:cubicBezTo>
                <a:cubicBezTo>
                  <a:pt x="5709632" y="84993"/>
                  <a:pt x="5709835" y="85062"/>
                  <a:pt x="5710018" y="85196"/>
                </a:cubicBezTo>
                <a:cubicBezTo>
                  <a:pt x="5710244" y="85288"/>
                  <a:pt x="5710404" y="85494"/>
                  <a:pt x="5710492" y="85811"/>
                </a:cubicBezTo>
                <a:cubicBezTo>
                  <a:pt x="5710629" y="86128"/>
                  <a:pt x="5710744" y="86559"/>
                  <a:pt x="5710835" y="87105"/>
                </a:cubicBezTo>
                <a:cubicBezTo>
                  <a:pt x="5710927" y="87648"/>
                  <a:pt x="5710969" y="88331"/>
                  <a:pt x="5710969" y="89148"/>
                </a:cubicBezTo>
                <a:close/>
                <a:moveTo>
                  <a:pt x="5781458" y="62314"/>
                </a:moveTo>
                <a:cubicBezTo>
                  <a:pt x="5781458" y="67308"/>
                  <a:pt x="5780801" y="71918"/>
                  <a:pt x="5779484" y="76141"/>
                </a:cubicBezTo>
                <a:cubicBezTo>
                  <a:pt x="5778166" y="80316"/>
                  <a:pt x="5776192" y="83928"/>
                  <a:pt x="5773557" y="86968"/>
                </a:cubicBezTo>
                <a:cubicBezTo>
                  <a:pt x="5770971" y="90011"/>
                  <a:pt x="5767702" y="92394"/>
                  <a:pt x="5763750" y="94120"/>
                </a:cubicBezTo>
                <a:cubicBezTo>
                  <a:pt x="5759847" y="95801"/>
                  <a:pt x="5755306" y="96638"/>
                  <a:pt x="5750132" y="96638"/>
                </a:cubicBezTo>
                <a:cubicBezTo>
                  <a:pt x="5745091" y="96638"/>
                  <a:pt x="5740687" y="95889"/>
                  <a:pt x="5736918" y="94392"/>
                </a:cubicBezTo>
                <a:cubicBezTo>
                  <a:pt x="5733195" y="92894"/>
                  <a:pt x="5730086" y="90714"/>
                  <a:pt x="5727589" y="87854"/>
                </a:cubicBezTo>
                <a:cubicBezTo>
                  <a:pt x="5725091" y="84993"/>
                  <a:pt x="5723228" y="81519"/>
                  <a:pt x="5722002" y="77433"/>
                </a:cubicBezTo>
                <a:cubicBezTo>
                  <a:pt x="5720776" y="73346"/>
                  <a:pt x="5720165" y="68717"/>
                  <a:pt x="5720165" y="63539"/>
                </a:cubicBezTo>
                <a:cubicBezTo>
                  <a:pt x="5720165" y="58547"/>
                  <a:pt x="5720799" y="53961"/>
                  <a:pt x="5722071" y="49783"/>
                </a:cubicBezTo>
                <a:cubicBezTo>
                  <a:pt x="5723388" y="45560"/>
                  <a:pt x="5725340" y="41928"/>
                  <a:pt x="5727929" y="38888"/>
                </a:cubicBezTo>
                <a:cubicBezTo>
                  <a:pt x="5730563" y="35844"/>
                  <a:pt x="5733832" y="33484"/>
                  <a:pt x="5737736" y="31804"/>
                </a:cubicBezTo>
                <a:cubicBezTo>
                  <a:pt x="5741639" y="30124"/>
                  <a:pt x="5746202" y="29284"/>
                  <a:pt x="5751423" y="29284"/>
                </a:cubicBezTo>
                <a:cubicBezTo>
                  <a:pt x="5756464" y="29284"/>
                  <a:pt x="5760844" y="30032"/>
                  <a:pt x="5764568" y="31533"/>
                </a:cubicBezTo>
                <a:cubicBezTo>
                  <a:pt x="5768337" y="33030"/>
                  <a:pt x="5771471" y="35210"/>
                  <a:pt x="5773966" y="38070"/>
                </a:cubicBezTo>
                <a:cubicBezTo>
                  <a:pt x="5776463" y="40931"/>
                  <a:pt x="5778326" y="44403"/>
                  <a:pt x="5779552" y="48489"/>
                </a:cubicBezTo>
                <a:cubicBezTo>
                  <a:pt x="5780824" y="52575"/>
                  <a:pt x="5781458" y="57184"/>
                  <a:pt x="5781458" y="62314"/>
                </a:cubicBezTo>
                <a:close/>
                <a:moveTo>
                  <a:pt x="5769608" y="63065"/>
                </a:moveTo>
                <a:cubicBezTo>
                  <a:pt x="5769608" y="59750"/>
                  <a:pt x="5769291" y="56616"/>
                  <a:pt x="5768654" y="53664"/>
                </a:cubicBezTo>
                <a:cubicBezTo>
                  <a:pt x="5768065" y="50715"/>
                  <a:pt x="5767065" y="48126"/>
                  <a:pt x="5765659" y="45900"/>
                </a:cubicBezTo>
                <a:cubicBezTo>
                  <a:pt x="5764250" y="43677"/>
                  <a:pt x="5762344" y="41928"/>
                  <a:pt x="5759938" y="40657"/>
                </a:cubicBezTo>
                <a:cubicBezTo>
                  <a:pt x="5757532" y="39339"/>
                  <a:pt x="5754535" y="38682"/>
                  <a:pt x="5750949" y="38682"/>
                </a:cubicBezTo>
                <a:cubicBezTo>
                  <a:pt x="5747634" y="38682"/>
                  <a:pt x="5744774" y="39273"/>
                  <a:pt x="5742368" y="40454"/>
                </a:cubicBezTo>
                <a:cubicBezTo>
                  <a:pt x="5740005" y="41634"/>
                  <a:pt x="5738053" y="43314"/>
                  <a:pt x="5736510" y="45491"/>
                </a:cubicBezTo>
                <a:cubicBezTo>
                  <a:pt x="5734967" y="47626"/>
                  <a:pt x="5733809" y="50169"/>
                  <a:pt x="5733035" y="53121"/>
                </a:cubicBezTo>
                <a:cubicBezTo>
                  <a:pt x="5732309" y="56073"/>
                  <a:pt x="5731946" y="59296"/>
                  <a:pt x="5731946" y="62791"/>
                </a:cubicBezTo>
                <a:cubicBezTo>
                  <a:pt x="5731946" y="66151"/>
                  <a:pt x="5732241" y="69306"/>
                  <a:pt x="5732832" y="72258"/>
                </a:cubicBezTo>
                <a:cubicBezTo>
                  <a:pt x="5733467" y="75209"/>
                  <a:pt x="5734490" y="77798"/>
                  <a:pt x="5735898" y="80021"/>
                </a:cubicBezTo>
                <a:cubicBezTo>
                  <a:pt x="5737350" y="82202"/>
                  <a:pt x="5739279" y="83948"/>
                  <a:pt x="5741685" y="85265"/>
                </a:cubicBezTo>
                <a:cubicBezTo>
                  <a:pt x="5744094" y="86537"/>
                  <a:pt x="5747088" y="87174"/>
                  <a:pt x="5750674" y="87174"/>
                </a:cubicBezTo>
                <a:cubicBezTo>
                  <a:pt x="5753943" y="87174"/>
                  <a:pt x="5756781" y="86582"/>
                  <a:pt x="5759190" y="85402"/>
                </a:cubicBezTo>
                <a:cubicBezTo>
                  <a:pt x="5761596" y="84222"/>
                  <a:pt x="5763570" y="82565"/>
                  <a:pt x="5765113" y="80430"/>
                </a:cubicBezTo>
                <a:cubicBezTo>
                  <a:pt x="5766656" y="78296"/>
                  <a:pt x="5767791" y="75755"/>
                  <a:pt x="5768520" y="72803"/>
                </a:cubicBezTo>
                <a:cubicBezTo>
                  <a:pt x="5769245" y="69852"/>
                  <a:pt x="5769608" y="66605"/>
                  <a:pt x="5769608" y="63065"/>
                </a:cubicBezTo>
                <a:close/>
                <a:moveTo>
                  <a:pt x="5861414" y="89148"/>
                </a:moveTo>
                <a:cubicBezTo>
                  <a:pt x="5861414" y="90466"/>
                  <a:pt x="5861323" y="91509"/>
                  <a:pt x="5861140" y="92280"/>
                </a:cubicBezTo>
                <a:cubicBezTo>
                  <a:pt x="5860960" y="93052"/>
                  <a:pt x="5860688" y="93620"/>
                  <a:pt x="5860322" y="93983"/>
                </a:cubicBezTo>
                <a:cubicBezTo>
                  <a:pt x="5859960" y="94346"/>
                  <a:pt x="5859417" y="94686"/>
                  <a:pt x="5858688" y="95003"/>
                </a:cubicBezTo>
                <a:cubicBezTo>
                  <a:pt x="5857962" y="95323"/>
                  <a:pt x="5857122" y="95572"/>
                  <a:pt x="5856171" y="95755"/>
                </a:cubicBezTo>
                <a:cubicBezTo>
                  <a:pt x="5855262" y="95981"/>
                  <a:pt x="5854285" y="96163"/>
                  <a:pt x="5853242" y="96298"/>
                </a:cubicBezTo>
                <a:cubicBezTo>
                  <a:pt x="5852196" y="96435"/>
                  <a:pt x="5851153" y="96503"/>
                  <a:pt x="5850107" y="96503"/>
                </a:cubicBezTo>
                <a:cubicBezTo>
                  <a:pt x="5846929" y="96503"/>
                  <a:pt x="5844206" y="96095"/>
                  <a:pt x="5841934" y="95278"/>
                </a:cubicBezTo>
                <a:cubicBezTo>
                  <a:pt x="5839666" y="94415"/>
                  <a:pt x="5837802" y="93143"/>
                  <a:pt x="5836351" y="91463"/>
                </a:cubicBezTo>
                <a:cubicBezTo>
                  <a:pt x="5834899" y="89737"/>
                  <a:pt x="5833831" y="87582"/>
                  <a:pt x="5833150" y="84993"/>
                </a:cubicBezTo>
                <a:cubicBezTo>
                  <a:pt x="5832513" y="82359"/>
                  <a:pt x="5832196" y="79273"/>
                  <a:pt x="5832196" y="75732"/>
                </a:cubicBezTo>
                <a:lnTo>
                  <a:pt x="5832196" y="39908"/>
                </a:lnTo>
                <a:lnTo>
                  <a:pt x="5823615" y="39908"/>
                </a:lnTo>
                <a:cubicBezTo>
                  <a:pt x="5822935" y="39908"/>
                  <a:pt x="5822389" y="39545"/>
                  <a:pt x="5821981" y="38819"/>
                </a:cubicBezTo>
                <a:cubicBezTo>
                  <a:pt x="5821572" y="38093"/>
                  <a:pt x="5821369" y="36910"/>
                  <a:pt x="5821369" y="35276"/>
                </a:cubicBezTo>
                <a:cubicBezTo>
                  <a:pt x="5821369" y="34416"/>
                  <a:pt x="5821412" y="33687"/>
                  <a:pt x="5821503" y="33098"/>
                </a:cubicBezTo>
                <a:cubicBezTo>
                  <a:pt x="5821640" y="32507"/>
                  <a:pt x="5821800" y="32030"/>
                  <a:pt x="5821981" y="31667"/>
                </a:cubicBezTo>
                <a:cubicBezTo>
                  <a:pt x="5822163" y="31258"/>
                  <a:pt x="5822389" y="30987"/>
                  <a:pt x="5822661" y="30850"/>
                </a:cubicBezTo>
                <a:cubicBezTo>
                  <a:pt x="5822981" y="30670"/>
                  <a:pt x="5823321" y="30578"/>
                  <a:pt x="5823684" y="30578"/>
                </a:cubicBezTo>
                <a:lnTo>
                  <a:pt x="5832196" y="30578"/>
                </a:lnTo>
                <a:lnTo>
                  <a:pt x="5832196" y="16005"/>
                </a:lnTo>
                <a:cubicBezTo>
                  <a:pt x="5832196" y="15685"/>
                  <a:pt x="5832265" y="15390"/>
                  <a:pt x="5832402" y="15119"/>
                </a:cubicBezTo>
                <a:cubicBezTo>
                  <a:pt x="5832582" y="14845"/>
                  <a:pt x="5832879" y="14619"/>
                  <a:pt x="5833288" y="14436"/>
                </a:cubicBezTo>
                <a:cubicBezTo>
                  <a:pt x="5833739" y="14210"/>
                  <a:pt x="5834331" y="14050"/>
                  <a:pt x="5835056" y="13962"/>
                </a:cubicBezTo>
                <a:cubicBezTo>
                  <a:pt x="5835782" y="13870"/>
                  <a:pt x="5836691" y="13825"/>
                  <a:pt x="5837782" y="13825"/>
                </a:cubicBezTo>
                <a:cubicBezTo>
                  <a:pt x="5838917" y="13825"/>
                  <a:pt x="5839846" y="13870"/>
                  <a:pt x="5840574" y="13962"/>
                </a:cubicBezTo>
                <a:cubicBezTo>
                  <a:pt x="5841300" y="14050"/>
                  <a:pt x="5841866" y="14210"/>
                  <a:pt x="5842277" y="14436"/>
                </a:cubicBezTo>
                <a:cubicBezTo>
                  <a:pt x="5842686" y="14619"/>
                  <a:pt x="5842980" y="14845"/>
                  <a:pt x="5843160" y="15119"/>
                </a:cubicBezTo>
                <a:cubicBezTo>
                  <a:pt x="5843343" y="15390"/>
                  <a:pt x="5843435" y="15685"/>
                  <a:pt x="5843435" y="16005"/>
                </a:cubicBezTo>
                <a:lnTo>
                  <a:pt x="5843435" y="30578"/>
                </a:lnTo>
                <a:lnTo>
                  <a:pt x="5859165" y="30578"/>
                </a:lnTo>
                <a:cubicBezTo>
                  <a:pt x="5859528" y="30578"/>
                  <a:pt x="5859848" y="30670"/>
                  <a:pt x="5860120" y="30850"/>
                </a:cubicBezTo>
                <a:cubicBezTo>
                  <a:pt x="5860391" y="30987"/>
                  <a:pt x="5860620" y="31258"/>
                  <a:pt x="5860800" y="31667"/>
                </a:cubicBezTo>
                <a:cubicBezTo>
                  <a:pt x="5861028" y="32030"/>
                  <a:pt x="5861185" y="32507"/>
                  <a:pt x="5861277" y="33098"/>
                </a:cubicBezTo>
                <a:cubicBezTo>
                  <a:pt x="5861368" y="33687"/>
                  <a:pt x="5861414" y="34416"/>
                  <a:pt x="5861414" y="35276"/>
                </a:cubicBezTo>
                <a:cubicBezTo>
                  <a:pt x="5861414" y="36910"/>
                  <a:pt x="5861208" y="38093"/>
                  <a:pt x="5860800" y="38819"/>
                </a:cubicBezTo>
                <a:cubicBezTo>
                  <a:pt x="5860391" y="39545"/>
                  <a:pt x="5859848" y="39908"/>
                  <a:pt x="5859165" y="39908"/>
                </a:cubicBezTo>
                <a:lnTo>
                  <a:pt x="5843435" y="39908"/>
                </a:lnTo>
                <a:lnTo>
                  <a:pt x="5843435" y="74098"/>
                </a:lnTo>
                <a:cubicBezTo>
                  <a:pt x="5843435" y="78318"/>
                  <a:pt x="5844046" y="81519"/>
                  <a:pt x="5845272" y="83699"/>
                </a:cubicBezTo>
                <a:cubicBezTo>
                  <a:pt x="5846544" y="85834"/>
                  <a:pt x="5848792" y="86899"/>
                  <a:pt x="5852016" y="86899"/>
                </a:cubicBezTo>
                <a:cubicBezTo>
                  <a:pt x="5853059" y="86899"/>
                  <a:pt x="5853990" y="86811"/>
                  <a:pt x="5854807" y="86628"/>
                </a:cubicBezTo>
                <a:cubicBezTo>
                  <a:pt x="5855625" y="86402"/>
                  <a:pt x="5856351" y="86174"/>
                  <a:pt x="5856988" y="85948"/>
                </a:cubicBezTo>
                <a:cubicBezTo>
                  <a:pt x="5857622" y="85719"/>
                  <a:pt x="5858168" y="85516"/>
                  <a:pt x="5858622" y="85334"/>
                </a:cubicBezTo>
                <a:cubicBezTo>
                  <a:pt x="5859074" y="85108"/>
                  <a:pt x="5859482" y="84993"/>
                  <a:pt x="5859848" y="84993"/>
                </a:cubicBezTo>
                <a:cubicBezTo>
                  <a:pt x="5860074" y="84993"/>
                  <a:pt x="5860280" y="85062"/>
                  <a:pt x="5860460" y="85196"/>
                </a:cubicBezTo>
                <a:cubicBezTo>
                  <a:pt x="5860688" y="85288"/>
                  <a:pt x="5860845" y="85494"/>
                  <a:pt x="5860937" y="85811"/>
                </a:cubicBezTo>
                <a:cubicBezTo>
                  <a:pt x="5861074" y="86128"/>
                  <a:pt x="5861185" y="86559"/>
                  <a:pt x="5861277" y="87105"/>
                </a:cubicBezTo>
                <a:cubicBezTo>
                  <a:pt x="5861368" y="87648"/>
                  <a:pt x="5861414" y="88331"/>
                  <a:pt x="5861414" y="89148"/>
                </a:cubicBezTo>
                <a:close/>
                <a:moveTo>
                  <a:pt x="5929040" y="93643"/>
                </a:moveTo>
                <a:cubicBezTo>
                  <a:pt x="5929040" y="94006"/>
                  <a:pt x="5928951" y="94323"/>
                  <a:pt x="5928768" y="94595"/>
                </a:cubicBezTo>
                <a:cubicBezTo>
                  <a:pt x="5928588" y="94823"/>
                  <a:pt x="5928291" y="95026"/>
                  <a:pt x="5927882" y="95209"/>
                </a:cubicBezTo>
                <a:cubicBezTo>
                  <a:pt x="5927474" y="95392"/>
                  <a:pt x="5926908" y="95526"/>
                  <a:pt x="5926182" y="95618"/>
                </a:cubicBezTo>
                <a:cubicBezTo>
                  <a:pt x="5925453" y="95709"/>
                  <a:pt x="5924548" y="95755"/>
                  <a:pt x="5923456" y="95755"/>
                </a:cubicBezTo>
                <a:cubicBezTo>
                  <a:pt x="5922322" y="95755"/>
                  <a:pt x="5921390" y="95709"/>
                  <a:pt x="5920664" y="95618"/>
                </a:cubicBezTo>
                <a:cubicBezTo>
                  <a:pt x="5919938" y="95526"/>
                  <a:pt x="5919370" y="95392"/>
                  <a:pt x="5918961" y="95209"/>
                </a:cubicBezTo>
                <a:cubicBezTo>
                  <a:pt x="5918553" y="95026"/>
                  <a:pt x="5918258" y="94823"/>
                  <a:pt x="5918075" y="94595"/>
                </a:cubicBezTo>
                <a:cubicBezTo>
                  <a:pt x="5917895" y="94323"/>
                  <a:pt x="5917804" y="94006"/>
                  <a:pt x="5917804" y="93643"/>
                </a:cubicBezTo>
                <a:lnTo>
                  <a:pt x="5917804" y="57753"/>
                </a:lnTo>
                <a:cubicBezTo>
                  <a:pt x="5917804" y="54255"/>
                  <a:pt x="5917532" y="51441"/>
                  <a:pt x="5916987" y="49306"/>
                </a:cubicBezTo>
                <a:cubicBezTo>
                  <a:pt x="5916441" y="47172"/>
                  <a:pt x="5915647" y="45334"/>
                  <a:pt x="5914604" y="43791"/>
                </a:cubicBezTo>
                <a:cubicBezTo>
                  <a:pt x="5913558" y="42245"/>
                  <a:pt x="5912198" y="41065"/>
                  <a:pt x="5910517" y="40248"/>
                </a:cubicBezTo>
                <a:cubicBezTo>
                  <a:pt x="5908883" y="39431"/>
                  <a:pt x="5906977" y="39022"/>
                  <a:pt x="5904797" y="39022"/>
                </a:cubicBezTo>
                <a:cubicBezTo>
                  <a:pt x="5901982" y="39022"/>
                  <a:pt x="5899164" y="40022"/>
                  <a:pt x="5896350" y="42020"/>
                </a:cubicBezTo>
                <a:cubicBezTo>
                  <a:pt x="5893535" y="44017"/>
                  <a:pt x="5890583" y="46946"/>
                  <a:pt x="5887497" y="50803"/>
                </a:cubicBezTo>
                <a:lnTo>
                  <a:pt x="5887497" y="93643"/>
                </a:lnTo>
                <a:cubicBezTo>
                  <a:pt x="5887497" y="94006"/>
                  <a:pt x="5887406" y="94323"/>
                  <a:pt x="5887226" y="94595"/>
                </a:cubicBezTo>
                <a:cubicBezTo>
                  <a:pt x="5887043" y="94823"/>
                  <a:pt x="5886749" y="95026"/>
                  <a:pt x="5886340" y="95209"/>
                </a:cubicBezTo>
                <a:cubicBezTo>
                  <a:pt x="5885931" y="95392"/>
                  <a:pt x="5885363" y="95526"/>
                  <a:pt x="5884637" y="95618"/>
                </a:cubicBezTo>
                <a:cubicBezTo>
                  <a:pt x="5883911" y="95709"/>
                  <a:pt x="5882980" y="95755"/>
                  <a:pt x="5881845" y="95755"/>
                </a:cubicBezTo>
                <a:cubicBezTo>
                  <a:pt x="5880754" y="95755"/>
                  <a:pt x="5879848" y="95709"/>
                  <a:pt x="5879119" y="95618"/>
                </a:cubicBezTo>
                <a:cubicBezTo>
                  <a:pt x="5878393" y="95526"/>
                  <a:pt x="5877805" y="95392"/>
                  <a:pt x="5877350" y="95209"/>
                </a:cubicBezTo>
                <a:cubicBezTo>
                  <a:pt x="5876942" y="95026"/>
                  <a:pt x="5876647" y="94823"/>
                  <a:pt x="5876464" y="94595"/>
                </a:cubicBezTo>
                <a:cubicBezTo>
                  <a:pt x="5876327" y="94323"/>
                  <a:pt x="5876262" y="94006"/>
                  <a:pt x="5876262" y="93643"/>
                </a:cubicBezTo>
                <a:lnTo>
                  <a:pt x="5876262" y="2655"/>
                </a:lnTo>
                <a:cubicBezTo>
                  <a:pt x="5876262" y="2292"/>
                  <a:pt x="5876327" y="1975"/>
                  <a:pt x="5876464" y="1700"/>
                </a:cubicBezTo>
                <a:cubicBezTo>
                  <a:pt x="5876647" y="1429"/>
                  <a:pt x="5876942" y="1203"/>
                  <a:pt x="5877350" y="1020"/>
                </a:cubicBezTo>
                <a:cubicBezTo>
                  <a:pt x="5877805" y="840"/>
                  <a:pt x="5878393" y="703"/>
                  <a:pt x="5879119" y="612"/>
                </a:cubicBezTo>
                <a:cubicBezTo>
                  <a:pt x="5879848" y="520"/>
                  <a:pt x="5880754" y="474"/>
                  <a:pt x="5881845" y="474"/>
                </a:cubicBezTo>
                <a:cubicBezTo>
                  <a:pt x="5882980" y="474"/>
                  <a:pt x="5883911" y="520"/>
                  <a:pt x="5884637" y="612"/>
                </a:cubicBezTo>
                <a:cubicBezTo>
                  <a:pt x="5885363" y="703"/>
                  <a:pt x="5885931" y="840"/>
                  <a:pt x="5886340" y="1020"/>
                </a:cubicBezTo>
                <a:cubicBezTo>
                  <a:pt x="5886749" y="1203"/>
                  <a:pt x="5887043" y="1429"/>
                  <a:pt x="5887226" y="1700"/>
                </a:cubicBezTo>
                <a:cubicBezTo>
                  <a:pt x="5887406" y="1975"/>
                  <a:pt x="5887497" y="2292"/>
                  <a:pt x="5887497" y="2655"/>
                </a:cubicBezTo>
                <a:lnTo>
                  <a:pt x="5887497" y="39362"/>
                </a:lnTo>
                <a:cubicBezTo>
                  <a:pt x="5890721" y="35959"/>
                  <a:pt x="5893967" y="33438"/>
                  <a:pt x="5897236" y="31804"/>
                </a:cubicBezTo>
                <a:cubicBezTo>
                  <a:pt x="5900505" y="30124"/>
                  <a:pt x="5903796" y="29284"/>
                  <a:pt x="5907111" y="29284"/>
                </a:cubicBezTo>
                <a:cubicBezTo>
                  <a:pt x="5911197" y="29284"/>
                  <a:pt x="5914626" y="29987"/>
                  <a:pt x="5917395" y="31395"/>
                </a:cubicBezTo>
                <a:cubicBezTo>
                  <a:pt x="5920210" y="32758"/>
                  <a:pt x="5922482" y="34596"/>
                  <a:pt x="5924205" y="36910"/>
                </a:cubicBezTo>
                <a:cubicBezTo>
                  <a:pt x="5925931" y="39228"/>
                  <a:pt x="5927157" y="41951"/>
                  <a:pt x="5927882" y="45083"/>
                </a:cubicBezTo>
                <a:cubicBezTo>
                  <a:pt x="5928654" y="48172"/>
                  <a:pt x="5929040" y="51918"/>
                  <a:pt x="5929040" y="56321"/>
                </a:cubicBezTo>
                <a:lnTo>
                  <a:pt x="5929040" y="93643"/>
                </a:lnTo>
                <a:close/>
                <a:moveTo>
                  <a:pt x="6001846" y="60339"/>
                </a:moveTo>
                <a:cubicBezTo>
                  <a:pt x="6001846" y="62111"/>
                  <a:pt x="6001392" y="63382"/>
                  <a:pt x="6000483" y="64154"/>
                </a:cubicBezTo>
                <a:cubicBezTo>
                  <a:pt x="5999620" y="64880"/>
                  <a:pt x="5998623" y="65242"/>
                  <a:pt x="5997485" y="65242"/>
                </a:cubicBezTo>
                <a:lnTo>
                  <a:pt x="5957303" y="65242"/>
                </a:lnTo>
                <a:cubicBezTo>
                  <a:pt x="5957303" y="68649"/>
                  <a:pt x="5957646" y="71712"/>
                  <a:pt x="5958326" y="74438"/>
                </a:cubicBezTo>
                <a:cubicBezTo>
                  <a:pt x="5959006" y="77161"/>
                  <a:pt x="5960141" y="79499"/>
                  <a:pt x="5961732" y="81453"/>
                </a:cubicBezTo>
                <a:cubicBezTo>
                  <a:pt x="5963321" y="83405"/>
                  <a:pt x="5965387" y="84902"/>
                  <a:pt x="5967927" y="85948"/>
                </a:cubicBezTo>
                <a:cubicBezTo>
                  <a:pt x="5970471" y="86991"/>
                  <a:pt x="5973582" y="87514"/>
                  <a:pt x="5977260" y="87514"/>
                </a:cubicBezTo>
                <a:cubicBezTo>
                  <a:pt x="5980166" y="87514"/>
                  <a:pt x="5982752" y="87285"/>
                  <a:pt x="5985024" y="86831"/>
                </a:cubicBezTo>
                <a:cubicBezTo>
                  <a:pt x="5987293" y="86334"/>
                  <a:pt x="5989247" y="85788"/>
                  <a:pt x="5990882" y="85196"/>
                </a:cubicBezTo>
                <a:cubicBezTo>
                  <a:pt x="5992559" y="84608"/>
                  <a:pt x="5993922" y="84085"/>
                  <a:pt x="5994965" y="83630"/>
                </a:cubicBezTo>
                <a:cubicBezTo>
                  <a:pt x="5996057" y="83130"/>
                  <a:pt x="5996874" y="82882"/>
                  <a:pt x="5997420" y="82882"/>
                </a:cubicBezTo>
                <a:cubicBezTo>
                  <a:pt x="5997737" y="82882"/>
                  <a:pt x="5998008" y="82973"/>
                  <a:pt x="5998234" y="83153"/>
                </a:cubicBezTo>
                <a:cubicBezTo>
                  <a:pt x="5998508" y="83290"/>
                  <a:pt x="5998711" y="83519"/>
                  <a:pt x="5998848" y="83836"/>
                </a:cubicBezTo>
                <a:cubicBezTo>
                  <a:pt x="5998985" y="84153"/>
                  <a:pt x="5999074" y="84608"/>
                  <a:pt x="5999120" y="85196"/>
                </a:cubicBezTo>
                <a:cubicBezTo>
                  <a:pt x="5999211" y="85742"/>
                  <a:pt x="5999257" y="86422"/>
                  <a:pt x="5999257" y="87239"/>
                </a:cubicBezTo>
                <a:cubicBezTo>
                  <a:pt x="5999257" y="87831"/>
                  <a:pt x="5999234" y="88354"/>
                  <a:pt x="5999188" y="88808"/>
                </a:cubicBezTo>
                <a:cubicBezTo>
                  <a:pt x="5999143" y="89217"/>
                  <a:pt x="5999074" y="89603"/>
                  <a:pt x="5998985" y="89966"/>
                </a:cubicBezTo>
                <a:cubicBezTo>
                  <a:pt x="5998940" y="90283"/>
                  <a:pt x="5998825" y="90577"/>
                  <a:pt x="5998643" y="90851"/>
                </a:cubicBezTo>
                <a:cubicBezTo>
                  <a:pt x="5998508" y="91123"/>
                  <a:pt x="5998303" y="91394"/>
                  <a:pt x="5998031" y="91669"/>
                </a:cubicBezTo>
                <a:cubicBezTo>
                  <a:pt x="5997805" y="91894"/>
                  <a:pt x="5997077" y="92303"/>
                  <a:pt x="5995851" y="92894"/>
                </a:cubicBezTo>
                <a:cubicBezTo>
                  <a:pt x="5994625" y="93437"/>
                  <a:pt x="5993036" y="93983"/>
                  <a:pt x="5991085" y="94529"/>
                </a:cubicBezTo>
                <a:cubicBezTo>
                  <a:pt x="5989133" y="95072"/>
                  <a:pt x="5986861" y="95549"/>
                  <a:pt x="5984275" y="95958"/>
                </a:cubicBezTo>
                <a:cubicBezTo>
                  <a:pt x="5981732" y="96412"/>
                  <a:pt x="5979006" y="96638"/>
                  <a:pt x="5976103" y="96638"/>
                </a:cubicBezTo>
                <a:cubicBezTo>
                  <a:pt x="5971062" y="96638"/>
                  <a:pt x="5966636" y="95935"/>
                  <a:pt x="5962821" y="94529"/>
                </a:cubicBezTo>
                <a:cubicBezTo>
                  <a:pt x="5959052" y="93120"/>
                  <a:pt x="5955874" y="91031"/>
                  <a:pt x="5953285" y="88262"/>
                </a:cubicBezTo>
                <a:cubicBezTo>
                  <a:pt x="5950699" y="85494"/>
                  <a:pt x="5948745" y="82019"/>
                  <a:pt x="5947430" y="77841"/>
                </a:cubicBezTo>
                <a:cubicBezTo>
                  <a:pt x="5946113" y="73666"/>
                  <a:pt x="5945453" y="68806"/>
                  <a:pt x="5945453" y="63268"/>
                </a:cubicBezTo>
                <a:cubicBezTo>
                  <a:pt x="5945453" y="58002"/>
                  <a:pt x="5946136" y="53278"/>
                  <a:pt x="5947496" y="49103"/>
                </a:cubicBezTo>
                <a:cubicBezTo>
                  <a:pt x="5948859" y="44880"/>
                  <a:pt x="5950811" y="41317"/>
                  <a:pt x="5953354" y="38411"/>
                </a:cubicBezTo>
                <a:cubicBezTo>
                  <a:pt x="5955943" y="35459"/>
                  <a:pt x="5959052" y="33210"/>
                  <a:pt x="5962684" y="31667"/>
                </a:cubicBezTo>
                <a:cubicBezTo>
                  <a:pt x="5966319" y="30078"/>
                  <a:pt x="5970379" y="29284"/>
                  <a:pt x="5974877" y="29284"/>
                </a:cubicBezTo>
                <a:cubicBezTo>
                  <a:pt x="5979689" y="29284"/>
                  <a:pt x="5983775" y="30055"/>
                  <a:pt x="5987135" y="31598"/>
                </a:cubicBezTo>
                <a:cubicBezTo>
                  <a:pt x="5990539" y="33144"/>
                  <a:pt x="5993331" y="35233"/>
                  <a:pt x="5995511" y="37865"/>
                </a:cubicBezTo>
                <a:cubicBezTo>
                  <a:pt x="5997691" y="40454"/>
                  <a:pt x="5999280" y="43517"/>
                  <a:pt x="6000277" y="47060"/>
                </a:cubicBezTo>
                <a:cubicBezTo>
                  <a:pt x="6001323" y="50555"/>
                  <a:pt x="6001846" y="54301"/>
                  <a:pt x="6001846" y="58296"/>
                </a:cubicBezTo>
                <a:lnTo>
                  <a:pt x="6001846" y="60339"/>
                </a:lnTo>
                <a:close/>
                <a:moveTo>
                  <a:pt x="5990539" y="57001"/>
                </a:moveTo>
                <a:cubicBezTo>
                  <a:pt x="5990676" y="51101"/>
                  <a:pt x="5989359" y="46469"/>
                  <a:pt x="5986590" y="43108"/>
                </a:cubicBezTo>
                <a:cubicBezTo>
                  <a:pt x="5983866" y="39748"/>
                  <a:pt x="5979803" y="38070"/>
                  <a:pt x="5974400" y="38070"/>
                </a:cubicBezTo>
                <a:cubicBezTo>
                  <a:pt x="5971631" y="38070"/>
                  <a:pt x="5969202" y="38591"/>
                  <a:pt x="5967110" y="39636"/>
                </a:cubicBezTo>
                <a:cubicBezTo>
                  <a:pt x="5965024" y="40679"/>
                  <a:pt x="5963275" y="42065"/>
                  <a:pt x="5961867" y="43791"/>
                </a:cubicBezTo>
                <a:cubicBezTo>
                  <a:pt x="5960461" y="45514"/>
                  <a:pt x="5959369" y="47535"/>
                  <a:pt x="5958598" y="49852"/>
                </a:cubicBezTo>
                <a:cubicBezTo>
                  <a:pt x="5957826" y="52121"/>
                  <a:pt x="5957395" y="54504"/>
                  <a:pt x="5957303" y="57001"/>
                </a:cubicBezTo>
                <a:lnTo>
                  <a:pt x="5990539" y="57001"/>
                </a:lnTo>
                <a:close/>
                <a:moveTo>
                  <a:pt x="6094535" y="84313"/>
                </a:moveTo>
                <a:cubicBezTo>
                  <a:pt x="6094535" y="85085"/>
                  <a:pt x="6094512" y="85765"/>
                  <a:pt x="6094466" y="86357"/>
                </a:cubicBezTo>
                <a:cubicBezTo>
                  <a:pt x="6094423" y="86899"/>
                  <a:pt x="6094332" y="87377"/>
                  <a:pt x="6094195" y="87785"/>
                </a:cubicBezTo>
                <a:cubicBezTo>
                  <a:pt x="6094103" y="88148"/>
                  <a:pt x="6093969" y="88488"/>
                  <a:pt x="6093786" y="88808"/>
                </a:cubicBezTo>
                <a:cubicBezTo>
                  <a:pt x="6093649" y="89080"/>
                  <a:pt x="6093286" y="89511"/>
                  <a:pt x="6092697" y="90100"/>
                </a:cubicBezTo>
                <a:cubicBezTo>
                  <a:pt x="6092151" y="90646"/>
                  <a:pt x="6091197" y="91349"/>
                  <a:pt x="6089837" y="92212"/>
                </a:cubicBezTo>
                <a:cubicBezTo>
                  <a:pt x="6088474" y="93029"/>
                  <a:pt x="6086931" y="93777"/>
                  <a:pt x="6085205" y="94460"/>
                </a:cubicBezTo>
                <a:cubicBezTo>
                  <a:pt x="6083525" y="95095"/>
                  <a:pt x="6081687" y="95618"/>
                  <a:pt x="6079690" y="96026"/>
                </a:cubicBezTo>
                <a:cubicBezTo>
                  <a:pt x="6077690" y="96435"/>
                  <a:pt x="6075624" y="96638"/>
                  <a:pt x="6073492" y="96638"/>
                </a:cubicBezTo>
                <a:cubicBezTo>
                  <a:pt x="6069086" y="96638"/>
                  <a:pt x="6065182" y="95912"/>
                  <a:pt x="6061776" y="94460"/>
                </a:cubicBezTo>
                <a:cubicBezTo>
                  <a:pt x="6058370" y="93006"/>
                  <a:pt x="6055513" y="90897"/>
                  <a:pt x="6053195" y="88125"/>
                </a:cubicBezTo>
                <a:cubicBezTo>
                  <a:pt x="6050926" y="85311"/>
                  <a:pt x="6049177" y="81885"/>
                  <a:pt x="6047952" y="77841"/>
                </a:cubicBezTo>
                <a:cubicBezTo>
                  <a:pt x="6046771" y="73755"/>
                  <a:pt x="6046180" y="69057"/>
                  <a:pt x="6046180" y="63745"/>
                </a:cubicBezTo>
                <a:cubicBezTo>
                  <a:pt x="6046180" y="57707"/>
                  <a:pt x="6046909" y="52529"/>
                  <a:pt x="6048360" y="48217"/>
                </a:cubicBezTo>
                <a:cubicBezTo>
                  <a:pt x="6049858" y="43857"/>
                  <a:pt x="6051878" y="40294"/>
                  <a:pt x="6054421" y="37525"/>
                </a:cubicBezTo>
                <a:cubicBezTo>
                  <a:pt x="6057010" y="34756"/>
                  <a:pt x="6060030" y="32713"/>
                  <a:pt x="6063479" y="31395"/>
                </a:cubicBezTo>
                <a:cubicBezTo>
                  <a:pt x="6066977" y="30032"/>
                  <a:pt x="6070743" y="29352"/>
                  <a:pt x="6074786" y="29352"/>
                </a:cubicBezTo>
                <a:cubicBezTo>
                  <a:pt x="6076738" y="29352"/>
                  <a:pt x="6078621" y="29532"/>
                  <a:pt x="6080439" y="29898"/>
                </a:cubicBezTo>
                <a:cubicBezTo>
                  <a:pt x="6082299" y="30261"/>
                  <a:pt x="6084002" y="30738"/>
                  <a:pt x="6085545" y="31327"/>
                </a:cubicBezTo>
                <a:cubicBezTo>
                  <a:pt x="6087088" y="31918"/>
                  <a:pt x="6088451" y="32598"/>
                  <a:pt x="6089631" y="33370"/>
                </a:cubicBezTo>
                <a:cubicBezTo>
                  <a:pt x="6090857" y="34141"/>
                  <a:pt x="6091743" y="34801"/>
                  <a:pt x="6092289" y="35344"/>
                </a:cubicBezTo>
                <a:cubicBezTo>
                  <a:pt x="6092832" y="35890"/>
                  <a:pt x="6093194" y="36322"/>
                  <a:pt x="6093377" y="36639"/>
                </a:cubicBezTo>
                <a:cubicBezTo>
                  <a:pt x="6093606" y="36956"/>
                  <a:pt x="6093786" y="37342"/>
                  <a:pt x="6093923" y="37796"/>
                </a:cubicBezTo>
                <a:cubicBezTo>
                  <a:pt x="6094057" y="38205"/>
                  <a:pt x="6094149" y="38682"/>
                  <a:pt x="6094195" y="39228"/>
                </a:cubicBezTo>
                <a:cubicBezTo>
                  <a:pt x="6094240" y="39771"/>
                  <a:pt x="6094263" y="40454"/>
                  <a:pt x="6094263" y="41271"/>
                </a:cubicBezTo>
                <a:cubicBezTo>
                  <a:pt x="6094263" y="43040"/>
                  <a:pt x="6094057" y="44288"/>
                  <a:pt x="6093649" y="45017"/>
                </a:cubicBezTo>
                <a:cubicBezTo>
                  <a:pt x="6093240" y="45697"/>
                  <a:pt x="6092740" y="46037"/>
                  <a:pt x="6092151" y="46037"/>
                </a:cubicBezTo>
                <a:cubicBezTo>
                  <a:pt x="6091471" y="46037"/>
                  <a:pt x="6090677" y="45674"/>
                  <a:pt x="6089768" y="44948"/>
                </a:cubicBezTo>
                <a:cubicBezTo>
                  <a:pt x="6088905" y="44177"/>
                  <a:pt x="6087794" y="43337"/>
                  <a:pt x="6086431" y="42428"/>
                </a:cubicBezTo>
                <a:cubicBezTo>
                  <a:pt x="6085068" y="41519"/>
                  <a:pt x="6083410" y="40702"/>
                  <a:pt x="6081459" y="39976"/>
                </a:cubicBezTo>
                <a:cubicBezTo>
                  <a:pt x="6079553" y="39205"/>
                  <a:pt x="6077281" y="38819"/>
                  <a:pt x="6074649" y="38819"/>
                </a:cubicBezTo>
                <a:cubicBezTo>
                  <a:pt x="6069246" y="38819"/>
                  <a:pt x="6065091" y="40908"/>
                  <a:pt x="6062185" y="45083"/>
                </a:cubicBezTo>
                <a:cubicBezTo>
                  <a:pt x="6059324" y="49215"/>
                  <a:pt x="6057896" y="55233"/>
                  <a:pt x="6057896" y="63131"/>
                </a:cubicBezTo>
                <a:cubicBezTo>
                  <a:pt x="6057896" y="67083"/>
                  <a:pt x="6058259" y="70555"/>
                  <a:pt x="6058984" y="73552"/>
                </a:cubicBezTo>
                <a:cubicBezTo>
                  <a:pt x="6059756" y="76504"/>
                  <a:pt x="6060870" y="78978"/>
                  <a:pt x="6062322" y="80976"/>
                </a:cubicBezTo>
                <a:cubicBezTo>
                  <a:pt x="6063774" y="82973"/>
                  <a:pt x="6065545" y="84471"/>
                  <a:pt x="6067634" y="85471"/>
                </a:cubicBezTo>
                <a:cubicBezTo>
                  <a:pt x="6069769" y="86422"/>
                  <a:pt x="6072198" y="86899"/>
                  <a:pt x="6074921" y="86899"/>
                </a:cubicBezTo>
                <a:cubicBezTo>
                  <a:pt x="6077510" y="86899"/>
                  <a:pt x="6079778" y="86491"/>
                  <a:pt x="6081730" y="85674"/>
                </a:cubicBezTo>
                <a:cubicBezTo>
                  <a:pt x="6083685" y="84856"/>
                  <a:pt x="6085365" y="83970"/>
                  <a:pt x="6086771" y="83019"/>
                </a:cubicBezTo>
                <a:cubicBezTo>
                  <a:pt x="6088225" y="82019"/>
                  <a:pt x="6089428" y="81133"/>
                  <a:pt x="6090380" y="80361"/>
                </a:cubicBezTo>
                <a:cubicBezTo>
                  <a:pt x="6091380" y="79544"/>
                  <a:pt x="6092151" y="79136"/>
                  <a:pt x="6092697" y="79136"/>
                </a:cubicBezTo>
                <a:cubicBezTo>
                  <a:pt x="6093014" y="79136"/>
                  <a:pt x="6093286" y="79227"/>
                  <a:pt x="6093514" y="79410"/>
                </a:cubicBezTo>
                <a:cubicBezTo>
                  <a:pt x="6093740" y="79590"/>
                  <a:pt x="6093923" y="79907"/>
                  <a:pt x="6094057" y="80361"/>
                </a:cubicBezTo>
                <a:cubicBezTo>
                  <a:pt x="6094240" y="80770"/>
                  <a:pt x="6094355" y="81316"/>
                  <a:pt x="6094400" y="81996"/>
                </a:cubicBezTo>
                <a:cubicBezTo>
                  <a:pt x="6094489" y="82633"/>
                  <a:pt x="6094535" y="83405"/>
                  <a:pt x="6094535" y="84313"/>
                </a:cubicBezTo>
                <a:close/>
                <a:moveTo>
                  <a:pt x="6154468" y="93712"/>
                </a:moveTo>
                <a:cubicBezTo>
                  <a:pt x="6154468" y="94255"/>
                  <a:pt x="6154285" y="94663"/>
                  <a:pt x="6153922" y="94938"/>
                </a:cubicBezTo>
                <a:cubicBezTo>
                  <a:pt x="6153559" y="95209"/>
                  <a:pt x="6153059" y="95412"/>
                  <a:pt x="6152425" y="95549"/>
                </a:cubicBezTo>
                <a:cubicBezTo>
                  <a:pt x="6151787" y="95686"/>
                  <a:pt x="6150859" y="95755"/>
                  <a:pt x="6149633" y="95755"/>
                </a:cubicBezTo>
                <a:cubicBezTo>
                  <a:pt x="6148450" y="95755"/>
                  <a:pt x="6147498" y="95686"/>
                  <a:pt x="6146773" y="95549"/>
                </a:cubicBezTo>
                <a:cubicBezTo>
                  <a:pt x="6146090" y="95412"/>
                  <a:pt x="6145590" y="95209"/>
                  <a:pt x="6145272" y="94938"/>
                </a:cubicBezTo>
                <a:cubicBezTo>
                  <a:pt x="6144955" y="94663"/>
                  <a:pt x="6144795" y="94255"/>
                  <a:pt x="6144795" y="93712"/>
                </a:cubicBezTo>
                <a:lnTo>
                  <a:pt x="6144795" y="87582"/>
                </a:lnTo>
                <a:cubicBezTo>
                  <a:pt x="6142118" y="90443"/>
                  <a:pt x="6139120" y="92666"/>
                  <a:pt x="6135805" y="94255"/>
                </a:cubicBezTo>
                <a:cubicBezTo>
                  <a:pt x="6132536" y="95843"/>
                  <a:pt x="6129065" y="96638"/>
                  <a:pt x="6125387" y="96638"/>
                </a:cubicBezTo>
                <a:cubicBezTo>
                  <a:pt x="6122164" y="96638"/>
                  <a:pt x="6119235" y="96209"/>
                  <a:pt x="6116600" y="95346"/>
                </a:cubicBezTo>
                <a:cubicBezTo>
                  <a:pt x="6114014" y="94529"/>
                  <a:pt x="6111788" y="93326"/>
                  <a:pt x="6109925" y="91734"/>
                </a:cubicBezTo>
                <a:cubicBezTo>
                  <a:pt x="6108111" y="90146"/>
                  <a:pt x="6106682" y="88194"/>
                  <a:pt x="6105636" y="85879"/>
                </a:cubicBezTo>
                <a:cubicBezTo>
                  <a:pt x="6104636" y="83562"/>
                  <a:pt x="6104139" y="80930"/>
                  <a:pt x="6104139" y="77978"/>
                </a:cubicBezTo>
                <a:cubicBezTo>
                  <a:pt x="6104139" y="74529"/>
                  <a:pt x="6104842" y="71532"/>
                  <a:pt x="6106250" y="68989"/>
                </a:cubicBezTo>
                <a:cubicBezTo>
                  <a:pt x="6107656" y="66445"/>
                  <a:pt x="6109676" y="64334"/>
                  <a:pt x="6112311" y="62656"/>
                </a:cubicBezTo>
                <a:cubicBezTo>
                  <a:pt x="6114943" y="60976"/>
                  <a:pt x="6118166" y="59727"/>
                  <a:pt x="6121981" y="58910"/>
                </a:cubicBezTo>
                <a:cubicBezTo>
                  <a:pt x="6125796" y="58047"/>
                  <a:pt x="6130085" y="57616"/>
                  <a:pt x="6134854" y="57616"/>
                </a:cubicBezTo>
                <a:lnTo>
                  <a:pt x="6143298" y="57616"/>
                </a:lnTo>
                <a:lnTo>
                  <a:pt x="6143298" y="52847"/>
                </a:lnTo>
                <a:cubicBezTo>
                  <a:pt x="6143298" y="50486"/>
                  <a:pt x="6143049" y="48397"/>
                  <a:pt x="6142549" y="46583"/>
                </a:cubicBezTo>
                <a:cubicBezTo>
                  <a:pt x="6142049" y="44766"/>
                  <a:pt x="6141232" y="43268"/>
                  <a:pt x="6140097" y="42088"/>
                </a:cubicBezTo>
                <a:cubicBezTo>
                  <a:pt x="6139006" y="40862"/>
                  <a:pt x="6137577" y="39954"/>
                  <a:pt x="6135805" y="39362"/>
                </a:cubicBezTo>
                <a:cubicBezTo>
                  <a:pt x="6134037" y="38728"/>
                  <a:pt x="6131856" y="38411"/>
                  <a:pt x="6129267" y="38411"/>
                </a:cubicBezTo>
                <a:cubicBezTo>
                  <a:pt x="6126499" y="38411"/>
                  <a:pt x="6124001" y="38751"/>
                  <a:pt x="6121778" y="39431"/>
                </a:cubicBezTo>
                <a:cubicBezTo>
                  <a:pt x="6119598" y="40068"/>
                  <a:pt x="6117669" y="40794"/>
                  <a:pt x="6115989" y="41611"/>
                </a:cubicBezTo>
                <a:cubicBezTo>
                  <a:pt x="6114354" y="42382"/>
                  <a:pt x="6112968" y="43108"/>
                  <a:pt x="6111834" y="43791"/>
                </a:cubicBezTo>
                <a:cubicBezTo>
                  <a:pt x="6110745" y="44426"/>
                  <a:pt x="6109925" y="44743"/>
                  <a:pt x="6109382" y="44743"/>
                </a:cubicBezTo>
                <a:cubicBezTo>
                  <a:pt x="6109019" y="44743"/>
                  <a:pt x="6108702" y="44654"/>
                  <a:pt x="6108428" y="44471"/>
                </a:cubicBezTo>
                <a:cubicBezTo>
                  <a:pt x="6108156" y="44288"/>
                  <a:pt x="6107905" y="44017"/>
                  <a:pt x="6107679" y="43654"/>
                </a:cubicBezTo>
                <a:cubicBezTo>
                  <a:pt x="6107499" y="43291"/>
                  <a:pt x="6107362" y="42837"/>
                  <a:pt x="6107270" y="42291"/>
                </a:cubicBezTo>
                <a:cubicBezTo>
                  <a:pt x="6107179" y="41702"/>
                  <a:pt x="6107133" y="41065"/>
                  <a:pt x="6107133" y="40385"/>
                </a:cubicBezTo>
                <a:cubicBezTo>
                  <a:pt x="6107133" y="39251"/>
                  <a:pt x="6107202" y="38365"/>
                  <a:pt x="6107339" y="37728"/>
                </a:cubicBezTo>
                <a:cubicBezTo>
                  <a:pt x="6107519" y="37047"/>
                  <a:pt x="6107905" y="36413"/>
                  <a:pt x="6108496" y="35822"/>
                </a:cubicBezTo>
                <a:cubicBezTo>
                  <a:pt x="6109134" y="35233"/>
                  <a:pt x="6110199" y="34550"/>
                  <a:pt x="6111697" y="33779"/>
                </a:cubicBezTo>
                <a:cubicBezTo>
                  <a:pt x="6113197" y="32961"/>
                  <a:pt x="6114920" y="32235"/>
                  <a:pt x="6116875" y="31598"/>
                </a:cubicBezTo>
                <a:cubicBezTo>
                  <a:pt x="6118826" y="30918"/>
                  <a:pt x="6120961" y="30372"/>
                  <a:pt x="6123275" y="29964"/>
                </a:cubicBezTo>
                <a:cubicBezTo>
                  <a:pt x="6125590" y="29512"/>
                  <a:pt x="6127930" y="29284"/>
                  <a:pt x="6130290" y="29284"/>
                </a:cubicBezTo>
                <a:cubicBezTo>
                  <a:pt x="6134694" y="29284"/>
                  <a:pt x="6138440" y="29784"/>
                  <a:pt x="6141526" y="30781"/>
                </a:cubicBezTo>
                <a:cubicBezTo>
                  <a:pt x="6144615" y="31781"/>
                  <a:pt x="6147113" y="33256"/>
                  <a:pt x="6149019" y="35210"/>
                </a:cubicBezTo>
                <a:cubicBezTo>
                  <a:pt x="6150924" y="37116"/>
                  <a:pt x="6152310" y="39499"/>
                  <a:pt x="6153173" y="42360"/>
                </a:cubicBezTo>
                <a:cubicBezTo>
                  <a:pt x="6154036" y="45220"/>
                  <a:pt x="6154468" y="48557"/>
                  <a:pt x="6154468" y="52372"/>
                </a:cubicBezTo>
                <a:lnTo>
                  <a:pt x="6154468" y="93712"/>
                </a:lnTo>
                <a:close/>
                <a:moveTo>
                  <a:pt x="6143298" y="65720"/>
                </a:moveTo>
                <a:lnTo>
                  <a:pt x="6133697" y="65720"/>
                </a:lnTo>
                <a:cubicBezTo>
                  <a:pt x="6130608" y="65720"/>
                  <a:pt x="6127927" y="65991"/>
                  <a:pt x="6125658" y="66537"/>
                </a:cubicBezTo>
                <a:cubicBezTo>
                  <a:pt x="6123390" y="67037"/>
                  <a:pt x="6121504" y="67808"/>
                  <a:pt x="6120006" y="68851"/>
                </a:cubicBezTo>
                <a:cubicBezTo>
                  <a:pt x="6118509" y="69852"/>
                  <a:pt x="6117395" y="71077"/>
                  <a:pt x="6116669" y="72529"/>
                </a:cubicBezTo>
                <a:cubicBezTo>
                  <a:pt x="6115989" y="73938"/>
                  <a:pt x="6115649" y="75572"/>
                  <a:pt x="6115649" y="77433"/>
                </a:cubicBezTo>
                <a:cubicBezTo>
                  <a:pt x="6115649" y="80613"/>
                  <a:pt x="6116646" y="83153"/>
                  <a:pt x="6118643" y="85062"/>
                </a:cubicBezTo>
                <a:cubicBezTo>
                  <a:pt x="6120686" y="86922"/>
                  <a:pt x="6123524" y="87854"/>
                  <a:pt x="6127159" y="87854"/>
                </a:cubicBezTo>
                <a:cubicBezTo>
                  <a:pt x="6130108" y="87854"/>
                  <a:pt x="6132834" y="87105"/>
                  <a:pt x="6135331" y="85605"/>
                </a:cubicBezTo>
                <a:cubicBezTo>
                  <a:pt x="6137871" y="84108"/>
                  <a:pt x="6140529" y="81816"/>
                  <a:pt x="6143298" y="78727"/>
                </a:cubicBezTo>
                <a:lnTo>
                  <a:pt x="6143298" y="65720"/>
                </a:lnTo>
                <a:close/>
                <a:moveTo>
                  <a:pt x="6205683" y="89148"/>
                </a:moveTo>
                <a:cubicBezTo>
                  <a:pt x="6205683" y="90466"/>
                  <a:pt x="6205591" y="91509"/>
                  <a:pt x="6205408" y="92280"/>
                </a:cubicBezTo>
                <a:cubicBezTo>
                  <a:pt x="6205228" y="93052"/>
                  <a:pt x="6204954" y="93620"/>
                  <a:pt x="6204591" y="93983"/>
                </a:cubicBezTo>
                <a:cubicBezTo>
                  <a:pt x="6204228" y="94346"/>
                  <a:pt x="6203683" y="94686"/>
                  <a:pt x="6202957" y="95003"/>
                </a:cubicBezTo>
                <a:cubicBezTo>
                  <a:pt x="6202231" y="95323"/>
                  <a:pt x="6201391" y="95572"/>
                  <a:pt x="6200436" y="95755"/>
                </a:cubicBezTo>
                <a:cubicBezTo>
                  <a:pt x="6199531" y="95981"/>
                  <a:pt x="6198553" y="96163"/>
                  <a:pt x="6197510" y="96298"/>
                </a:cubicBezTo>
                <a:cubicBezTo>
                  <a:pt x="6196464" y="96435"/>
                  <a:pt x="6195421" y="96503"/>
                  <a:pt x="6194376" y="96503"/>
                </a:cubicBezTo>
                <a:cubicBezTo>
                  <a:pt x="6191198" y="96503"/>
                  <a:pt x="6188475" y="96095"/>
                  <a:pt x="6186203" y="95278"/>
                </a:cubicBezTo>
                <a:cubicBezTo>
                  <a:pt x="6183934" y="94415"/>
                  <a:pt x="6182071" y="93143"/>
                  <a:pt x="6180620" y="91463"/>
                </a:cubicBezTo>
                <a:cubicBezTo>
                  <a:pt x="6179165" y="89737"/>
                  <a:pt x="6178099" y="87582"/>
                  <a:pt x="6177419" y="84993"/>
                </a:cubicBezTo>
                <a:cubicBezTo>
                  <a:pt x="6176782" y="82359"/>
                  <a:pt x="6176465" y="79273"/>
                  <a:pt x="6176465" y="75732"/>
                </a:cubicBezTo>
                <a:lnTo>
                  <a:pt x="6176465" y="39908"/>
                </a:lnTo>
                <a:lnTo>
                  <a:pt x="6167884" y="39908"/>
                </a:lnTo>
                <a:cubicBezTo>
                  <a:pt x="6167204" y="39908"/>
                  <a:pt x="6166658" y="39545"/>
                  <a:pt x="6166249" y="38819"/>
                </a:cubicBezTo>
                <a:cubicBezTo>
                  <a:pt x="6165841" y="38093"/>
                  <a:pt x="6165635" y="36910"/>
                  <a:pt x="6165635" y="35276"/>
                </a:cubicBezTo>
                <a:cubicBezTo>
                  <a:pt x="6165635" y="34416"/>
                  <a:pt x="6165681" y="33687"/>
                  <a:pt x="6165772" y="33098"/>
                </a:cubicBezTo>
                <a:cubicBezTo>
                  <a:pt x="6165909" y="32507"/>
                  <a:pt x="6166066" y="32030"/>
                  <a:pt x="6166249" y="31667"/>
                </a:cubicBezTo>
                <a:cubicBezTo>
                  <a:pt x="6166432" y="31258"/>
                  <a:pt x="6166658" y="30987"/>
                  <a:pt x="6166929" y="30850"/>
                </a:cubicBezTo>
                <a:cubicBezTo>
                  <a:pt x="6167249" y="30670"/>
                  <a:pt x="6167589" y="30578"/>
                  <a:pt x="6167952" y="30578"/>
                </a:cubicBezTo>
                <a:lnTo>
                  <a:pt x="6176465" y="30578"/>
                </a:lnTo>
                <a:lnTo>
                  <a:pt x="6176465" y="16005"/>
                </a:lnTo>
                <a:cubicBezTo>
                  <a:pt x="6176465" y="15685"/>
                  <a:pt x="6176533" y="15390"/>
                  <a:pt x="6176671" y="15119"/>
                </a:cubicBezTo>
                <a:cubicBezTo>
                  <a:pt x="6176851" y="14845"/>
                  <a:pt x="6177145" y="14619"/>
                  <a:pt x="6177554" y="14436"/>
                </a:cubicBezTo>
                <a:cubicBezTo>
                  <a:pt x="6178008" y="14210"/>
                  <a:pt x="6178599" y="14050"/>
                  <a:pt x="6179325" y="13962"/>
                </a:cubicBezTo>
                <a:cubicBezTo>
                  <a:pt x="6180051" y="13870"/>
                  <a:pt x="6180960" y="13825"/>
                  <a:pt x="6182048" y="13825"/>
                </a:cubicBezTo>
                <a:cubicBezTo>
                  <a:pt x="6183186" y="13825"/>
                  <a:pt x="6184114" y="13870"/>
                  <a:pt x="6184843" y="13962"/>
                </a:cubicBezTo>
                <a:cubicBezTo>
                  <a:pt x="6185569" y="14050"/>
                  <a:pt x="6186135" y="14210"/>
                  <a:pt x="6186543" y="14436"/>
                </a:cubicBezTo>
                <a:cubicBezTo>
                  <a:pt x="6186952" y="14619"/>
                  <a:pt x="6187249" y="14845"/>
                  <a:pt x="6187429" y="15119"/>
                </a:cubicBezTo>
                <a:cubicBezTo>
                  <a:pt x="6187612" y="15390"/>
                  <a:pt x="6187703" y="15685"/>
                  <a:pt x="6187703" y="16005"/>
                </a:cubicBezTo>
                <a:lnTo>
                  <a:pt x="6187703" y="30578"/>
                </a:lnTo>
                <a:lnTo>
                  <a:pt x="6203434" y="30578"/>
                </a:lnTo>
                <a:cubicBezTo>
                  <a:pt x="6203797" y="30578"/>
                  <a:pt x="6204114" y="30670"/>
                  <a:pt x="6204388" y="30850"/>
                </a:cubicBezTo>
                <a:cubicBezTo>
                  <a:pt x="6204660" y="30987"/>
                  <a:pt x="6204888" y="31258"/>
                  <a:pt x="6205068" y="31667"/>
                </a:cubicBezTo>
                <a:cubicBezTo>
                  <a:pt x="6205297" y="32030"/>
                  <a:pt x="6205454" y="32507"/>
                  <a:pt x="6205546" y="33098"/>
                </a:cubicBezTo>
                <a:cubicBezTo>
                  <a:pt x="6205637" y="33687"/>
                  <a:pt x="6205683" y="34416"/>
                  <a:pt x="6205683" y="35276"/>
                </a:cubicBezTo>
                <a:cubicBezTo>
                  <a:pt x="6205683" y="36910"/>
                  <a:pt x="6205477" y="38093"/>
                  <a:pt x="6205068" y="38819"/>
                </a:cubicBezTo>
                <a:cubicBezTo>
                  <a:pt x="6204660" y="39545"/>
                  <a:pt x="6204114" y="39908"/>
                  <a:pt x="6203434" y="39908"/>
                </a:cubicBezTo>
                <a:lnTo>
                  <a:pt x="6187703" y="39908"/>
                </a:lnTo>
                <a:lnTo>
                  <a:pt x="6187703" y="74098"/>
                </a:lnTo>
                <a:cubicBezTo>
                  <a:pt x="6187703" y="78318"/>
                  <a:pt x="6188315" y="81519"/>
                  <a:pt x="6189541" y="83699"/>
                </a:cubicBezTo>
                <a:cubicBezTo>
                  <a:pt x="6190812" y="85834"/>
                  <a:pt x="6193058" y="86899"/>
                  <a:pt x="6196284" y="86899"/>
                </a:cubicBezTo>
                <a:cubicBezTo>
                  <a:pt x="6197327" y="86899"/>
                  <a:pt x="6198259" y="86811"/>
                  <a:pt x="6199076" y="86628"/>
                </a:cubicBezTo>
                <a:cubicBezTo>
                  <a:pt x="6199893" y="86402"/>
                  <a:pt x="6200619" y="86174"/>
                  <a:pt x="6201254" y="85948"/>
                </a:cubicBezTo>
                <a:cubicBezTo>
                  <a:pt x="6201891" y="85719"/>
                  <a:pt x="6202437" y="85516"/>
                  <a:pt x="6202888" y="85334"/>
                </a:cubicBezTo>
                <a:cubicBezTo>
                  <a:pt x="6203342" y="85108"/>
                  <a:pt x="6203751" y="84993"/>
                  <a:pt x="6204114" y="84993"/>
                </a:cubicBezTo>
                <a:cubicBezTo>
                  <a:pt x="6204343" y="84993"/>
                  <a:pt x="6204545" y="85062"/>
                  <a:pt x="6204728" y="85196"/>
                </a:cubicBezTo>
                <a:cubicBezTo>
                  <a:pt x="6204954" y="85288"/>
                  <a:pt x="6205114" y="85494"/>
                  <a:pt x="6205206" y="85811"/>
                </a:cubicBezTo>
                <a:cubicBezTo>
                  <a:pt x="6205340" y="86128"/>
                  <a:pt x="6205454" y="86559"/>
                  <a:pt x="6205546" y="87105"/>
                </a:cubicBezTo>
                <a:cubicBezTo>
                  <a:pt x="6205637" y="87648"/>
                  <a:pt x="6205683" y="88331"/>
                  <a:pt x="6205683" y="89148"/>
                </a:cubicBezTo>
                <a:close/>
                <a:moveTo>
                  <a:pt x="6271334" y="60339"/>
                </a:moveTo>
                <a:cubicBezTo>
                  <a:pt x="6271334" y="62111"/>
                  <a:pt x="6270879" y="63382"/>
                  <a:pt x="6269974" y="64154"/>
                </a:cubicBezTo>
                <a:cubicBezTo>
                  <a:pt x="6269111" y="64880"/>
                  <a:pt x="6268111" y="65242"/>
                  <a:pt x="6266976" y="65242"/>
                </a:cubicBezTo>
                <a:lnTo>
                  <a:pt x="6226794" y="65242"/>
                </a:lnTo>
                <a:cubicBezTo>
                  <a:pt x="6226794" y="68649"/>
                  <a:pt x="6227134" y="71712"/>
                  <a:pt x="6227814" y="74438"/>
                </a:cubicBezTo>
                <a:cubicBezTo>
                  <a:pt x="6228497" y="77161"/>
                  <a:pt x="6229631" y="79499"/>
                  <a:pt x="6231220" y="81453"/>
                </a:cubicBezTo>
                <a:cubicBezTo>
                  <a:pt x="6232809" y="83405"/>
                  <a:pt x="6234875" y="84902"/>
                  <a:pt x="6237418" y="85948"/>
                </a:cubicBezTo>
                <a:cubicBezTo>
                  <a:pt x="6239961" y="86991"/>
                  <a:pt x="6243070" y="87514"/>
                  <a:pt x="6246748" y="87514"/>
                </a:cubicBezTo>
                <a:cubicBezTo>
                  <a:pt x="6249654" y="87514"/>
                  <a:pt x="6252243" y="87285"/>
                  <a:pt x="6254512" y="86831"/>
                </a:cubicBezTo>
                <a:cubicBezTo>
                  <a:pt x="6256783" y="86334"/>
                  <a:pt x="6258735" y="85788"/>
                  <a:pt x="6260370" y="85196"/>
                </a:cubicBezTo>
                <a:cubicBezTo>
                  <a:pt x="6262050" y="84608"/>
                  <a:pt x="6263413" y="84085"/>
                  <a:pt x="6264456" y="83630"/>
                </a:cubicBezTo>
                <a:cubicBezTo>
                  <a:pt x="6265545" y="83130"/>
                  <a:pt x="6266362" y="82882"/>
                  <a:pt x="6266908" y="82882"/>
                </a:cubicBezTo>
                <a:cubicBezTo>
                  <a:pt x="6267225" y="82882"/>
                  <a:pt x="6267499" y="82973"/>
                  <a:pt x="6267725" y="83153"/>
                </a:cubicBezTo>
                <a:cubicBezTo>
                  <a:pt x="6267996" y="83290"/>
                  <a:pt x="6268202" y="83519"/>
                  <a:pt x="6268339" y="83836"/>
                </a:cubicBezTo>
                <a:cubicBezTo>
                  <a:pt x="6268473" y="84153"/>
                  <a:pt x="6268565" y="84608"/>
                  <a:pt x="6268611" y="85196"/>
                </a:cubicBezTo>
                <a:cubicBezTo>
                  <a:pt x="6268702" y="85742"/>
                  <a:pt x="6268748" y="86422"/>
                  <a:pt x="6268748" y="87239"/>
                </a:cubicBezTo>
                <a:cubicBezTo>
                  <a:pt x="6268748" y="87831"/>
                  <a:pt x="6268722" y="88354"/>
                  <a:pt x="6268679" y="88808"/>
                </a:cubicBezTo>
                <a:cubicBezTo>
                  <a:pt x="6268633" y="89217"/>
                  <a:pt x="6268565" y="89603"/>
                  <a:pt x="6268473" y="89966"/>
                </a:cubicBezTo>
                <a:cubicBezTo>
                  <a:pt x="6268428" y="90283"/>
                  <a:pt x="6268316" y="90577"/>
                  <a:pt x="6268133" y="90851"/>
                </a:cubicBezTo>
                <a:cubicBezTo>
                  <a:pt x="6267996" y="91123"/>
                  <a:pt x="6267793" y="91394"/>
                  <a:pt x="6267522" y="91669"/>
                </a:cubicBezTo>
                <a:cubicBezTo>
                  <a:pt x="6267293" y="91894"/>
                  <a:pt x="6266568" y="92303"/>
                  <a:pt x="6265342" y="92894"/>
                </a:cubicBezTo>
                <a:cubicBezTo>
                  <a:pt x="6264116" y="93437"/>
                  <a:pt x="6262527" y="93983"/>
                  <a:pt x="6260575" y="94529"/>
                </a:cubicBezTo>
                <a:cubicBezTo>
                  <a:pt x="6258621" y="95072"/>
                  <a:pt x="6256352" y="95549"/>
                  <a:pt x="6253763" y="95958"/>
                </a:cubicBezTo>
                <a:cubicBezTo>
                  <a:pt x="6251220" y="96412"/>
                  <a:pt x="6248497" y="96638"/>
                  <a:pt x="6245591" y="96638"/>
                </a:cubicBezTo>
                <a:cubicBezTo>
                  <a:pt x="6240550" y="96638"/>
                  <a:pt x="6236124" y="95935"/>
                  <a:pt x="6232312" y="94529"/>
                </a:cubicBezTo>
                <a:cubicBezTo>
                  <a:pt x="6228543" y="93120"/>
                  <a:pt x="6225362" y="91031"/>
                  <a:pt x="6222776" y="88262"/>
                </a:cubicBezTo>
                <a:cubicBezTo>
                  <a:pt x="6220187" y="85494"/>
                  <a:pt x="6218236" y="82019"/>
                  <a:pt x="6216918" y="77841"/>
                </a:cubicBezTo>
                <a:cubicBezTo>
                  <a:pt x="6215601" y="73666"/>
                  <a:pt x="6214944" y="68806"/>
                  <a:pt x="6214944" y="63268"/>
                </a:cubicBezTo>
                <a:cubicBezTo>
                  <a:pt x="6214944" y="58002"/>
                  <a:pt x="6215624" y="53278"/>
                  <a:pt x="6216987" y="49103"/>
                </a:cubicBezTo>
                <a:cubicBezTo>
                  <a:pt x="6218350" y="44880"/>
                  <a:pt x="6220302" y="41317"/>
                  <a:pt x="6222845" y="38411"/>
                </a:cubicBezTo>
                <a:cubicBezTo>
                  <a:pt x="6225431" y="35459"/>
                  <a:pt x="6228543" y="33210"/>
                  <a:pt x="6232175" y="31667"/>
                </a:cubicBezTo>
                <a:cubicBezTo>
                  <a:pt x="6235807" y="30078"/>
                  <a:pt x="6239870" y="29284"/>
                  <a:pt x="6244365" y="29284"/>
                </a:cubicBezTo>
                <a:cubicBezTo>
                  <a:pt x="6249177" y="29284"/>
                  <a:pt x="6253263" y="30055"/>
                  <a:pt x="6256623" y="31598"/>
                </a:cubicBezTo>
                <a:cubicBezTo>
                  <a:pt x="6260030" y="33144"/>
                  <a:pt x="6262821" y="35233"/>
                  <a:pt x="6265002" y="37865"/>
                </a:cubicBezTo>
                <a:cubicBezTo>
                  <a:pt x="6267179" y="40454"/>
                  <a:pt x="6268771" y="43517"/>
                  <a:pt x="6269768" y="47060"/>
                </a:cubicBezTo>
                <a:cubicBezTo>
                  <a:pt x="6270811" y="50555"/>
                  <a:pt x="6271334" y="54301"/>
                  <a:pt x="6271334" y="58296"/>
                </a:cubicBezTo>
                <a:lnTo>
                  <a:pt x="6271334" y="60339"/>
                </a:lnTo>
                <a:close/>
                <a:moveTo>
                  <a:pt x="6260030" y="57001"/>
                </a:moveTo>
                <a:cubicBezTo>
                  <a:pt x="6260164" y="51101"/>
                  <a:pt x="6258849" y="46469"/>
                  <a:pt x="6256078" y="43108"/>
                </a:cubicBezTo>
                <a:cubicBezTo>
                  <a:pt x="6253354" y="39748"/>
                  <a:pt x="6249291" y="38070"/>
                  <a:pt x="6243888" y="38070"/>
                </a:cubicBezTo>
                <a:cubicBezTo>
                  <a:pt x="6241119" y="38070"/>
                  <a:pt x="6238690" y="38591"/>
                  <a:pt x="6236601" y="39636"/>
                </a:cubicBezTo>
                <a:cubicBezTo>
                  <a:pt x="6234512" y="40679"/>
                  <a:pt x="6232766" y="42065"/>
                  <a:pt x="6231357" y="43791"/>
                </a:cubicBezTo>
                <a:cubicBezTo>
                  <a:pt x="6229949" y="45514"/>
                  <a:pt x="6228860" y="47535"/>
                  <a:pt x="6228088" y="49852"/>
                </a:cubicBezTo>
                <a:cubicBezTo>
                  <a:pt x="6227317" y="52121"/>
                  <a:pt x="6226885" y="54504"/>
                  <a:pt x="6226794" y="57001"/>
                </a:cubicBezTo>
                <a:lnTo>
                  <a:pt x="6260030" y="57001"/>
                </a:lnTo>
                <a:close/>
                <a:moveTo>
                  <a:pt x="6339642" y="35142"/>
                </a:moveTo>
                <a:cubicBezTo>
                  <a:pt x="6339642" y="36730"/>
                  <a:pt x="6339417" y="37888"/>
                  <a:pt x="6338962" y="38613"/>
                </a:cubicBezTo>
                <a:cubicBezTo>
                  <a:pt x="6338554" y="39296"/>
                  <a:pt x="6338008" y="39636"/>
                  <a:pt x="6337328" y="39636"/>
                </a:cubicBezTo>
                <a:lnTo>
                  <a:pt x="6328541" y="39636"/>
                </a:lnTo>
                <a:cubicBezTo>
                  <a:pt x="6330133" y="41271"/>
                  <a:pt x="6331244" y="43085"/>
                  <a:pt x="6331879" y="45083"/>
                </a:cubicBezTo>
                <a:cubicBezTo>
                  <a:pt x="6332516" y="47037"/>
                  <a:pt x="6332833" y="49080"/>
                  <a:pt x="6332833" y="51212"/>
                </a:cubicBezTo>
                <a:cubicBezTo>
                  <a:pt x="6332833" y="54755"/>
                  <a:pt x="6332264" y="57887"/>
                  <a:pt x="6331130" y="60613"/>
                </a:cubicBezTo>
                <a:cubicBezTo>
                  <a:pt x="6329995" y="63336"/>
                  <a:pt x="6328361" y="65651"/>
                  <a:pt x="6326226" y="67560"/>
                </a:cubicBezTo>
                <a:cubicBezTo>
                  <a:pt x="6324138" y="69420"/>
                  <a:pt x="6321640" y="70852"/>
                  <a:pt x="6318734" y="71849"/>
                </a:cubicBezTo>
                <a:cubicBezTo>
                  <a:pt x="6315831" y="72849"/>
                  <a:pt x="6312605" y="73346"/>
                  <a:pt x="6309064" y="73346"/>
                </a:cubicBezTo>
                <a:cubicBezTo>
                  <a:pt x="6306567" y="73346"/>
                  <a:pt x="6304184" y="73029"/>
                  <a:pt x="6301912" y="72395"/>
                </a:cubicBezTo>
                <a:cubicBezTo>
                  <a:pt x="6299689" y="71712"/>
                  <a:pt x="6297963" y="70872"/>
                  <a:pt x="6296737" y="69874"/>
                </a:cubicBezTo>
                <a:cubicBezTo>
                  <a:pt x="6295920" y="70692"/>
                  <a:pt x="6295240" y="71623"/>
                  <a:pt x="6294694" y="72666"/>
                </a:cubicBezTo>
                <a:cubicBezTo>
                  <a:pt x="6294194" y="73712"/>
                  <a:pt x="6293945" y="74915"/>
                  <a:pt x="6293945" y="76275"/>
                </a:cubicBezTo>
                <a:cubicBezTo>
                  <a:pt x="6293945" y="77864"/>
                  <a:pt x="6294671" y="79181"/>
                  <a:pt x="6296125" y="80227"/>
                </a:cubicBezTo>
                <a:cubicBezTo>
                  <a:pt x="6297623" y="81270"/>
                  <a:pt x="6299597" y="81839"/>
                  <a:pt x="6302049" y="81927"/>
                </a:cubicBezTo>
                <a:lnTo>
                  <a:pt x="6318054" y="82610"/>
                </a:lnTo>
                <a:cubicBezTo>
                  <a:pt x="6321094" y="82702"/>
                  <a:pt x="6323889" y="83130"/>
                  <a:pt x="6326432" y="83905"/>
                </a:cubicBezTo>
                <a:cubicBezTo>
                  <a:pt x="6328972" y="84631"/>
                  <a:pt x="6331176" y="85696"/>
                  <a:pt x="6333036" y="87105"/>
                </a:cubicBezTo>
                <a:cubicBezTo>
                  <a:pt x="6334899" y="88465"/>
                  <a:pt x="6336351" y="90168"/>
                  <a:pt x="6337396" y="92212"/>
                </a:cubicBezTo>
                <a:cubicBezTo>
                  <a:pt x="6338439" y="94209"/>
                  <a:pt x="6338962" y="96549"/>
                  <a:pt x="6338962" y="99227"/>
                </a:cubicBezTo>
                <a:cubicBezTo>
                  <a:pt x="6338962" y="102041"/>
                  <a:pt x="6338371" y="104722"/>
                  <a:pt x="6337191" y="107265"/>
                </a:cubicBezTo>
                <a:cubicBezTo>
                  <a:pt x="6336010" y="109805"/>
                  <a:pt x="6334196" y="112031"/>
                  <a:pt x="6331744" y="113937"/>
                </a:cubicBezTo>
                <a:cubicBezTo>
                  <a:pt x="6329335" y="115889"/>
                  <a:pt x="6326249" y="117412"/>
                  <a:pt x="6322480" y="118501"/>
                </a:cubicBezTo>
                <a:cubicBezTo>
                  <a:pt x="6318711" y="119635"/>
                  <a:pt x="6314262" y="120204"/>
                  <a:pt x="6309133" y="120204"/>
                </a:cubicBezTo>
                <a:cubicBezTo>
                  <a:pt x="6304184" y="120204"/>
                  <a:pt x="6299960" y="119772"/>
                  <a:pt x="6296466" y="118909"/>
                </a:cubicBezTo>
                <a:cubicBezTo>
                  <a:pt x="6293014" y="118092"/>
                  <a:pt x="6290176" y="116957"/>
                  <a:pt x="6287953" y="115503"/>
                </a:cubicBezTo>
                <a:cubicBezTo>
                  <a:pt x="6285727" y="114051"/>
                  <a:pt x="6284115" y="112303"/>
                  <a:pt x="6283115" y="110259"/>
                </a:cubicBezTo>
                <a:cubicBezTo>
                  <a:pt x="6282118" y="108262"/>
                  <a:pt x="6281618" y="106082"/>
                  <a:pt x="6281618" y="103722"/>
                </a:cubicBezTo>
                <a:cubicBezTo>
                  <a:pt x="6281618" y="102224"/>
                  <a:pt x="6281801" y="100770"/>
                  <a:pt x="6282164" y="99364"/>
                </a:cubicBezTo>
                <a:cubicBezTo>
                  <a:pt x="6282527" y="97955"/>
                  <a:pt x="6283070" y="96618"/>
                  <a:pt x="6283798" y="95346"/>
                </a:cubicBezTo>
                <a:cubicBezTo>
                  <a:pt x="6284570" y="94075"/>
                  <a:pt x="6285501" y="92872"/>
                  <a:pt x="6286590" y="91734"/>
                </a:cubicBezTo>
                <a:cubicBezTo>
                  <a:pt x="6287724" y="90554"/>
                  <a:pt x="6289019" y="89397"/>
                  <a:pt x="6290470" y="88262"/>
                </a:cubicBezTo>
                <a:cubicBezTo>
                  <a:pt x="6288247" y="87128"/>
                  <a:pt x="6286590" y="85696"/>
                  <a:pt x="6285501" y="83970"/>
                </a:cubicBezTo>
                <a:cubicBezTo>
                  <a:pt x="6284455" y="82247"/>
                  <a:pt x="6283933" y="80384"/>
                  <a:pt x="6283933" y="78387"/>
                </a:cubicBezTo>
                <a:cubicBezTo>
                  <a:pt x="6283933" y="75618"/>
                  <a:pt x="6284501" y="73143"/>
                  <a:pt x="6285636" y="70963"/>
                </a:cubicBezTo>
                <a:cubicBezTo>
                  <a:pt x="6286770" y="68786"/>
                  <a:pt x="6288179" y="66831"/>
                  <a:pt x="6289859" y="65108"/>
                </a:cubicBezTo>
                <a:cubicBezTo>
                  <a:pt x="6288450" y="63428"/>
                  <a:pt x="6287339" y="61542"/>
                  <a:pt x="6286521" y="59453"/>
                </a:cubicBezTo>
                <a:cubicBezTo>
                  <a:pt x="6285704" y="57321"/>
                  <a:pt x="6285296" y="54755"/>
                  <a:pt x="6285296" y="51758"/>
                </a:cubicBezTo>
                <a:cubicBezTo>
                  <a:pt x="6285296" y="48263"/>
                  <a:pt x="6285887" y="45128"/>
                  <a:pt x="6287067" y="42360"/>
                </a:cubicBezTo>
                <a:cubicBezTo>
                  <a:pt x="6288247" y="39591"/>
                  <a:pt x="6289882" y="37253"/>
                  <a:pt x="6291971" y="35344"/>
                </a:cubicBezTo>
                <a:cubicBezTo>
                  <a:pt x="6294060" y="33438"/>
                  <a:pt x="6296554" y="31984"/>
                  <a:pt x="6299460" y="30987"/>
                </a:cubicBezTo>
                <a:cubicBezTo>
                  <a:pt x="6302412" y="29941"/>
                  <a:pt x="6305612" y="29421"/>
                  <a:pt x="6309064" y="29421"/>
                </a:cubicBezTo>
                <a:cubicBezTo>
                  <a:pt x="6310927" y="29421"/>
                  <a:pt x="6312650" y="29532"/>
                  <a:pt x="6314239" y="29761"/>
                </a:cubicBezTo>
                <a:cubicBezTo>
                  <a:pt x="6315874" y="29941"/>
                  <a:pt x="6317397" y="30215"/>
                  <a:pt x="6318803" y="30578"/>
                </a:cubicBezTo>
                <a:lnTo>
                  <a:pt x="6337328" y="30578"/>
                </a:lnTo>
                <a:cubicBezTo>
                  <a:pt x="6338099" y="30578"/>
                  <a:pt x="6338668" y="30964"/>
                  <a:pt x="6339031" y="31735"/>
                </a:cubicBezTo>
                <a:cubicBezTo>
                  <a:pt x="6339439" y="32461"/>
                  <a:pt x="6339642" y="33598"/>
                  <a:pt x="6339642" y="35142"/>
                </a:cubicBezTo>
                <a:close/>
                <a:moveTo>
                  <a:pt x="6322072" y="51281"/>
                </a:moveTo>
                <a:cubicBezTo>
                  <a:pt x="6322072" y="47106"/>
                  <a:pt x="6320914" y="43857"/>
                  <a:pt x="6318600" y="41542"/>
                </a:cubicBezTo>
                <a:cubicBezTo>
                  <a:pt x="6316328" y="39182"/>
                  <a:pt x="6313082" y="38002"/>
                  <a:pt x="6308861" y="38002"/>
                </a:cubicBezTo>
                <a:cubicBezTo>
                  <a:pt x="6306681" y="38002"/>
                  <a:pt x="6304775" y="38365"/>
                  <a:pt x="6303141" y="39091"/>
                </a:cubicBezTo>
                <a:cubicBezTo>
                  <a:pt x="6301549" y="39816"/>
                  <a:pt x="6300212" y="40817"/>
                  <a:pt x="6299120" y="42088"/>
                </a:cubicBezTo>
                <a:cubicBezTo>
                  <a:pt x="6298077" y="43360"/>
                  <a:pt x="6297283" y="44834"/>
                  <a:pt x="6296737" y="46514"/>
                </a:cubicBezTo>
                <a:cubicBezTo>
                  <a:pt x="6296237" y="48149"/>
                  <a:pt x="6295988" y="49875"/>
                  <a:pt x="6295988" y="51689"/>
                </a:cubicBezTo>
                <a:cubicBezTo>
                  <a:pt x="6295988" y="55730"/>
                  <a:pt x="6297123" y="58910"/>
                  <a:pt x="6299394" y="61225"/>
                </a:cubicBezTo>
                <a:cubicBezTo>
                  <a:pt x="6301709" y="63539"/>
                  <a:pt x="6304932" y="64700"/>
                  <a:pt x="6309064" y="64700"/>
                </a:cubicBezTo>
                <a:cubicBezTo>
                  <a:pt x="6311287" y="64700"/>
                  <a:pt x="6313219" y="64357"/>
                  <a:pt x="6314854" y="63677"/>
                </a:cubicBezTo>
                <a:cubicBezTo>
                  <a:pt x="6316488" y="62951"/>
                  <a:pt x="6317825" y="61973"/>
                  <a:pt x="6318871" y="60748"/>
                </a:cubicBezTo>
                <a:cubicBezTo>
                  <a:pt x="6319960" y="59476"/>
                  <a:pt x="6320754" y="58024"/>
                  <a:pt x="6321254" y="56390"/>
                </a:cubicBezTo>
                <a:cubicBezTo>
                  <a:pt x="6321800" y="54755"/>
                  <a:pt x="6322072" y="53052"/>
                  <a:pt x="6322072" y="51281"/>
                </a:cubicBezTo>
                <a:close/>
                <a:moveTo>
                  <a:pt x="6327724" y="99841"/>
                </a:moveTo>
                <a:cubicBezTo>
                  <a:pt x="6327724" y="97206"/>
                  <a:pt x="6326635" y="95186"/>
                  <a:pt x="6324455" y="93777"/>
                </a:cubicBezTo>
                <a:cubicBezTo>
                  <a:pt x="6322323" y="92326"/>
                  <a:pt x="6319417" y="91554"/>
                  <a:pt x="6315739" y="91463"/>
                </a:cubicBezTo>
                <a:lnTo>
                  <a:pt x="6299869" y="90917"/>
                </a:lnTo>
                <a:cubicBezTo>
                  <a:pt x="6298417" y="92054"/>
                  <a:pt x="6297214" y="93143"/>
                  <a:pt x="6296260" y="94186"/>
                </a:cubicBezTo>
                <a:cubicBezTo>
                  <a:pt x="6295351" y="95186"/>
                  <a:pt x="6294625" y="96141"/>
                  <a:pt x="6294082" y="97046"/>
                </a:cubicBezTo>
                <a:cubicBezTo>
                  <a:pt x="6293537" y="98001"/>
                  <a:pt x="6293151" y="98932"/>
                  <a:pt x="6292922" y="99841"/>
                </a:cubicBezTo>
                <a:cubicBezTo>
                  <a:pt x="6292742" y="100747"/>
                  <a:pt x="6292651" y="101678"/>
                  <a:pt x="6292651" y="102633"/>
                </a:cubicBezTo>
                <a:cubicBezTo>
                  <a:pt x="6292651" y="105585"/>
                  <a:pt x="6294148" y="107808"/>
                  <a:pt x="6297146" y="109308"/>
                </a:cubicBezTo>
                <a:cubicBezTo>
                  <a:pt x="6300143" y="110851"/>
                  <a:pt x="6304321" y="111623"/>
                  <a:pt x="6309679" y="111623"/>
                </a:cubicBezTo>
                <a:cubicBezTo>
                  <a:pt x="6313082" y="111623"/>
                  <a:pt x="6315919" y="111282"/>
                  <a:pt x="6318191" y="110600"/>
                </a:cubicBezTo>
                <a:cubicBezTo>
                  <a:pt x="6320506" y="109965"/>
                  <a:pt x="6322369" y="109102"/>
                  <a:pt x="6323775" y="108013"/>
                </a:cubicBezTo>
                <a:cubicBezTo>
                  <a:pt x="6325183" y="106922"/>
                  <a:pt x="6326181" y="105673"/>
                  <a:pt x="6326772" y="104267"/>
                </a:cubicBezTo>
                <a:cubicBezTo>
                  <a:pt x="6327407" y="102859"/>
                  <a:pt x="6327724" y="101384"/>
                  <a:pt x="6327724" y="99841"/>
                </a:cubicBezTo>
                <a:close/>
                <a:moveTo>
                  <a:pt x="6410131" y="62314"/>
                </a:moveTo>
                <a:cubicBezTo>
                  <a:pt x="6410131" y="67308"/>
                  <a:pt x="6409474" y="71918"/>
                  <a:pt x="6408157" y="76141"/>
                </a:cubicBezTo>
                <a:cubicBezTo>
                  <a:pt x="6406839" y="80316"/>
                  <a:pt x="6404865" y="83928"/>
                  <a:pt x="6402230" y="86968"/>
                </a:cubicBezTo>
                <a:cubicBezTo>
                  <a:pt x="6399644" y="90011"/>
                  <a:pt x="6396375" y="92394"/>
                  <a:pt x="6392423" y="94120"/>
                </a:cubicBezTo>
                <a:cubicBezTo>
                  <a:pt x="6388520" y="95801"/>
                  <a:pt x="6383979" y="96638"/>
                  <a:pt x="6378804" y="96638"/>
                </a:cubicBezTo>
                <a:cubicBezTo>
                  <a:pt x="6373764" y="96638"/>
                  <a:pt x="6369360" y="95889"/>
                  <a:pt x="6365591" y="94392"/>
                </a:cubicBezTo>
                <a:cubicBezTo>
                  <a:pt x="6361868" y="92894"/>
                  <a:pt x="6358759" y="90714"/>
                  <a:pt x="6356262" y="87854"/>
                </a:cubicBezTo>
                <a:cubicBezTo>
                  <a:pt x="6353764" y="84993"/>
                  <a:pt x="6351901" y="81519"/>
                  <a:pt x="6350675" y="77433"/>
                </a:cubicBezTo>
                <a:cubicBezTo>
                  <a:pt x="6349449" y="73346"/>
                  <a:pt x="6348838" y="68717"/>
                  <a:pt x="6348838" y="63539"/>
                </a:cubicBezTo>
                <a:cubicBezTo>
                  <a:pt x="6348838" y="58547"/>
                  <a:pt x="6349472" y="53961"/>
                  <a:pt x="6350744" y="49783"/>
                </a:cubicBezTo>
                <a:cubicBezTo>
                  <a:pt x="6352061" y="45560"/>
                  <a:pt x="6354013" y="41928"/>
                  <a:pt x="6356602" y="38888"/>
                </a:cubicBezTo>
                <a:cubicBezTo>
                  <a:pt x="6359233" y="35844"/>
                  <a:pt x="6362502" y="33484"/>
                  <a:pt x="6366409" y="31804"/>
                </a:cubicBezTo>
                <a:cubicBezTo>
                  <a:pt x="6370312" y="30124"/>
                  <a:pt x="6374875" y="29284"/>
                  <a:pt x="6380096" y="29284"/>
                </a:cubicBezTo>
                <a:cubicBezTo>
                  <a:pt x="6385137" y="29284"/>
                  <a:pt x="6389517" y="30032"/>
                  <a:pt x="6393240" y="31533"/>
                </a:cubicBezTo>
                <a:cubicBezTo>
                  <a:pt x="6397010" y="33030"/>
                  <a:pt x="6400141" y="35210"/>
                  <a:pt x="6402639" y="38070"/>
                </a:cubicBezTo>
                <a:cubicBezTo>
                  <a:pt x="6405136" y="40931"/>
                  <a:pt x="6406999" y="44403"/>
                  <a:pt x="6408225" y="48489"/>
                </a:cubicBezTo>
                <a:cubicBezTo>
                  <a:pt x="6409497" y="52575"/>
                  <a:pt x="6410131" y="57184"/>
                  <a:pt x="6410131" y="62314"/>
                </a:cubicBezTo>
                <a:close/>
                <a:moveTo>
                  <a:pt x="6398281" y="63065"/>
                </a:moveTo>
                <a:cubicBezTo>
                  <a:pt x="6398281" y="59750"/>
                  <a:pt x="6397964" y="56616"/>
                  <a:pt x="6397327" y="53664"/>
                </a:cubicBezTo>
                <a:cubicBezTo>
                  <a:pt x="6396738" y="50715"/>
                  <a:pt x="6395738" y="48126"/>
                  <a:pt x="6394332" y="45900"/>
                </a:cubicBezTo>
                <a:cubicBezTo>
                  <a:pt x="6392923" y="43677"/>
                  <a:pt x="6391017" y="41928"/>
                  <a:pt x="6388611" y="40657"/>
                </a:cubicBezTo>
                <a:cubicBezTo>
                  <a:pt x="6386202" y="39339"/>
                  <a:pt x="6383208" y="38682"/>
                  <a:pt x="6379622" y="38682"/>
                </a:cubicBezTo>
                <a:cubicBezTo>
                  <a:pt x="6376307" y="38682"/>
                  <a:pt x="6373447" y="39273"/>
                  <a:pt x="6371041" y="40454"/>
                </a:cubicBezTo>
                <a:cubicBezTo>
                  <a:pt x="6368677" y="41634"/>
                  <a:pt x="6366726" y="43314"/>
                  <a:pt x="6365183" y="45491"/>
                </a:cubicBezTo>
                <a:cubicBezTo>
                  <a:pt x="6363640" y="47626"/>
                  <a:pt x="6362482" y="50169"/>
                  <a:pt x="6361708" y="53121"/>
                </a:cubicBezTo>
                <a:cubicBezTo>
                  <a:pt x="6360982" y="56073"/>
                  <a:pt x="6360619" y="59296"/>
                  <a:pt x="6360619" y="62791"/>
                </a:cubicBezTo>
                <a:cubicBezTo>
                  <a:pt x="6360619" y="66151"/>
                  <a:pt x="6360914" y="69306"/>
                  <a:pt x="6361505" y="72258"/>
                </a:cubicBezTo>
                <a:cubicBezTo>
                  <a:pt x="6362139" y="75209"/>
                  <a:pt x="6363162" y="77798"/>
                  <a:pt x="6364568" y="80021"/>
                </a:cubicBezTo>
                <a:cubicBezTo>
                  <a:pt x="6366023" y="82202"/>
                  <a:pt x="6367952" y="83948"/>
                  <a:pt x="6370358" y="85265"/>
                </a:cubicBezTo>
                <a:cubicBezTo>
                  <a:pt x="6372764" y="86537"/>
                  <a:pt x="6375761" y="87174"/>
                  <a:pt x="6379347" y="87174"/>
                </a:cubicBezTo>
                <a:cubicBezTo>
                  <a:pt x="6382616" y="87174"/>
                  <a:pt x="6385454" y="86582"/>
                  <a:pt x="6387863" y="85402"/>
                </a:cubicBezTo>
                <a:cubicBezTo>
                  <a:pt x="6390269" y="84222"/>
                  <a:pt x="6392243" y="82565"/>
                  <a:pt x="6393786" y="80430"/>
                </a:cubicBezTo>
                <a:cubicBezTo>
                  <a:pt x="6395329" y="78296"/>
                  <a:pt x="6396464" y="75755"/>
                  <a:pt x="6397192" y="72803"/>
                </a:cubicBezTo>
                <a:cubicBezTo>
                  <a:pt x="6397918" y="69852"/>
                  <a:pt x="6398281" y="66605"/>
                  <a:pt x="6398281" y="63065"/>
                </a:cubicBezTo>
                <a:close/>
                <a:moveTo>
                  <a:pt x="6462503" y="36367"/>
                </a:moveTo>
                <a:cubicBezTo>
                  <a:pt x="6462503" y="37365"/>
                  <a:pt x="6462481" y="38205"/>
                  <a:pt x="6462435" y="38888"/>
                </a:cubicBezTo>
                <a:cubicBezTo>
                  <a:pt x="6462389" y="39568"/>
                  <a:pt x="6462301" y="40114"/>
                  <a:pt x="6462163" y="40522"/>
                </a:cubicBezTo>
                <a:cubicBezTo>
                  <a:pt x="6462026" y="40885"/>
                  <a:pt x="6461846" y="41179"/>
                  <a:pt x="6461618" y="41405"/>
                </a:cubicBezTo>
                <a:cubicBezTo>
                  <a:pt x="6461438" y="41588"/>
                  <a:pt x="6461163" y="41679"/>
                  <a:pt x="6460800" y="41679"/>
                </a:cubicBezTo>
                <a:cubicBezTo>
                  <a:pt x="6460437" y="41679"/>
                  <a:pt x="6459983" y="41588"/>
                  <a:pt x="6459440" y="41405"/>
                </a:cubicBezTo>
                <a:cubicBezTo>
                  <a:pt x="6458940" y="41179"/>
                  <a:pt x="6458349" y="40974"/>
                  <a:pt x="6457669" y="40794"/>
                </a:cubicBezTo>
                <a:cubicBezTo>
                  <a:pt x="6457031" y="40565"/>
                  <a:pt x="6456306" y="40362"/>
                  <a:pt x="6455488" y="40179"/>
                </a:cubicBezTo>
                <a:cubicBezTo>
                  <a:pt x="6454671" y="39999"/>
                  <a:pt x="6453785" y="39908"/>
                  <a:pt x="6452834" y="39908"/>
                </a:cubicBezTo>
                <a:cubicBezTo>
                  <a:pt x="6451696" y="39908"/>
                  <a:pt x="6450585" y="40136"/>
                  <a:pt x="6449496" y="40588"/>
                </a:cubicBezTo>
                <a:cubicBezTo>
                  <a:pt x="6448407" y="41042"/>
                  <a:pt x="6447247" y="41794"/>
                  <a:pt x="6446021" y="42837"/>
                </a:cubicBezTo>
                <a:cubicBezTo>
                  <a:pt x="6444841" y="43880"/>
                  <a:pt x="6443592" y="45266"/>
                  <a:pt x="6442275" y="46992"/>
                </a:cubicBezTo>
                <a:cubicBezTo>
                  <a:pt x="6440961" y="48718"/>
                  <a:pt x="6439506" y="50826"/>
                  <a:pt x="6437917" y="53324"/>
                </a:cubicBezTo>
                <a:lnTo>
                  <a:pt x="6437917" y="93643"/>
                </a:lnTo>
                <a:cubicBezTo>
                  <a:pt x="6437917" y="94006"/>
                  <a:pt x="6437826" y="94323"/>
                  <a:pt x="6437646" y="94595"/>
                </a:cubicBezTo>
                <a:cubicBezTo>
                  <a:pt x="6437463" y="94823"/>
                  <a:pt x="6437169" y="95026"/>
                  <a:pt x="6436760" y="95209"/>
                </a:cubicBezTo>
                <a:cubicBezTo>
                  <a:pt x="6436352" y="95392"/>
                  <a:pt x="6435783" y="95526"/>
                  <a:pt x="6435057" y="95618"/>
                </a:cubicBezTo>
                <a:cubicBezTo>
                  <a:pt x="6434331" y="95709"/>
                  <a:pt x="6433400" y="95755"/>
                  <a:pt x="6432265" y="95755"/>
                </a:cubicBezTo>
                <a:cubicBezTo>
                  <a:pt x="6431177" y="95755"/>
                  <a:pt x="6430268" y="95709"/>
                  <a:pt x="6429542" y="95618"/>
                </a:cubicBezTo>
                <a:cubicBezTo>
                  <a:pt x="6428814" y="95526"/>
                  <a:pt x="6428225" y="95392"/>
                  <a:pt x="6427771" y="95209"/>
                </a:cubicBezTo>
                <a:cubicBezTo>
                  <a:pt x="6427362" y="95026"/>
                  <a:pt x="6427068" y="94823"/>
                  <a:pt x="6426885" y="94595"/>
                </a:cubicBezTo>
                <a:cubicBezTo>
                  <a:pt x="6426750" y="94323"/>
                  <a:pt x="6426682" y="94006"/>
                  <a:pt x="6426682" y="93643"/>
                </a:cubicBezTo>
                <a:lnTo>
                  <a:pt x="6426682" y="32350"/>
                </a:lnTo>
                <a:cubicBezTo>
                  <a:pt x="6426682" y="31984"/>
                  <a:pt x="6426750" y="31690"/>
                  <a:pt x="6426885" y="31464"/>
                </a:cubicBezTo>
                <a:cubicBezTo>
                  <a:pt x="6427022" y="31190"/>
                  <a:pt x="6427293" y="30964"/>
                  <a:pt x="6427702" y="30781"/>
                </a:cubicBezTo>
                <a:cubicBezTo>
                  <a:pt x="6428111" y="30555"/>
                  <a:pt x="6428633" y="30418"/>
                  <a:pt x="6429268" y="30372"/>
                </a:cubicBezTo>
                <a:cubicBezTo>
                  <a:pt x="6429905" y="30284"/>
                  <a:pt x="6430745" y="30238"/>
                  <a:pt x="6431788" y="30238"/>
                </a:cubicBezTo>
                <a:cubicBezTo>
                  <a:pt x="6432788" y="30238"/>
                  <a:pt x="6433606" y="30284"/>
                  <a:pt x="6434240" y="30372"/>
                </a:cubicBezTo>
                <a:cubicBezTo>
                  <a:pt x="6434923" y="30418"/>
                  <a:pt x="6435443" y="30555"/>
                  <a:pt x="6435806" y="30781"/>
                </a:cubicBezTo>
                <a:cubicBezTo>
                  <a:pt x="6436169" y="30964"/>
                  <a:pt x="6436420" y="31190"/>
                  <a:pt x="6436557" y="31464"/>
                </a:cubicBezTo>
                <a:cubicBezTo>
                  <a:pt x="6436737" y="31690"/>
                  <a:pt x="6436829" y="31984"/>
                  <a:pt x="6436829" y="32350"/>
                </a:cubicBezTo>
                <a:lnTo>
                  <a:pt x="6436829" y="41271"/>
                </a:lnTo>
                <a:cubicBezTo>
                  <a:pt x="6438509" y="38819"/>
                  <a:pt x="6440075" y="36822"/>
                  <a:pt x="6441527" y="35276"/>
                </a:cubicBezTo>
                <a:cubicBezTo>
                  <a:pt x="6443027" y="33733"/>
                  <a:pt x="6444433" y="32530"/>
                  <a:pt x="6445750" y="31667"/>
                </a:cubicBezTo>
                <a:cubicBezTo>
                  <a:pt x="6447067" y="30758"/>
                  <a:pt x="6448362" y="30147"/>
                  <a:pt x="6449633" y="29829"/>
                </a:cubicBezTo>
                <a:cubicBezTo>
                  <a:pt x="6450948" y="29467"/>
                  <a:pt x="6452265" y="29284"/>
                  <a:pt x="6453582" y="29284"/>
                </a:cubicBezTo>
                <a:cubicBezTo>
                  <a:pt x="6454171" y="29284"/>
                  <a:pt x="6454831" y="29329"/>
                  <a:pt x="6455557" y="29421"/>
                </a:cubicBezTo>
                <a:cubicBezTo>
                  <a:pt x="6456328" y="29467"/>
                  <a:pt x="6457123" y="29578"/>
                  <a:pt x="6457940" y="29761"/>
                </a:cubicBezTo>
                <a:cubicBezTo>
                  <a:pt x="6458757" y="29941"/>
                  <a:pt x="6459483" y="30147"/>
                  <a:pt x="6460120" y="30372"/>
                </a:cubicBezTo>
                <a:cubicBezTo>
                  <a:pt x="6460800" y="30601"/>
                  <a:pt x="6461278" y="30827"/>
                  <a:pt x="6461549" y="31055"/>
                </a:cubicBezTo>
                <a:cubicBezTo>
                  <a:pt x="6461823" y="31281"/>
                  <a:pt x="6462003" y="31510"/>
                  <a:pt x="6462095" y="31735"/>
                </a:cubicBezTo>
                <a:cubicBezTo>
                  <a:pt x="6462186" y="31918"/>
                  <a:pt x="6462255" y="32167"/>
                  <a:pt x="6462301" y="32484"/>
                </a:cubicBezTo>
                <a:cubicBezTo>
                  <a:pt x="6462389" y="32801"/>
                  <a:pt x="6462435" y="33278"/>
                  <a:pt x="6462435" y="33916"/>
                </a:cubicBezTo>
                <a:cubicBezTo>
                  <a:pt x="6462481" y="34504"/>
                  <a:pt x="6462503" y="35322"/>
                  <a:pt x="6462503" y="36367"/>
                </a:cubicBezTo>
                <a:close/>
                <a:moveTo>
                  <a:pt x="6503911" y="95346"/>
                </a:moveTo>
                <a:lnTo>
                  <a:pt x="6495739" y="117889"/>
                </a:lnTo>
                <a:cubicBezTo>
                  <a:pt x="6495468" y="118615"/>
                  <a:pt x="6494762" y="119158"/>
                  <a:pt x="6493627" y="119524"/>
                </a:cubicBezTo>
                <a:cubicBezTo>
                  <a:pt x="6492539" y="119932"/>
                  <a:pt x="6490858" y="120135"/>
                  <a:pt x="6488587" y="120135"/>
                </a:cubicBezTo>
                <a:cubicBezTo>
                  <a:pt x="6487407" y="120135"/>
                  <a:pt x="6486452" y="120066"/>
                  <a:pt x="6485726" y="119932"/>
                </a:cubicBezTo>
                <a:cubicBezTo>
                  <a:pt x="6485001" y="119841"/>
                  <a:pt x="6484432" y="119658"/>
                  <a:pt x="6484026" y="119386"/>
                </a:cubicBezTo>
                <a:cubicBezTo>
                  <a:pt x="6483660" y="119115"/>
                  <a:pt x="6483457" y="118749"/>
                  <a:pt x="6483412" y="118298"/>
                </a:cubicBezTo>
                <a:cubicBezTo>
                  <a:pt x="6483366" y="117843"/>
                  <a:pt x="6483480" y="117298"/>
                  <a:pt x="6483752" y="116663"/>
                </a:cubicBezTo>
                <a:lnTo>
                  <a:pt x="6492199" y="95346"/>
                </a:lnTo>
                <a:cubicBezTo>
                  <a:pt x="6491787" y="95163"/>
                  <a:pt x="6491401" y="94869"/>
                  <a:pt x="6491038" y="94460"/>
                </a:cubicBezTo>
                <a:cubicBezTo>
                  <a:pt x="6490676" y="94052"/>
                  <a:pt x="6490427" y="93620"/>
                  <a:pt x="6490290" y="93166"/>
                </a:cubicBezTo>
                <a:lnTo>
                  <a:pt x="6468430" y="34596"/>
                </a:lnTo>
                <a:cubicBezTo>
                  <a:pt x="6468064" y="33641"/>
                  <a:pt x="6467884" y="32893"/>
                  <a:pt x="6467884" y="32350"/>
                </a:cubicBezTo>
                <a:cubicBezTo>
                  <a:pt x="6467884" y="31804"/>
                  <a:pt x="6468064" y="31372"/>
                  <a:pt x="6468430" y="31055"/>
                </a:cubicBezTo>
                <a:cubicBezTo>
                  <a:pt x="6468793" y="30738"/>
                  <a:pt x="6469381" y="30532"/>
                  <a:pt x="6470199" y="30441"/>
                </a:cubicBezTo>
                <a:cubicBezTo>
                  <a:pt x="6471016" y="30307"/>
                  <a:pt x="6472107" y="30238"/>
                  <a:pt x="6473468" y="30238"/>
                </a:cubicBezTo>
                <a:cubicBezTo>
                  <a:pt x="6474831" y="30238"/>
                  <a:pt x="6475897" y="30284"/>
                  <a:pt x="6476671" y="30372"/>
                </a:cubicBezTo>
                <a:cubicBezTo>
                  <a:pt x="6477442" y="30418"/>
                  <a:pt x="6478054" y="30532"/>
                  <a:pt x="6478508" y="30715"/>
                </a:cubicBezTo>
                <a:cubicBezTo>
                  <a:pt x="6478963" y="30895"/>
                  <a:pt x="6479280" y="31167"/>
                  <a:pt x="6479463" y="31533"/>
                </a:cubicBezTo>
                <a:cubicBezTo>
                  <a:pt x="6479688" y="31850"/>
                  <a:pt x="6479917" y="32304"/>
                  <a:pt x="6480143" y="32893"/>
                </a:cubicBezTo>
                <a:lnTo>
                  <a:pt x="6497645" y="82065"/>
                </a:lnTo>
                <a:lnTo>
                  <a:pt x="6497851" y="82065"/>
                </a:lnTo>
                <a:lnTo>
                  <a:pt x="6514739" y="32621"/>
                </a:lnTo>
                <a:cubicBezTo>
                  <a:pt x="6515013" y="31758"/>
                  <a:pt x="6515330" y="31212"/>
                  <a:pt x="6515693" y="30987"/>
                </a:cubicBezTo>
                <a:cubicBezTo>
                  <a:pt x="6516102" y="30715"/>
                  <a:pt x="6516693" y="30532"/>
                  <a:pt x="6517465" y="30441"/>
                </a:cubicBezTo>
                <a:cubicBezTo>
                  <a:pt x="6518236" y="30307"/>
                  <a:pt x="6519348" y="30238"/>
                  <a:pt x="6520802" y="30238"/>
                </a:cubicBezTo>
                <a:cubicBezTo>
                  <a:pt x="6522071" y="30238"/>
                  <a:pt x="6523117" y="30307"/>
                  <a:pt x="6523934" y="30441"/>
                </a:cubicBezTo>
                <a:cubicBezTo>
                  <a:pt x="6524751" y="30532"/>
                  <a:pt x="6525340" y="30738"/>
                  <a:pt x="6525706" y="31055"/>
                </a:cubicBezTo>
                <a:cubicBezTo>
                  <a:pt x="6526114" y="31372"/>
                  <a:pt x="6526317" y="31804"/>
                  <a:pt x="6526317" y="32350"/>
                </a:cubicBezTo>
                <a:cubicBezTo>
                  <a:pt x="6526317" y="32893"/>
                  <a:pt x="6526180" y="33576"/>
                  <a:pt x="6525908" y="34393"/>
                </a:cubicBezTo>
                <a:lnTo>
                  <a:pt x="6503911" y="95346"/>
                </a:lnTo>
                <a:close/>
                <a:moveTo>
                  <a:pt x="6627658" y="62314"/>
                </a:moveTo>
                <a:cubicBezTo>
                  <a:pt x="6627658" y="67308"/>
                  <a:pt x="6626998" y="71918"/>
                  <a:pt x="6625681" y="76141"/>
                </a:cubicBezTo>
                <a:cubicBezTo>
                  <a:pt x="6624367" y="80316"/>
                  <a:pt x="6622389" y="83928"/>
                  <a:pt x="6619757" y="86968"/>
                </a:cubicBezTo>
                <a:cubicBezTo>
                  <a:pt x="6617168" y="90011"/>
                  <a:pt x="6613899" y="92394"/>
                  <a:pt x="6609950" y="94120"/>
                </a:cubicBezTo>
                <a:cubicBezTo>
                  <a:pt x="6606044" y="95801"/>
                  <a:pt x="6601504" y="96638"/>
                  <a:pt x="6596329" y="96638"/>
                </a:cubicBezTo>
                <a:cubicBezTo>
                  <a:pt x="6591288" y="96638"/>
                  <a:pt x="6586885" y="95889"/>
                  <a:pt x="6583116" y="94392"/>
                </a:cubicBezTo>
                <a:cubicBezTo>
                  <a:pt x="6579395" y="92894"/>
                  <a:pt x="6576283" y="90714"/>
                  <a:pt x="6573786" y="87854"/>
                </a:cubicBezTo>
                <a:cubicBezTo>
                  <a:pt x="6571288" y="84993"/>
                  <a:pt x="6569428" y="81519"/>
                  <a:pt x="6568202" y="77433"/>
                </a:cubicBezTo>
                <a:cubicBezTo>
                  <a:pt x="6566976" y="73346"/>
                  <a:pt x="6566362" y="68717"/>
                  <a:pt x="6566362" y="63539"/>
                </a:cubicBezTo>
                <a:cubicBezTo>
                  <a:pt x="6566362" y="58547"/>
                  <a:pt x="6566999" y="53961"/>
                  <a:pt x="6568271" y="49783"/>
                </a:cubicBezTo>
                <a:cubicBezTo>
                  <a:pt x="6569585" y="45560"/>
                  <a:pt x="6571540" y="41928"/>
                  <a:pt x="6574126" y="38888"/>
                </a:cubicBezTo>
                <a:cubicBezTo>
                  <a:pt x="6576761" y="35844"/>
                  <a:pt x="6580030" y="33484"/>
                  <a:pt x="6583933" y="31804"/>
                </a:cubicBezTo>
                <a:cubicBezTo>
                  <a:pt x="6587839" y="30124"/>
                  <a:pt x="6592403" y="29284"/>
                  <a:pt x="6597623" y="29284"/>
                </a:cubicBezTo>
                <a:cubicBezTo>
                  <a:pt x="6602664" y="29284"/>
                  <a:pt x="6607044" y="30032"/>
                  <a:pt x="6610768" y="31533"/>
                </a:cubicBezTo>
                <a:cubicBezTo>
                  <a:pt x="6614537" y="33030"/>
                  <a:pt x="6617669" y="35210"/>
                  <a:pt x="6620166" y="38070"/>
                </a:cubicBezTo>
                <a:cubicBezTo>
                  <a:pt x="6622663" y="40931"/>
                  <a:pt x="6624524" y="44403"/>
                  <a:pt x="6625750" y="48489"/>
                </a:cubicBezTo>
                <a:cubicBezTo>
                  <a:pt x="6627021" y="52575"/>
                  <a:pt x="6627658" y="57184"/>
                  <a:pt x="6627658" y="62314"/>
                </a:cubicBezTo>
                <a:close/>
                <a:moveTo>
                  <a:pt x="6615808" y="63065"/>
                </a:moveTo>
                <a:cubicBezTo>
                  <a:pt x="6615808" y="59750"/>
                  <a:pt x="6615488" y="56616"/>
                  <a:pt x="6614854" y="53664"/>
                </a:cubicBezTo>
                <a:cubicBezTo>
                  <a:pt x="6614262" y="50715"/>
                  <a:pt x="6613265" y="48126"/>
                  <a:pt x="6611856" y="45900"/>
                </a:cubicBezTo>
                <a:cubicBezTo>
                  <a:pt x="6610450" y="43677"/>
                  <a:pt x="6608542" y="41928"/>
                  <a:pt x="6606136" y="40657"/>
                </a:cubicBezTo>
                <a:cubicBezTo>
                  <a:pt x="6603730" y="39339"/>
                  <a:pt x="6600732" y="38682"/>
                  <a:pt x="6597146" y="38682"/>
                </a:cubicBezTo>
                <a:cubicBezTo>
                  <a:pt x="6593831" y="38682"/>
                  <a:pt x="6590971" y="39273"/>
                  <a:pt x="6588565" y="40454"/>
                </a:cubicBezTo>
                <a:cubicBezTo>
                  <a:pt x="6586205" y="41634"/>
                  <a:pt x="6584253" y="43314"/>
                  <a:pt x="6582707" y="45491"/>
                </a:cubicBezTo>
                <a:cubicBezTo>
                  <a:pt x="6581164" y="47626"/>
                  <a:pt x="6580007" y="50169"/>
                  <a:pt x="6579235" y="53121"/>
                </a:cubicBezTo>
                <a:cubicBezTo>
                  <a:pt x="6578509" y="56073"/>
                  <a:pt x="6578144" y="59296"/>
                  <a:pt x="6578144" y="62791"/>
                </a:cubicBezTo>
                <a:cubicBezTo>
                  <a:pt x="6578144" y="66151"/>
                  <a:pt x="6578441" y="69306"/>
                  <a:pt x="6579029" y="72258"/>
                </a:cubicBezTo>
                <a:cubicBezTo>
                  <a:pt x="6579667" y="75209"/>
                  <a:pt x="6580687" y="77798"/>
                  <a:pt x="6582096" y="80021"/>
                </a:cubicBezTo>
                <a:cubicBezTo>
                  <a:pt x="6583547" y="82202"/>
                  <a:pt x="6585479" y="83948"/>
                  <a:pt x="6587885" y="85265"/>
                </a:cubicBezTo>
                <a:cubicBezTo>
                  <a:pt x="6590291" y="86537"/>
                  <a:pt x="6593288" y="87174"/>
                  <a:pt x="6596875" y="87174"/>
                </a:cubicBezTo>
                <a:cubicBezTo>
                  <a:pt x="6600143" y="87174"/>
                  <a:pt x="6602981" y="86582"/>
                  <a:pt x="6605387" y="85402"/>
                </a:cubicBezTo>
                <a:cubicBezTo>
                  <a:pt x="6607793" y="84222"/>
                  <a:pt x="6609768" y="82565"/>
                  <a:pt x="6611311" y="80430"/>
                </a:cubicBezTo>
                <a:cubicBezTo>
                  <a:pt x="6612857" y="78296"/>
                  <a:pt x="6613991" y="75755"/>
                  <a:pt x="6614717" y="72803"/>
                </a:cubicBezTo>
                <a:cubicBezTo>
                  <a:pt x="6615443" y="69852"/>
                  <a:pt x="6615808" y="66605"/>
                  <a:pt x="6615808" y="63065"/>
                </a:cubicBezTo>
                <a:close/>
                <a:moveTo>
                  <a:pt x="6677782" y="7149"/>
                </a:moveTo>
                <a:cubicBezTo>
                  <a:pt x="6677782" y="8012"/>
                  <a:pt x="6677736" y="8715"/>
                  <a:pt x="6677645" y="9261"/>
                </a:cubicBezTo>
                <a:cubicBezTo>
                  <a:pt x="6677556" y="9761"/>
                  <a:pt x="6677442" y="10170"/>
                  <a:pt x="6677305" y="10487"/>
                </a:cubicBezTo>
                <a:cubicBezTo>
                  <a:pt x="6677213" y="10804"/>
                  <a:pt x="6677079" y="11033"/>
                  <a:pt x="6676896" y="11167"/>
                </a:cubicBezTo>
                <a:cubicBezTo>
                  <a:pt x="6676716" y="11259"/>
                  <a:pt x="6676487" y="11304"/>
                  <a:pt x="6676216" y="11304"/>
                </a:cubicBezTo>
                <a:cubicBezTo>
                  <a:pt x="6675899" y="11304"/>
                  <a:pt x="6675490" y="11213"/>
                  <a:pt x="6674990" y="11033"/>
                </a:cubicBezTo>
                <a:cubicBezTo>
                  <a:pt x="6674536" y="10804"/>
                  <a:pt x="6673967" y="10578"/>
                  <a:pt x="6673287" y="10350"/>
                </a:cubicBezTo>
                <a:cubicBezTo>
                  <a:pt x="6672607" y="10078"/>
                  <a:pt x="6671790" y="9853"/>
                  <a:pt x="6670835" y="9670"/>
                </a:cubicBezTo>
                <a:cubicBezTo>
                  <a:pt x="6669926" y="9444"/>
                  <a:pt x="6668861" y="9330"/>
                  <a:pt x="6667635" y="9330"/>
                </a:cubicBezTo>
                <a:cubicBezTo>
                  <a:pt x="6665955" y="9330"/>
                  <a:pt x="6664526" y="9601"/>
                  <a:pt x="6663343" y="10147"/>
                </a:cubicBezTo>
                <a:cubicBezTo>
                  <a:pt x="6662163" y="10690"/>
                  <a:pt x="6661211" y="11553"/>
                  <a:pt x="6660482" y="12736"/>
                </a:cubicBezTo>
                <a:cubicBezTo>
                  <a:pt x="6659757" y="13870"/>
                  <a:pt x="6659237" y="15368"/>
                  <a:pt x="6658917" y="17231"/>
                </a:cubicBezTo>
                <a:cubicBezTo>
                  <a:pt x="6658599" y="19045"/>
                  <a:pt x="6658439" y="21271"/>
                  <a:pt x="6658439" y="23903"/>
                </a:cubicBezTo>
                <a:lnTo>
                  <a:pt x="6658439" y="30578"/>
                </a:lnTo>
                <a:lnTo>
                  <a:pt x="6672130" y="30578"/>
                </a:lnTo>
                <a:cubicBezTo>
                  <a:pt x="6672493" y="30578"/>
                  <a:pt x="6672787" y="30670"/>
                  <a:pt x="6673015" y="30850"/>
                </a:cubicBezTo>
                <a:cubicBezTo>
                  <a:pt x="6673287" y="30987"/>
                  <a:pt x="6673516" y="31258"/>
                  <a:pt x="6673696" y="31667"/>
                </a:cubicBezTo>
                <a:cubicBezTo>
                  <a:pt x="6673924" y="32030"/>
                  <a:pt x="6674081" y="32507"/>
                  <a:pt x="6674173" y="33098"/>
                </a:cubicBezTo>
                <a:cubicBezTo>
                  <a:pt x="6674310" y="33687"/>
                  <a:pt x="6674376" y="34416"/>
                  <a:pt x="6674376" y="35276"/>
                </a:cubicBezTo>
                <a:cubicBezTo>
                  <a:pt x="6674376" y="36910"/>
                  <a:pt x="6674173" y="38093"/>
                  <a:pt x="6673764" y="38819"/>
                </a:cubicBezTo>
                <a:cubicBezTo>
                  <a:pt x="6673355" y="39545"/>
                  <a:pt x="6672810" y="39908"/>
                  <a:pt x="6672130" y="39908"/>
                </a:cubicBezTo>
                <a:lnTo>
                  <a:pt x="6658439" y="39908"/>
                </a:lnTo>
                <a:lnTo>
                  <a:pt x="6658439" y="93643"/>
                </a:lnTo>
                <a:cubicBezTo>
                  <a:pt x="6658439" y="94006"/>
                  <a:pt x="6658348" y="94323"/>
                  <a:pt x="6658168" y="94595"/>
                </a:cubicBezTo>
                <a:cubicBezTo>
                  <a:pt x="6657988" y="94823"/>
                  <a:pt x="6657668" y="95026"/>
                  <a:pt x="6657213" y="95209"/>
                </a:cubicBezTo>
                <a:cubicBezTo>
                  <a:pt x="6656805" y="95392"/>
                  <a:pt x="6656239" y="95526"/>
                  <a:pt x="6655510" y="95618"/>
                </a:cubicBezTo>
                <a:cubicBezTo>
                  <a:pt x="6654785" y="95709"/>
                  <a:pt x="6653876" y="95755"/>
                  <a:pt x="6652787" y="95755"/>
                </a:cubicBezTo>
                <a:cubicBezTo>
                  <a:pt x="6651699" y="95755"/>
                  <a:pt x="6650790" y="95709"/>
                  <a:pt x="6650064" y="95618"/>
                </a:cubicBezTo>
                <a:cubicBezTo>
                  <a:pt x="6649338" y="95526"/>
                  <a:pt x="6648747" y="95392"/>
                  <a:pt x="6648292" y="95209"/>
                </a:cubicBezTo>
                <a:cubicBezTo>
                  <a:pt x="6647884" y="95026"/>
                  <a:pt x="6647589" y="94823"/>
                  <a:pt x="6647407" y="94595"/>
                </a:cubicBezTo>
                <a:cubicBezTo>
                  <a:pt x="6647227" y="94323"/>
                  <a:pt x="6647135" y="94006"/>
                  <a:pt x="6647135" y="93643"/>
                </a:cubicBezTo>
                <a:lnTo>
                  <a:pt x="6647135" y="39908"/>
                </a:lnTo>
                <a:lnTo>
                  <a:pt x="6638485" y="39908"/>
                </a:lnTo>
                <a:cubicBezTo>
                  <a:pt x="6637760" y="39908"/>
                  <a:pt x="6637214" y="39545"/>
                  <a:pt x="6636851" y="38819"/>
                </a:cubicBezTo>
                <a:cubicBezTo>
                  <a:pt x="6636488" y="38093"/>
                  <a:pt x="6636305" y="36910"/>
                  <a:pt x="6636305" y="35276"/>
                </a:cubicBezTo>
                <a:cubicBezTo>
                  <a:pt x="6636305" y="34416"/>
                  <a:pt x="6636351" y="33687"/>
                  <a:pt x="6636442" y="33098"/>
                </a:cubicBezTo>
                <a:cubicBezTo>
                  <a:pt x="6636534" y="32507"/>
                  <a:pt x="6636671" y="32030"/>
                  <a:pt x="6636851" y="31667"/>
                </a:cubicBezTo>
                <a:cubicBezTo>
                  <a:pt x="6637034" y="31258"/>
                  <a:pt x="6637260" y="30987"/>
                  <a:pt x="6637531" y="30850"/>
                </a:cubicBezTo>
                <a:cubicBezTo>
                  <a:pt x="6637805" y="30670"/>
                  <a:pt x="6638123" y="30578"/>
                  <a:pt x="6638485" y="30578"/>
                </a:cubicBezTo>
                <a:lnTo>
                  <a:pt x="6647135" y="30578"/>
                </a:lnTo>
                <a:lnTo>
                  <a:pt x="6647135" y="24243"/>
                </a:lnTo>
                <a:cubicBezTo>
                  <a:pt x="6647135" y="19977"/>
                  <a:pt x="6647521" y="16322"/>
                  <a:pt x="6648292" y="13279"/>
                </a:cubicBezTo>
                <a:cubicBezTo>
                  <a:pt x="6649110" y="10193"/>
                  <a:pt x="6650335" y="7672"/>
                  <a:pt x="6651970" y="5721"/>
                </a:cubicBezTo>
                <a:cubicBezTo>
                  <a:pt x="6653604" y="3766"/>
                  <a:pt x="6655648" y="2337"/>
                  <a:pt x="6658099" y="1429"/>
                </a:cubicBezTo>
                <a:cubicBezTo>
                  <a:pt x="6660597" y="474"/>
                  <a:pt x="6663526" y="0"/>
                  <a:pt x="6666886" y="0"/>
                </a:cubicBezTo>
                <a:cubicBezTo>
                  <a:pt x="6668475" y="0"/>
                  <a:pt x="6670018" y="157"/>
                  <a:pt x="6671515" y="474"/>
                </a:cubicBezTo>
                <a:cubicBezTo>
                  <a:pt x="6673015" y="749"/>
                  <a:pt x="6674173" y="1066"/>
                  <a:pt x="6674990" y="1429"/>
                </a:cubicBezTo>
                <a:cubicBezTo>
                  <a:pt x="6675807" y="1746"/>
                  <a:pt x="6676353" y="2043"/>
                  <a:pt x="6676624" y="2315"/>
                </a:cubicBezTo>
                <a:cubicBezTo>
                  <a:pt x="6676896" y="2586"/>
                  <a:pt x="6677125" y="2949"/>
                  <a:pt x="6677305" y="3403"/>
                </a:cubicBezTo>
                <a:cubicBezTo>
                  <a:pt x="6677487" y="3812"/>
                  <a:pt x="6677599" y="4335"/>
                  <a:pt x="6677645" y="4969"/>
                </a:cubicBezTo>
                <a:cubicBezTo>
                  <a:pt x="6677736" y="5561"/>
                  <a:pt x="6677782" y="6287"/>
                  <a:pt x="6677782" y="7149"/>
                </a:cubicBezTo>
                <a:close/>
                <a:moveTo>
                  <a:pt x="6762367" y="84313"/>
                </a:moveTo>
                <a:cubicBezTo>
                  <a:pt x="6762367" y="85085"/>
                  <a:pt x="6762344" y="85765"/>
                  <a:pt x="6762301" y="86357"/>
                </a:cubicBezTo>
                <a:cubicBezTo>
                  <a:pt x="6762255" y="86899"/>
                  <a:pt x="6762164" y="87377"/>
                  <a:pt x="6762027" y="87785"/>
                </a:cubicBezTo>
                <a:cubicBezTo>
                  <a:pt x="6761935" y="88148"/>
                  <a:pt x="6761801" y="88488"/>
                  <a:pt x="6761618" y="88808"/>
                </a:cubicBezTo>
                <a:cubicBezTo>
                  <a:pt x="6761484" y="89080"/>
                  <a:pt x="6761118" y="89511"/>
                  <a:pt x="6760529" y="90100"/>
                </a:cubicBezTo>
                <a:cubicBezTo>
                  <a:pt x="6759983" y="90646"/>
                  <a:pt x="6759032" y="91349"/>
                  <a:pt x="6757669" y="92212"/>
                </a:cubicBezTo>
                <a:cubicBezTo>
                  <a:pt x="6756306" y="93029"/>
                  <a:pt x="6754763" y="93777"/>
                  <a:pt x="6753037" y="94460"/>
                </a:cubicBezTo>
                <a:cubicBezTo>
                  <a:pt x="6751357" y="95095"/>
                  <a:pt x="6749519" y="95618"/>
                  <a:pt x="6747522" y="96026"/>
                </a:cubicBezTo>
                <a:cubicBezTo>
                  <a:pt x="6745522" y="96435"/>
                  <a:pt x="6743456" y="96638"/>
                  <a:pt x="6741324" y="96638"/>
                </a:cubicBezTo>
                <a:cubicBezTo>
                  <a:pt x="6736921" y="96638"/>
                  <a:pt x="6733014" y="95912"/>
                  <a:pt x="6729608" y="94460"/>
                </a:cubicBezTo>
                <a:cubicBezTo>
                  <a:pt x="6726205" y="93006"/>
                  <a:pt x="6723345" y="90897"/>
                  <a:pt x="6721027" y="88125"/>
                </a:cubicBezTo>
                <a:cubicBezTo>
                  <a:pt x="6718758" y="85311"/>
                  <a:pt x="6717010" y="81885"/>
                  <a:pt x="6715784" y="77841"/>
                </a:cubicBezTo>
                <a:cubicBezTo>
                  <a:pt x="6714604" y="73755"/>
                  <a:pt x="6714015" y="69057"/>
                  <a:pt x="6714015" y="63745"/>
                </a:cubicBezTo>
                <a:cubicBezTo>
                  <a:pt x="6714015" y="57707"/>
                  <a:pt x="6714741" y="52529"/>
                  <a:pt x="6716192" y="48217"/>
                </a:cubicBezTo>
                <a:cubicBezTo>
                  <a:pt x="6717692" y="43857"/>
                  <a:pt x="6719713" y="40294"/>
                  <a:pt x="6722253" y="37525"/>
                </a:cubicBezTo>
                <a:cubicBezTo>
                  <a:pt x="6724842" y="34756"/>
                  <a:pt x="6727862" y="32713"/>
                  <a:pt x="6731311" y="31395"/>
                </a:cubicBezTo>
                <a:cubicBezTo>
                  <a:pt x="6734809" y="30032"/>
                  <a:pt x="6738578" y="29352"/>
                  <a:pt x="6742618" y="29352"/>
                </a:cubicBezTo>
                <a:cubicBezTo>
                  <a:pt x="6744570" y="29352"/>
                  <a:pt x="6746453" y="29532"/>
                  <a:pt x="6748271" y="29898"/>
                </a:cubicBezTo>
                <a:cubicBezTo>
                  <a:pt x="6750131" y="30261"/>
                  <a:pt x="6751834" y="30738"/>
                  <a:pt x="6753377" y="31327"/>
                </a:cubicBezTo>
                <a:cubicBezTo>
                  <a:pt x="6754923" y="31918"/>
                  <a:pt x="6756283" y="32598"/>
                  <a:pt x="6757463" y="33370"/>
                </a:cubicBezTo>
                <a:cubicBezTo>
                  <a:pt x="6758689" y="34141"/>
                  <a:pt x="6759575" y="34801"/>
                  <a:pt x="6760121" y="35344"/>
                </a:cubicBezTo>
                <a:cubicBezTo>
                  <a:pt x="6760666" y="35890"/>
                  <a:pt x="6761029" y="36322"/>
                  <a:pt x="6761209" y="36639"/>
                </a:cubicBezTo>
                <a:cubicBezTo>
                  <a:pt x="6761438" y="36956"/>
                  <a:pt x="6761618" y="37342"/>
                  <a:pt x="6761755" y="37796"/>
                </a:cubicBezTo>
                <a:cubicBezTo>
                  <a:pt x="6761892" y="38205"/>
                  <a:pt x="6761981" y="38682"/>
                  <a:pt x="6762027" y="39228"/>
                </a:cubicBezTo>
                <a:cubicBezTo>
                  <a:pt x="6762072" y="39771"/>
                  <a:pt x="6762095" y="40454"/>
                  <a:pt x="6762095" y="41271"/>
                </a:cubicBezTo>
                <a:cubicBezTo>
                  <a:pt x="6762095" y="43040"/>
                  <a:pt x="6761892" y="44288"/>
                  <a:pt x="6761484" y="45017"/>
                </a:cubicBezTo>
                <a:cubicBezTo>
                  <a:pt x="6761075" y="45697"/>
                  <a:pt x="6760575" y="46037"/>
                  <a:pt x="6759983" y="46037"/>
                </a:cubicBezTo>
                <a:cubicBezTo>
                  <a:pt x="6759303" y="46037"/>
                  <a:pt x="6758509" y="45674"/>
                  <a:pt x="6757600" y="44948"/>
                </a:cubicBezTo>
                <a:cubicBezTo>
                  <a:pt x="6756737" y="44177"/>
                  <a:pt x="6755626" y="43337"/>
                  <a:pt x="6754263" y="42428"/>
                </a:cubicBezTo>
                <a:cubicBezTo>
                  <a:pt x="6752903" y="41519"/>
                  <a:pt x="6751242" y="40702"/>
                  <a:pt x="6749291" y="39976"/>
                </a:cubicBezTo>
                <a:cubicBezTo>
                  <a:pt x="6747385" y="39205"/>
                  <a:pt x="6745116" y="38819"/>
                  <a:pt x="6742481" y="38819"/>
                </a:cubicBezTo>
                <a:cubicBezTo>
                  <a:pt x="6737078" y="38819"/>
                  <a:pt x="6732923" y="40908"/>
                  <a:pt x="6730017" y="45083"/>
                </a:cubicBezTo>
                <a:cubicBezTo>
                  <a:pt x="6727157" y="49215"/>
                  <a:pt x="6725728" y="55233"/>
                  <a:pt x="6725728" y="63131"/>
                </a:cubicBezTo>
                <a:cubicBezTo>
                  <a:pt x="6725728" y="67083"/>
                  <a:pt x="6726091" y="70555"/>
                  <a:pt x="6726816" y="73552"/>
                </a:cubicBezTo>
                <a:cubicBezTo>
                  <a:pt x="6727588" y="76504"/>
                  <a:pt x="6728702" y="78978"/>
                  <a:pt x="6730154" y="80976"/>
                </a:cubicBezTo>
                <a:cubicBezTo>
                  <a:pt x="6731608" y="82973"/>
                  <a:pt x="6733377" y="84471"/>
                  <a:pt x="6735466" y="85471"/>
                </a:cubicBezTo>
                <a:cubicBezTo>
                  <a:pt x="6737601" y="86422"/>
                  <a:pt x="6740030" y="86899"/>
                  <a:pt x="6742753" y="86899"/>
                </a:cubicBezTo>
                <a:cubicBezTo>
                  <a:pt x="6745342" y="86899"/>
                  <a:pt x="6747613" y="86491"/>
                  <a:pt x="6749565" y="85674"/>
                </a:cubicBezTo>
                <a:cubicBezTo>
                  <a:pt x="6751517" y="84856"/>
                  <a:pt x="6753197" y="83970"/>
                  <a:pt x="6754603" y="83019"/>
                </a:cubicBezTo>
                <a:cubicBezTo>
                  <a:pt x="6756057" y="82019"/>
                  <a:pt x="6757260" y="81133"/>
                  <a:pt x="6758215" y="80361"/>
                </a:cubicBezTo>
                <a:cubicBezTo>
                  <a:pt x="6759212" y="79544"/>
                  <a:pt x="6759983" y="79136"/>
                  <a:pt x="6760529" y="79136"/>
                </a:cubicBezTo>
                <a:cubicBezTo>
                  <a:pt x="6760846" y="79136"/>
                  <a:pt x="6761118" y="79227"/>
                  <a:pt x="6761346" y="79410"/>
                </a:cubicBezTo>
                <a:cubicBezTo>
                  <a:pt x="6761572" y="79590"/>
                  <a:pt x="6761755" y="79907"/>
                  <a:pt x="6761892" y="80361"/>
                </a:cubicBezTo>
                <a:cubicBezTo>
                  <a:pt x="6762072" y="80770"/>
                  <a:pt x="6762187" y="81316"/>
                  <a:pt x="6762232" y="81996"/>
                </a:cubicBezTo>
                <a:cubicBezTo>
                  <a:pt x="6762324" y="82633"/>
                  <a:pt x="6762367" y="83405"/>
                  <a:pt x="6762367" y="84313"/>
                </a:cubicBezTo>
                <a:close/>
                <a:moveTo>
                  <a:pt x="6830064" y="93643"/>
                </a:moveTo>
                <a:cubicBezTo>
                  <a:pt x="6830064" y="94006"/>
                  <a:pt x="6829972" y="94323"/>
                  <a:pt x="6829792" y="94595"/>
                </a:cubicBezTo>
                <a:cubicBezTo>
                  <a:pt x="6829609" y="94823"/>
                  <a:pt x="6829315" y="95026"/>
                  <a:pt x="6828906" y="95209"/>
                </a:cubicBezTo>
                <a:cubicBezTo>
                  <a:pt x="6828498" y="95392"/>
                  <a:pt x="6827929" y="95526"/>
                  <a:pt x="6827203" y="95618"/>
                </a:cubicBezTo>
                <a:cubicBezTo>
                  <a:pt x="6826477" y="95709"/>
                  <a:pt x="6825569" y="95755"/>
                  <a:pt x="6824480" y="95755"/>
                </a:cubicBezTo>
                <a:cubicBezTo>
                  <a:pt x="6823346" y="95755"/>
                  <a:pt x="6822414" y="95709"/>
                  <a:pt x="6821685" y="95618"/>
                </a:cubicBezTo>
                <a:cubicBezTo>
                  <a:pt x="6820960" y="95526"/>
                  <a:pt x="6820394" y="95392"/>
                  <a:pt x="6819985" y="95209"/>
                </a:cubicBezTo>
                <a:cubicBezTo>
                  <a:pt x="6819577" y="95026"/>
                  <a:pt x="6819279" y="94823"/>
                  <a:pt x="6819099" y="94595"/>
                </a:cubicBezTo>
                <a:cubicBezTo>
                  <a:pt x="6818917" y="94323"/>
                  <a:pt x="6818825" y="94006"/>
                  <a:pt x="6818825" y="93643"/>
                </a:cubicBezTo>
                <a:lnTo>
                  <a:pt x="6818825" y="57753"/>
                </a:lnTo>
                <a:cubicBezTo>
                  <a:pt x="6818825" y="54255"/>
                  <a:pt x="6818554" y="51441"/>
                  <a:pt x="6818008" y="49306"/>
                </a:cubicBezTo>
                <a:cubicBezTo>
                  <a:pt x="6817465" y="47172"/>
                  <a:pt x="6816671" y="45334"/>
                  <a:pt x="6815625" y="43791"/>
                </a:cubicBezTo>
                <a:cubicBezTo>
                  <a:pt x="6814582" y="42245"/>
                  <a:pt x="6813219" y="41065"/>
                  <a:pt x="6811538" y="40248"/>
                </a:cubicBezTo>
                <a:cubicBezTo>
                  <a:pt x="6809904" y="39431"/>
                  <a:pt x="6807998" y="39022"/>
                  <a:pt x="6805818" y="39022"/>
                </a:cubicBezTo>
                <a:cubicBezTo>
                  <a:pt x="6803003" y="39022"/>
                  <a:pt x="6800188" y="40022"/>
                  <a:pt x="6797374" y="42020"/>
                </a:cubicBezTo>
                <a:cubicBezTo>
                  <a:pt x="6794559" y="44017"/>
                  <a:pt x="6791607" y="46946"/>
                  <a:pt x="6788521" y="50803"/>
                </a:cubicBezTo>
                <a:lnTo>
                  <a:pt x="6788521" y="93643"/>
                </a:lnTo>
                <a:cubicBezTo>
                  <a:pt x="6788521" y="94006"/>
                  <a:pt x="6788430" y="94323"/>
                  <a:pt x="6788247" y="94595"/>
                </a:cubicBezTo>
                <a:cubicBezTo>
                  <a:pt x="6788067" y="94823"/>
                  <a:pt x="6787770" y="95026"/>
                  <a:pt x="6787361" y="95209"/>
                </a:cubicBezTo>
                <a:cubicBezTo>
                  <a:pt x="6786953" y="95392"/>
                  <a:pt x="6786387" y="95526"/>
                  <a:pt x="6785658" y="95618"/>
                </a:cubicBezTo>
                <a:cubicBezTo>
                  <a:pt x="6784932" y="95709"/>
                  <a:pt x="6784004" y="95755"/>
                  <a:pt x="6782866" y="95755"/>
                </a:cubicBezTo>
                <a:cubicBezTo>
                  <a:pt x="6781778" y="95755"/>
                  <a:pt x="6780869" y="95709"/>
                  <a:pt x="6780143" y="95618"/>
                </a:cubicBezTo>
                <a:cubicBezTo>
                  <a:pt x="6779417" y="95526"/>
                  <a:pt x="6778826" y="95392"/>
                  <a:pt x="6778371" y="95209"/>
                </a:cubicBezTo>
                <a:cubicBezTo>
                  <a:pt x="6777963" y="95026"/>
                  <a:pt x="6777669" y="94823"/>
                  <a:pt x="6777486" y="94595"/>
                </a:cubicBezTo>
                <a:cubicBezTo>
                  <a:pt x="6777351" y="94323"/>
                  <a:pt x="6777283" y="94006"/>
                  <a:pt x="6777283" y="93643"/>
                </a:cubicBezTo>
                <a:lnTo>
                  <a:pt x="6777283" y="2655"/>
                </a:lnTo>
                <a:cubicBezTo>
                  <a:pt x="6777283" y="2292"/>
                  <a:pt x="6777351" y="1975"/>
                  <a:pt x="6777486" y="1700"/>
                </a:cubicBezTo>
                <a:cubicBezTo>
                  <a:pt x="6777669" y="1429"/>
                  <a:pt x="6777963" y="1203"/>
                  <a:pt x="6778371" y="1020"/>
                </a:cubicBezTo>
                <a:cubicBezTo>
                  <a:pt x="6778826" y="840"/>
                  <a:pt x="6779417" y="703"/>
                  <a:pt x="6780143" y="612"/>
                </a:cubicBezTo>
                <a:cubicBezTo>
                  <a:pt x="6780869" y="520"/>
                  <a:pt x="6781778" y="474"/>
                  <a:pt x="6782866" y="474"/>
                </a:cubicBezTo>
                <a:cubicBezTo>
                  <a:pt x="6784004" y="474"/>
                  <a:pt x="6784932" y="520"/>
                  <a:pt x="6785658" y="612"/>
                </a:cubicBezTo>
                <a:cubicBezTo>
                  <a:pt x="6786387" y="703"/>
                  <a:pt x="6786953" y="840"/>
                  <a:pt x="6787361" y="1020"/>
                </a:cubicBezTo>
                <a:cubicBezTo>
                  <a:pt x="6787770" y="1203"/>
                  <a:pt x="6788067" y="1429"/>
                  <a:pt x="6788247" y="1700"/>
                </a:cubicBezTo>
                <a:cubicBezTo>
                  <a:pt x="6788430" y="1975"/>
                  <a:pt x="6788521" y="2292"/>
                  <a:pt x="6788521" y="2655"/>
                </a:cubicBezTo>
                <a:lnTo>
                  <a:pt x="6788521" y="39362"/>
                </a:lnTo>
                <a:cubicBezTo>
                  <a:pt x="6791745" y="35959"/>
                  <a:pt x="6794991" y="33438"/>
                  <a:pt x="6798260" y="31804"/>
                </a:cubicBezTo>
                <a:cubicBezTo>
                  <a:pt x="6801529" y="30124"/>
                  <a:pt x="6804820" y="29284"/>
                  <a:pt x="6808135" y="29284"/>
                </a:cubicBezTo>
                <a:cubicBezTo>
                  <a:pt x="6812221" y="29284"/>
                  <a:pt x="6815648" y="29987"/>
                  <a:pt x="6818416" y="31395"/>
                </a:cubicBezTo>
                <a:cubicBezTo>
                  <a:pt x="6821234" y="32758"/>
                  <a:pt x="6823503" y="34596"/>
                  <a:pt x="6825229" y="36910"/>
                </a:cubicBezTo>
                <a:cubicBezTo>
                  <a:pt x="6826955" y="39228"/>
                  <a:pt x="6828181" y="41951"/>
                  <a:pt x="6828906" y="45083"/>
                </a:cubicBezTo>
                <a:cubicBezTo>
                  <a:pt x="6829678" y="48172"/>
                  <a:pt x="6830064" y="51918"/>
                  <a:pt x="6830064" y="56321"/>
                </a:cubicBezTo>
                <a:lnTo>
                  <a:pt x="6830064" y="93643"/>
                </a:lnTo>
                <a:close/>
                <a:moveTo>
                  <a:pt x="6896738" y="93712"/>
                </a:moveTo>
                <a:cubicBezTo>
                  <a:pt x="6896738" y="94255"/>
                  <a:pt x="6896558" y="94663"/>
                  <a:pt x="6896192" y="94938"/>
                </a:cubicBezTo>
                <a:cubicBezTo>
                  <a:pt x="6895829" y="95209"/>
                  <a:pt x="6895329" y="95412"/>
                  <a:pt x="6894695" y="95549"/>
                </a:cubicBezTo>
                <a:cubicBezTo>
                  <a:pt x="6894060" y="95686"/>
                  <a:pt x="6893129" y="95755"/>
                  <a:pt x="6891903" y="95755"/>
                </a:cubicBezTo>
                <a:cubicBezTo>
                  <a:pt x="6890723" y="95755"/>
                  <a:pt x="6889768" y="95686"/>
                  <a:pt x="6889042" y="95549"/>
                </a:cubicBezTo>
                <a:cubicBezTo>
                  <a:pt x="6888362" y="95412"/>
                  <a:pt x="6887862" y="95209"/>
                  <a:pt x="6887545" y="94938"/>
                </a:cubicBezTo>
                <a:cubicBezTo>
                  <a:pt x="6887225" y="94663"/>
                  <a:pt x="6887068" y="94255"/>
                  <a:pt x="6887068" y="93712"/>
                </a:cubicBezTo>
                <a:lnTo>
                  <a:pt x="6887068" y="87582"/>
                </a:lnTo>
                <a:cubicBezTo>
                  <a:pt x="6884388" y="90443"/>
                  <a:pt x="6881393" y="92666"/>
                  <a:pt x="6878078" y="94255"/>
                </a:cubicBezTo>
                <a:cubicBezTo>
                  <a:pt x="6874809" y="95843"/>
                  <a:pt x="6871335" y="96638"/>
                  <a:pt x="6867657" y="96638"/>
                </a:cubicBezTo>
                <a:cubicBezTo>
                  <a:pt x="6864434" y="96638"/>
                  <a:pt x="6861505" y="96209"/>
                  <a:pt x="6858873" y="95346"/>
                </a:cubicBezTo>
                <a:cubicBezTo>
                  <a:pt x="6856284" y="94529"/>
                  <a:pt x="6854058" y="93326"/>
                  <a:pt x="6852198" y="91734"/>
                </a:cubicBezTo>
                <a:cubicBezTo>
                  <a:pt x="6850380" y="90146"/>
                  <a:pt x="6848952" y="88194"/>
                  <a:pt x="6847906" y="85879"/>
                </a:cubicBezTo>
                <a:cubicBezTo>
                  <a:pt x="6846909" y="83562"/>
                  <a:pt x="6846409" y="80930"/>
                  <a:pt x="6846409" y="77978"/>
                </a:cubicBezTo>
                <a:cubicBezTo>
                  <a:pt x="6846409" y="74529"/>
                  <a:pt x="6847111" y="71532"/>
                  <a:pt x="6848520" y="68989"/>
                </a:cubicBezTo>
                <a:cubicBezTo>
                  <a:pt x="6849926" y="66445"/>
                  <a:pt x="6851946" y="64334"/>
                  <a:pt x="6854581" y="62656"/>
                </a:cubicBezTo>
                <a:cubicBezTo>
                  <a:pt x="6857216" y="60976"/>
                  <a:pt x="6860439" y="59727"/>
                  <a:pt x="6864254" y="58910"/>
                </a:cubicBezTo>
                <a:cubicBezTo>
                  <a:pt x="6868066" y="58047"/>
                  <a:pt x="6872358" y="57616"/>
                  <a:pt x="6877124" y="57616"/>
                </a:cubicBezTo>
                <a:lnTo>
                  <a:pt x="6885568" y="57616"/>
                </a:lnTo>
                <a:lnTo>
                  <a:pt x="6885568" y="52847"/>
                </a:lnTo>
                <a:cubicBezTo>
                  <a:pt x="6885568" y="50486"/>
                  <a:pt x="6885319" y="48397"/>
                  <a:pt x="6884819" y="46583"/>
                </a:cubicBezTo>
                <a:cubicBezTo>
                  <a:pt x="6884319" y="44766"/>
                  <a:pt x="6883502" y="43268"/>
                  <a:pt x="6882367" y="42088"/>
                </a:cubicBezTo>
                <a:cubicBezTo>
                  <a:pt x="6881279" y="40862"/>
                  <a:pt x="6879847" y="39954"/>
                  <a:pt x="6878078" y="39362"/>
                </a:cubicBezTo>
                <a:cubicBezTo>
                  <a:pt x="6876307" y="38728"/>
                  <a:pt x="6874126" y="38411"/>
                  <a:pt x="6871540" y="38411"/>
                </a:cubicBezTo>
                <a:cubicBezTo>
                  <a:pt x="6868768" y="38411"/>
                  <a:pt x="6866274" y="38751"/>
                  <a:pt x="6864048" y="39431"/>
                </a:cubicBezTo>
                <a:cubicBezTo>
                  <a:pt x="6861868" y="40068"/>
                  <a:pt x="6859939" y="40794"/>
                  <a:pt x="6858259" y="41611"/>
                </a:cubicBezTo>
                <a:cubicBezTo>
                  <a:pt x="6856624" y="42382"/>
                  <a:pt x="6855238" y="43108"/>
                  <a:pt x="6854104" y="43791"/>
                </a:cubicBezTo>
                <a:cubicBezTo>
                  <a:pt x="6853015" y="44426"/>
                  <a:pt x="6852198" y="44743"/>
                  <a:pt x="6851652" y="44743"/>
                </a:cubicBezTo>
                <a:cubicBezTo>
                  <a:pt x="6851289" y="44743"/>
                  <a:pt x="6850972" y="44654"/>
                  <a:pt x="6850701" y="44471"/>
                </a:cubicBezTo>
                <a:cubicBezTo>
                  <a:pt x="6850426" y="44288"/>
                  <a:pt x="6850178" y="44017"/>
                  <a:pt x="6849949" y="43654"/>
                </a:cubicBezTo>
                <a:cubicBezTo>
                  <a:pt x="6849769" y="43291"/>
                  <a:pt x="6849632" y="42837"/>
                  <a:pt x="6849540" y="42291"/>
                </a:cubicBezTo>
                <a:cubicBezTo>
                  <a:pt x="6849452" y="41702"/>
                  <a:pt x="6849406" y="41065"/>
                  <a:pt x="6849406" y="40385"/>
                </a:cubicBezTo>
                <a:cubicBezTo>
                  <a:pt x="6849406" y="39251"/>
                  <a:pt x="6849475" y="38365"/>
                  <a:pt x="6849609" y="37728"/>
                </a:cubicBezTo>
                <a:cubicBezTo>
                  <a:pt x="6849792" y="37047"/>
                  <a:pt x="6850178" y="36413"/>
                  <a:pt x="6850766" y="35822"/>
                </a:cubicBezTo>
                <a:cubicBezTo>
                  <a:pt x="6851403" y="35233"/>
                  <a:pt x="6852469" y="34550"/>
                  <a:pt x="6853969" y="33779"/>
                </a:cubicBezTo>
                <a:cubicBezTo>
                  <a:pt x="6855467" y="32961"/>
                  <a:pt x="6857193" y="32235"/>
                  <a:pt x="6859144" y="31598"/>
                </a:cubicBezTo>
                <a:cubicBezTo>
                  <a:pt x="6861096" y="30918"/>
                  <a:pt x="6863231" y="30372"/>
                  <a:pt x="6865545" y="29964"/>
                </a:cubicBezTo>
                <a:cubicBezTo>
                  <a:pt x="6867863" y="29512"/>
                  <a:pt x="6870200" y="29284"/>
                  <a:pt x="6872560" y="29284"/>
                </a:cubicBezTo>
                <a:cubicBezTo>
                  <a:pt x="6876964" y="29284"/>
                  <a:pt x="6880710" y="29784"/>
                  <a:pt x="6883799" y="30781"/>
                </a:cubicBezTo>
                <a:cubicBezTo>
                  <a:pt x="6886885" y="31781"/>
                  <a:pt x="6889382" y="33256"/>
                  <a:pt x="6891288" y="35210"/>
                </a:cubicBezTo>
                <a:cubicBezTo>
                  <a:pt x="6893197" y="37116"/>
                  <a:pt x="6894580" y="39499"/>
                  <a:pt x="6895443" y="42360"/>
                </a:cubicBezTo>
                <a:cubicBezTo>
                  <a:pt x="6896306" y="45220"/>
                  <a:pt x="6896738" y="48557"/>
                  <a:pt x="6896738" y="52372"/>
                </a:cubicBezTo>
                <a:lnTo>
                  <a:pt x="6896738" y="93712"/>
                </a:lnTo>
                <a:close/>
                <a:moveTo>
                  <a:pt x="6885568" y="65720"/>
                </a:moveTo>
                <a:lnTo>
                  <a:pt x="6875967" y="65720"/>
                </a:lnTo>
                <a:cubicBezTo>
                  <a:pt x="6872878" y="65720"/>
                  <a:pt x="6870200" y="65991"/>
                  <a:pt x="6867928" y="66537"/>
                </a:cubicBezTo>
                <a:cubicBezTo>
                  <a:pt x="6865660" y="67037"/>
                  <a:pt x="6863776" y="67808"/>
                  <a:pt x="6862276" y="68851"/>
                </a:cubicBezTo>
                <a:cubicBezTo>
                  <a:pt x="6860779" y="69852"/>
                  <a:pt x="6859667" y="71077"/>
                  <a:pt x="6858939" y="72529"/>
                </a:cubicBezTo>
                <a:cubicBezTo>
                  <a:pt x="6858259" y="73938"/>
                  <a:pt x="6857919" y="75572"/>
                  <a:pt x="6857919" y="77433"/>
                </a:cubicBezTo>
                <a:cubicBezTo>
                  <a:pt x="6857919" y="80613"/>
                  <a:pt x="6858919" y="83153"/>
                  <a:pt x="6860916" y="85062"/>
                </a:cubicBezTo>
                <a:cubicBezTo>
                  <a:pt x="6862959" y="86922"/>
                  <a:pt x="6865797" y="87854"/>
                  <a:pt x="6869429" y="87854"/>
                </a:cubicBezTo>
                <a:cubicBezTo>
                  <a:pt x="6872380" y="87854"/>
                  <a:pt x="6875104" y="87105"/>
                  <a:pt x="6877601" y="85605"/>
                </a:cubicBezTo>
                <a:cubicBezTo>
                  <a:pt x="6880144" y="84108"/>
                  <a:pt x="6882799" y="81816"/>
                  <a:pt x="6885568" y="78727"/>
                </a:cubicBezTo>
                <a:lnTo>
                  <a:pt x="6885568" y="65720"/>
                </a:lnTo>
                <a:close/>
                <a:moveTo>
                  <a:pt x="6928610" y="93643"/>
                </a:moveTo>
                <a:cubicBezTo>
                  <a:pt x="6928610" y="94006"/>
                  <a:pt x="6928519" y="94323"/>
                  <a:pt x="6928339" y="94595"/>
                </a:cubicBezTo>
                <a:cubicBezTo>
                  <a:pt x="6928156" y="94823"/>
                  <a:pt x="6927862" y="95026"/>
                  <a:pt x="6927453" y="95209"/>
                </a:cubicBezTo>
                <a:cubicBezTo>
                  <a:pt x="6927044" y="95392"/>
                  <a:pt x="6926476" y="95526"/>
                  <a:pt x="6925750" y="95618"/>
                </a:cubicBezTo>
                <a:cubicBezTo>
                  <a:pt x="6925024" y="95709"/>
                  <a:pt x="6924093" y="95755"/>
                  <a:pt x="6922958" y="95755"/>
                </a:cubicBezTo>
                <a:cubicBezTo>
                  <a:pt x="6921869" y="95755"/>
                  <a:pt x="6920961" y="95709"/>
                  <a:pt x="6920235" y="95618"/>
                </a:cubicBezTo>
                <a:cubicBezTo>
                  <a:pt x="6919509" y="95526"/>
                  <a:pt x="6918918" y="95392"/>
                  <a:pt x="6918463" y="95209"/>
                </a:cubicBezTo>
                <a:cubicBezTo>
                  <a:pt x="6918055" y="95026"/>
                  <a:pt x="6917760" y="94823"/>
                  <a:pt x="6917577" y="94595"/>
                </a:cubicBezTo>
                <a:cubicBezTo>
                  <a:pt x="6917443" y="94323"/>
                  <a:pt x="6917375" y="94006"/>
                  <a:pt x="6917375" y="93643"/>
                </a:cubicBezTo>
                <a:lnTo>
                  <a:pt x="6917375" y="32350"/>
                </a:lnTo>
                <a:cubicBezTo>
                  <a:pt x="6917375" y="32030"/>
                  <a:pt x="6917443" y="31735"/>
                  <a:pt x="6917577" y="31464"/>
                </a:cubicBezTo>
                <a:cubicBezTo>
                  <a:pt x="6917760" y="31190"/>
                  <a:pt x="6918055" y="30964"/>
                  <a:pt x="6918463" y="30781"/>
                </a:cubicBezTo>
                <a:cubicBezTo>
                  <a:pt x="6918918" y="30601"/>
                  <a:pt x="6919506" y="30464"/>
                  <a:pt x="6920235" y="30372"/>
                </a:cubicBezTo>
                <a:cubicBezTo>
                  <a:pt x="6920961" y="30284"/>
                  <a:pt x="6921869" y="30238"/>
                  <a:pt x="6922958" y="30238"/>
                </a:cubicBezTo>
                <a:cubicBezTo>
                  <a:pt x="6924093" y="30238"/>
                  <a:pt x="6925024" y="30284"/>
                  <a:pt x="6925750" y="30372"/>
                </a:cubicBezTo>
                <a:cubicBezTo>
                  <a:pt x="6926476" y="30464"/>
                  <a:pt x="6927044" y="30601"/>
                  <a:pt x="6927453" y="30781"/>
                </a:cubicBezTo>
                <a:cubicBezTo>
                  <a:pt x="6927862" y="30964"/>
                  <a:pt x="6928156" y="31190"/>
                  <a:pt x="6928339" y="31464"/>
                </a:cubicBezTo>
                <a:cubicBezTo>
                  <a:pt x="6928519" y="31735"/>
                  <a:pt x="6928610" y="32030"/>
                  <a:pt x="6928610" y="32350"/>
                </a:cubicBezTo>
                <a:lnTo>
                  <a:pt x="6928610" y="93643"/>
                </a:lnTo>
                <a:close/>
                <a:moveTo>
                  <a:pt x="6929905" y="11644"/>
                </a:moveTo>
                <a:cubicBezTo>
                  <a:pt x="6929905" y="14279"/>
                  <a:pt x="6929405" y="16071"/>
                  <a:pt x="6928407" y="17025"/>
                </a:cubicBezTo>
                <a:cubicBezTo>
                  <a:pt x="6927407" y="17979"/>
                  <a:pt x="6925570" y="18457"/>
                  <a:pt x="6922890" y="18457"/>
                </a:cubicBezTo>
                <a:cubicBezTo>
                  <a:pt x="6920258" y="18457"/>
                  <a:pt x="6918440" y="18002"/>
                  <a:pt x="6917443" y="17094"/>
                </a:cubicBezTo>
                <a:cubicBezTo>
                  <a:pt x="6916489" y="16139"/>
                  <a:pt x="6916012" y="14370"/>
                  <a:pt x="6916012" y="11781"/>
                </a:cubicBezTo>
                <a:cubicBezTo>
                  <a:pt x="6916012" y="9147"/>
                  <a:pt x="6916512" y="7355"/>
                  <a:pt x="6917509" y="6401"/>
                </a:cubicBezTo>
                <a:cubicBezTo>
                  <a:pt x="6918509" y="5446"/>
                  <a:pt x="6920346" y="4969"/>
                  <a:pt x="6923027" y="4969"/>
                </a:cubicBezTo>
                <a:cubicBezTo>
                  <a:pt x="6925658" y="4969"/>
                  <a:pt x="6927453" y="5446"/>
                  <a:pt x="6928407" y="6401"/>
                </a:cubicBezTo>
                <a:cubicBezTo>
                  <a:pt x="6929405" y="7309"/>
                  <a:pt x="6929905" y="9055"/>
                  <a:pt x="6929905" y="11644"/>
                </a:cubicBezTo>
                <a:close/>
                <a:moveTo>
                  <a:pt x="6985206" y="36367"/>
                </a:moveTo>
                <a:cubicBezTo>
                  <a:pt x="6985206" y="37365"/>
                  <a:pt x="6985183" y="38205"/>
                  <a:pt x="6985137" y="38888"/>
                </a:cubicBezTo>
                <a:cubicBezTo>
                  <a:pt x="6985092" y="39568"/>
                  <a:pt x="6985000" y="40114"/>
                  <a:pt x="6984866" y="40522"/>
                </a:cubicBezTo>
                <a:cubicBezTo>
                  <a:pt x="6984729" y="40885"/>
                  <a:pt x="6984549" y="41179"/>
                  <a:pt x="6984320" y="41405"/>
                </a:cubicBezTo>
                <a:cubicBezTo>
                  <a:pt x="6984140" y="41588"/>
                  <a:pt x="6983866" y="41679"/>
                  <a:pt x="6983503" y="41679"/>
                </a:cubicBezTo>
                <a:cubicBezTo>
                  <a:pt x="6983140" y="41679"/>
                  <a:pt x="6982686" y="41588"/>
                  <a:pt x="6982140" y="41405"/>
                </a:cubicBezTo>
                <a:cubicBezTo>
                  <a:pt x="6981643" y="41179"/>
                  <a:pt x="6981051" y="40974"/>
                  <a:pt x="6980371" y="40794"/>
                </a:cubicBezTo>
                <a:cubicBezTo>
                  <a:pt x="6979734" y="40565"/>
                  <a:pt x="6979008" y="40362"/>
                  <a:pt x="6978191" y="40179"/>
                </a:cubicBezTo>
                <a:cubicBezTo>
                  <a:pt x="6977373" y="39999"/>
                  <a:pt x="6976488" y="39908"/>
                  <a:pt x="6975536" y="39908"/>
                </a:cubicBezTo>
                <a:cubicBezTo>
                  <a:pt x="6974399" y="39908"/>
                  <a:pt x="6973287" y="40136"/>
                  <a:pt x="6972199" y="40588"/>
                </a:cubicBezTo>
                <a:cubicBezTo>
                  <a:pt x="6971107" y="41042"/>
                  <a:pt x="6969950" y="41794"/>
                  <a:pt x="6968724" y="42837"/>
                </a:cubicBezTo>
                <a:cubicBezTo>
                  <a:pt x="6967544" y="43880"/>
                  <a:pt x="6966295" y="45266"/>
                  <a:pt x="6964978" y="46992"/>
                </a:cubicBezTo>
                <a:cubicBezTo>
                  <a:pt x="6963660" y="48718"/>
                  <a:pt x="6962209" y="50826"/>
                  <a:pt x="6960620" y="53324"/>
                </a:cubicBezTo>
                <a:lnTo>
                  <a:pt x="6960620" y="93643"/>
                </a:lnTo>
                <a:cubicBezTo>
                  <a:pt x="6960620" y="94006"/>
                  <a:pt x="6960529" y="94323"/>
                  <a:pt x="6960349" y="94595"/>
                </a:cubicBezTo>
                <a:cubicBezTo>
                  <a:pt x="6960166" y="94823"/>
                  <a:pt x="6959871" y="95026"/>
                  <a:pt x="6959463" y="95209"/>
                </a:cubicBezTo>
                <a:cubicBezTo>
                  <a:pt x="6959054" y="95392"/>
                  <a:pt x="6958485" y="95526"/>
                  <a:pt x="6957760" y="95618"/>
                </a:cubicBezTo>
                <a:cubicBezTo>
                  <a:pt x="6957034" y="95709"/>
                  <a:pt x="6956102" y="95755"/>
                  <a:pt x="6954968" y="95755"/>
                </a:cubicBezTo>
                <a:cubicBezTo>
                  <a:pt x="6953876" y="95755"/>
                  <a:pt x="6952970" y="95709"/>
                  <a:pt x="6952242" y="95618"/>
                </a:cubicBezTo>
                <a:cubicBezTo>
                  <a:pt x="6951516" y="95526"/>
                  <a:pt x="6950927" y="95392"/>
                  <a:pt x="6950473" y="95209"/>
                </a:cubicBezTo>
                <a:cubicBezTo>
                  <a:pt x="6950064" y="95026"/>
                  <a:pt x="6949767" y="94823"/>
                  <a:pt x="6949587" y="94595"/>
                </a:cubicBezTo>
                <a:cubicBezTo>
                  <a:pt x="6949450" y="94323"/>
                  <a:pt x="6949381" y="94006"/>
                  <a:pt x="6949381" y="93643"/>
                </a:cubicBezTo>
                <a:lnTo>
                  <a:pt x="6949381" y="32350"/>
                </a:lnTo>
                <a:cubicBezTo>
                  <a:pt x="6949381" y="31984"/>
                  <a:pt x="6949450" y="31690"/>
                  <a:pt x="6949587" y="31464"/>
                </a:cubicBezTo>
                <a:cubicBezTo>
                  <a:pt x="6949724" y="31190"/>
                  <a:pt x="6949996" y="30964"/>
                  <a:pt x="6950404" y="30781"/>
                </a:cubicBezTo>
                <a:cubicBezTo>
                  <a:pt x="6950813" y="30555"/>
                  <a:pt x="6951336" y="30418"/>
                  <a:pt x="6951970" y="30372"/>
                </a:cubicBezTo>
                <a:cubicBezTo>
                  <a:pt x="6952608" y="30284"/>
                  <a:pt x="6953448" y="30238"/>
                  <a:pt x="6954491" y="30238"/>
                </a:cubicBezTo>
                <a:cubicBezTo>
                  <a:pt x="6955488" y="30238"/>
                  <a:pt x="6956305" y="30284"/>
                  <a:pt x="6956942" y="30372"/>
                </a:cubicBezTo>
                <a:cubicBezTo>
                  <a:pt x="6957622" y="30418"/>
                  <a:pt x="6958145" y="30555"/>
                  <a:pt x="6958508" y="30781"/>
                </a:cubicBezTo>
                <a:cubicBezTo>
                  <a:pt x="6958871" y="30964"/>
                  <a:pt x="6959123" y="31190"/>
                  <a:pt x="6959257" y="31464"/>
                </a:cubicBezTo>
                <a:cubicBezTo>
                  <a:pt x="6959440" y="31690"/>
                  <a:pt x="6959531" y="31984"/>
                  <a:pt x="6959531" y="32350"/>
                </a:cubicBezTo>
                <a:lnTo>
                  <a:pt x="6959531" y="41271"/>
                </a:lnTo>
                <a:cubicBezTo>
                  <a:pt x="6961209" y="38819"/>
                  <a:pt x="6962777" y="36822"/>
                  <a:pt x="6964229" y="35276"/>
                </a:cubicBezTo>
                <a:cubicBezTo>
                  <a:pt x="6965729" y="33733"/>
                  <a:pt x="6967135" y="32530"/>
                  <a:pt x="6968452" y="31667"/>
                </a:cubicBezTo>
                <a:cubicBezTo>
                  <a:pt x="6969770" y="30758"/>
                  <a:pt x="6971064" y="30147"/>
                  <a:pt x="6972333" y="29829"/>
                </a:cubicBezTo>
                <a:cubicBezTo>
                  <a:pt x="6973650" y="29467"/>
                  <a:pt x="6974967" y="29284"/>
                  <a:pt x="6976285" y="29284"/>
                </a:cubicBezTo>
                <a:cubicBezTo>
                  <a:pt x="6976873" y="29284"/>
                  <a:pt x="6977534" y="29329"/>
                  <a:pt x="6978259" y="29421"/>
                </a:cubicBezTo>
                <a:cubicBezTo>
                  <a:pt x="6979031" y="29467"/>
                  <a:pt x="6979825" y="29578"/>
                  <a:pt x="6980642" y="29761"/>
                </a:cubicBezTo>
                <a:cubicBezTo>
                  <a:pt x="6981460" y="29941"/>
                  <a:pt x="6982186" y="30147"/>
                  <a:pt x="6982823" y="30372"/>
                </a:cubicBezTo>
                <a:cubicBezTo>
                  <a:pt x="6983503" y="30601"/>
                  <a:pt x="6983980" y="30827"/>
                  <a:pt x="6984251" y="31055"/>
                </a:cubicBezTo>
                <a:cubicBezTo>
                  <a:pt x="6984526" y="31281"/>
                  <a:pt x="6984706" y="31510"/>
                  <a:pt x="6984797" y="31735"/>
                </a:cubicBezTo>
                <a:cubicBezTo>
                  <a:pt x="6984889" y="31918"/>
                  <a:pt x="6984957" y="32167"/>
                  <a:pt x="6985000" y="32484"/>
                </a:cubicBezTo>
                <a:cubicBezTo>
                  <a:pt x="6985092" y="32801"/>
                  <a:pt x="6985137" y="33278"/>
                  <a:pt x="6985137" y="33916"/>
                </a:cubicBezTo>
                <a:cubicBezTo>
                  <a:pt x="6985183" y="34504"/>
                  <a:pt x="6985206" y="35322"/>
                  <a:pt x="6985206" y="36367"/>
                </a:cubicBezTo>
                <a:close/>
                <a:moveTo>
                  <a:pt x="6998485" y="87922"/>
                </a:moveTo>
                <a:cubicBezTo>
                  <a:pt x="6998485" y="91146"/>
                  <a:pt x="6997942" y="93303"/>
                  <a:pt x="6996850" y="94392"/>
                </a:cubicBezTo>
                <a:cubicBezTo>
                  <a:pt x="6995807" y="95435"/>
                  <a:pt x="6993878" y="95958"/>
                  <a:pt x="6991064" y="95958"/>
                </a:cubicBezTo>
                <a:cubicBezTo>
                  <a:pt x="6988338" y="95958"/>
                  <a:pt x="6986455" y="95435"/>
                  <a:pt x="6985409" y="94392"/>
                </a:cubicBezTo>
                <a:cubicBezTo>
                  <a:pt x="6984366" y="93349"/>
                  <a:pt x="6983843" y="91260"/>
                  <a:pt x="6983843" y="88125"/>
                </a:cubicBezTo>
                <a:cubicBezTo>
                  <a:pt x="6983843" y="84902"/>
                  <a:pt x="6984366" y="82767"/>
                  <a:pt x="6985409" y="81725"/>
                </a:cubicBezTo>
                <a:cubicBezTo>
                  <a:pt x="6986500" y="80636"/>
                  <a:pt x="6988452" y="80090"/>
                  <a:pt x="6991267" y="80090"/>
                </a:cubicBezTo>
                <a:cubicBezTo>
                  <a:pt x="6993990" y="80090"/>
                  <a:pt x="6995876" y="80613"/>
                  <a:pt x="6996919" y="81656"/>
                </a:cubicBezTo>
                <a:cubicBezTo>
                  <a:pt x="6997965" y="82702"/>
                  <a:pt x="6998485" y="84788"/>
                  <a:pt x="6998485" y="87922"/>
                </a:cubicBezTo>
                <a:close/>
                <a:moveTo>
                  <a:pt x="7080143" y="61088"/>
                </a:moveTo>
                <a:lnTo>
                  <a:pt x="7080143" y="93575"/>
                </a:lnTo>
                <a:cubicBezTo>
                  <a:pt x="7080143" y="93937"/>
                  <a:pt x="7080052" y="94255"/>
                  <a:pt x="7079872" y="94529"/>
                </a:cubicBezTo>
                <a:cubicBezTo>
                  <a:pt x="7079689" y="94800"/>
                  <a:pt x="7079372" y="95026"/>
                  <a:pt x="7078918" y="95209"/>
                </a:cubicBezTo>
                <a:cubicBezTo>
                  <a:pt x="7078463" y="95346"/>
                  <a:pt x="7077852" y="95458"/>
                  <a:pt x="7077077" y="95549"/>
                </a:cubicBezTo>
                <a:cubicBezTo>
                  <a:pt x="7076306" y="95686"/>
                  <a:pt x="7075377" y="95755"/>
                  <a:pt x="7074286" y="95755"/>
                </a:cubicBezTo>
                <a:cubicBezTo>
                  <a:pt x="7073151" y="95755"/>
                  <a:pt x="7072197" y="95686"/>
                  <a:pt x="7071425" y="95549"/>
                </a:cubicBezTo>
                <a:cubicBezTo>
                  <a:pt x="7070699" y="95458"/>
                  <a:pt x="7070088" y="95346"/>
                  <a:pt x="7069588" y="95209"/>
                </a:cubicBezTo>
                <a:cubicBezTo>
                  <a:pt x="7069134" y="95026"/>
                  <a:pt x="7068816" y="94800"/>
                  <a:pt x="7068633" y="94529"/>
                </a:cubicBezTo>
                <a:cubicBezTo>
                  <a:pt x="7068453" y="94255"/>
                  <a:pt x="7068362" y="93937"/>
                  <a:pt x="7068362" y="93575"/>
                </a:cubicBezTo>
                <a:lnTo>
                  <a:pt x="7068362" y="61088"/>
                </a:lnTo>
                <a:lnTo>
                  <a:pt x="7043436" y="11373"/>
                </a:lnTo>
                <a:cubicBezTo>
                  <a:pt x="7042936" y="10327"/>
                  <a:pt x="7042619" y="9510"/>
                  <a:pt x="7042482" y="8921"/>
                </a:cubicBezTo>
                <a:cubicBezTo>
                  <a:pt x="7042390" y="8330"/>
                  <a:pt x="7042504" y="7875"/>
                  <a:pt x="7042822" y="7558"/>
                </a:cubicBezTo>
                <a:cubicBezTo>
                  <a:pt x="7043185" y="7241"/>
                  <a:pt x="7043799" y="7035"/>
                  <a:pt x="7044662" y="6947"/>
                </a:cubicBezTo>
                <a:cubicBezTo>
                  <a:pt x="7045568" y="6855"/>
                  <a:pt x="7046774" y="6809"/>
                  <a:pt x="7048271" y="6809"/>
                </a:cubicBezTo>
                <a:cubicBezTo>
                  <a:pt x="7049634" y="6809"/>
                  <a:pt x="7050723" y="6855"/>
                  <a:pt x="7051540" y="6947"/>
                </a:cubicBezTo>
                <a:cubicBezTo>
                  <a:pt x="7052403" y="7035"/>
                  <a:pt x="7053083" y="7172"/>
                  <a:pt x="7053583" y="7355"/>
                </a:cubicBezTo>
                <a:cubicBezTo>
                  <a:pt x="7054083" y="7490"/>
                  <a:pt x="7054446" y="7718"/>
                  <a:pt x="7054672" y="8035"/>
                </a:cubicBezTo>
                <a:cubicBezTo>
                  <a:pt x="7054946" y="8307"/>
                  <a:pt x="7055195" y="8670"/>
                  <a:pt x="7055420" y="9124"/>
                </a:cubicBezTo>
                <a:lnTo>
                  <a:pt x="7067613" y="34459"/>
                </a:lnTo>
                <a:cubicBezTo>
                  <a:pt x="7068748" y="36867"/>
                  <a:pt x="7069882" y="39385"/>
                  <a:pt x="7071017" y="42020"/>
                </a:cubicBezTo>
                <a:cubicBezTo>
                  <a:pt x="7072151" y="44654"/>
                  <a:pt x="7073311" y="47309"/>
                  <a:pt x="7074491" y="49986"/>
                </a:cubicBezTo>
                <a:lnTo>
                  <a:pt x="7074626" y="49986"/>
                </a:lnTo>
                <a:cubicBezTo>
                  <a:pt x="7075671" y="47400"/>
                  <a:pt x="7076737" y="44834"/>
                  <a:pt x="7077829" y="42291"/>
                </a:cubicBezTo>
                <a:cubicBezTo>
                  <a:pt x="7078963" y="39705"/>
                  <a:pt x="7080098" y="37162"/>
                  <a:pt x="7081232" y="34664"/>
                </a:cubicBezTo>
                <a:lnTo>
                  <a:pt x="7093491" y="9193"/>
                </a:lnTo>
                <a:cubicBezTo>
                  <a:pt x="7093628" y="8738"/>
                  <a:pt x="7093811" y="8352"/>
                  <a:pt x="7094037" y="8035"/>
                </a:cubicBezTo>
                <a:cubicBezTo>
                  <a:pt x="7094308" y="7718"/>
                  <a:pt x="7094648" y="7490"/>
                  <a:pt x="7095060" y="7355"/>
                </a:cubicBezTo>
                <a:cubicBezTo>
                  <a:pt x="7095511" y="7172"/>
                  <a:pt x="7096125" y="7035"/>
                  <a:pt x="7096897" y="6947"/>
                </a:cubicBezTo>
                <a:cubicBezTo>
                  <a:pt x="7097669" y="6855"/>
                  <a:pt x="7098646" y="6809"/>
                  <a:pt x="7099826" y="6809"/>
                </a:cubicBezTo>
                <a:cubicBezTo>
                  <a:pt x="7101460" y="6809"/>
                  <a:pt x="7102732" y="6878"/>
                  <a:pt x="7103641" y="7012"/>
                </a:cubicBezTo>
                <a:cubicBezTo>
                  <a:pt x="7104592" y="7104"/>
                  <a:pt x="7105252" y="7309"/>
                  <a:pt x="7105615" y="7627"/>
                </a:cubicBezTo>
                <a:cubicBezTo>
                  <a:pt x="7105978" y="7944"/>
                  <a:pt x="7106092" y="8398"/>
                  <a:pt x="7105955" y="8990"/>
                </a:cubicBezTo>
                <a:cubicBezTo>
                  <a:pt x="7105864" y="9578"/>
                  <a:pt x="7105570" y="10373"/>
                  <a:pt x="7105069" y="11373"/>
                </a:cubicBezTo>
                <a:lnTo>
                  <a:pt x="7080143" y="61088"/>
                </a:lnTo>
                <a:close/>
                <a:moveTo>
                  <a:pt x="7165274" y="62314"/>
                </a:moveTo>
                <a:cubicBezTo>
                  <a:pt x="7165274" y="67308"/>
                  <a:pt x="7164617" y="71918"/>
                  <a:pt x="7163300" y="76141"/>
                </a:cubicBezTo>
                <a:cubicBezTo>
                  <a:pt x="7161982" y="80316"/>
                  <a:pt x="7160008" y="83928"/>
                  <a:pt x="7157373" y="86968"/>
                </a:cubicBezTo>
                <a:cubicBezTo>
                  <a:pt x="7154787" y="90011"/>
                  <a:pt x="7151518" y="92394"/>
                  <a:pt x="7147566" y="94120"/>
                </a:cubicBezTo>
                <a:cubicBezTo>
                  <a:pt x="7143663" y="95801"/>
                  <a:pt x="7139122" y="96638"/>
                  <a:pt x="7133947" y="96638"/>
                </a:cubicBezTo>
                <a:cubicBezTo>
                  <a:pt x="7128907" y="96638"/>
                  <a:pt x="7124503" y="95889"/>
                  <a:pt x="7120734" y="94392"/>
                </a:cubicBezTo>
                <a:cubicBezTo>
                  <a:pt x="7117011" y="92894"/>
                  <a:pt x="7113902" y="90714"/>
                  <a:pt x="7111405" y="87854"/>
                </a:cubicBezTo>
                <a:cubicBezTo>
                  <a:pt x="7108907" y="84993"/>
                  <a:pt x="7107044" y="81519"/>
                  <a:pt x="7105818" y="77433"/>
                </a:cubicBezTo>
                <a:cubicBezTo>
                  <a:pt x="7104592" y="73346"/>
                  <a:pt x="7103981" y="68717"/>
                  <a:pt x="7103981" y="63539"/>
                </a:cubicBezTo>
                <a:cubicBezTo>
                  <a:pt x="7103981" y="58547"/>
                  <a:pt x="7104615" y="53961"/>
                  <a:pt x="7105887" y="49783"/>
                </a:cubicBezTo>
                <a:cubicBezTo>
                  <a:pt x="7107204" y="45560"/>
                  <a:pt x="7109156" y="41928"/>
                  <a:pt x="7111745" y="38888"/>
                </a:cubicBezTo>
                <a:cubicBezTo>
                  <a:pt x="7114376" y="35844"/>
                  <a:pt x="7117645" y="33484"/>
                  <a:pt x="7121552" y="31804"/>
                </a:cubicBezTo>
                <a:cubicBezTo>
                  <a:pt x="7125455" y="30124"/>
                  <a:pt x="7130018" y="29284"/>
                  <a:pt x="7135239" y="29284"/>
                </a:cubicBezTo>
                <a:cubicBezTo>
                  <a:pt x="7140280" y="29284"/>
                  <a:pt x="7144660" y="30032"/>
                  <a:pt x="7148383" y="31533"/>
                </a:cubicBezTo>
                <a:cubicBezTo>
                  <a:pt x="7152152" y="33030"/>
                  <a:pt x="7155284" y="35210"/>
                  <a:pt x="7157782" y="38070"/>
                </a:cubicBezTo>
                <a:cubicBezTo>
                  <a:pt x="7160279" y="40931"/>
                  <a:pt x="7162142" y="44403"/>
                  <a:pt x="7163368" y="48489"/>
                </a:cubicBezTo>
                <a:cubicBezTo>
                  <a:pt x="7164637" y="52575"/>
                  <a:pt x="7165274" y="57184"/>
                  <a:pt x="7165274" y="62314"/>
                </a:cubicBezTo>
                <a:close/>
                <a:moveTo>
                  <a:pt x="7153424" y="63065"/>
                </a:moveTo>
                <a:cubicBezTo>
                  <a:pt x="7153424" y="59750"/>
                  <a:pt x="7153107" y="56616"/>
                  <a:pt x="7152470" y="53664"/>
                </a:cubicBezTo>
                <a:cubicBezTo>
                  <a:pt x="7151881" y="50715"/>
                  <a:pt x="7150881" y="48126"/>
                  <a:pt x="7149472" y="45900"/>
                </a:cubicBezTo>
                <a:cubicBezTo>
                  <a:pt x="7148066" y="43677"/>
                  <a:pt x="7146160" y="41928"/>
                  <a:pt x="7143754" y="40657"/>
                </a:cubicBezTo>
                <a:cubicBezTo>
                  <a:pt x="7141345" y="39339"/>
                  <a:pt x="7138351" y="38682"/>
                  <a:pt x="7134762" y="38682"/>
                </a:cubicBezTo>
                <a:cubicBezTo>
                  <a:pt x="7131450" y="38682"/>
                  <a:pt x="7128590" y="39273"/>
                  <a:pt x="7126181" y="40454"/>
                </a:cubicBezTo>
                <a:cubicBezTo>
                  <a:pt x="7123820" y="41634"/>
                  <a:pt x="7121869" y="43314"/>
                  <a:pt x="7120326" y="45491"/>
                </a:cubicBezTo>
                <a:cubicBezTo>
                  <a:pt x="7118783" y="47626"/>
                  <a:pt x="7117622" y="50169"/>
                  <a:pt x="7116851" y="53121"/>
                </a:cubicBezTo>
                <a:cubicBezTo>
                  <a:pt x="7116125" y="56073"/>
                  <a:pt x="7115762" y="59296"/>
                  <a:pt x="7115762" y="62791"/>
                </a:cubicBezTo>
                <a:cubicBezTo>
                  <a:pt x="7115762" y="66151"/>
                  <a:pt x="7116057" y="69306"/>
                  <a:pt x="7116648" y="72258"/>
                </a:cubicBezTo>
                <a:cubicBezTo>
                  <a:pt x="7117282" y="75209"/>
                  <a:pt x="7118305" y="77798"/>
                  <a:pt x="7119711" y="80021"/>
                </a:cubicBezTo>
                <a:cubicBezTo>
                  <a:pt x="7121166" y="82202"/>
                  <a:pt x="7123095" y="83948"/>
                  <a:pt x="7125501" y="85265"/>
                </a:cubicBezTo>
                <a:cubicBezTo>
                  <a:pt x="7127907" y="86537"/>
                  <a:pt x="7130904" y="87174"/>
                  <a:pt x="7134490" y="87174"/>
                </a:cubicBezTo>
                <a:cubicBezTo>
                  <a:pt x="7137759" y="87174"/>
                  <a:pt x="7140597" y="86582"/>
                  <a:pt x="7143003" y="85402"/>
                </a:cubicBezTo>
                <a:cubicBezTo>
                  <a:pt x="7145412" y="84222"/>
                  <a:pt x="7147386" y="82565"/>
                  <a:pt x="7148929" y="80430"/>
                </a:cubicBezTo>
                <a:cubicBezTo>
                  <a:pt x="7150472" y="78296"/>
                  <a:pt x="7151607" y="75755"/>
                  <a:pt x="7152335" y="72803"/>
                </a:cubicBezTo>
                <a:cubicBezTo>
                  <a:pt x="7153061" y="69852"/>
                  <a:pt x="7153424" y="66605"/>
                  <a:pt x="7153424" y="63065"/>
                </a:cubicBezTo>
                <a:close/>
                <a:moveTo>
                  <a:pt x="7234331" y="93643"/>
                </a:moveTo>
                <a:cubicBezTo>
                  <a:pt x="7234331" y="94006"/>
                  <a:pt x="7234240" y="94323"/>
                  <a:pt x="7234060" y="94595"/>
                </a:cubicBezTo>
                <a:cubicBezTo>
                  <a:pt x="7233923" y="94823"/>
                  <a:pt x="7233651" y="95026"/>
                  <a:pt x="7233243" y="95209"/>
                </a:cubicBezTo>
                <a:cubicBezTo>
                  <a:pt x="7232834" y="95392"/>
                  <a:pt x="7232288" y="95526"/>
                  <a:pt x="7231608" y="95618"/>
                </a:cubicBezTo>
                <a:cubicBezTo>
                  <a:pt x="7230971" y="95709"/>
                  <a:pt x="7230177" y="95755"/>
                  <a:pt x="7229225" y="95755"/>
                </a:cubicBezTo>
                <a:cubicBezTo>
                  <a:pt x="7228179" y="95755"/>
                  <a:pt x="7227316" y="95709"/>
                  <a:pt x="7226636" y="95618"/>
                </a:cubicBezTo>
                <a:cubicBezTo>
                  <a:pt x="7226002" y="95526"/>
                  <a:pt x="7225479" y="95392"/>
                  <a:pt x="7225070" y="95209"/>
                </a:cubicBezTo>
                <a:cubicBezTo>
                  <a:pt x="7224707" y="95026"/>
                  <a:pt x="7224456" y="94823"/>
                  <a:pt x="7224321" y="94595"/>
                </a:cubicBezTo>
                <a:cubicBezTo>
                  <a:pt x="7224184" y="94323"/>
                  <a:pt x="7224116" y="94006"/>
                  <a:pt x="7224116" y="93643"/>
                </a:cubicBezTo>
                <a:lnTo>
                  <a:pt x="7224116" y="85539"/>
                </a:lnTo>
                <a:cubicBezTo>
                  <a:pt x="7220621" y="89397"/>
                  <a:pt x="7217169" y="92212"/>
                  <a:pt x="7213763" y="93983"/>
                </a:cubicBezTo>
                <a:cubicBezTo>
                  <a:pt x="7210360" y="95755"/>
                  <a:pt x="7206908" y="96638"/>
                  <a:pt x="7203413" y="96638"/>
                </a:cubicBezTo>
                <a:cubicBezTo>
                  <a:pt x="7199327" y="96638"/>
                  <a:pt x="7195875" y="95958"/>
                  <a:pt x="7193060" y="94595"/>
                </a:cubicBezTo>
                <a:cubicBezTo>
                  <a:pt x="7190292" y="93235"/>
                  <a:pt x="7188043" y="91394"/>
                  <a:pt x="7186320" y="89080"/>
                </a:cubicBezTo>
                <a:cubicBezTo>
                  <a:pt x="7184594" y="86719"/>
                  <a:pt x="7183345" y="83993"/>
                  <a:pt x="7182573" y="80907"/>
                </a:cubicBezTo>
                <a:cubicBezTo>
                  <a:pt x="7181848" y="77775"/>
                  <a:pt x="7181482" y="73984"/>
                  <a:pt x="7181482" y="69534"/>
                </a:cubicBezTo>
                <a:lnTo>
                  <a:pt x="7181482" y="32350"/>
                </a:lnTo>
                <a:cubicBezTo>
                  <a:pt x="7181482" y="31984"/>
                  <a:pt x="7181550" y="31690"/>
                  <a:pt x="7181688" y="31464"/>
                </a:cubicBezTo>
                <a:cubicBezTo>
                  <a:pt x="7181868" y="31190"/>
                  <a:pt x="7182188" y="30964"/>
                  <a:pt x="7182639" y="30781"/>
                </a:cubicBezTo>
                <a:cubicBezTo>
                  <a:pt x="7183093" y="30555"/>
                  <a:pt x="7183685" y="30418"/>
                  <a:pt x="7184411" y="30372"/>
                </a:cubicBezTo>
                <a:cubicBezTo>
                  <a:pt x="7185137" y="30284"/>
                  <a:pt x="7186045" y="30238"/>
                  <a:pt x="7187137" y="30238"/>
                </a:cubicBezTo>
                <a:cubicBezTo>
                  <a:pt x="7188226" y="30238"/>
                  <a:pt x="7189134" y="30284"/>
                  <a:pt x="7189860" y="30372"/>
                </a:cubicBezTo>
                <a:cubicBezTo>
                  <a:pt x="7190586" y="30418"/>
                  <a:pt x="7191154" y="30555"/>
                  <a:pt x="7191563" y="30781"/>
                </a:cubicBezTo>
                <a:cubicBezTo>
                  <a:pt x="7192017" y="30964"/>
                  <a:pt x="7192335" y="31190"/>
                  <a:pt x="7192515" y="31464"/>
                </a:cubicBezTo>
                <a:cubicBezTo>
                  <a:pt x="7192698" y="31690"/>
                  <a:pt x="7192789" y="31984"/>
                  <a:pt x="7192789" y="32350"/>
                </a:cubicBezTo>
                <a:lnTo>
                  <a:pt x="7192789" y="68034"/>
                </a:lnTo>
                <a:cubicBezTo>
                  <a:pt x="7192789" y="71623"/>
                  <a:pt x="7193038" y="74506"/>
                  <a:pt x="7193538" y="76684"/>
                </a:cubicBezTo>
                <a:cubicBezTo>
                  <a:pt x="7194083" y="78818"/>
                  <a:pt x="7194878" y="80659"/>
                  <a:pt x="7195921" y="82202"/>
                </a:cubicBezTo>
                <a:cubicBezTo>
                  <a:pt x="7197010" y="83699"/>
                  <a:pt x="7198373" y="84879"/>
                  <a:pt x="7200007" y="85742"/>
                </a:cubicBezTo>
                <a:cubicBezTo>
                  <a:pt x="7201642" y="86559"/>
                  <a:pt x="7203547" y="86968"/>
                  <a:pt x="7205728" y="86968"/>
                </a:cubicBezTo>
                <a:cubicBezTo>
                  <a:pt x="7208542" y="86968"/>
                  <a:pt x="7211334" y="85971"/>
                  <a:pt x="7214106" y="83970"/>
                </a:cubicBezTo>
                <a:cubicBezTo>
                  <a:pt x="7216921" y="81973"/>
                  <a:pt x="7219892" y="79044"/>
                  <a:pt x="7223027" y="75187"/>
                </a:cubicBezTo>
                <a:lnTo>
                  <a:pt x="7223027" y="32350"/>
                </a:lnTo>
                <a:cubicBezTo>
                  <a:pt x="7223027" y="31984"/>
                  <a:pt x="7223096" y="31690"/>
                  <a:pt x="7223230" y="31464"/>
                </a:cubicBezTo>
                <a:cubicBezTo>
                  <a:pt x="7223413" y="31190"/>
                  <a:pt x="7223730" y="30964"/>
                  <a:pt x="7224184" y="30781"/>
                </a:cubicBezTo>
                <a:cubicBezTo>
                  <a:pt x="7224639" y="30555"/>
                  <a:pt x="7225204" y="30418"/>
                  <a:pt x="7225887" y="30372"/>
                </a:cubicBezTo>
                <a:cubicBezTo>
                  <a:pt x="7226613" y="30284"/>
                  <a:pt x="7227545" y="30238"/>
                  <a:pt x="7228679" y="30238"/>
                </a:cubicBezTo>
                <a:cubicBezTo>
                  <a:pt x="7229768" y="30238"/>
                  <a:pt x="7230677" y="30284"/>
                  <a:pt x="7231402" y="30372"/>
                </a:cubicBezTo>
                <a:cubicBezTo>
                  <a:pt x="7232131" y="30418"/>
                  <a:pt x="7232697" y="30555"/>
                  <a:pt x="7233105" y="30781"/>
                </a:cubicBezTo>
                <a:cubicBezTo>
                  <a:pt x="7233514" y="30964"/>
                  <a:pt x="7233808" y="31190"/>
                  <a:pt x="7233991" y="31464"/>
                </a:cubicBezTo>
                <a:cubicBezTo>
                  <a:pt x="7234220" y="31690"/>
                  <a:pt x="7234331" y="31984"/>
                  <a:pt x="7234331" y="32350"/>
                </a:cubicBezTo>
                <a:lnTo>
                  <a:pt x="7234331" y="936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C3E85-41D2-429D-95D6-D8CDA5DC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30" y="3692044"/>
            <a:ext cx="6828430" cy="124970"/>
          </a:xfrm>
          <a:custGeom xmlns:a="http://schemas.openxmlformats.org/drawingml/2006/main">
            <a:pathLst>
              <a:path w="6828430" h="124970">
                <a:moveTo>
                  <a:pt x="92554" y="36979"/>
                </a:moveTo>
                <a:cubicBezTo>
                  <a:pt x="92554" y="37299"/>
                  <a:pt x="92508" y="37685"/>
                  <a:pt x="92418" y="38139"/>
                </a:cubicBezTo>
                <a:cubicBezTo>
                  <a:pt x="92327" y="38591"/>
                  <a:pt x="92168" y="39159"/>
                  <a:pt x="91941" y="39839"/>
                </a:cubicBezTo>
                <a:lnTo>
                  <a:pt x="73893" y="98069"/>
                </a:lnTo>
                <a:cubicBezTo>
                  <a:pt x="73757" y="98569"/>
                  <a:pt x="73530" y="98978"/>
                  <a:pt x="73212" y="99295"/>
                </a:cubicBezTo>
                <a:cubicBezTo>
                  <a:pt x="72940" y="99612"/>
                  <a:pt x="72531" y="99864"/>
                  <a:pt x="71986" y="100044"/>
                </a:cubicBezTo>
                <a:cubicBezTo>
                  <a:pt x="71487" y="100227"/>
                  <a:pt x="70783" y="100341"/>
                  <a:pt x="69875" y="100384"/>
                </a:cubicBezTo>
                <a:cubicBezTo>
                  <a:pt x="68967" y="100475"/>
                  <a:pt x="67832" y="100521"/>
                  <a:pt x="66470" y="100521"/>
                </a:cubicBezTo>
                <a:cubicBezTo>
                  <a:pt x="65062" y="100521"/>
                  <a:pt x="63882" y="100475"/>
                  <a:pt x="62928" y="100384"/>
                </a:cubicBezTo>
                <a:cubicBezTo>
                  <a:pt x="61975" y="100295"/>
                  <a:pt x="61203" y="100158"/>
                  <a:pt x="60613" y="99975"/>
                </a:cubicBezTo>
                <a:cubicBezTo>
                  <a:pt x="60068" y="99795"/>
                  <a:pt x="59659" y="99544"/>
                  <a:pt x="59387" y="99227"/>
                </a:cubicBezTo>
                <a:cubicBezTo>
                  <a:pt x="59115" y="98910"/>
                  <a:pt x="58910" y="98524"/>
                  <a:pt x="58774" y="98069"/>
                </a:cubicBezTo>
                <a:lnTo>
                  <a:pt x="45902" y="53598"/>
                </a:lnTo>
                <a:lnTo>
                  <a:pt x="45766" y="52984"/>
                </a:lnTo>
                <a:lnTo>
                  <a:pt x="45630" y="53598"/>
                </a:lnTo>
                <a:lnTo>
                  <a:pt x="33712" y="98069"/>
                </a:lnTo>
                <a:cubicBezTo>
                  <a:pt x="33575" y="98569"/>
                  <a:pt x="33348" y="98978"/>
                  <a:pt x="33031" y="99295"/>
                </a:cubicBezTo>
                <a:cubicBezTo>
                  <a:pt x="32758" y="99612"/>
                  <a:pt x="32327" y="99864"/>
                  <a:pt x="31737" y="100044"/>
                </a:cubicBezTo>
                <a:cubicBezTo>
                  <a:pt x="31146" y="100227"/>
                  <a:pt x="30375" y="100341"/>
                  <a:pt x="29421" y="100384"/>
                </a:cubicBezTo>
                <a:cubicBezTo>
                  <a:pt x="28513" y="100475"/>
                  <a:pt x="27378" y="100521"/>
                  <a:pt x="26016" y="100521"/>
                </a:cubicBezTo>
                <a:cubicBezTo>
                  <a:pt x="24608" y="100521"/>
                  <a:pt x="23451" y="100475"/>
                  <a:pt x="22543" y="100384"/>
                </a:cubicBezTo>
                <a:cubicBezTo>
                  <a:pt x="21680" y="100295"/>
                  <a:pt x="20953" y="100158"/>
                  <a:pt x="20363" y="99975"/>
                </a:cubicBezTo>
                <a:cubicBezTo>
                  <a:pt x="19818" y="99795"/>
                  <a:pt x="19410" y="99544"/>
                  <a:pt x="19137" y="99227"/>
                </a:cubicBezTo>
                <a:cubicBezTo>
                  <a:pt x="18865" y="98910"/>
                  <a:pt x="18661" y="98524"/>
                  <a:pt x="18524" y="98069"/>
                </a:cubicBezTo>
                <a:lnTo>
                  <a:pt x="613" y="39839"/>
                </a:lnTo>
                <a:cubicBezTo>
                  <a:pt x="386" y="39159"/>
                  <a:pt x="227" y="38591"/>
                  <a:pt x="136" y="38139"/>
                </a:cubicBezTo>
                <a:cubicBezTo>
                  <a:pt x="45" y="37685"/>
                  <a:pt x="0" y="37299"/>
                  <a:pt x="0" y="36979"/>
                </a:cubicBezTo>
                <a:cubicBezTo>
                  <a:pt x="0" y="36570"/>
                  <a:pt x="91" y="36253"/>
                  <a:pt x="272" y="36027"/>
                </a:cubicBezTo>
                <a:cubicBezTo>
                  <a:pt x="454" y="35753"/>
                  <a:pt x="749" y="35550"/>
                  <a:pt x="1158" y="35413"/>
                </a:cubicBezTo>
                <a:cubicBezTo>
                  <a:pt x="1612" y="35233"/>
                  <a:pt x="2202" y="35119"/>
                  <a:pt x="2928" y="35073"/>
                </a:cubicBezTo>
                <a:cubicBezTo>
                  <a:pt x="3655" y="35027"/>
                  <a:pt x="4540" y="35004"/>
                  <a:pt x="5584" y="35004"/>
                </a:cubicBezTo>
                <a:cubicBezTo>
                  <a:pt x="6856" y="35004"/>
                  <a:pt x="7877" y="35050"/>
                  <a:pt x="8649" y="35142"/>
                </a:cubicBezTo>
                <a:cubicBezTo>
                  <a:pt x="9421" y="35187"/>
                  <a:pt x="10011" y="35299"/>
                  <a:pt x="10420" y="35482"/>
                </a:cubicBezTo>
                <a:cubicBezTo>
                  <a:pt x="10828" y="35619"/>
                  <a:pt x="11124" y="35844"/>
                  <a:pt x="11305" y="36162"/>
                </a:cubicBezTo>
                <a:cubicBezTo>
                  <a:pt x="11487" y="36436"/>
                  <a:pt x="11646" y="36776"/>
                  <a:pt x="11782" y="37185"/>
                </a:cubicBezTo>
                <a:lnTo>
                  <a:pt x="26561" y="87717"/>
                </a:lnTo>
                <a:lnTo>
                  <a:pt x="26697" y="88331"/>
                </a:lnTo>
                <a:lnTo>
                  <a:pt x="26833" y="87717"/>
                </a:lnTo>
                <a:lnTo>
                  <a:pt x="40386" y="37185"/>
                </a:lnTo>
                <a:cubicBezTo>
                  <a:pt x="40477" y="36776"/>
                  <a:pt x="40613" y="36436"/>
                  <a:pt x="40795" y="36162"/>
                </a:cubicBezTo>
                <a:cubicBezTo>
                  <a:pt x="41021" y="35844"/>
                  <a:pt x="41339" y="35619"/>
                  <a:pt x="41748" y="35482"/>
                </a:cubicBezTo>
                <a:cubicBezTo>
                  <a:pt x="42157" y="35299"/>
                  <a:pt x="42701" y="35187"/>
                  <a:pt x="43383" y="35142"/>
                </a:cubicBezTo>
                <a:cubicBezTo>
                  <a:pt x="44109" y="35050"/>
                  <a:pt x="45040" y="35004"/>
                  <a:pt x="46175" y="35004"/>
                </a:cubicBezTo>
                <a:cubicBezTo>
                  <a:pt x="47264" y="35004"/>
                  <a:pt x="48150" y="35050"/>
                  <a:pt x="48831" y="35142"/>
                </a:cubicBezTo>
                <a:cubicBezTo>
                  <a:pt x="49557" y="35187"/>
                  <a:pt x="50125" y="35299"/>
                  <a:pt x="50533" y="35482"/>
                </a:cubicBezTo>
                <a:cubicBezTo>
                  <a:pt x="50942" y="35619"/>
                  <a:pt x="51237" y="35822"/>
                  <a:pt x="51419" y="36096"/>
                </a:cubicBezTo>
                <a:cubicBezTo>
                  <a:pt x="51600" y="36367"/>
                  <a:pt x="51737" y="36685"/>
                  <a:pt x="51827" y="37047"/>
                </a:cubicBezTo>
                <a:lnTo>
                  <a:pt x="66470" y="87717"/>
                </a:lnTo>
                <a:lnTo>
                  <a:pt x="66606" y="88331"/>
                </a:lnTo>
                <a:lnTo>
                  <a:pt x="66674" y="87717"/>
                </a:lnTo>
                <a:lnTo>
                  <a:pt x="81249" y="37185"/>
                </a:lnTo>
                <a:cubicBezTo>
                  <a:pt x="81339" y="36776"/>
                  <a:pt x="81476" y="36436"/>
                  <a:pt x="81657" y="36162"/>
                </a:cubicBezTo>
                <a:cubicBezTo>
                  <a:pt x="81884" y="35844"/>
                  <a:pt x="82202" y="35619"/>
                  <a:pt x="82611" y="35482"/>
                </a:cubicBezTo>
                <a:cubicBezTo>
                  <a:pt x="83065" y="35299"/>
                  <a:pt x="83655" y="35187"/>
                  <a:pt x="84381" y="35142"/>
                </a:cubicBezTo>
                <a:cubicBezTo>
                  <a:pt x="85153" y="35050"/>
                  <a:pt x="86129" y="35004"/>
                  <a:pt x="87310" y="35004"/>
                </a:cubicBezTo>
                <a:cubicBezTo>
                  <a:pt x="88400" y="35004"/>
                  <a:pt x="89262" y="35027"/>
                  <a:pt x="89898" y="35073"/>
                </a:cubicBezTo>
                <a:cubicBezTo>
                  <a:pt x="90579" y="35119"/>
                  <a:pt x="91101" y="35233"/>
                  <a:pt x="91464" y="35413"/>
                </a:cubicBezTo>
                <a:cubicBezTo>
                  <a:pt x="91873" y="35596"/>
                  <a:pt x="92145" y="35799"/>
                  <a:pt x="92282" y="36027"/>
                </a:cubicBezTo>
                <a:cubicBezTo>
                  <a:pt x="92463" y="36253"/>
                  <a:pt x="92554" y="36570"/>
                  <a:pt x="92554" y="36979"/>
                </a:cubicBezTo>
                <a:close/>
                <a:moveTo>
                  <a:pt x="117753" y="98409"/>
                </a:moveTo>
                <a:cubicBezTo>
                  <a:pt x="117753" y="98772"/>
                  <a:pt x="117662" y="99092"/>
                  <a:pt x="117480" y="99364"/>
                </a:cubicBezTo>
                <a:cubicBezTo>
                  <a:pt x="117299" y="99590"/>
                  <a:pt x="117003" y="99795"/>
                  <a:pt x="116595" y="99975"/>
                </a:cubicBezTo>
                <a:cubicBezTo>
                  <a:pt x="116186" y="100158"/>
                  <a:pt x="115619" y="100295"/>
                  <a:pt x="114892" y="100384"/>
                </a:cubicBezTo>
                <a:cubicBezTo>
                  <a:pt x="114166" y="100475"/>
                  <a:pt x="113235" y="100521"/>
                  <a:pt x="112100" y="100521"/>
                </a:cubicBezTo>
                <a:cubicBezTo>
                  <a:pt x="111010" y="100521"/>
                  <a:pt x="110102" y="100475"/>
                  <a:pt x="109376" y="100384"/>
                </a:cubicBezTo>
                <a:cubicBezTo>
                  <a:pt x="108649" y="100295"/>
                  <a:pt x="108059" y="100158"/>
                  <a:pt x="107605" y="99975"/>
                </a:cubicBezTo>
                <a:cubicBezTo>
                  <a:pt x="107197" y="99795"/>
                  <a:pt x="106901" y="99590"/>
                  <a:pt x="106720" y="99364"/>
                </a:cubicBezTo>
                <a:cubicBezTo>
                  <a:pt x="106584" y="99092"/>
                  <a:pt x="106515" y="98772"/>
                  <a:pt x="106515" y="98409"/>
                </a:cubicBezTo>
                <a:lnTo>
                  <a:pt x="106515" y="37116"/>
                </a:lnTo>
                <a:cubicBezTo>
                  <a:pt x="106515" y="36799"/>
                  <a:pt x="106584" y="36505"/>
                  <a:pt x="106720" y="36230"/>
                </a:cubicBezTo>
                <a:cubicBezTo>
                  <a:pt x="106901" y="35959"/>
                  <a:pt x="107197" y="35730"/>
                  <a:pt x="107605" y="35550"/>
                </a:cubicBezTo>
                <a:cubicBezTo>
                  <a:pt x="108059" y="35367"/>
                  <a:pt x="108649" y="35233"/>
                  <a:pt x="109376" y="35142"/>
                </a:cubicBezTo>
                <a:cubicBezTo>
                  <a:pt x="110102" y="35050"/>
                  <a:pt x="111010" y="35004"/>
                  <a:pt x="112100" y="35004"/>
                </a:cubicBezTo>
                <a:cubicBezTo>
                  <a:pt x="113235" y="35004"/>
                  <a:pt x="114166" y="35050"/>
                  <a:pt x="114892" y="35142"/>
                </a:cubicBezTo>
                <a:cubicBezTo>
                  <a:pt x="115619" y="35233"/>
                  <a:pt x="116186" y="35367"/>
                  <a:pt x="116595" y="35550"/>
                </a:cubicBezTo>
                <a:cubicBezTo>
                  <a:pt x="117003" y="35730"/>
                  <a:pt x="117299" y="35959"/>
                  <a:pt x="117480" y="36230"/>
                </a:cubicBezTo>
                <a:cubicBezTo>
                  <a:pt x="117662" y="36505"/>
                  <a:pt x="117753" y="36799"/>
                  <a:pt x="117753" y="37116"/>
                </a:cubicBezTo>
                <a:lnTo>
                  <a:pt x="117753" y="98409"/>
                </a:lnTo>
                <a:close/>
                <a:moveTo>
                  <a:pt x="119047" y="16413"/>
                </a:moveTo>
                <a:cubicBezTo>
                  <a:pt x="119047" y="19045"/>
                  <a:pt x="118547" y="20840"/>
                  <a:pt x="117548" y="21791"/>
                </a:cubicBezTo>
                <a:cubicBezTo>
                  <a:pt x="116549" y="22746"/>
                  <a:pt x="114711" y="23223"/>
                  <a:pt x="112032" y="23223"/>
                </a:cubicBezTo>
                <a:cubicBezTo>
                  <a:pt x="109399" y="23223"/>
                  <a:pt x="107582" y="22769"/>
                  <a:pt x="106584" y="21860"/>
                </a:cubicBezTo>
                <a:cubicBezTo>
                  <a:pt x="105630" y="20908"/>
                  <a:pt x="105153" y="19137"/>
                  <a:pt x="105153" y="16548"/>
                </a:cubicBezTo>
                <a:cubicBezTo>
                  <a:pt x="105153" y="13916"/>
                  <a:pt x="105653" y="12122"/>
                  <a:pt x="106652" y="11167"/>
                </a:cubicBezTo>
                <a:cubicBezTo>
                  <a:pt x="107650" y="10216"/>
                  <a:pt x="109489" y="9738"/>
                  <a:pt x="112168" y="9738"/>
                </a:cubicBezTo>
                <a:cubicBezTo>
                  <a:pt x="114801" y="9738"/>
                  <a:pt x="116595" y="10216"/>
                  <a:pt x="117548" y="11167"/>
                </a:cubicBezTo>
                <a:cubicBezTo>
                  <a:pt x="118547" y="12076"/>
                  <a:pt x="119047" y="13825"/>
                  <a:pt x="119047" y="16413"/>
                </a:cubicBezTo>
                <a:close/>
                <a:moveTo>
                  <a:pt x="149762" y="98409"/>
                </a:moveTo>
                <a:cubicBezTo>
                  <a:pt x="149762" y="98772"/>
                  <a:pt x="149671" y="99092"/>
                  <a:pt x="149489" y="99364"/>
                </a:cubicBezTo>
                <a:cubicBezTo>
                  <a:pt x="149308" y="99590"/>
                  <a:pt x="149013" y="99795"/>
                  <a:pt x="148604" y="99975"/>
                </a:cubicBezTo>
                <a:cubicBezTo>
                  <a:pt x="148195" y="100158"/>
                  <a:pt x="147628" y="100295"/>
                  <a:pt x="146901" y="100384"/>
                </a:cubicBezTo>
                <a:cubicBezTo>
                  <a:pt x="146175" y="100475"/>
                  <a:pt x="145244" y="100521"/>
                  <a:pt x="144109" y="100521"/>
                </a:cubicBezTo>
                <a:cubicBezTo>
                  <a:pt x="143019" y="100521"/>
                  <a:pt x="142111" y="100475"/>
                  <a:pt x="141385" y="100384"/>
                </a:cubicBezTo>
                <a:cubicBezTo>
                  <a:pt x="140658" y="100295"/>
                  <a:pt x="140068" y="100158"/>
                  <a:pt x="139614" y="99975"/>
                </a:cubicBezTo>
                <a:cubicBezTo>
                  <a:pt x="139205" y="99795"/>
                  <a:pt x="138911" y="99590"/>
                  <a:pt x="138729" y="99364"/>
                </a:cubicBezTo>
                <a:cubicBezTo>
                  <a:pt x="138592" y="99092"/>
                  <a:pt x="138524" y="98772"/>
                  <a:pt x="138524" y="98409"/>
                </a:cubicBezTo>
                <a:lnTo>
                  <a:pt x="138524" y="7424"/>
                </a:lnTo>
                <a:cubicBezTo>
                  <a:pt x="138524" y="7058"/>
                  <a:pt x="138592" y="6741"/>
                  <a:pt x="138729" y="6469"/>
                </a:cubicBezTo>
                <a:cubicBezTo>
                  <a:pt x="138911" y="6198"/>
                  <a:pt x="139205" y="5969"/>
                  <a:pt x="139614" y="5789"/>
                </a:cubicBezTo>
                <a:cubicBezTo>
                  <a:pt x="140068" y="5606"/>
                  <a:pt x="140658" y="5469"/>
                  <a:pt x="141385" y="5381"/>
                </a:cubicBezTo>
                <a:cubicBezTo>
                  <a:pt x="142111" y="5289"/>
                  <a:pt x="143019" y="5244"/>
                  <a:pt x="144109" y="5244"/>
                </a:cubicBezTo>
                <a:cubicBezTo>
                  <a:pt x="145244" y="5244"/>
                  <a:pt x="146175" y="5289"/>
                  <a:pt x="146901" y="5381"/>
                </a:cubicBezTo>
                <a:cubicBezTo>
                  <a:pt x="147628" y="5469"/>
                  <a:pt x="148195" y="5606"/>
                  <a:pt x="148604" y="5789"/>
                </a:cubicBezTo>
                <a:cubicBezTo>
                  <a:pt x="149013" y="5969"/>
                  <a:pt x="149308" y="6198"/>
                  <a:pt x="149489" y="6469"/>
                </a:cubicBezTo>
                <a:cubicBezTo>
                  <a:pt x="149671" y="6741"/>
                  <a:pt x="149762" y="7058"/>
                  <a:pt x="149762" y="7424"/>
                </a:cubicBezTo>
                <a:lnTo>
                  <a:pt x="149762" y="98409"/>
                </a:lnTo>
                <a:close/>
                <a:moveTo>
                  <a:pt x="181771" y="98409"/>
                </a:moveTo>
                <a:cubicBezTo>
                  <a:pt x="181771" y="98772"/>
                  <a:pt x="181680" y="99092"/>
                  <a:pt x="181498" y="99364"/>
                </a:cubicBezTo>
                <a:cubicBezTo>
                  <a:pt x="181317" y="99590"/>
                  <a:pt x="181022" y="99795"/>
                  <a:pt x="180613" y="99975"/>
                </a:cubicBezTo>
                <a:cubicBezTo>
                  <a:pt x="180205" y="100158"/>
                  <a:pt x="179637" y="100295"/>
                  <a:pt x="178910" y="100384"/>
                </a:cubicBezTo>
                <a:cubicBezTo>
                  <a:pt x="178184" y="100475"/>
                  <a:pt x="177253" y="100521"/>
                  <a:pt x="176118" y="100521"/>
                </a:cubicBezTo>
                <a:cubicBezTo>
                  <a:pt x="175028" y="100521"/>
                  <a:pt x="174120" y="100475"/>
                  <a:pt x="173394" y="100384"/>
                </a:cubicBezTo>
                <a:cubicBezTo>
                  <a:pt x="172668" y="100295"/>
                  <a:pt x="172077" y="100158"/>
                  <a:pt x="171623" y="99975"/>
                </a:cubicBezTo>
                <a:cubicBezTo>
                  <a:pt x="171215" y="99795"/>
                  <a:pt x="170920" y="99590"/>
                  <a:pt x="170738" y="99364"/>
                </a:cubicBezTo>
                <a:cubicBezTo>
                  <a:pt x="170602" y="99092"/>
                  <a:pt x="170534" y="98772"/>
                  <a:pt x="170534" y="98409"/>
                </a:cubicBezTo>
                <a:lnTo>
                  <a:pt x="170534" y="7424"/>
                </a:lnTo>
                <a:cubicBezTo>
                  <a:pt x="170534" y="7058"/>
                  <a:pt x="170602" y="6741"/>
                  <a:pt x="170738" y="6469"/>
                </a:cubicBezTo>
                <a:cubicBezTo>
                  <a:pt x="170920" y="6198"/>
                  <a:pt x="171215" y="5969"/>
                  <a:pt x="171623" y="5789"/>
                </a:cubicBezTo>
                <a:cubicBezTo>
                  <a:pt x="172077" y="5606"/>
                  <a:pt x="172668" y="5469"/>
                  <a:pt x="173394" y="5381"/>
                </a:cubicBezTo>
                <a:cubicBezTo>
                  <a:pt x="174120" y="5289"/>
                  <a:pt x="175028" y="5244"/>
                  <a:pt x="176118" y="5244"/>
                </a:cubicBezTo>
                <a:cubicBezTo>
                  <a:pt x="177253" y="5244"/>
                  <a:pt x="178184" y="5289"/>
                  <a:pt x="178910" y="5381"/>
                </a:cubicBezTo>
                <a:cubicBezTo>
                  <a:pt x="179637" y="5469"/>
                  <a:pt x="180205" y="5606"/>
                  <a:pt x="180613" y="5789"/>
                </a:cubicBezTo>
                <a:cubicBezTo>
                  <a:pt x="181022" y="5969"/>
                  <a:pt x="181317" y="6198"/>
                  <a:pt x="181498" y="6469"/>
                </a:cubicBezTo>
                <a:cubicBezTo>
                  <a:pt x="181680" y="6741"/>
                  <a:pt x="181771" y="7058"/>
                  <a:pt x="181771" y="7424"/>
                </a:cubicBezTo>
                <a:lnTo>
                  <a:pt x="181771" y="98409"/>
                </a:lnTo>
                <a:close/>
                <a:moveTo>
                  <a:pt x="285290" y="39908"/>
                </a:moveTo>
                <a:cubicBezTo>
                  <a:pt x="285290" y="41497"/>
                  <a:pt x="285063" y="42654"/>
                  <a:pt x="284609" y="43383"/>
                </a:cubicBezTo>
                <a:cubicBezTo>
                  <a:pt x="284200" y="44063"/>
                  <a:pt x="283655" y="44403"/>
                  <a:pt x="282974" y="44403"/>
                </a:cubicBezTo>
                <a:lnTo>
                  <a:pt x="274189" y="44403"/>
                </a:lnTo>
                <a:cubicBezTo>
                  <a:pt x="275778" y="46037"/>
                  <a:pt x="276890" y="47855"/>
                  <a:pt x="277526" y="49852"/>
                </a:cubicBezTo>
                <a:cubicBezTo>
                  <a:pt x="278161" y="51804"/>
                  <a:pt x="278479" y="53847"/>
                  <a:pt x="278479" y="55981"/>
                </a:cubicBezTo>
                <a:cubicBezTo>
                  <a:pt x="278479" y="59522"/>
                  <a:pt x="277912" y="62656"/>
                  <a:pt x="276777" y="65380"/>
                </a:cubicBezTo>
                <a:cubicBezTo>
                  <a:pt x="275642" y="68103"/>
                  <a:pt x="274007" y="70420"/>
                  <a:pt x="271873" y="72326"/>
                </a:cubicBezTo>
                <a:cubicBezTo>
                  <a:pt x="269785" y="74186"/>
                  <a:pt x="267287" y="75618"/>
                  <a:pt x="264382" y="76618"/>
                </a:cubicBezTo>
                <a:cubicBezTo>
                  <a:pt x="261476" y="77615"/>
                  <a:pt x="258252" y="78115"/>
                  <a:pt x="254711" y="78115"/>
                </a:cubicBezTo>
                <a:cubicBezTo>
                  <a:pt x="252214" y="78115"/>
                  <a:pt x="249830" y="77798"/>
                  <a:pt x="247560" y="77161"/>
                </a:cubicBezTo>
                <a:cubicBezTo>
                  <a:pt x="245335" y="76481"/>
                  <a:pt x="243610" y="75641"/>
                  <a:pt x="242384" y="74641"/>
                </a:cubicBezTo>
                <a:cubicBezTo>
                  <a:pt x="241566" y="75458"/>
                  <a:pt x="240886" y="76390"/>
                  <a:pt x="240341" y="77435"/>
                </a:cubicBezTo>
                <a:cubicBezTo>
                  <a:pt x="239841" y="78478"/>
                  <a:pt x="239592" y="79681"/>
                  <a:pt x="239592" y="81044"/>
                </a:cubicBezTo>
                <a:cubicBezTo>
                  <a:pt x="239592" y="82633"/>
                  <a:pt x="240318" y="83950"/>
                  <a:pt x="241771" y="84993"/>
                </a:cubicBezTo>
                <a:cubicBezTo>
                  <a:pt x="243269" y="86036"/>
                  <a:pt x="245244" y="86605"/>
                  <a:pt x="247696" y="86697"/>
                </a:cubicBezTo>
                <a:lnTo>
                  <a:pt x="263701" y="87377"/>
                </a:lnTo>
                <a:cubicBezTo>
                  <a:pt x="266742" y="87468"/>
                  <a:pt x="269535" y="87900"/>
                  <a:pt x="272077" y="88671"/>
                </a:cubicBezTo>
                <a:cubicBezTo>
                  <a:pt x="274620" y="89397"/>
                  <a:pt x="276822" y="90466"/>
                  <a:pt x="278683" y="91871"/>
                </a:cubicBezTo>
                <a:cubicBezTo>
                  <a:pt x="280545" y="93235"/>
                  <a:pt x="281998" y="94938"/>
                  <a:pt x="283042" y="96981"/>
                </a:cubicBezTo>
                <a:cubicBezTo>
                  <a:pt x="284086" y="98978"/>
                  <a:pt x="284609" y="101316"/>
                  <a:pt x="284609" y="103996"/>
                </a:cubicBezTo>
                <a:cubicBezTo>
                  <a:pt x="284609" y="106810"/>
                  <a:pt x="284018" y="109488"/>
                  <a:pt x="282838" y="112031"/>
                </a:cubicBezTo>
                <a:cubicBezTo>
                  <a:pt x="281657" y="114574"/>
                  <a:pt x="279841" y="116797"/>
                  <a:pt x="277390" y="118706"/>
                </a:cubicBezTo>
                <a:cubicBezTo>
                  <a:pt x="274983" y="120658"/>
                  <a:pt x="271896" y="122178"/>
                  <a:pt x="268127" y="123270"/>
                </a:cubicBezTo>
                <a:cubicBezTo>
                  <a:pt x="264359" y="124404"/>
                  <a:pt x="259909" y="124970"/>
                  <a:pt x="254779" y="124970"/>
                </a:cubicBezTo>
                <a:cubicBezTo>
                  <a:pt x="249830" y="124970"/>
                  <a:pt x="245608" y="124538"/>
                  <a:pt x="242111" y="123678"/>
                </a:cubicBezTo>
                <a:cubicBezTo>
                  <a:pt x="238661" y="122861"/>
                  <a:pt x="235823" y="121724"/>
                  <a:pt x="233598" y="120272"/>
                </a:cubicBezTo>
                <a:cubicBezTo>
                  <a:pt x="231373" y="118818"/>
                  <a:pt x="229762" y="117072"/>
                  <a:pt x="228763" y="115029"/>
                </a:cubicBezTo>
                <a:cubicBezTo>
                  <a:pt x="227764" y="113031"/>
                  <a:pt x="227265" y="110851"/>
                  <a:pt x="227265" y="108491"/>
                </a:cubicBezTo>
                <a:cubicBezTo>
                  <a:pt x="227265" y="106991"/>
                  <a:pt x="227446" y="105539"/>
                  <a:pt x="227810" y="104130"/>
                </a:cubicBezTo>
                <a:cubicBezTo>
                  <a:pt x="228173" y="102724"/>
                  <a:pt x="228717" y="101384"/>
                  <a:pt x="229444" y="100113"/>
                </a:cubicBezTo>
                <a:cubicBezTo>
                  <a:pt x="230216" y="98841"/>
                  <a:pt x="231147" y="97638"/>
                  <a:pt x="232236" y="96503"/>
                </a:cubicBezTo>
                <a:cubicBezTo>
                  <a:pt x="233371" y="95323"/>
                  <a:pt x="234665" y="94166"/>
                  <a:pt x="236118" y="93029"/>
                </a:cubicBezTo>
                <a:cubicBezTo>
                  <a:pt x="233894" y="91894"/>
                  <a:pt x="232236" y="90466"/>
                  <a:pt x="231147" y="88740"/>
                </a:cubicBezTo>
                <a:cubicBezTo>
                  <a:pt x="230102" y="87014"/>
                  <a:pt x="229580" y="85153"/>
                  <a:pt x="229580" y="83156"/>
                </a:cubicBezTo>
                <a:cubicBezTo>
                  <a:pt x="229580" y="80384"/>
                  <a:pt x="230148" y="77910"/>
                  <a:pt x="231283" y="75732"/>
                </a:cubicBezTo>
                <a:cubicBezTo>
                  <a:pt x="232418" y="73552"/>
                  <a:pt x="233826" y="71600"/>
                  <a:pt x="235505" y="69874"/>
                </a:cubicBezTo>
                <a:cubicBezTo>
                  <a:pt x="234098" y="68194"/>
                  <a:pt x="232985" y="66311"/>
                  <a:pt x="232168" y="64222"/>
                </a:cubicBezTo>
                <a:cubicBezTo>
                  <a:pt x="231351" y="62088"/>
                  <a:pt x="230942" y="59522"/>
                  <a:pt x="230942" y="56527"/>
                </a:cubicBezTo>
                <a:cubicBezTo>
                  <a:pt x="230942" y="53029"/>
                  <a:pt x="231533" y="49898"/>
                  <a:pt x="232713" y="47129"/>
                </a:cubicBezTo>
                <a:cubicBezTo>
                  <a:pt x="233894" y="44357"/>
                  <a:pt x="235528" y="42020"/>
                  <a:pt x="237617" y="40114"/>
                </a:cubicBezTo>
                <a:cubicBezTo>
                  <a:pt x="239705" y="38205"/>
                  <a:pt x="242202" y="36753"/>
                  <a:pt x="245108" y="35753"/>
                </a:cubicBezTo>
                <a:cubicBezTo>
                  <a:pt x="248059" y="34710"/>
                  <a:pt x="251260" y="34187"/>
                  <a:pt x="254711" y="34187"/>
                </a:cubicBezTo>
                <a:cubicBezTo>
                  <a:pt x="256572" y="34187"/>
                  <a:pt x="258298" y="34301"/>
                  <a:pt x="259887" y="34527"/>
                </a:cubicBezTo>
                <a:cubicBezTo>
                  <a:pt x="261521" y="34710"/>
                  <a:pt x="263042" y="34982"/>
                  <a:pt x="264450" y="35344"/>
                </a:cubicBezTo>
                <a:lnTo>
                  <a:pt x="282974" y="35344"/>
                </a:lnTo>
                <a:cubicBezTo>
                  <a:pt x="283746" y="35344"/>
                  <a:pt x="284314" y="35730"/>
                  <a:pt x="284677" y="36505"/>
                </a:cubicBezTo>
                <a:cubicBezTo>
                  <a:pt x="285085" y="37230"/>
                  <a:pt x="285290" y="38365"/>
                  <a:pt x="285290" y="39908"/>
                </a:cubicBezTo>
                <a:close/>
                <a:moveTo>
                  <a:pt x="267719" y="56050"/>
                </a:moveTo>
                <a:cubicBezTo>
                  <a:pt x="267719" y="51872"/>
                  <a:pt x="266561" y="48626"/>
                  <a:pt x="264245" y="46312"/>
                </a:cubicBezTo>
                <a:cubicBezTo>
                  <a:pt x="261975" y="43948"/>
                  <a:pt x="258729" y="42768"/>
                  <a:pt x="254506" y="42768"/>
                </a:cubicBezTo>
                <a:cubicBezTo>
                  <a:pt x="252327" y="42768"/>
                  <a:pt x="250420" y="43131"/>
                  <a:pt x="248786" y="43860"/>
                </a:cubicBezTo>
                <a:cubicBezTo>
                  <a:pt x="247197" y="44586"/>
                  <a:pt x="245857" y="45583"/>
                  <a:pt x="244767" y="46854"/>
                </a:cubicBezTo>
                <a:cubicBezTo>
                  <a:pt x="243723" y="48126"/>
                  <a:pt x="242929" y="49603"/>
                  <a:pt x="242384" y="51281"/>
                </a:cubicBezTo>
                <a:cubicBezTo>
                  <a:pt x="241885" y="52915"/>
                  <a:pt x="241635" y="54641"/>
                  <a:pt x="241635" y="56458"/>
                </a:cubicBezTo>
                <a:cubicBezTo>
                  <a:pt x="241635" y="60499"/>
                  <a:pt x="242770" y="63677"/>
                  <a:pt x="245040" y="65991"/>
                </a:cubicBezTo>
                <a:cubicBezTo>
                  <a:pt x="247355" y="68309"/>
                  <a:pt x="250579" y="69466"/>
                  <a:pt x="254711" y="69466"/>
                </a:cubicBezTo>
                <a:cubicBezTo>
                  <a:pt x="256936" y="69466"/>
                  <a:pt x="258865" y="69126"/>
                  <a:pt x="260500" y="68443"/>
                </a:cubicBezTo>
                <a:cubicBezTo>
                  <a:pt x="262134" y="67717"/>
                  <a:pt x="263474" y="66743"/>
                  <a:pt x="264518" y="65517"/>
                </a:cubicBezTo>
                <a:cubicBezTo>
                  <a:pt x="265607" y="64245"/>
                  <a:pt x="266402" y="62791"/>
                  <a:pt x="266901" y="61156"/>
                </a:cubicBezTo>
                <a:cubicBezTo>
                  <a:pt x="267446" y="59522"/>
                  <a:pt x="267719" y="57819"/>
                  <a:pt x="267719" y="56050"/>
                </a:cubicBezTo>
                <a:close/>
                <a:moveTo>
                  <a:pt x="273371" y="104607"/>
                </a:moveTo>
                <a:cubicBezTo>
                  <a:pt x="273371" y="101976"/>
                  <a:pt x="272282" y="99952"/>
                  <a:pt x="270102" y="98547"/>
                </a:cubicBezTo>
                <a:cubicBezTo>
                  <a:pt x="267968" y="97092"/>
                  <a:pt x="265063" y="96321"/>
                  <a:pt x="261385" y="96232"/>
                </a:cubicBezTo>
                <a:lnTo>
                  <a:pt x="245517" y="95686"/>
                </a:lnTo>
                <a:cubicBezTo>
                  <a:pt x="244064" y="96821"/>
                  <a:pt x="242861" y="97909"/>
                  <a:pt x="241907" y="98955"/>
                </a:cubicBezTo>
                <a:cubicBezTo>
                  <a:pt x="240999" y="99952"/>
                  <a:pt x="240273" y="100907"/>
                  <a:pt x="239728" y="101816"/>
                </a:cubicBezTo>
                <a:cubicBezTo>
                  <a:pt x="239183" y="102770"/>
                  <a:pt x="238797" y="103699"/>
                  <a:pt x="238570" y="104607"/>
                </a:cubicBezTo>
                <a:cubicBezTo>
                  <a:pt x="238388" y="105516"/>
                  <a:pt x="238297" y="106448"/>
                  <a:pt x="238297" y="107399"/>
                </a:cubicBezTo>
                <a:cubicBezTo>
                  <a:pt x="238297" y="110351"/>
                  <a:pt x="239796" y="112577"/>
                  <a:pt x="242792" y="114074"/>
                </a:cubicBezTo>
                <a:cubicBezTo>
                  <a:pt x="245789" y="115617"/>
                  <a:pt x="249966" y="116389"/>
                  <a:pt x="255324" y="116389"/>
                </a:cubicBezTo>
                <a:cubicBezTo>
                  <a:pt x="258729" y="116389"/>
                  <a:pt x="261567" y="116049"/>
                  <a:pt x="263837" y="115369"/>
                </a:cubicBezTo>
                <a:cubicBezTo>
                  <a:pt x="266152" y="114731"/>
                  <a:pt x="268014" y="113869"/>
                  <a:pt x="269421" y="112780"/>
                </a:cubicBezTo>
                <a:cubicBezTo>
                  <a:pt x="270829" y="111691"/>
                  <a:pt x="271828" y="110442"/>
                  <a:pt x="272418" y="109034"/>
                </a:cubicBezTo>
                <a:cubicBezTo>
                  <a:pt x="273054" y="107628"/>
                  <a:pt x="273371" y="106150"/>
                  <a:pt x="273371" y="104607"/>
                </a:cubicBezTo>
                <a:close/>
                <a:moveTo>
                  <a:pt x="350874" y="65108"/>
                </a:moveTo>
                <a:cubicBezTo>
                  <a:pt x="350874" y="66877"/>
                  <a:pt x="350420" y="68149"/>
                  <a:pt x="349512" y="68920"/>
                </a:cubicBezTo>
                <a:cubicBezTo>
                  <a:pt x="348650" y="69649"/>
                  <a:pt x="347651" y="70012"/>
                  <a:pt x="346516" y="70012"/>
                </a:cubicBezTo>
                <a:lnTo>
                  <a:pt x="306334" y="70012"/>
                </a:lnTo>
                <a:cubicBezTo>
                  <a:pt x="306334" y="73415"/>
                  <a:pt x="306675" y="76481"/>
                  <a:pt x="307356" y="79204"/>
                </a:cubicBezTo>
                <a:cubicBezTo>
                  <a:pt x="308036" y="81930"/>
                  <a:pt x="309171" y="84268"/>
                  <a:pt x="310761" y="86219"/>
                </a:cubicBezTo>
                <a:cubicBezTo>
                  <a:pt x="312350" y="88171"/>
                  <a:pt x="314416" y="89671"/>
                  <a:pt x="316958" y="90714"/>
                </a:cubicBezTo>
                <a:cubicBezTo>
                  <a:pt x="319501" y="91760"/>
                  <a:pt x="322611" y="92280"/>
                  <a:pt x="326288" y="92280"/>
                </a:cubicBezTo>
                <a:cubicBezTo>
                  <a:pt x="329194" y="92280"/>
                  <a:pt x="331782" y="92054"/>
                  <a:pt x="334053" y="91600"/>
                </a:cubicBezTo>
                <a:cubicBezTo>
                  <a:pt x="336323" y="91100"/>
                  <a:pt x="338275" y="90554"/>
                  <a:pt x="339909" y="89966"/>
                </a:cubicBezTo>
                <a:cubicBezTo>
                  <a:pt x="341589" y="89374"/>
                  <a:pt x="342951" y="88854"/>
                  <a:pt x="343996" y="88400"/>
                </a:cubicBezTo>
                <a:cubicBezTo>
                  <a:pt x="345085" y="87900"/>
                  <a:pt x="345903" y="87651"/>
                  <a:pt x="346448" y="87651"/>
                </a:cubicBezTo>
                <a:cubicBezTo>
                  <a:pt x="346765" y="87651"/>
                  <a:pt x="347038" y="87740"/>
                  <a:pt x="347265" y="87922"/>
                </a:cubicBezTo>
                <a:cubicBezTo>
                  <a:pt x="347537" y="88060"/>
                  <a:pt x="347741" y="88285"/>
                  <a:pt x="347878" y="88603"/>
                </a:cubicBezTo>
                <a:cubicBezTo>
                  <a:pt x="348014" y="88920"/>
                  <a:pt x="348105" y="89374"/>
                  <a:pt x="348150" y="89966"/>
                </a:cubicBezTo>
                <a:cubicBezTo>
                  <a:pt x="348241" y="90511"/>
                  <a:pt x="348286" y="91191"/>
                  <a:pt x="348286" y="92009"/>
                </a:cubicBezTo>
                <a:cubicBezTo>
                  <a:pt x="348286" y="92597"/>
                  <a:pt x="348264" y="93120"/>
                  <a:pt x="348218" y="93575"/>
                </a:cubicBezTo>
                <a:cubicBezTo>
                  <a:pt x="348173" y="93983"/>
                  <a:pt x="348105" y="94369"/>
                  <a:pt x="348014" y="94732"/>
                </a:cubicBezTo>
                <a:cubicBezTo>
                  <a:pt x="347969" y="95049"/>
                  <a:pt x="347855" y="95346"/>
                  <a:pt x="347673" y="95618"/>
                </a:cubicBezTo>
                <a:cubicBezTo>
                  <a:pt x="347537" y="95889"/>
                  <a:pt x="347333" y="96163"/>
                  <a:pt x="347061" y="96435"/>
                </a:cubicBezTo>
                <a:cubicBezTo>
                  <a:pt x="346833" y="96664"/>
                  <a:pt x="346107" y="97072"/>
                  <a:pt x="344881" y="97661"/>
                </a:cubicBezTo>
                <a:cubicBezTo>
                  <a:pt x="343655" y="98207"/>
                  <a:pt x="342066" y="98749"/>
                  <a:pt x="340114" y="99295"/>
                </a:cubicBezTo>
                <a:cubicBezTo>
                  <a:pt x="338161" y="99841"/>
                  <a:pt x="335891" y="100318"/>
                  <a:pt x="333303" y="100727"/>
                </a:cubicBezTo>
                <a:cubicBezTo>
                  <a:pt x="330761" y="101178"/>
                  <a:pt x="328037" y="101407"/>
                  <a:pt x="325131" y="101407"/>
                </a:cubicBezTo>
                <a:cubicBezTo>
                  <a:pt x="320091" y="101407"/>
                  <a:pt x="315664" y="100704"/>
                  <a:pt x="311850" y="99295"/>
                </a:cubicBezTo>
                <a:cubicBezTo>
                  <a:pt x="308082" y="97889"/>
                  <a:pt x="304904" y="95801"/>
                  <a:pt x="302316" y="93029"/>
                </a:cubicBezTo>
                <a:cubicBezTo>
                  <a:pt x="299728" y="90260"/>
                  <a:pt x="297776" y="86788"/>
                  <a:pt x="296459" y="82610"/>
                </a:cubicBezTo>
                <a:cubicBezTo>
                  <a:pt x="295142" y="78433"/>
                  <a:pt x="294484" y="73575"/>
                  <a:pt x="294484" y="68034"/>
                </a:cubicBezTo>
                <a:cubicBezTo>
                  <a:pt x="294484" y="62768"/>
                  <a:pt x="295165" y="58047"/>
                  <a:pt x="296527" y="53870"/>
                </a:cubicBezTo>
                <a:cubicBezTo>
                  <a:pt x="297889" y="49646"/>
                  <a:pt x="299841" y="46083"/>
                  <a:pt x="302384" y="43177"/>
                </a:cubicBezTo>
                <a:cubicBezTo>
                  <a:pt x="304972" y="40225"/>
                  <a:pt x="308082" y="37979"/>
                  <a:pt x="311714" y="36436"/>
                </a:cubicBezTo>
                <a:cubicBezTo>
                  <a:pt x="315347" y="34847"/>
                  <a:pt x="319410" y="34053"/>
                  <a:pt x="323905" y="34053"/>
                </a:cubicBezTo>
                <a:cubicBezTo>
                  <a:pt x="328718" y="34053"/>
                  <a:pt x="332804" y="34824"/>
                  <a:pt x="336164" y="36367"/>
                </a:cubicBezTo>
                <a:cubicBezTo>
                  <a:pt x="339569" y="37910"/>
                  <a:pt x="342361" y="39999"/>
                  <a:pt x="344540" y="42634"/>
                </a:cubicBezTo>
                <a:cubicBezTo>
                  <a:pt x="346720" y="45220"/>
                  <a:pt x="348309" y="48286"/>
                  <a:pt x="349308" y="51826"/>
                </a:cubicBezTo>
                <a:cubicBezTo>
                  <a:pt x="350352" y="55324"/>
                  <a:pt x="350874" y="59067"/>
                  <a:pt x="350874" y="63065"/>
                </a:cubicBezTo>
                <a:lnTo>
                  <a:pt x="350874" y="65108"/>
                </a:lnTo>
                <a:close/>
                <a:moveTo>
                  <a:pt x="339569" y="61771"/>
                </a:moveTo>
                <a:cubicBezTo>
                  <a:pt x="339705" y="55867"/>
                  <a:pt x="338389" y="51238"/>
                  <a:pt x="335619" y="47877"/>
                </a:cubicBezTo>
                <a:cubicBezTo>
                  <a:pt x="332895" y="44517"/>
                  <a:pt x="328831" y="42837"/>
                  <a:pt x="323428" y="42837"/>
                </a:cubicBezTo>
                <a:cubicBezTo>
                  <a:pt x="320659" y="42837"/>
                  <a:pt x="318229" y="43360"/>
                  <a:pt x="316141" y="44403"/>
                </a:cubicBezTo>
                <a:cubicBezTo>
                  <a:pt x="314052" y="45449"/>
                  <a:pt x="312304" y="46832"/>
                  <a:pt x="310897" y="48557"/>
                </a:cubicBezTo>
                <a:cubicBezTo>
                  <a:pt x="309490" y="50283"/>
                  <a:pt x="308400" y="52304"/>
                  <a:pt x="307628" y="54618"/>
                </a:cubicBezTo>
                <a:cubicBezTo>
                  <a:pt x="306856" y="56890"/>
                  <a:pt x="306425" y="59273"/>
                  <a:pt x="306334" y="61771"/>
                </a:cubicBezTo>
                <a:lnTo>
                  <a:pt x="339569" y="61771"/>
                </a:lnTo>
                <a:close/>
                <a:moveTo>
                  <a:pt x="420749" y="98409"/>
                </a:moveTo>
                <a:cubicBezTo>
                  <a:pt x="420749" y="98772"/>
                  <a:pt x="420657" y="99092"/>
                  <a:pt x="420477" y="99364"/>
                </a:cubicBezTo>
                <a:cubicBezTo>
                  <a:pt x="420295" y="99590"/>
                  <a:pt x="420000" y="99795"/>
                  <a:pt x="419592" y="99975"/>
                </a:cubicBezTo>
                <a:cubicBezTo>
                  <a:pt x="419183" y="100158"/>
                  <a:pt x="418614" y="100295"/>
                  <a:pt x="417889" y="100384"/>
                </a:cubicBezTo>
                <a:cubicBezTo>
                  <a:pt x="417163" y="100475"/>
                  <a:pt x="416254" y="100521"/>
                  <a:pt x="415165" y="100521"/>
                </a:cubicBezTo>
                <a:cubicBezTo>
                  <a:pt x="414031" y="100521"/>
                  <a:pt x="413099" y="100475"/>
                  <a:pt x="412374" y="100384"/>
                </a:cubicBezTo>
                <a:cubicBezTo>
                  <a:pt x="411645" y="100295"/>
                  <a:pt x="411079" y="100158"/>
                  <a:pt x="410670" y="99975"/>
                </a:cubicBezTo>
                <a:cubicBezTo>
                  <a:pt x="410262" y="99795"/>
                  <a:pt x="409968" y="99590"/>
                  <a:pt x="409785" y="99364"/>
                </a:cubicBezTo>
                <a:cubicBezTo>
                  <a:pt x="409602" y="99092"/>
                  <a:pt x="409513" y="98772"/>
                  <a:pt x="409513" y="98409"/>
                </a:cubicBezTo>
                <a:lnTo>
                  <a:pt x="409513" y="62519"/>
                </a:lnTo>
                <a:cubicBezTo>
                  <a:pt x="409513" y="59022"/>
                  <a:pt x="409239" y="56207"/>
                  <a:pt x="408696" y="54075"/>
                </a:cubicBezTo>
                <a:cubicBezTo>
                  <a:pt x="408150" y="51941"/>
                  <a:pt x="407356" y="50101"/>
                  <a:pt x="406313" y="48557"/>
                </a:cubicBezTo>
                <a:cubicBezTo>
                  <a:pt x="405267" y="47014"/>
                  <a:pt x="403904" y="45834"/>
                  <a:pt x="402224" y="45017"/>
                </a:cubicBezTo>
                <a:cubicBezTo>
                  <a:pt x="400589" y="44200"/>
                  <a:pt x="398683" y="43791"/>
                  <a:pt x="396503" y="43791"/>
                </a:cubicBezTo>
                <a:cubicBezTo>
                  <a:pt x="393688" y="43791"/>
                  <a:pt x="390874" y="44788"/>
                  <a:pt x="388059" y="46786"/>
                </a:cubicBezTo>
                <a:cubicBezTo>
                  <a:pt x="385244" y="48786"/>
                  <a:pt x="382293" y="51712"/>
                  <a:pt x="379207" y="55573"/>
                </a:cubicBezTo>
                <a:lnTo>
                  <a:pt x="379207" y="98409"/>
                </a:lnTo>
                <a:cubicBezTo>
                  <a:pt x="379207" y="98772"/>
                  <a:pt x="379115" y="99092"/>
                  <a:pt x="378932" y="99364"/>
                </a:cubicBezTo>
                <a:cubicBezTo>
                  <a:pt x="378752" y="99590"/>
                  <a:pt x="378458" y="99795"/>
                  <a:pt x="378049" y="99975"/>
                </a:cubicBezTo>
                <a:cubicBezTo>
                  <a:pt x="377641" y="100158"/>
                  <a:pt x="377072" y="100295"/>
                  <a:pt x="376346" y="100384"/>
                </a:cubicBezTo>
                <a:cubicBezTo>
                  <a:pt x="375618" y="100475"/>
                  <a:pt x="374689" y="100521"/>
                  <a:pt x="373554" y="100521"/>
                </a:cubicBezTo>
                <a:cubicBezTo>
                  <a:pt x="372463" y="100521"/>
                  <a:pt x="371554" y="100475"/>
                  <a:pt x="370828" y="100384"/>
                </a:cubicBezTo>
                <a:cubicBezTo>
                  <a:pt x="370103" y="100295"/>
                  <a:pt x="369511" y="100158"/>
                  <a:pt x="369060" y="99975"/>
                </a:cubicBezTo>
                <a:cubicBezTo>
                  <a:pt x="368651" y="99795"/>
                  <a:pt x="368354" y="99590"/>
                  <a:pt x="368174" y="99364"/>
                </a:cubicBezTo>
                <a:cubicBezTo>
                  <a:pt x="368037" y="99092"/>
                  <a:pt x="367968" y="98772"/>
                  <a:pt x="367968" y="98409"/>
                </a:cubicBezTo>
                <a:lnTo>
                  <a:pt x="367968" y="37116"/>
                </a:lnTo>
                <a:cubicBezTo>
                  <a:pt x="367968" y="36753"/>
                  <a:pt x="368037" y="36459"/>
                  <a:pt x="368174" y="36230"/>
                </a:cubicBezTo>
                <a:cubicBezTo>
                  <a:pt x="368308" y="35959"/>
                  <a:pt x="368582" y="35730"/>
                  <a:pt x="368991" y="35550"/>
                </a:cubicBezTo>
                <a:cubicBezTo>
                  <a:pt x="369400" y="35322"/>
                  <a:pt x="369920" y="35187"/>
                  <a:pt x="370557" y="35142"/>
                </a:cubicBezTo>
                <a:cubicBezTo>
                  <a:pt x="371191" y="35050"/>
                  <a:pt x="372031" y="35004"/>
                  <a:pt x="373077" y="35004"/>
                </a:cubicBezTo>
                <a:cubicBezTo>
                  <a:pt x="374074" y="35004"/>
                  <a:pt x="374892" y="35050"/>
                  <a:pt x="375529" y="35142"/>
                </a:cubicBezTo>
                <a:cubicBezTo>
                  <a:pt x="376209" y="35187"/>
                  <a:pt x="376732" y="35322"/>
                  <a:pt x="377095" y="35550"/>
                </a:cubicBezTo>
                <a:cubicBezTo>
                  <a:pt x="377458" y="35730"/>
                  <a:pt x="377706" y="35959"/>
                  <a:pt x="377844" y="36230"/>
                </a:cubicBezTo>
                <a:cubicBezTo>
                  <a:pt x="378026" y="36459"/>
                  <a:pt x="378115" y="36753"/>
                  <a:pt x="378115" y="37116"/>
                </a:cubicBezTo>
                <a:lnTo>
                  <a:pt x="378115" y="45220"/>
                </a:lnTo>
                <a:cubicBezTo>
                  <a:pt x="381567" y="41362"/>
                  <a:pt x="384996" y="38548"/>
                  <a:pt x="388399" y="36776"/>
                </a:cubicBezTo>
                <a:cubicBezTo>
                  <a:pt x="391851" y="34959"/>
                  <a:pt x="395323" y="34053"/>
                  <a:pt x="398820" y="34053"/>
                </a:cubicBezTo>
                <a:cubicBezTo>
                  <a:pt x="402907" y="34053"/>
                  <a:pt x="406333" y="34756"/>
                  <a:pt x="409105" y="36162"/>
                </a:cubicBezTo>
                <a:cubicBezTo>
                  <a:pt x="411919" y="37525"/>
                  <a:pt x="414188" y="39365"/>
                  <a:pt x="415914" y="41679"/>
                </a:cubicBezTo>
                <a:cubicBezTo>
                  <a:pt x="417640" y="43994"/>
                  <a:pt x="418866" y="46720"/>
                  <a:pt x="419592" y="49852"/>
                </a:cubicBezTo>
                <a:cubicBezTo>
                  <a:pt x="420363" y="52938"/>
                  <a:pt x="420749" y="56661"/>
                  <a:pt x="420749" y="61022"/>
                </a:cubicBezTo>
                <a:lnTo>
                  <a:pt x="420749" y="98409"/>
                </a:lnTo>
                <a:close/>
                <a:moveTo>
                  <a:pt x="493552" y="65108"/>
                </a:moveTo>
                <a:cubicBezTo>
                  <a:pt x="493552" y="66877"/>
                  <a:pt x="493098" y="68149"/>
                  <a:pt x="492192" y="68920"/>
                </a:cubicBezTo>
                <a:cubicBezTo>
                  <a:pt x="491329" y="69649"/>
                  <a:pt x="490329" y="70012"/>
                  <a:pt x="489195" y="70012"/>
                </a:cubicBezTo>
                <a:lnTo>
                  <a:pt x="449012" y="70012"/>
                </a:lnTo>
                <a:cubicBezTo>
                  <a:pt x="449012" y="73415"/>
                  <a:pt x="449352" y="76481"/>
                  <a:pt x="450035" y="79204"/>
                </a:cubicBezTo>
                <a:cubicBezTo>
                  <a:pt x="450715" y="81930"/>
                  <a:pt x="451850" y="84268"/>
                  <a:pt x="453439" y="86219"/>
                </a:cubicBezTo>
                <a:cubicBezTo>
                  <a:pt x="455027" y="88171"/>
                  <a:pt x="457093" y="89671"/>
                  <a:pt x="459637" y="90714"/>
                </a:cubicBezTo>
                <a:cubicBezTo>
                  <a:pt x="462180" y="91760"/>
                  <a:pt x="465289" y="92280"/>
                  <a:pt x="468966" y="92280"/>
                </a:cubicBezTo>
                <a:cubicBezTo>
                  <a:pt x="471872" y="92280"/>
                  <a:pt x="474461" y="92054"/>
                  <a:pt x="476730" y="91600"/>
                </a:cubicBezTo>
                <a:cubicBezTo>
                  <a:pt x="479002" y="91100"/>
                  <a:pt x="480954" y="90554"/>
                  <a:pt x="482588" y="89966"/>
                </a:cubicBezTo>
                <a:cubicBezTo>
                  <a:pt x="484268" y="89374"/>
                  <a:pt x="485631" y="88854"/>
                  <a:pt x="486674" y="88400"/>
                </a:cubicBezTo>
                <a:cubicBezTo>
                  <a:pt x="487763" y="87900"/>
                  <a:pt x="488580" y="87651"/>
                  <a:pt x="489126" y="87651"/>
                </a:cubicBezTo>
                <a:cubicBezTo>
                  <a:pt x="489443" y="87651"/>
                  <a:pt x="489717" y="87740"/>
                  <a:pt x="489943" y="87922"/>
                </a:cubicBezTo>
                <a:cubicBezTo>
                  <a:pt x="490215" y="88060"/>
                  <a:pt x="490420" y="88285"/>
                  <a:pt x="490558" y="88603"/>
                </a:cubicBezTo>
                <a:cubicBezTo>
                  <a:pt x="490692" y="88920"/>
                  <a:pt x="490783" y="89374"/>
                  <a:pt x="490829" y="89966"/>
                </a:cubicBezTo>
                <a:cubicBezTo>
                  <a:pt x="490921" y="90511"/>
                  <a:pt x="490966" y="91191"/>
                  <a:pt x="490966" y="92009"/>
                </a:cubicBezTo>
                <a:cubicBezTo>
                  <a:pt x="490966" y="92597"/>
                  <a:pt x="490943" y="93120"/>
                  <a:pt x="490898" y="93575"/>
                </a:cubicBezTo>
                <a:cubicBezTo>
                  <a:pt x="490852" y="93983"/>
                  <a:pt x="490783" y="94369"/>
                  <a:pt x="490692" y="94732"/>
                </a:cubicBezTo>
                <a:cubicBezTo>
                  <a:pt x="490646" y="95049"/>
                  <a:pt x="490535" y="95346"/>
                  <a:pt x="490352" y="95618"/>
                </a:cubicBezTo>
                <a:cubicBezTo>
                  <a:pt x="490215" y="95889"/>
                  <a:pt x="490012" y="96163"/>
                  <a:pt x="489740" y="96435"/>
                </a:cubicBezTo>
                <a:cubicBezTo>
                  <a:pt x="489512" y="96664"/>
                  <a:pt x="488786" y="97072"/>
                  <a:pt x="487560" y="97661"/>
                </a:cubicBezTo>
                <a:cubicBezTo>
                  <a:pt x="486334" y="98207"/>
                  <a:pt x="484745" y="98749"/>
                  <a:pt x="482794" y="99295"/>
                </a:cubicBezTo>
                <a:cubicBezTo>
                  <a:pt x="480839" y="99841"/>
                  <a:pt x="478570" y="100318"/>
                  <a:pt x="475981" y="100727"/>
                </a:cubicBezTo>
                <a:cubicBezTo>
                  <a:pt x="473438" y="101178"/>
                  <a:pt x="470715" y="101407"/>
                  <a:pt x="467809" y="101407"/>
                </a:cubicBezTo>
                <a:cubicBezTo>
                  <a:pt x="462771" y="101407"/>
                  <a:pt x="458342" y="100704"/>
                  <a:pt x="454530" y="99295"/>
                </a:cubicBezTo>
                <a:cubicBezTo>
                  <a:pt x="450761" y="97889"/>
                  <a:pt x="447584" y="95801"/>
                  <a:pt x="444995" y="93029"/>
                </a:cubicBezTo>
                <a:cubicBezTo>
                  <a:pt x="442406" y="90260"/>
                  <a:pt x="440454" y="86788"/>
                  <a:pt x="439137" y="82610"/>
                </a:cubicBezTo>
                <a:cubicBezTo>
                  <a:pt x="437822" y="78433"/>
                  <a:pt x="437162" y="73575"/>
                  <a:pt x="437162" y="68034"/>
                </a:cubicBezTo>
                <a:cubicBezTo>
                  <a:pt x="437162" y="62768"/>
                  <a:pt x="437842" y="58047"/>
                  <a:pt x="439205" y="53870"/>
                </a:cubicBezTo>
                <a:cubicBezTo>
                  <a:pt x="440568" y="49646"/>
                  <a:pt x="442520" y="46083"/>
                  <a:pt x="445063" y="43177"/>
                </a:cubicBezTo>
                <a:cubicBezTo>
                  <a:pt x="447649" y="40225"/>
                  <a:pt x="450761" y="37979"/>
                  <a:pt x="454393" y="36436"/>
                </a:cubicBezTo>
                <a:cubicBezTo>
                  <a:pt x="458025" y="34847"/>
                  <a:pt x="462088" y="34053"/>
                  <a:pt x="466583" y="34053"/>
                </a:cubicBezTo>
                <a:cubicBezTo>
                  <a:pt x="471395" y="34053"/>
                  <a:pt x="475481" y="34824"/>
                  <a:pt x="478842" y="36367"/>
                </a:cubicBezTo>
                <a:cubicBezTo>
                  <a:pt x="482248" y="37910"/>
                  <a:pt x="485040" y="39999"/>
                  <a:pt x="487220" y="42634"/>
                </a:cubicBezTo>
                <a:cubicBezTo>
                  <a:pt x="489397" y="45220"/>
                  <a:pt x="490989" y="48286"/>
                  <a:pt x="491986" y="51826"/>
                </a:cubicBezTo>
                <a:cubicBezTo>
                  <a:pt x="493032" y="55324"/>
                  <a:pt x="493552" y="59067"/>
                  <a:pt x="493552" y="63065"/>
                </a:cubicBezTo>
                <a:lnTo>
                  <a:pt x="493552" y="65108"/>
                </a:lnTo>
                <a:close/>
                <a:moveTo>
                  <a:pt x="482248" y="61771"/>
                </a:moveTo>
                <a:cubicBezTo>
                  <a:pt x="482385" y="55867"/>
                  <a:pt x="481068" y="51238"/>
                  <a:pt x="478299" y="47877"/>
                </a:cubicBezTo>
                <a:cubicBezTo>
                  <a:pt x="475573" y="44517"/>
                  <a:pt x="471510" y="42837"/>
                  <a:pt x="466106" y="42837"/>
                </a:cubicBezTo>
                <a:cubicBezTo>
                  <a:pt x="463337" y="42837"/>
                  <a:pt x="460908" y="43360"/>
                  <a:pt x="458819" y="44403"/>
                </a:cubicBezTo>
                <a:cubicBezTo>
                  <a:pt x="456731" y="45449"/>
                  <a:pt x="454985" y="46832"/>
                  <a:pt x="453576" y="48557"/>
                </a:cubicBezTo>
                <a:cubicBezTo>
                  <a:pt x="452167" y="50283"/>
                  <a:pt x="451078" y="52304"/>
                  <a:pt x="450307" y="54618"/>
                </a:cubicBezTo>
                <a:cubicBezTo>
                  <a:pt x="449535" y="56890"/>
                  <a:pt x="449104" y="59273"/>
                  <a:pt x="449012" y="61771"/>
                </a:cubicBezTo>
                <a:lnTo>
                  <a:pt x="482248" y="61771"/>
                </a:lnTo>
                <a:close/>
                <a:moveTo>
                  <a:pt x="546470" y="41134"/>
                </a:moveTo>
                <a:cubicBezTo>
                  <a:pt x="546470" y="42134"/>
                  <a:pt x="546447" y="42974"/>
                  <a:pt x="546402" y="43654"/>
                </a:cubicBezTo>
                <a:cubicBezTo>
                  <a:pt x="546356" y="44334"/>
                  <a:pt x="546267" y="44880"/>
                  <a:pt x="546130" y="45289"/>
                </a:cubicBezTo>
                <a:cubicBezTo>
                  <a:pt x="545993" y="45651"/>
                  <a:pt x="545813" y="45946"/>
                  <a:pt x="545584" y="46174"/>
                </a:cubicBezTo>
                <a:cubicBezTo>
                  <a:pt x="545404" y="46354"/>
                  <a:pt x="545130" y="46446"/>
                  <a:pt x="544767" y="46446"/>
                </a:cubicBezTo>
                <a:cubicBezTo>
                  <a:pt x="544404" y="46446"/>
                  <a:pt x="543950" y="46354"/>
                  <a:pt x="543407" y="46174"/>
                </a:cubicBezTo>
                <a:cubicBezTo>
                  <a:pt x="542907" y="45946"/>
                  <a:pt x="542315" y="45743"/>
                  <a:pt x="541635" y="45560"/>
                </a:cubicBezTo>
                <a:cubicBezTo>
                  <a:pt x="540998" y="45334"/>
                  <a:pt x="540272" y="45128"/>
                  <a:pt x="539455" y="44948"/>
                </a:cubicBezTo>
                <a:cubicBezTo>
                  <a:pt x="538638" y="44766"/>
                  <a:pt x="537752" y="44677"/>
                  <a:pt x="536801" y="44677"/>
                </a:cubicBezTo>
                <a:cubicBezTo>
                  <a:pt x="535663" y="44677"/>
                  <a:pt x="534552" y="44903"/>
                  <a:pt x="533463" y="45357"/>
                </a:cubicBezTo>
                <a:cubicBezTo>
                  <a:pt x="532371" y="45811"/>
                  <a:pt x="531214" y="46560"/>
                  <a:pt x="529988" y="47603"/>
                </a:cubicBezTo>
                <a:cubicBezTo>
                  <a:pt x="528808" y="48649"/>
                  <a:pt x="527559" y="50032"/>
                  <a:pt x="526242" y="51758"/>
                </a:cubicBezTo>
                <a:cubicBezTo>
                  <a:pt x="524928" y="53484"/>
                  <a:pt x="523473" y="55596"/>
                  <a:pt x="521884" y="58093"/>
                </a:cubicBezTo>
                <a:lnTo>
                  <a:pt x="521884" y="98409"/>
                </a:lnTo>
                <a:cubicBezTo>
                  <a:pt x="521884" y="98772"/>
                  <a:pt x="521793" y="99092"/>
                  <a:pt x="521613" y="99364"/>
                </a:cubicBezTo>
                <a:cubicBezTo>
                  <a:pt x="521430" y="99590"/>
                  <a:pt x="521136" y="99795"/>
                  <a:pt x="520727" y="99975"/>
                </a:cubicBezTo>
                <a:cubicBezTo>
                  <a:pt x="520318" y="100158"/>
                  <a:pt x="519750" y="100295"/>
                  <a:pt x="519024" y="100384"/>
                </a:cubicBezTo>
                <a:cubicBezTo>
                  <a:pt x="518298" y="100475"/>
                  <a:pt x="517367" y="100521"/>
                  <a:pt x="516232" y="100521"/>
                </a:cubicBezTo>
                <a:cubicBezTo>
                  <a:pt x="515144" y="100521"/>
                  <a:pt x="514235" y="100475"/>
                  <a:pt x="513509" y="100384"/>
                </a:cubicBezTo>
                <a:cubicBezTo>
                  <a:pt x="512780" y="100295"/>
                  <a:pt x="512192" y="100158"/>
                  <a:pt x="511737" y="99975"/>
                </a:cubicBezTo>
                <a:cubicBezTo>
                  <a:pt x="511329" y="99795"/>
                  <a:pt x="511034" y="99590"/>
                  <a:pt x="510852" y="99364"/>
                </a:cubicBezTo>
                <a:cubicBezTo>
                  <a:pt x="510714" y="99092"/>
                  <a:pt x="510649" y="98772"/>
                  <a:pt x="510649" y="98409"/>
                </a:cubicBezTo>
                <a:lnTo>
                  <a:pt x="510649" y="37116"/>
                </a:lnTo>
                <a:cubicBezTo>
                  <a:pt x="510649" y="36753"/>
                  <a:pt x="510714" y="36459"/>
                  <a:pt x="510852" y="36230"/>
                </a:cubicBezTo>
                <a:cubicBezTo>
                  <a:pt x="510989" y="35959"/>
                  <a:pt x="511260" y="35730"/>
                  <a:pt x="511669" y="35550"/>
                </a:cubicBezTo>
                <a:cubicBezTo>
                  <a:pt x="512077" y="35322"/>
                  <a:pt x="512600" y="35187"/>
                  <a:pt x="513235" y="35142"/>
                </a:cubicBezTo>
                <a:cubicBezTo>
                  <a:pt x="513872" y="35050"/>
                  <a:pt x="514712" y="35004"/>
                  <a:pt x="515755" y="35004"/>
                </a:cubicBezTo>
                <a:cubicBezTo>
                  <a:pt x="516755" y="35004"/>
                  <a:pt x="517572" y="35050"/>
                  <a:pt x="518207" y="35142"/>
                </a:cubicBezTo>
                <a:cubicBezTo>
                  <a:pt x="518887" y="35187"/>
                  <a:pt x="519410" y="35322"/>
                  <a:pt x="519773" y="35550"/>
                </a:cubicBezTo>
                <a:cubicBezTo>
                  <a:pt x="520136" y="35730"/>
                  <a:pt x="520387" y="35959"/>
                  <a:pt x="520521" y="36230"/>
                </a:cubicBezTo>
                <a:cubicBezTo>
                  <a:pt x="520704" y="36459"/>
                  <a:pt x="520796" y="36753"/>
                  <a:pt x="520796" y="37116"/>
                </a:cubicBezTo>
                <a:lnTo>
                  <a:pt x="520796" y="46037"/>
                </a:lnTo>
                <a:cubicBezTo>
                  <a:pt x="522476" y="43585"/>
                  <a:pt x="524042" y="41588"/>
                  <a:pt x="525493" y="40045"/>
                </a:cubicBezTo>
                <a:cubicBezTo>
                  <a:pt x="526994" y="38502"/>
                  <a:pt x="528399" y="37299"/>
                  <a:pt x="529717" y="36436"/>
                </a:cubicBezTo>
                <a:cubicBezTo>
                  <a:pt x="531034" y="35527"/>
                  <a:pt x="532329" y="34913"/>
                  <a:pt x="533597" y="34596"/>
                </a:cubicBezTo>
                <a:cubicBezTo>
                  <a:pt x="534915" y="34233"/>
                  <a:pt x="536232" y="34053"/>
                  <a:pt x="537549" y="34053"/>
                </a:cubicBezTo>
                <a:cubicBezTo>
                  <a:pt x="538138" y="34053"/>
                  <a:pt x="538798" y="34096"/>
                  <a:pt x="539524" y="34187"/>
                </a:cubicBezTo>
                <a:cubicBezTo>
                  <a:pt x="540295" y="34233"/>
                  <a:pt x="541090" y="34347"/>
                  <a:pt x="541907" y="34527"/>
                </a:cubicBezTo>
                <a:cubicBezTo>
                  <a:pt x="542724" y="34710"/>
                  <a:pt x="543450" y="34913"/>
                  <a:pt x="544087" y="35142"/>
                </a:cubicBezTo>
                <a:cubicBezTo>
                  <a:pt x="544767" y="35367"/>
                  <a:pt x="545244" y="35596"/>
                  <a:pt x="545516" y="35822"/>
                </a:cubicBezTo>
                <a:cubicBezTo>
                  <a:pt x="545790" y="36050"/>
                  <a:pt x="545970" y="36276"/>
                  <a:pt x="546062" y="36505"/>
                </a:cubicBezTo>
                <a:cubicBezTo>
                  <a:pt x="546153" y="36685"/>
                  <a:pt x="546222" y="36933"/>
                  <a:pt x="546267" y="37253"/>
                </a:cubicBezTo>
                <a:cubicBezTo>
                  <a:pt x="546356" y="37570"/>
                  <a:pt x="546402" y="38048"/>
                  <a:pt x="546402" y="38682"/>
                </a:cubicBezTo>
                <a:cubicBezTo>
                  <a:pt x="546447" y="39273"/>
                  <a:pt x="546470" y="40091"/>
                  <a:pt x="546470" y="41134"/>
                </a:cubicBezTo>
                <a:close/>
                <a:moveTo>
                  <a:pt x="602589" y="98478"/>
                </a:moveTo>
                <a:cubicBezTo>
                  <a:pt x="602589" y="99024"/>
                  <a:pt x="602406" y="99432"/>
                  <a:pt x="602043" y="99704"/>
                </a:cubicBezTo>
                <a:cubicBezTo>
                  <a:pt x="601680" y="99975"/>
                  <a:pt x="601180" y="100181"/>
                  <a:pt x="600546" y="100318"/>
                </a:cubicBezTo>
                <a:cubicBezTo>
                  <a:pt x="599908" y="100453"/>
                  <a:pt x="598980" y="100521"/>
                  <a:pt x="597754" y="100521"/>
                </a:cubicBezTo>
                <a:cubicBezTo>
                  <a:pt x="596574" y="100521"/>
                  <a:pt x="595619" y="100453"/>
                  <a:pt x="594893" y="100318"/>
                </a:cubicBezTo>
                <a:cubicBezTo>
                  <a:pt x="594211" y="100181"/>
                  <a:pt x="593713" y="99975"/>
                  <a:pt x="593393" y="99704"/>
                </a:cubicBezTo>
                <a:cubicBezTo>
                  <a:pt x="593076" y="99432"/>
                  <a:pt x="592919" y="99024"/>
                  <a:pt x="592919" y="98478"/>
                </a:cubicBezTo>
                <a:lnTo>
                  <a:pt x="592919" y="92349"/>
                </a:lnTo>
                <a:cubicBezTo>
                  <a:pt x="590239" y="95209"/>
                  <a:pt x="587241" y="97435"/>
                  <a:pt x="583929" y="99024"/>
                </a:cubicBezTo>
                <a:cubicBezTo>
                  <a:pt x="580660" y="100613"/>
                  <a:pt x="577186" y="101407"/>
                  <a:pt x="573508" y="101407"/>
                </a:cubicBezTo>
                <a:cubicBezTo>
                  <a:pt x="570285" y="101407"/>
                  <a:pt x="567356" y="100975"/>
                  <a:pt x="564721" y="100113"/>
                </a:cubicBezTo>
                <a:cubicBezTo>
                  <a:pt x="562135" y="99295"/>
                  <a:pt x="559909" y="98092"/>
                  <a:pt x="558049" y="96503"/>
                </a:cubicBezTo>
                <a:cubicBezTo>
                  <a:pt x="556232" y="94915"/>
                  <a:pt x="554803" y="92963"/>
                  <a:pt x="553757" y="90646"/>
                </a:cubicBezTo>
                <a:cubicBezTo>
                  <a:pt x="552760" y="88331"/>
                  <a:pt x="552260" y="85696"/>
                  <a:pt x="552260" y="82747"/>
                </a:cubicBezTo>
                <a:cubicBezTo>
                  <a:pt x="552260" y="79296"/>
                  <a:pt x="552963" y="76298"/>
                  <a:pt x="554371" y="73755"/>
                </a:cubicBezTo>
                <a:cubicBezTo>
                  <a:pt x="555777" y="71215"/>
                  <a:pt x="557797" y="69103"/>
                  <a:pt x="560432" y="67423"/>
                </a:cubicBezTo>
                <a:cubicBezTo>
                  <a:pt x="563064" y="65743"/>
                  <a:pt x="566290" y="64494"/>
                  <a:pt x="570102" y="63677"/>
                </a:cubicBezTo>
                <a:cubicBezTo>
                  <a:pt x="573917" y="62814"/>
                  <a:pt x="578209" y="62382"/>
                  <a:pt x="582975" y="62382"/>
                </a:cubicBezTo>
                <a:lnTo>
                  <a:pt x="591419" y="62382"/>
                </a:lnTo>
                <a:lnTo>
                  <a:pt x="591419" y="57616"/>
                </a:lnTo>
                <a:cubicBezTo>
                  <a:pt x="591419" y="55255"/>
                  <a:pt x="591170" y="53167"/>
                  <a:pt x="590670" y="51349"/>
                </a:cubicBezTo>
                <a:cubicBezTo>
                  <a:pt x="590170" y="49535"/>
                  <a:pt x="589353" y="48035"/>
                  <a:pt x="588218" y="46854"/>
                </a:cubicBezTo>
                <a:cubicBezTo>
                  <a:pt x="587130" y="45629"/>
                  <a:pt x="585698" y="44720"/>
                  <a:pt x="583929" y="44131"/>
                </a:cubicBezTo>
                <a:cubicBezTo>
                  <a:pt x="582158" y="43494"/>
                  <a:pt x="579977" y="43177"/>
                  <a:pt x="577388" y="43177"/>
                </a:cubicBezTo>
                <a:cubicBezTo>
                  <a:pt x="574620" y="43177"/>
                  <a:pt x="572122" y="43517"/>
                  <a:pt x="569899" y="44200"/>
                </a:cubicBezTo>
                <a:cubicBezTo>
                  <a:pt x="567719" y="44834"/>
                  <a:pt x="565790" y="45560"/>
                  <a:pt x="564110" y="46377"/>
                </a:cubicBezTo>
                <a:cubicBezTo>
                  <a:pt x="562475" y="47152"/>
                  <a:pt x="561089" y="47877"/>
                  <a:pt x="559955" y="48557"/>
                </a:cubicBezTo>
                <a:cubicBezTo>
                  <a:pt x="558866" y="49195"/>
                  <a:pt x="558049" y="49512"/>
                  <a:pt x="557503" y="49512"/>
                </a:cubicBezTo>
                <a:cubicBezTo>
                  <a:pt x="557140" y="49512"/>
                  <a:pt x="556823" y="49420"/>
                  <a:pt x="556549" y="49238"/>
                </a:cubicBezTo>
                <a:cubicBezTo>
                  <a:pt x="556277" y="49058"/>
                  <a:pt x="556029" y="48786"/>
                  <a:pt x="555800" y="48420"/>
                </a:cubicBezTo>
                <a:cubicBezTo>
                  <a:pt x="555620" y="48057"/>
                  <a:pt x="555483" y="47603"/>
                  <a:pt x="555391" y="47060"/>
                </a:cubicBezTo>
                <a:cubicBezTo>
                  <a:pt x="555300" y="46469"/>
                  <a:pt x="555257" y="45834"/>
                  <a:pt x="555257" y="45151"/>
                </a:cubicBezTo>
                <a:cubicBezTo>
                  <a:pt x="555257" y="44017"/>
                  <a:pt x="555323" y="43131"/>
                  <a:pt x="555460" y="42497"/>
                </a:cubicBezTo>
                <a:cubicBezTo>
                  <a:pt x="555643" y="41817"/>
                  <a:pt x="556029" y="41179"/>
                  <a:pt x="556617" y="40591"/>
                </a:cubicBezTo>
                <a:cubicBezTo>
                  <a:pt x="557255" y="39999"/>
                  <a:pt x="558320" y="39319"/>
                  <a:pt x="559818" y="38548"/>
                </a:cubicBezTo>
                <a:cubicBezTo>
                  <a:pt x="561318" y="37730"/>
                  <a:pt x="563044" y="37002"/>
                  <a:pt x="564995" y="36367"/>
                </a:cubicBezTo>
                <a:cubicBezTo>
                  <a:pt x="566947" y="35687"/>
                  <a:pt x="569082" y="35142"/>
                  <a:pt x="571396" y="34733"/>
                </a:cubicBezTo>
                <a:cubicBezTo>
                  <a:pt x="573711" y="34279"/>
                  <a:pt x="576051" y="34053"/>
                  <a:pt x="578411" y="34053"/>
                </a:cubicBezTo>
                <a:cubicBezTo>
                  <a:pt x="582815" y="34053"/>
                  <a:pt x="586561" y="34550"/>
                  <a:pt x="589650" y="35550"/>
                </a:cubicBezTo>
                <a:cubicBezTo>
                  <a:pt x="592736" y="36547"/>
                  <a:pt x="595234" y="38025"/>
                  <a:pt x="597139" y="39976"/>
                </a:cubicBezTo>
                <a:cubicBezTo>
                  <a:pt x="599048" y="41882"/>
                  <a:pt x="600431" y="44268"/>
                  <a:pt x="601294" y="47129"/>
                </a:cubicBezTo>
                <a:cubicBezTo>
                  <a:pt x="602157" y="49989"/>
                  <a:pt x="602589" y="53324"/>
                  <a:pt x="602589" y="57139"/>
                </a:cubicBezTo>
                <a:lnTo>
                  <a:pt x="602589" y="98478"/>
                </a:lnTo>
                <a:close/>
                <a:moveTo>
                  <a:pt x="591419" y="70486"/>
                </a:moveTo>
                <a:lnTo>
                  <a:pt x="581818" y="70486"/>
                </a:lnTo>
                <a:cubicBezTo>
                  <a:pt x="578729" y="70486"/>
                  <a:pt x="576051" y="70760"/>
                  <a:pt x="573779" y="71303"/>
                </a:cubicBezTo>
                <a:cubicBezTo>
                  <a:pt x="571511" y="71803"/>
                  <a:pt x="569625" y="72575"/>
                  <a:pt x="568127" y="73621"/>
                </a:cubicBezTo>
                <a:cubicBezTo>
                  <a:pt x="566630" y="74618"/>
                  <a:pt x="565518" y="75844"/>
                  <a:pt x="564790" y="77298"/>
                </a:cubicBezTo>
                <a:cubicBezTo>
                  <a:pt x="564110" y="78704"/>
                  <a:pt x="563770" y="80339"/>
                  <a:pt x="563770" y="82202"/>
                </a:cubicBezTo>
                <a:cubicBezTo>
                  <a:pt x="563770" y="85379"/>
                  <a:pt x="564767" y="87922"/>
                  <a:pt x="566764" y="89828"/>
                </a:cubicBezTo>
                <a:cubicBezTo>
                  <a:pt x="568807" y="91691"/>
                  <a:pt x="571648" y="92620"/>
                  <a:pt x="575280" y="92620"/>
                </a:cubicBezTo>
                <a:cubicBezTo>
                  <a:pt x="578229" y="92620"/>
                  <a:pt x="580955" y="91871"/>
                  <a:pt x="583452" y="90374"/>
                </a:cubicBezTo>
                <a:cubicBezTo>
                  <a:pt x="585992" y="88877"/>
                  <a:pt x="588650" y="86582"/>
                  <a:pt x="591419" y="83496"/>
                </a:cubicBezTo>
                <a:lnTo>
                  <a:pt x="591419" y="70486"/>
                </a:lnTo>
                <a:close/>
                <a:moveTo>
                  <a:pt x="653804" y="93915"/>
                </a:moveTo>
                <a:cubicBezTo>
                  <a:pt x="653804" y="95232"/>
                  <a:pt x="653712" y="96275"/>
                  <a:pt x="653529" y="97049"/>
                </a:cubicBezTo>
                <a:cubicBezTo>
                  <a:pt x="653349" y="97821"/>
                  <a:pt x="653078" y="98387"/>
                  <a:pt x="652712" y="98749"/>
                </a:cubicBezTo>
                <a:cubicBezTo>
                  <a:pt x="652349" y="99115"/>
                  <a:pt x="651806" y="99455"/>
                  <a:pt x="651078" y="99772"/>
                </a:cubicBezTo>
                <a:cubicBezTo>
                  <a:pt x="650352" y="100090"/>
                  <a:pt x="649512" y="100341"/>
                  <a:pt x="648560" y="100521"/>
                </a:cubicBezTo>
                <a:cubicBezTo>
                  <a:pt x="647652" y="100750"/>
                  <a:pt x="646674" y="100930"/>
                  <a:pt x="645631" y="101067"/>
                </a:cubicBezTo>
                <a:cubicBezTo>
                  <a:pt x="644585" y="101201"/>
                  <a:pt x="643542" y="101270"/>
                  <a:pt x="642497" y="101270"/>
                </a:cubicBezTo>
                <a:cubicBezTo>
                  <a:pt x="639319" y="101270"/>
                  <a:pt x="636596" y="100861"/>
                  <a:pt x="634324" y="100044"/>
                </a:cubicBezTo>
                <a:cubicBezTo>
                  <a:pt x="632055" y="99181"/>
                  <a:pt x="630192" y="97909"/>
                  <a:pt x="628741" y="96232"/>
                </a:cubicBezTo>
                <a:cubicBezTo>
                  <a:pt x="627289" y="94506"/>
                  <a:pt x="626220" y="92349"/>
                  <a:pt x="625540" y="89760"/>
                </a:cubicBezTo>
                <a:cubicBezTo>
                  <a:pt x="624903" y="87128"/>
                  <a:pt x="624586" y="84039"/>
                  <a:pt x="624586" y="80499"/>
                </a:cubicBezTo>
                <a:lnTo>
                  <a:pt x="624586" y="44677"/>
                </a:lnTo>
                <a:lnTo>
                  <a:pt x="616005" y="44677"/>
                </a:lnTo>
                <a:cubicBezTo>
                  <a:pt x="615325" y="44677"/>
                  <a:pt x="614779" y="44311"/>
                  <a:pt x="614370" y="43585"/>
                </a:cubicBezTo>
                <a:cubicBezTo>
                  <a:pt x="613962" y="42860"/>
                  <a:pt x="613759" y="41679"/>
                  <a:pt x="613759" y="40045"/>
                </a:cubicBezTo>
                <a:cubicBezTo>
                  <a:pt x="613759" y="39182"/>
                  <a:pt x="613804" y="38456"/>
                  <a:pt x="613893" y="37865"/>
                </a:cubicBezTo>
                <a:cubicBezTo>
                  <a:pt x="614030" y="37276"/>
                  <a:pt x="614190" y="36799"/>
                  <a:pt x="614370" y="36436"/>
                </a:cubicBezTo>
                <a:cubicBezTo>
                  <a:pt x="614553" y="36027"/>
                  <a:pt x="614779" y="35753"/>
                  <a:pt x="615050" y="35619"/>
                </a:cubicBezTo>
                <a:cubicBezTo>
                  <a:pt x="615370" y="35436"/>
                  <a:pt x="615710" y="35344"/>
                  <a:pt x="616073" y="35344"/>
                </a:cubicBezTo>
                <a:lnTo>
                  <a:pt x="624586" y="35344"/>
                </a:lnTo>
                <a:lnTo>
                  <a:pt x="624586" y="20771"/>
                </a:lnTo>
                <a:cubicBezTo>
                  <a:pt x="624586" y="20454"/>
                  <a:pt x="624654" y="20157"/>
                  <a:pt x="624792" y="19885"/>
                </a:cubicBezTo>
                <a:cubicBezTo>
                  <a:pt x="624972" y="19614"/>
                  <a:pt x="625269" y="19385"/>
                  <a:pt x="625677" y="19205"/>
                </a:cubicBezTo>
                <a:cubicBezTo>
                  <a:pt x="626129" y="18977"/>
                  <a:pt x="626720" y="18819"/>
                  <a:pt x="627446" y="18728"/>
                </a:cubicBezTo>
                <a:cubicBezTo>
                  <a:pt x="628172" y="18637"/>
                  <a:pt x="629081" y="18591"/>
                  <a:pt x="630172" y="18591"/>
                </a:cubicBezTo>
                <a:cubicBezTo>
                  <a:pt x="631307" y="18591"/>
                  <a:pt x="632235" y="18637"/>
                  <a:pt x="632964" y="18728"/>
                </a:cubicBezTo>
                <a:cubicBezTo>
                  <a:pt x="633690" y="18819"/>
                  <a:pt x="634258" y="18977"/>
                  <a:pt x="634667" y="19205"/>
                </a:cubicBezTo>
                <a:cubicBezTo>
                  <a:pt x="635076" y="19385"/>
                  <a:pt x="635370" y="19614"/>
                  <a:pt x="635550" y="19885"/>
                </a:cubicBezTo>
                <a:cubicBezTo>
                  <a:pt x="635733" y="20157"/>
                  <a:pt x="635824" y="20454"/>
                  <a:pt x="635824" y="20771"/>
                </a:cubicBezTo>
                <a:lnTo>
                  <a:pt x="635824" y="35344"/>
                </a:lnTo>
                <a:lnTo>
                  <a:pt x="651555" y="35344"/>
                </a:lnTo>
                <a:cubicBezTo>
                  <a:pt x="651918" y="35344"/>
                  <a:pt x="652238" y="35436"/>
                  <a:pt x="652509" y="35619"/>
                </a:cubicBezTo>
                <a:cubicBezTo>
                  <a:pt x="652781" y="35753"/>
                  <a:pt x="653009" y="36027"/>
                  <a:pt x="653189" y="36436"/>
                </a:cubicBezTo>
                <a:cubicBezTo>
                  <a:pt x="653418" y="36799"/>
                  <a:pt x="653575" y="37276"/>
                  <a:pt x="653667" y="37865"/>
                </a:cubicBezTo>
                <a:cubicBezTo>
                  <a:pt x="653758" y="38456"/>
                  <a:pt x="653804" y="39182"/>
                  <a:pt x="653804" y="40045"/>
                </a:cubicBezTo>
                <a:cubicBezTo>
                  <a:pt x="653804" y="41679"/>
                  <a:pt x="653598" y="42860"/>
                  <a:pt x="653189" y="43585"/>
                </a:cubicBezTo>
                <a:cubicBezTo>
                  <a:pt x="652781" y="44311"/>
                  <a:pt x="652238" y="44677"/>
                  <a:pt x="651555" y="44677"/>
                </a:cubicBezTo>
                <a:lnTo>
                  <a:pt x="635824" y="44677"/>
                </a:lnTo>
                <a:lnTo>
                  <a:pt x="635824" y="78864"/>
                </a:lnTo>
                <a:cubicBezTo>
                  <a:pt x="635824" y="83088"/>
                  <a:pt x="636436" y="86288"/>
                  <a:pt x="637662" y="88468"/>
                </a:cubicBezTo>
                <a:cubicBezTo>
                  <a:pt x="638933" y="90600"/>
                  <a:pt x="641182" y="91669"/>
                  <a:pt x="644405" y="91669"/>
                </a:cubicBezTo>
                <a:cubicBezTo>
                  <a:pt x="645448" y="91669"/>
                  <a:pt x="646380" y="91577"/>
                  <a:pt x="647197" y="91394"/>
                </a:cubicBezTo>
                <a:cubicBezTo>
                  <a:pt x="648014" y="91169"/>
                  <a:pt x="648740" y="90940"/>
                  <a:pt x="649377" y="90714"/>
                </a:cubicBezTo>
                <a:cubicBezTo>
                  <a:pt x="650012" y="90488"/>
                  <a:pt x="650558" y="90283"/>
                  <a:pt x="651012" y="90103"/>
                </a:cubicBezTo>
                <a:cubicBezTo>
                  <a:pt x="651466" y="89874"/>
                  <a:pt x="651875" y="89760"/>
                  <a:pt x="652238" y="89760"/>
                </a:cubicBezTo>
                <a:cubicBezTo>
                  <a:pt x="652464" y="89760"/>
                  <a:pt x="652669" y="89828"/>
                  <a:pt x="652849" y="89966"/>
                </a:cubicBezTo>
                <a:cubicBezTo>
                  <a:pt x="653078" y="90057"/>
                  <a:pt x="653235" y="90260"/>
                  <a:pt x="653327" y="90577"/>
                </a:cubicBezTo>
                <a:cubicBezTo>
                  <a:pt x="653464" y="90897"/>
                  <a:pt x="653575" y="91329"/>
                  <a:pt x="653667" y="91871"/>
                </a:cubicBezTo>
                <a:cubicBezTo>
                  <a:pt x="653758" y="92417"/>
                  <a:pt x="653804" y="93097"/>
                  <a:pt x="653804" y="93915"/>
                </a:cubicBezTo>
                <a:close/>
                <a:moveTo>
                  <a:pt x="719455" y="65108"/>
                </a:moveTo>
                <a:cubicBezTo>
                  <a:pt x="719455" y="66877"/>
                  <a:pt x="719000" y="68149"/>
                  <a:pt x="718095" y="68920"/>
                </a:cubicBezTo>
                <a:cubicBezTo>
                  <a:pt x="717232" y="69649"/>
                  <a:pt x="716232" y="70012"/>
                  <a:pt x="715097" y="70012"/>
                </a:cubicBezTo>
                <a:lnTo>
                  <a:pt x="674915" y="70012"/>
                </a:lnTo>
                <a:cubicBezTo>
                  <a:pt x="674915" y="73415"/>
                  <a:pt x="675255" y="76481"/>
                  <a:pt x="675938" y="79204"/>
                </a:cubicBezTo>
                <a:cubicBezTo>
                  <a:pt x="676618" y="81930"/>
                  <a:pt x="677752" y="84268"/>
                  <a:pt x="679341" y="86219"/>
                </a:cubicBezTo>
                <a:cubicBezTo>
                  <a:pt x="680930" y="88171"/>
                  <a:pt x="682996" y="89671"/>
                  <a:pt x="685539" y="90714"/>
                </a:cubicBezTo>
                <a:cubicBezTo>
                  <a:pt x="688082" y="91760"/>
                  <a:pt x="691191" y="92280"/>
                  <a:pt x="694869" y="92280"/>
                </a:cubicBezTo>
                <a:cubicBezTo>
                  <a:pt x="697775" y="92280"/>
                  <a:pt x="700364" y="92054"/>
                  <a:pt x="702633" y="91600"/>
                </a:cubicBezTo>
                <a:cubicBezTo>
                  <a:pt x="704904" y="91100"/>
                  <a:pt x="706856" y="90554"/>
                  <a:pt x="708491" y="89966"/>
                </a:cubicBezTo>
                <a:cubicBezTo>
                  <a:pt x="710171" y="89374"/>
                  <a:pt x="711534" y="88854"/>
                  <a:pt x="712577" y="88400"/>
                </a:cubicBezTo>
                <a:cubicBezTo>
                  <a:pt x="713668" y="87900"/>
                  <a:pt x="714486" y="87651"/>
                  <a:pt x="715029" y="87651"/>
                </a:cubicBezTo>
                <a:cubicBezTo>
                  <a:pt x="715346" y="87651"/>
                  <a:pt x="715620" y="87740"/>
                  <a:pt x="715846" y="87922"/>
                </a:cubicBezTo>
                <a:cubicBezTo>
                  <a:pt x="716120" y="88060"/>
                  <a:pt x="716323" y="88285"/>
                  <a:pt x="716460" y="88603"/>
                </a:cubicBezTo>
                <a:cubicBezTo>
                  <a:pt x="716594" y="88920"/>
                  <a:pt x="716686" y="89374"/>
                  <a:pt x="716732" y="89966"/>
                </a:cubicBezTo>
                <a:cubicBezTo>
                  <a:pt x="716823" y="90511"/>
                  <a:pt x="716869" y="91191"/>
                  <a:pt x="716869" y="92009"/>
                </a:cubicBezTo>
                <a:cubicBezTo>
                  <a:pt x="716869" y="92597"/>
                  <a:pt x="716846" y="93120"/>
                  <a:pt x="716800" y="93575"/>
                </a:cubicBezTo>
                <a:cubicBezTo>
                  <a:pt x="716754" y="93983"/>
                  <a:pt x="716686" y="94369"/>
                  <a:pt x="716594" y="94732"/>
                </a:cubicBezTo>
                <a:cubicBezTo>
                  <a:pt x="716549" y="95049"/>
                  <a:pt x="716437" y="95346"/>
                  <a:pt x="716254" y="95618"/>
                </a:cubicBezTo>
                <a:cubicBezTo>
                  <a:pt x="716120" y="95889"/>
                  <a:pt x="715914" y="96163"/>
                  <a:pt x="715643" y="96435"/>
                </a:cubicBezTo>
                <a:cubicBezTo>
                  <a:pt x="715414" y="96664"/>
                  <a:pt x="714688" y="97072"/>
                  <a:pt x="713463" y="97661"/>
                </a:cubicBezTo>
                <a:cubicBezTo>
                  <a:pt x="712237" y="98207"/>
                  <a:pt x="710648" y="98749"/>
                  <a:pt x="708696" y="99295"/>
                </a:cubicBezTo>
                <a:cubicBezTo>
                  <a:pt x="706742" y="99841"/>
                  <a:pt x="704473" y="100318"/>
                  <a:pt x="701884" y="100727"/>
                </a:cubicBezTo>
                <a:cubicBezTo>
                  <a:pt x="699344" y="101178"/>
                  <a:pt x="696618" y="101407"/>
                  <a:pt x="693712" y="101407"/>
                </a:cubicBezTo>
                <a:cubicBezTo>
                  <a:pt x="688674" y="101407"/>
                  <a:pt x="684245" y="100704"/>
                  <a:pt x="680433" y="99295"/>
                </a:cubicBezTo>
                <a:cubicBezTo>
                  <a:pt x="676664" y="97889"/>
                  <a:pt x="673486" y="95801"/>
                  <a:pt x="670897" y="93029"/>
                </a:cubicBezTo>
                <a:cubicBezTo>
                  <a:pt x="668308" y="90260"/>
                  <a:pt x="666357" y="86788"/>
                  <a:pt x="665039" y="82610"/>
                </a:cubicBezTo>
                <a:cubicBezTo>
                  <a:pt x="663725" y="78433"/>
                  <a:pt x="663065" y="73575"/>
                  <a:pt x="663065" y="68034"/>
                </a:cubicBezTo>
                <a:cubicBezTo>
                  <a:pt x="663065" y="62768"/>
                  <a:pt x="663745" y="58047"/>
                  <a:pt x="665108" y="53870"/>
                </a:cubicBezTo>
                <a:cubicBezTo>
                  <a:pt x="666471" y="49646"/>
                  <a:pt x="668423" y="46083"/>
                  <a:pt x="670966" y="43177"/>
                </a:cubicBezTo>
                <a:cubicBezTo>
                  <a:pt x="673555" y="40225"/>
                  <a:pt x="676664" y="37979"/>
                  <a:pt x="680296" y="36436"/>
                </a:cubicBezTo>
                <a:cubicBezTo>
                  <a:pt x="683927" y="34847"/>
                  <a:pt x="687991" y="34053"/>
                  <a:pt x="692486" y="34053"/>
                </a:cubicBezTo>
                <a:cubicBezTo>
                  <a:pt x="697301" y="34053"/>
                  <a:pt x="701387" y="34824"/>
                  <a:pt x="704744" y="36367"/>
                </a:cubicBezTo>
                <a:cubicBezTo>
                  <a:pt x="708151" y="37910"/>
                  <a:pt x="710942" y="39999"/>
                  <a:pt x="713123" y="42634"/>
                </a:cubicBezTo>
                <a:cubicBezTo>
                  <a:pt x="715303" y="45220"/>
                  <a:pt x="716892" y="48286"/>
                  <a:pt x="717889" y="51826"/>
                </a:cubicBezTo>
                <a:cubicBezTo>
                  <a:pt x="718935" y="55324"/>
                  <a:pt x="719455" y="59067"/>
                  <a:pt x="719455" y="63065"/>
                </a:cubicBezTo>
                <a:lnTo>
                  <a:pt x="719455" y="65108"/>
                </a:lnTo>
                <a:close/>
                <a:moveTo>
                  <a:pt x="708151" y="61771"/>
                </a:moveTo>
                <a:cubicBezTo>
                  <a:pt x="708288" y="55867"/>
                  <a:pt x="706970" y="51238"/>
                  <a:pt x="704201" y="47877"/>
                </a:cubicBezTo>
                <a:cubicBezTo>
                  <a:pt x="701475" y="44517"/>
                  <a:pt x="697412" y="42837"/>
                  <a:pt x="692008" y="42837"/>
                </a:cubicBezTo>
                <a:cubicBezTo>
                  <a:pt x="689240" y="42837"/>
                  <a:pt x="686811" y="43360"/>
                  <a:pt x="684722" y="44403"/>
                </a:cubicBezTo>
                <a:cubicBezTo>
                  <a:pt x="682633" y="45449"/>
                  <a:pt x="680887" y="46832"/>
                  <a:pt x="679478" y="48557"/>
                </a:cubicBezTo>
                <a:cubicBezTo>
                  <a:pt x="678070" y="50283"/>
                  <a:pt x="676981" y="52304"/>
                  <a:pt x="676209" y="54618"/>
                </a:cubicBezTo>
                <a:cubicBezTo>
                  <a:pt x="675438" y="56890"/>
                  <a:pt x="675006" y="59273"/>
                  <a:pt x="674915" y="61771"/>
                </a:cubicBezTo>
                <a:lnTo>
                  <a:pt x="708151" y="61771"/>
                </a:lnTo>
                <a:close/>
                <a:moveTo>
                  <a:pt x="801659" y="11919"/>
                </a:moveTo>
                <a:cubicBezTo>
                  <a:pt x="801659" y="12779"/>
                  <a:pt x="801614" y="13485"/>
                  <a:pt x="801522" y="14027"/>
                </a:cubicBezTo>
                <a:cubicBezTo>
                  <a:pt x="801431" y="14528"/>
                  <a:pt x="801316" y="14936"/>
                  <a:pt x="801182" y="15253"/>
                </a:cubicBezTo>
                <a:cubicBezTo>
                  <a:pt x="801091" y="15573"/>
                  <a:pt x="800954" y="15799"/>
                  <a:pt x="800774" y="15936"/>
                </a:cubicBezTo>
                <a:cubicBezTo>
                  <a:pt x="800591" y="16028"/>
                  <a:pt x="800365" y="16071"/>
                  <a:pt x="800091" y="16071"/>
                </a:cubicBezTo>
                <a:cubicBezTo>
                  <a:pt x="799773" y="16071"/>
                  <a:pt x="799365" y="15982"/>
                  <a:pt x="798865" y="15799"/>
                </a:cubicBezTo>
                <a:cubicBezTo>
                  <a:pt x="798410" y="15573"/>
                  <a:pt x="797845" y="15345"/>
                  <a:pt x="797164" y="15119"/>
                </a:cubicBezTo>
                <a:cubicBezTo>
                  <a:pt x="796482" y="14845"/>
                  <a:pt x="795664" y="14619"/>
                  <a:pt x="794710" y="14436"/>
                </a:cubicBezTo>
                <a:cubicBezTo>
                  <a:pt x="793804" y="14210"/>
                  <a:pt x="792735" y="14096"/>
                  <a:pt x="791509" y="14096"/>
                </a:cubicBezTo>
                <a:cubicBezTo>
                  <a:pt x="789829" y="14096"/>
                  <a:pt x="788401" y="14370"/>
                  <a:pt x="787220" y="14913"/>
                </a:cubicBezTo>
                <a:cubicBezTo>
                  <a:pt x="786040" y="15459"/>
                  <a:pt x="785086" y="16322"/>
                  <a:pt x="784360" y="17502"/>
                </a:cubicBezTo>
                <a:cubicBezTo>
                  <a:pt x="783634" y="18637"/>
                  <a:pt x="783111" y="20137"/>
                  <a:pt x="782794" y="21997"/>
                </a:cubicBezTo>
                <a:cubicBezTo>
                  <a:pt x="782474" y="23814"/>
                  <a:pt x="782317" y="26038"/>
                  <a:pt x="782317" y="28672"/>
                </a:cubicBezTo>
                <a:lnTo>
                  <a:pt x="782317" y="35344"/>
                </a:lnTo>
                <a:lnTo>
                  <a:pt x="796004" y="35344"/>
                </a:lnTo>
                <a:cubicBezTo>
                  <a:pt x="796367" y="35344"/>
                  <a:pt x="796664" y="35436"/>
                  <a:pt x="796890" y="35619"/>
                </a:cubicBezTo>
                <a:cubicBezTo>
                  <a:pt x="797164" y="35753"/>
                  <a:pt x="797390" y="36027"/>
                  <a:pt x="797573" y="36436"/>
                </a:cubicBezTo>
                <a:cubicBezTo>
                  <a:pt x="797799" y="36799"/>
                  <a:pt x="797959" y="37276"/>
                  <a:pt x="798047" y="37865"/>
                </a:cubicBezTo>
                <a:cubicBezTo>
                  <a:pt x="798185" y="38456"/>
                  <a:pt x="798253" y="39182"/>
                  <a:pt x="798253" y="40045"/>
                </a:cubicBezTo>
                <a:cubicBezTo>
                  <a:pt x="798253" y="41679"/>
                  <a:pt x="798047" y="42860"/>
                  <a:pt x="797639" y="43585"/>
                </a:cubicBezTo>
                <a:cubicBezTo>
                  <a:pt x="797230" y="44311"/>
                  <a:pt x="796687" y="44677"/>
                  <a:pt x="796004" y="44677"/>
                </a:cubicBezTo>
                <a:lnTo>
                  <a:pt x="782317" y="44677"/>
                </a:lnTo>
                <a:lnTo>
                  <a:pt x="782317" y="98409"/>
                </a:lnTo>
                <a:cubicBezTo>
                  <a:pt x="782317" y="98772"/>
                  <a:pt x="782225" y="99092"/>
                  <a:pt x="782043" y="99364"/>
                </a:cubicBezTo>
                <a:cubicBezTo>
                  <a:pt x="781863" y="99590"/>
                  <a:pt x="781545" y="99795"/>
                  <a:pt x="781091" y="99975"/>
                </a:cubicBezTo>
                <a:cubicBezTo>
                  <a:pt x="780682" y="100158"/>
                  <a:pt x="780114" y="100295"/>
                  <a:pt x="779388" y="100384"/>
                </a:cubicBezTo>
                <a:cubicBezTo>
                  <a:pt x="778662" y="100475"/>
                  <a:pt x="777753" y="100521"/>
                  <a:pt x="776665" y="100521"/>
                </a:cubicBezTo>
                <a:cubicBezTo>
                  <a:pt x="775573" y="100521"/>
                  <a:pt x="774665" y="100475"/>
                  <a:pt x="773939" y="100384"/>
                </a:cubicBezTo>
                <a:cubicBezTo>
                  <a:pt x="773213" y="100295"/>
                  <a:pt x="772621" y="100158"/>
                  <a:pt x="772170" y="99975"/>
                </a:cubicBezTo>
                <a:cubicBezTo>
                  <a:pt x="771761" y="99795"/>
                  <a:pt x="771464" y="99590"/>
                  <a:pt x="771284" y="99364"/>
                </a:cubicBezTo>
                <a:cubicBezTo>
                  <a:pt x="771101" y="99092"/>
                  <a:pt x="771010" y="98772"/>
                  <a:pt x="771010" y="98409"/>
                </a:cubicBezTo>
                <a:lnTo>
                  <a:pt x="771010" y="44677"/>
                </a:lnTo>
                <a:lnTo>
                  <a:pt x="762363" y="44677"/>
                </a:lnTo>
                <a:cubicBezTo>
                  <a:pt x="761634" y="44677"/>
                  <a:pt x="761091" y="44311"/>
                  <a:pt x="760729" y="43585"/>
                </a:cubicBezTo>
                <a:cubicBezTo>
                  <a:pt x="760363" y="42860"/>
                  <a:pt x="760183" y="41679"/>
                  <a:pt x="760183" y="40045"/>
                </a:cubicBezTo>
                <a:cubicBezTo>
                  <a:pt x="760183" y="39182"/>
                  <a:pt x="760228" y="38456"/>
                  <a:pt x="760320" y="37865"/>
                </a:cubicBezTo>
                <a:cubicBezTo>
                  <a:pt x="760408" y="37276"/>
                  <a:pt x="760546" y="36799"/>
                  <a:pt x="760729" y="36436"/>
                </a:cubicBezTo>
                <a:cubicBezTo>
                  <a:pt x="760909" y="36027"/>
                  <a:pt x="761137" y="35753"/>
                  <a:pt x="761409" y="35619"/>
                </a:cubicBezTo>
                <a:cubicBezTo>
                  <a:pt x="761680" y="35436"/>
                  <a:pt x="761997" y="35344"/>
                  <a:pt x="762363" y="35344"/>
                </a:cubicBezTo>
                <a:lnTo>
                  <a:pt x="771010" y="35344"/>
                </a:lnTo>
                <a:lnTo>
                  <a:pt x="771010" y="29012"/>
                </a:lnTo>
                <a:cubicBezTo>
                  <a:pt x="771010" y="24743"/>
                  <a:pt x="771396" y="21088"/>
                  <a:pt x="772170" y="18048"/>
                </a:cubicBezTo>
                <a:cubicBezTo>
                  <a:pt x="772987" y="14959"/>
                  <a:pt x="774213" y="12439"/>
                  <a:pt x="775848" y="10487"/>
                </a:cubicBezTo>
                <a:cubicBezTo>
                  <a:pt x="777482" y="8535"/>
                  <a:pt x="779525" y="7104"/>
                  <a:pt x="781977" y="6198"/>
                </a:cubicBezTo>
                <a:cubicBezTo>
                  <a:pt x="784474" y="5244"/>
                  <a:pt x="787400" y="4766"/>
                  <a:pt x="790761" y="4766"/>
                </a:cubicBezTo>
                <a:cubicBezTo>
                  <a:pt x="792350" y="4766"/>
                  <a:pt x="793893" y="4926"/>
                  <a:pt x="795393" y="5244"/>
                </a:cubicBezTo>
                <a:cubicBezTo>
                  <a:pt x="796890" y="5515"/>
                  <a:pt x="798047" y="5832"/>
                  <a:pt x="798865" y="6198"/>
                </a:cubicBezTo>
                <a:cubicBezTo>
                  <a:pt x="799682" y="6515"/>
                  <a:pt x="800228" y="6809"/>
                  <a:pt x="800499" y="7081"/>
                </a:cubicBezTo>
                <a:cubicBezTo>
                  <a:pt x="800774" y="7355"/>
                  <a:pt x="800999" y="7718"/>
                  <a:pt x="801182" y="8172"/>
                </a:cubicBezTo>
                <a:cubicBezTo>
                  <a:pt x="801362" y="8581"/>
                  <a:pt x="801476" y="9101"/>
                  <a:pt x="801522" y="9738"/>
                </a:cubicBezTo>
                <a:cubicBezTo>
                  <a:pt x="801614" y="10327"/>
                  <a:pt x="801659" y="11056"/>
                  <a:pt x="801659" y="11919"/>
                </a:cubicBezTo>
                <a:close/>
                <a:moveTo>
                  <a:pt x="821885" y="98409"/>
                </a:moveTo>
                <a:cubicBezTo>
                  <a:pt x="821885" y="98772"/>
                  <a:pt x="821793" y="99092"/>
                  <a:pt x="821613" y="99364"/>
                </a:cubicBezTo>
                <a:cubicBezTo>
                  <a:pt x="821430" y="99590"/>
                  <a:pt x="821136" y="99795"/>
                  <a:pt x="820727" y="99975"/>
                </a:cubicBezTo>
                <a:cubicBezTo>
                  <a:pt x="820319" y="100158"/>
                  <a:pt x="819750" y="100295"/>
                  <a:pt x="819024" y="100384"/>
                </a:cubicBezTo>
                <a:cubicBezTo>
                  <a:pt x="818299" y="100475"/>
                  <a:pt x="817367" y="100521"/>
                  <a:pt x="816233" y="100521"/>
                </a:cubicBezTo>
                <a:cubicBezTo>
                  <a:pt x="815144" y="100521"/>
                  <a:pt x="814235" y="100475"/>
                  <a:pt x="813509" y="100384"/>
                </a:cubicBezTo>
                <a:cubicBezTo>
                  <a:pt x="812781" y="100295"/>
                  <a:pt x="812192" y="100158"/>
                  <a:pt x="811738" y="99975"/>
                </a:cubicBezTo>
                <a:cubicBezTo>
                  <a:pt x="811329" y="99795"/>
                  <a:pt x="811035" y="99590"/>
                  <a:pt x="810852" y="99364"/>
                </a:cubicBezTo>
                <a:cubicBezTo>
                  <a:pt x="810715" y="99092"/>
                  <a:pt x="810649" y="98772"/>
                  <a:pt x="810649" y="98409"/>
                </a:cubicBezTo>
                <a:lnTo>
                  <a:pt x="810649" y="37116"/>
                </a:lnTo>
                <a:cubicBezTo>
                  <a:pt x="810649" y="36799"/>
                  <a:pt x="810715" y="36505"/>
                  <a:pt x="810852" y="36230"/>
                </a:cubicBezTo>
                <a:cubicBezTo>
                  <a:pt x="811035" y="35959"/>
                  <a:pt x="811329" y="35730"/>
                  <a:pt x="811738" y="35550"/>
                </a:cubicBezTo>
                <a:cubicBezTo>
                  <a:pt x="812192" y="35367"/>
                  <a:pt x="812781" y="35233"/>
                  <a:pt x="813509" y="35142"/>
                </a:cubicBezTo>
                <a:cubicBezTo>
                  <a:pt x="814235" y="35050"/>
                  <a:pt x="815144" y="35004"/>
                  <a:pt x="816233" y="35004"/>
                </a:cubicBezTo>
                <a:cubicBezTo>
                  <a:pt x="817367" y="35004"/>
                  <a:pt x="818299" y="35050"/>
                  <a:pt x="819024" y="35142"/>
                </a:cubicBezTo>
                <a:cubicBezTo>
                  <a:pt x="819750" y="35233"/>
                  <a:pt x="820319" y="35367"/>
                  <a:pt x="820727" y="35550"/>
                </a:cubicBezTo>
                <a:cubicBezTo>
                  <a:pt x="821136" y="35730"/>
                  <a:pt x="821430" y="35959"/>
                  <a:pt x="821613" y="36230"/>
                </a:cubicBezTo>
                <a:cubicBezTo>
                  <a:pt x="821793" y="36505"/>
                  <a:pt x="821885" y="36799"/>
                  <a:pt x="821885" y="37116"/>
                </a:cubicBezTo>
                <a:lnTo>
                  <a:pt x="821885" y="98409"/>
                </a:lnTo>
                <a:close/>
                <a:moveTo>
                  <a:pt x="823179" y="16413"/>
                </a:moveTo>
                <a:cubicBezTo>
                  <a:pt x="823179" y="19045"/>
                  <a:pt x="822679" y="20840"/>
                  <a:pt x="821682" y="21791"/>
                </a:cubicBezTo>
                <a:cubicBezTo>
                  <a:pt x="820682" y="22746"/>
                  <a:pt x="818844" y="23223"/>
                  <a:pt x="816164" y="23223"/>
                </a:cubicBezTo>
                <a:cubicBezTo>
                  <a:pt x="813529" y="23223"/>
                  <a:pt x="811715" y="22769"/>
                  <a:pt x="810715" y="21860"/>
                </a:cubicBezTo>
                <a:cubicBezTo>
                  <a:pt x="809763" y="20908"/>
                  <a:pt x="809286" y="19137"/>
                  <a:pt x="809286" y="16548"/>
                </a:cubicBezTo>
                <a:cubicBezTo>
                  <a:pt x="809286" y="13916"/>
                  <a:pt x="809786" y="12122"/>
                  <a:pt x="810783" y="11167"/>
                </a:cubicBezTo>
                <a:cubicBezTo>
                  <a:pt x="811783" y="10216"/>
                  <a:pt x="813621" y="9738"/>
                  <a:pt x="816301" y="9738"/>
                </a:cubicBezTo>
                <a:cubicBezTo>
                  <a:pt x="818933" y="9738"/>
                  <a:pt x="820727" y="10216"/>
                  <a:pt x="821682" y="11167"/>
                </a:cubicBezTo>
                <a:cubicBezTo>
                  <a:pt x="822679" y="12076"/>
                  <a:pt x="823179" y="13825"/>
                  <a:pt x="823179" y="16413"/>
                </a:cubicBezTo>
                <a:close/>
                <a:moveTo>
                  <a:pt x="892919" y="36979"/>
                </a:moveTo>
                <a:cubicBezTo>
                  <a:pt x="892919" y="37162"/>
                  <a:pt x="892896" y="37365"/>
                  <a:pt x="892851" y="37593"/>
                </a:cubicBezTo>
                <a:cubicBezTo>
                  <a:pt x="892851" y="37773"/>
                  <a:pt x="892828" y="37979"/>
                  <a:pt x="892782" y="38205"/>
                </a:cubicBezTo>
                <a:cubicBezTo>
                  <a:pt x="892736" y="38433"/>
                  <a:pt x="892668" y="38682"/>
                  <a:pt x="892576" y="38956"/>
                </a:cubicBezTo>
                <a:cubicBezTo>
                  <a:pt x="892531" y="39228"/>
                  <a:pt x="892465" y="39522"/>
                  <a:pt x="892374" y="39839"/>
                </a:cubicBezTo>
                <a:lnTo>
                  <a:pt x="871465" y="98069"/>
                </a:lnTo>
                <a:cubicBezTo>
                  <a:pt x="871282" y="98569"/>
                  <a:pt x="871034" y="98978"/>
                  <a:pt x="870717" y="99295"/>
                </a:cubicBezTo>
                <a:cubicBezTo>
                  <a:pt x="870442" y="99612"/>
                  <a:pt x="870014" y="99864"/>
                  <a:pt x="869422" y="100044"/>
                </a:cubicBezTo>
                <a:cubicBezTo>
                  <a:pt x="868831" y="100227"/>
                  <a:pt x="868082" y="100341"/>
                  <a:pt x="867173" y="100384"/>
                </a:cubicBezTo>
                <a:cubicBezTo>
                  <a:pt x="866267" y="100475"/>
                  <a:pt x="865130" y="100521"/>
                  <a:pt x="863770" y="100521"/>
                </a:cubicBezTo>
                <a:cubicBezTo>
                  <a:pt x="862407" y="100521"/>
                  <a:pt x="861273" y="100475"/>
                  <a:pt x="860364" y="100384"/>
                </a:cubicBezTo>
                <a:cubicBezTo>
                  <a:pt x="859455" y="100295"/>
                  <a:pt x="858706" y="100158"/>
                  <a:pt x="858118" y="99975"/>
                </a:cubicBezTo>
                <a:cubicBezTo>
                  <a:pt x="857572" y="99795"/>
                  <a:pt x="857141" y="99544"/>
                  <a:pt x="856823" y="99227"/>
                </a:cubicBezTo>
                <a:cubicBezTo>
                  <a:pt x="856506" y="98910"/>
                  <a:pt x="856255" y="98524"/>
                  <a:pt x="856075" y="98069"/>
                </a:cubicBezTo>
                <a:lnTo>
                  <a:pt x="835232" y="39839"/>
                </a:lnTo>
                <a:cubicBezTo>
                  <a:pt x="835052" y="39296"/>
                  <a:pt x="834892" y="38819"/>
                  <a:pt x="834758" y="38411"/>
                </a:cubicBezTo>
                <a:cubicBezTo>
                  <a:pt x="834666" y="38002"/>
                  <a:pt x="834598" y="37708"/>
                  <a:pt x="834552" y="37525"/>
                </a:cubicBezTo>
                <a:cubicBezTo>
                  <a:pt x="834552" y="37299"/>
                  <a:pt x="834552" y="37116"/>
                  <a:pt x="834552" y="36979"/>
                </a:cubicBezTo>
                <a:cubicBezTo>
                  <a:pt x="834552" y="36616"/>
                  <a:pt x="834643" y="36299"/>
                  <a:pt x="834823" y="36027"/>
                </a:cubicBezTo>
                <a:cubicBezTo>
                  <a:pt x="835006" y="35753"/>
                  <a:pt x="835301" y="35550"/>
                  <a:pt x="835709" y="35413"/>
                </a:cubicBezTo>
                <a:cubicBezTo>
                  <a:pt x="836164" y="35233"/>
                  <a:pt x="836732" y="35119"/>
                  <a:pt x="837412" y="35073"/>
                </a:cubicBezTo>
                <a:cubicBezTo>
                  <a:pt x="838138" y="35027"/>
                  <a:pt x="839024" y="35004"/>
                  <a:pt x="840070" y="35004"/>
                </a:cubicBezTo>
                <a:cubicBezTo>
                  <a:pt x="841384" y="35004"/>
                  <a:pt x="842430" y="35050"/>
                  <a:pt x="843202" y="35142"/>
                </a:cubicBezTo>
                <a:cubicBezTo>
                  <a:pt x="844019" y="35187"/>
                  <a:pt x="844633" y="35299"/>
                  <a:pt x="845042" y="35482"/>
                </a:cubicBezTo>
                <a:cubicBezTo>
                  <a:pt x="845493" y="35664"/>
                  <a:pt x="845813" y="35890"/>
                  <a:pt x="845993" y="36162"/>
                </a:cubicBezTo>
                <a:cubicBezTo>
                  <a:pt x="846222" y="36436"/>
                  <a:pt x="846425" y="36776"/>
                  <a:pt x="846608" y="37185"/>
                </a:cubicBezTo>
                <a:lnTo>
                  <a:pt x="863904" y="87717"/>
                </a:lnTo>
                <a:lnTo>
                  <a:pt x="864179" y="88534"/>
                </a:lnTo>
                <a:lnTo>
                  <a:pt x="864381" y="87717"/>
                </a:lnTo>
                <a:lnTo>
                  <a:pt x="881475" y="37185"/>
                </a:lnTo>
                <a:cubicBezTo>
                  <a:pt x="881566" y="36776"/>
                  <a:pt x="881726" y="36436"/>
                  <a:pt x="881952" y="36162"/>
                </a:cubicBezTo>
                <a:cubicBezTo>
                  <a:pt x="882181" y="35890"/>
                  <a:pt x="882498" y="35664"/>
                  <a:pt x="882907" y="35482"/>
                </a:cubicBezTo>
                <a:cubicBezTo>
                  <a:pt x="883361" y="35299"/>
                  <a:pt x="883950" y="35187"/>
                  <a:pt x="884678" y="35142"/>
                </a:cubicBezTo>
                <a:cubicBezTo>
                  <a:pt x="885450" y="35050"/>
                  <a:pt x="886447" y="35004"/>
                  <a:pt x="887673" y="35004"/>
                </a:cubicBezTo>
                <a:cubicBezTo>
                  <a:pt x="888719" y="35004"/>
                  <a:pt x="889582" y="35027"/>
                  <a:pt x="890262" y="35073"/>
                </a:cubicBezTo>
                <a:cubicBezTo>
                  <a:pt x="890942" y="35119"/>
                  <a:pt x="891465" y="35233"/>
                  <a:pt x="891828" y="35413"/>
                </a:cubicBezTo>
                <a:cubicBezTo>
                  <a:pt x="892236" y="35596"/>
                  <a:pt x="892511" y="35822"/>
                  <a:pt x="892645" y="36096"/>
                </a:cubicBezTo>
                <a:cubicBezTo>
                  <a:pt x="892828" y="36322"/>
                  <a:pt x="892919" y="36616"/>
                  <a:pt x="892919" y="36979"/>
                </a:cubicBezTo>
                <a:close/>
                <a:moveTo>
                  <a:pt x="956596" y="65108"/>
                </a:moveTo>
                <a:cubicBezTo>
                  <a:pt x="956596" y="66877"/>
                  <a:pt x="956142" y="68149"/>
                  <a:pt x="955233" y="68920"/>
                </a:cubicBezTo>
                <a:cubicBezTo>
                  <a:pt x="954370" y="69649"/>
                  <a:pt x="953373" y="70012"/>
                  <a:pt x="952238" y="70012"/>
                </a:cubicBezTo>
                <a:lnTo>
                  <a:pt x="912056" y="70012"/>
                </a:lnTo>
                <a:cubicBezTo>
                  <a:pt x="912056" y="73415"/>
                  <a:pt x="912396" y="76481"/>
                  <a:pt x="913076" y="79204"/>
                </a:cubicBezTo>
                <a:cubicBezTo>
                  <a:pt x="913759" y="81930"/>
                  <a:pt x="914893" y="84268"/>
                  <a:pt x="916482" y="86219"/>
                </a:cubicBezTo>
                <a:cubicBezTo>
                  <a:pt x="918071" y="88171"/>
                  <a:pt x="920137" y="89671"/>
                  <a:pt x="922680" y="90714"/>
                </a:cubicBezTo>
                <a:cubicBezTo>
                  <a:pt x="925223" y="91760"/>
                  <a:pt x="928332" y="92280"/>
                  <a:pt x="932010" y="92280"/>
                </a:cubicBezTo>
                <a:cubicBezTo>
                  <a:pt x="934916" y="92280"/>
                  <a:pt x="937505" y="92054"/>
                  <a:pt x="939774" y="91600"/>
                </a:cubicBezTo>
                <a:cubicBezTo>
                  <a:pt x="942043" y="91100"/>
                  <a:pt x="943997" y="90554"/>
                  <a:pt x="945632" y="89966"/>
                </a:cubicBezTo>
                <a:cubicBezTo>
                  <a:pt x="947312" y="89374"/>
                  <a:pt x="948672" y="88854"/>
                  <a:pt x="949718" y="88400"/>
                </a:cubicBezTo>
                <a:cubicBezTo>
                  <a:pt x="950807" y="87900"/>
                  <a:pt x="951624" y="87651"/>
                  <a:pt x="952170" y="87651"/>
                </a:cubicBezTo>
                <a:cubicBezTo>
                  <a:pt x="952487" y="87651"/>
                  <a:pt x="952758" y="87740"/>
                  <a:pt x="952987" y="87922"/>
                </a:cubicBezTo>
                <a:cubicBezTo>
                  <a:pt x="953258" y="88060"/>
                  <a:pt x="953464" y="88285"/>
                  <a:pt x="953598" y="88603"/>
                </a:cubicBezTo>
                <a:cubicBezTo>
                  <a:pt x="953735" y="88920"/>
                  <a:pt x="953827" y="89374"/>
                  <a:pt x="953873" y="89966"/>
                </a:cubicBezTo>
                <a:cubicBezTo>
                  <a:pt x="953961" y="90511"/>
                  <a:pt x="954007" y="91191"/>
                  <a:pt x="954007" y="92009"/>
                </a:cubicBezTo>
                <a:cubicBezTo>
                  <a:pt x="954007" y="92597"/>
                  <a:pt x="953984" y="93120"/>
                  <a:pt x="953938" y="93575"/>
                </a:cubicBezTo>
                <a:cubicBezTo>
                  <a:pt x="953896" y="93983"/>
                  <a:pt x="953827" y="94369"/>
                  <a:pt x="953735" y="94732"/>
                </a:cubicBezTo>
                <a:cubicBezTo>
                  <a:pt x="953690" y="95049"/>
                  <a:pt x="953575" y="95346"/>
                  <a:pt x="953395" y="95618"/>
                </a:cubicBezTo>
                <a:cubicBezTo>
                  <a:pt x="953258" y="95889"/>
                  <a:pt x="953055" y="96163"/>
                  <a:pt x="952781" y="96435"/>
                </a:cubicBezTo>
                <a:cubicBezTo>
                  <a:pt x="952555" y="96664"/>
                  <a:pt x="951830" y="97072"/>
                  <a:pt x="950604" y="97661"/>
                </a:cubicBezTo>
                <a:cubicBezTo>
                  <a:pt x="949378" y="98207"/>
                  <a:pt x="947786" y="98749"/>
                  <a:pt x="945835" y="99295"/>
                </a:cubicBezTo>
                <a:cubicBezTo>
                  <a:pt x="943883" y="99841"/>
                  <a:pt x="941614" y="100318"/>
                  <a:pt x="939025" y="100727"/>
                </a:cubicBezTo>
                <a:cubicBezTo>
                  <a:pt x="936482" y="101178"/>
                  <a:pt x="933759" y="101407"/>
                  <a:pt x="930853" y="101407"/>
                </a:cubicBezTo>
                <a:cubicBezTo>
                  <a:pt x="925812" y="101407"/>
                  <a:pt x="921386" y="100704"/>
                  <a:pt x="917571" y="99295"/>
                </a:cubicBezTo>
                <a:cubicBezTo>
                  <a:pt x="913805" y="97889"/>
                  <a:pt x="910624" y="95801"/>
                  <a:pt x="908038" y="93029"/>
                </a:cubicBezTo>
                <a:cubicBezTo>
                  <a:pt x="905449" y="90260"/>
                  <a:pt x="903498" y="86788"/>
                  <a:pt x="902180" y="82610"/>
                </a:cubicBezTo>
                <a:cubicBezTo>
                  <a:pt x="900863" y="78433"/>
                  <a:pt x="900206" y="73575"/>
                  <a:pt x="900206" y="68034"/>
                </a:cubicBezTo>
                <a:cubicBezTo>
                  <a:pt x="900206" y="62768"/>
                  <a:pt x="900886" y="58047"/>
                  <a:pt x="902249" y="53870"/>
                </a:cubicBezTo>
                <a:cubicBezTo>
                  <a:pt x="903609" y="49646"/>
                  <a:pt x="905564" y="46083"/>
                  <a:pt x="908104" y="43177"/>
                </a:cubicBezTo>
                <a:cubicBezTo>
                  <a:pt x="910693" y="40225"/>
                  <a:pt x="913805" y="37979"/>
                  <a:pt x="917437" y="36436"/>
                </a:cubicBezTo>
                <a:cubicBezTo>
                  <a:pt x="921069" y="34847"/>
                  <a:pt x="925132" y="34053"/>
                  <a:pt x="929627" y="34053"/>
                </a:cubicBezTo>
                <a:cubicBezTo>
                  <a:pt x="934439" y="34053"/>
                  <a:pt x="938525" y="34824"/>
                  <a:pt x="941885" y="36367"/>
                </a:cubicBezTo>
                <a:cubicBezTo>
                  <a:pt x="945292" y="37910"/>
                  <a:pt x="948083" y="39999"/>
                  <a:pt x="950261" y="42634"/>
                </a:cubicBezTo>
                <a:cubicBezTo>
                  <a:pt x="952441" y="45220"/>
                  <a:pt x="954030" y="48286"/>
                  <a:pt x="955030" y="51826"/>
                </a:cubicBezTo>
                <a:cubicBezTo>
                  <a:pt x="956073" y="55324"/>
                  <a:pt x="956596" y="59067"/>
                  <a:pt x="956596" y="63065"/>
                </a:cubicBezTo>
                <a:lnTo>
                  <a:pt x="956596" y="65108"/>
                </a:lnTo>
                <a:close/>
                <a:moveTo>
                  <a:pt x="945292" y="61771"/>
                </a:moveTo>
                <a:cubicBezTo>
                  <a:pt x="945426" y="55867"/>
                  <a:pt x="944109" y="51238"/>
                  <a:pt x="941340" y="47877"/>
                </a:cubicBezTo>
                <a:cubicBezTo>
                  <a:pt x="938616" y="44517"/>
                  <a:pt x="934553" y="42837"/>
                  <a:pt x="929150" y="42837"/>
                </a:cubicBezTo>
                <a:cubicBezTo>
                  <a:pt x="926381" y="42837"/>
                  <a:pt x="923952" y="43360"/>
                  <a:pt x="921863" y="44403"/>
                </a:cubicBezTo>
                <a:cubicBezTo>
                  <a:pt x="919774" y="45449"/>
                  <a:pt x="918025" y="46832"/>
                  <a:pt x="916619" y="48557"/>
                </a:cubicBezTo>
                <a:cubicBezTo>
                  <a:pt x="915211" y="50283"/>
                  <a:pt x="914122" y="52304"/>
                  <a:pt x="913350" y="54618"/>
                </a:cubicBezTo>
                <a:cubicBezTo>
                  <a:pt x="912579" y="56890"/>
                  <a:pt x="912147" y="59273"/>
                  <a:pt x="912056" y="61771"/>
                </a:cubicBezTo>
                <a:lnTo>
                  <a:pt x="945292" y="61771"/>
                </a:lnTo>
                <a:close/>
                <a:moveTo>
                  <a:pt x="1057731" y="98409"/>
                </a:moveTo>
                <a:cubicBezTo>
                  <a:pt x="1057731" y="98772"/>
                  <a:pt x="1057640" y="99092"/>
                  <a:pt x="1057457" y="99364"/>
                </a:cubicBezTo>
                <a:cubicBezTo>
                  <a:pt x="1057323" y="99635"/>
                  <a:pt x="1057048" y="99864"/>
                  <a:pt x="1056640" y="100044"/>
                </a:cubicBezTo>
                <a:cubicBezTo>
                  <a:pt x="1056277" y="100181"/>
                  <a:pt x="1055780" y="100295"/>
                  <a:pt x="1055142" y="100384"/>
                </a:cubicBezTo>
                <a:cubicBezTo>
                  <a:pt x="1054508" y="100475"/>
                  <a:pt x="1053737" y="100521"/>
                  <a:pt x="1052828" y="100521"/>
                </a:cubicBezTo>
                <a:cubicBezTo>
                  <a:pt x="1051873" y="100521"/>
                  <a:pt x="1051079" y="100475"/>
                  <a:pt x="1050445" y="100384"/>
                </a:cubicBezTo>
                <a:cubicBezTo>
                  <a:pt x="1049807" y="100295"/>
                  <a:pt x="1049285" y="100181"/>
                  <a:pt x="1048876" y="100044"/>
                </a:cubicBezTo>
                <a:cubicBezTo>
                  <a:pt x="1048467" y="99864"/>
                  <a:pt x="1048173" y="99635"/>
                  <a:pt x="1047993" y="99364"/>
                </a:cubicBezTo>
                <a:cubicBezTo>
                  <a:pt x="1047810" y="99092"/>
                  <a:pt x="1047719" y="98772"/>
                  <a:pt x="1047719" y="98409"/>
                </a:cubicBezTo>
                <a:lnTo>
                  <a:pt x="1047719" y="90306"/>
                </a:lnTo>
                <a:cubicBezTo>
                  <a:pt x="1044495" y="93803"/>
                  <a:pt x="1041135" y="96526"/>
                  <a:pt x="1037640" y="98478"/>
                </a:cubicBezTo>
                <a:cubicBezTo>
                  <a:pt x="1034188" y="100430"/>
                  <a:pt x="1030399" y="101407"/>
                  <a:pt x="1026267" y="101407"/>
                </a:cubicBezTo>
                <a:cubicBezTo>
                  <a:pt x="1021773" y="101407"/>
                  <a:pt x="1017935" y="100544"/>
                  <a:pt x="1014757" y="98818"/>
                </a:cubicBezTo>
                <a:cubicBezTo>
                  <a:pt x="1011580" y="97049"/>
                  <a:pt x="1008991" y="94686"/>
                  <a:pt x="1006994" y="91737"/>
                </a:cubicBezTo>
                <a:cubicBezTo>
                  <a:pt x="1005042" y="88740"/>
                  <a:pt x="1003610" y="85242"/>
                  <a:pt x="1002702" y="81247"/>
                </a:cubicBezTo>
                <a:cubicBezTo>
                  <a:pt x="1001796" y="77207"/>
                  <a:pt x="1001341" y="72961"/>
                  <a:pt x="1001341" y="68511"/>
                </a:cubicBezTo>
                <a:cubicBezTo>
                  <a:pt x="1001341" y="63245"/>
                  <a:pt x="1001907" y="58502"/>
                  <a:pt x="1003042" y="54278"/>
                </a:cubicBezTo>
                <a:cubicBezTo>
                  <a:pt x="1004179" y="50012"/>
                  <a:pt x="1005859" y="46377"/>
                  <a:pt x="1008082" y="43383"/>
                </a:cubicBezTo>
                <a:cubicBezTo>
                  <a:pt x="1010308" y="40385"/>
                  <a:pt x="1013054" y="38093"/>
                  <a:pt x="1016323" y="36505"/>
                </a:cubicBezTo>
                <a:cubicBezTo>
                  <a:pt x="1019638" y="34870"/>
                  <a:pt x="1023453" y="34053"/>
                  <a:pt x="1027765" y="34053"/>
                </a:cubicBezTo>
                <a:cubicBezTo>
                  <a:pt x="1031351" y="34053"/>
                  <a:pt x="1034620" y="34847"/>
                  <a:pt x="1037572" y="36436"/>
                </a:cubicBezTo>
                <a:cubicBezTo>
                  <a:pt x="1040569" y="37979"/>
                  <a:pt x="1043521" y="40271"/>
                  <a:pt x="1046424" y="43314"/>
                </a:cubicBezTo>
                <a:lnTo>
                  <a:pt x="1046424" y="7695"/>
                </a:lnTo>
                <a:cubicBezTo>
                  <a:pt x="1046424" y="7378"/>
                  <a:pt x="1046493" y="7081"/>
                  <a:pt x="1046630" y="6809"/>
                </a:cubicBezTo>
                <a:cubicBezTo>
                  <a:pt x="1046813" y="6492"/>
                  <a:pt x="1047130" y="6264"/>
                  <a:pt x="1047584" y="6129"/>
                </a:cubicBezTo>
                <a:cubicBezTo>
                  <a:pt x="1048039" y="5946"/>
                  <a:pt x="1048604" y="5812"/>
                  <a:pt x="1049285" y="5721"/>
                </a:cubicBezTo>
                <a:cubicBezTo>
                  <a:pt x="1050013" y="5584"/>
                  <a:pt x="1050919" y="5515"/>
                  <a:pt x="1052011" y="5515"/>
                </a:cubicBezTo>
                <a:cubicBezTo>
                  <a:pt x="1053145" y="5515"/>
                  <a:pt x="1054077" y="5584"/>
                  <a:pt x="1054802" y="5721"/>
                </a:cubicBezTo>
                <a:cubicBezTo>
                  <a:pt x="1055528" y="5812"/>
                  <a:pt x="1056097" y="5946"/>
                  <a:pt x="1056505" y="6129"/>
                </a:cubicBezTo>
                <a:cubicBezTo>
                  <a:pt x="1056914" y="6264"/>
                  <a:pt x="1057208" y="6492"/>
                  <a:pt x="1057391" y="6809"/>
                </a:cubicBezTo>
                <a:cubicBezTo>
                  <a:pt x="1057617" y="7081"/>
                  <a:pt x="1057731" y="7378"/>
                  <a:pt x="1057731" y="7695"/>
                </a:cubicBezTo>
                <a:lnTo>
                  <a:pt x="1057731" y="98409"/>
                </a:lnTo>
                <a:close/>
                <a:moveTo>
                  <a:pt x="1046424" y="55301"/>
                </a:moveTo>
                <a:cubicBezTo>
                  <a:pt x="1043384" y="51532"/>
                  <a:pt x="1040432" y="48672"/>
                  <a:pt x="1037572" y="46720"/>
                </a:cubicBezTo>
                <a:cubicBezTo>
                  <a:pt x="1034757" y="44720"/>
                  <a:pt x="1031805" y="43723"/>
                  <a:pt x="1028719" y="43723"/>
                </a:cubicBezTo>
                <a:cubicBezTo>
                  <a:pt x="1025859" y="43723"/>
                  <a:pt x="1023430" y="44403"/>
                  <a:pt x="1021433" y="45766"/>
                </a:cubicBezTo>
                <a:cubicBezTo>
                  <a:pt x="1019432" y="47129"/>
                  <a:pt x="1017798" y="48920"/>
                  <a:pt x="1016529" y="51146"/>
                </a:cubicBezTo>
                <a:cubicBezTo>
                  <a:pt x="1015300" y="53370"/>
                  <a:pt x="1014394" y="55890"/>
                  <a:pt x="1013803" y="58704"/>
                </a:cubicBezTo>
                <a:cubicBezTo>
                  <a:pt x="1013260" y="61519"/>
                  <a:pt x="1012986" y="64379"/>
                  <a:pt x="1012986" y="67286"/>
                </a:cubicBezTo>
                <a:cubicBezTo>
                  <a:pt x="1012986" y="70375"/>
                  <a:pt x="1013214" y="73392"/>
                  <a:pt x="1013666" y="76344"/>
                </a:cubicBezTo>
                <a:cubicBezTo>
                  <a:pt x="1014166" y="79296"/>
                  <a:pt x="1015006" y="81930"/>
                  <a:pt x="1016186" y="84245"/>
                </a:cubicBezTo>
                <a:cubicBezTo>
                  <a:pt x="1017366" y="86514"/>
                  <a:pt x="1018935" y="88354"/>
                  <a:pt x="1020887" y="89760"/>
                </a:cubicBezTo>
                <a:cubicBezTo>
                  <a:pt x="1022838" y="91123"/>
                  <a:pt x="1025290" y="91803"/>
                  <a:pt x="1028242" y="91803"/>
                </a:cubicBezTo>
                <a:cubicBezTo>
                  <a:pt x="1029739" y="91803"/>
                  <a:pt x="1031171" y="91600"/>
                  <a:pt x="1032531" y="91191"/>
                </a:cubicBezTo>
                <a:cubicBezTo>
                  <a:pt x="1033940" y="90783"/>
                  <a:pt x="1035369" y="90103"/>
                  <a:pt x="1036823" y="89148"/>
                </a:cubicBezTo>
                <a:cubicBezTo>
                  <a:pt x="1038275" y="88194"/>
                  <a:pt x="1039798" y="86968"/>
                  <a:pt x="1041386" y="85471"/>
                </a:cubicBezTo>
                <a:cubicBezTo>
                  <a:pt x="1042975" y="83928"/>
                  <a:pt x="1044655" y="82042"/>
                  <a:pt x="1046424" y="79819"/>
                </a:cubicBezTo>
                <a:lnTo>
                  <a:pt x="1046424" y="55301"/>
                </a:lnTo>
                <a:close/>
                <a:moveTo>
                  <a:pt x="1089741" y="98409"/>
                </a:moveTo>
                <a:cubicBezTo>
                  <a:pt x="1089741" y="98772"/>
                  <a:pt x="1089650" y="99092"/>
                  <a:pt x="1089467" y="99364"/>
                </a:cubicBezTo>
                <a:cubicBezTo>
                  <a:pt x="1089287" y="99590"/>
                  <a:pt x="1088990" y="99795"/>
                  <a:pt x="1088581" y="99975"/>
                </a:cubicBezTo>
                <a:cubicBezTo>
                  <a:pt x="1088172" y="100158"/>
                  <a:pt x="1087607" y="100295"/>
                  <a:pt x="1086881" y="100384"/>
                </a:cubicBezTo>
                <a:cubicBezTo>
                  <a:pt x="1086152" y="100475"/>
                  <a:pt x="1085223" y="100521"/>
                  <a:pt x="1084086" y="100521"/>
                </a:cubicBezTo>
                <a:cubicBezTo>
                  <a:pt x="1082997" y="100521"/>
                  <a:pt x="1082089" y="100475"/>
                  <a:pt x="1081363" y="100384"/>
                </a:cubicBezTo>
                <a:cubicBezTo>
                  <a:pt x="1080637" y="100295"/>
                  <a:pt x="1080046" y="100158"/>
                  <a:pt x="1079591" y="99975"/>
                </a:cubicBezTo>
                <a:cubicBezTo>
                  <a:pt x="1079183" y="99795"/>
                  <a:pt x="1078888" y="99590"/>
                  <a:pt x="1078708" y="99364"/>
                </a:cubicBezTo>
                <a:cubicBezTo>
                  <a:pt x="1078571" y="99092"/>
                  <a:pt x="1078503" y="98772"/>
                  <a:pt x="1078503" y="98409"/>
                </a:cubicBezTo>
                <a:lnTo>
                  <a:pt x="1078503" y="37116"/>
                </a:lnTo>
                <a:cubicBezTo>
                  <a:pt x="1078503" y="36799"/>
                  <a:pt x="1078571" y="36505"/>
                  <a:pt x="1078708" y="36230"/>
                </a:cubicBezTo>
                <a:cubicBezTo>
                  <a:pt x="1078888" y="35959"/>
                  <a:pt x="1079183" y="35730"/>
                  <a:pt x="1079591" y="35550"/>
                </a:cubicBezTo>
                <a:cubicBezTo>
                  <a:pt x="1080046" y="35367"/>
                  <a:pt x="1080637" y="35233"/>
                  <a:pt x="1081363" y="35142"/>
                </a:cubicBezTo>
                <a:cubicBezTo>
                  <a:pt x="1082089" y="35050"/>
                  <a:pt x="1082997" y="35004"/>
                  <a:pt x="1084086" y="35004"/>
                </a:cubicBezTo>
                <a:cubicBezTo>
                  <a:pt x="1085223" y="35004"/>
                  <a:pt x="1086152" y="35050"/>
                  <a:pt x="1086881" y="35142"/>
                </a:cubicBezTo>
                <a:cubicBezTo>
                  <a:pt x="1087607" y="35233"/>
                  <a:pt x="1088172" y="35367"/>
                  <a:pt x="1088581" y="35550"/>
                </a:cubicBezTo>
                <a:cubicBezTo>
                  <a:pt x="1088990" y="35730"/>
                  <a:pt x="1089287" y="35959"/>
                  <a:pt x="1089467" y="36230"/>
                </a:cubicBezTo>
                <a:cubicBezTo>
                  <a:pt x="1089650" y="36505"/>
                  <a:pt x="1089741" y="36799"/>
                  <a:pt x="1089741" y="37116"/>
                </a:cubicBezTo>
                <a:lnTo>
                  <a:pt x="1089741" y="98409"/>
                </a:lnTo>
                <a:close/>
                <a:moveTo>
                  <a:pt x="1091033" y="16413"/>
                </a:moveTo>
                <a:cubicBezTo>
                  <a:pt x="1091033" y="19045"/>
                  <a:pt x="1090535" y="20840"/>
                  <a:pt x="1089535" y="21791"/>
                </a:cubicBezTo>
                <a:cubicBezTo>
                  <a:pt x="1088538" y="22746"/>
                  <a:pt x="1086698" y="23223"/>
                  <a:pt x="1084020" y="23223"/>
                </a:cubicBezTo>
                <a:cubicBezTo>
                  <a:pt x="1081386" y="23223"/>
                  <a:pt x="1079571" y="22769"/>
                  <a:pt x="1078571" y="21860"/>
                </a:cubicBezTo>
                <a:cubicBezTo>
                  <a:pt x="1077617" y="20908"/>
                  <a:pt x="1077139" y="19137"/>
                  <a:pt x="1077139" y="16548"/>
                </a:cubicBezTo>
                <a:cubicBezTo>
                  <a:pt x="1077139" y="13916"/>
                  <a:pt x="1077640" y="12122"/>
                  <a:pt x="1078640" y="11167"/>
                </a:cubicBezTo>
                <a:cubicBezTo>
                  <a:pt x="1079637" y="10216"/>
                  <a:pt x="1081477" y="9738"/>
                  <a:pt x="1084155" y="9738"/>
                </a:cubicBezTo>
                <a:cubicBezTo>
                  <a:pt x="1086789" y="9738"/>
                  <a:pt x="1088581" y="10216"/>
                  <a:pt x="1089535" y="11167"/>
                </a:cubicBezTo>
                <a:cubicBezTo>
                  <a:pt x="1090535" y="12076"/>
                  <a:pt x="1091033" y="13825"/>
                  <a:pt x="1091033" y="16413"/>
                </a:cubicBezTo>
                <a:close/>
                <a:moveTo>
                  <a:pt x="1144088" y="11919"/>
                </a:moveTo>
                <a:cubicBezTo>
                  <a:pt x="1144088" y="12779"/>
                  <a:pt x="1144042" y="13485"/>
                  <a:pt x="1143951" y="14027"/>
                </a:cubicBezTo>
                <a:cubicBezTo>
                  <a:pt x="1143859" y="14528"/>
                  <a:pt x="1143748" y="14936"/>
                  <a:pt x="1143611" y="15253"/>
                </a:cubicBezTo>
                <a:cubicBezTo>
                  <a:pt x="1143519" y="15573"/>
                  <a:pt x="1143385" y="15799"/>
                  <a:pt x="1143202" y="15936"/>
                </a:cubicBezTo>
                <a:cubicBezTo>
                  <a:pt x="1143019" y="16028"/>
                  <a:pt x="1142793" y="16071"/>
                  <a:pt x="1142522" y="16071"/>
                </a:cubicBezTo>
                <a:cubicBezTo>
                  <a:pt x="1142202" y="16071"/>
                  <a:pt x="1141793" y="15982"/>
                  <a:pt x="1141296" y="15799"/>
                </a:cubicBezTo>
                <a:cubicBezTo>
                  <a:pt x="1140842" y="15573"/>
                  <a:pt x="1140273" y="15345"/>
                  <a:pt x="1139593" y="15119"/>
                </a:cubicBezTo>
                <a:cubicBezTo>
                  <a:pt x="1138910" y="14845"/>
                  <a:pt x="1138093" y="14619"/>
                  <a:pt x="1137141" y="14436"/>
                </a:cubicBezTo>
                <a:cubicBezTo>
                  <a:pt x="1136233" y="14210"/>
                  <a:pt x="1135167" y="14096"/>
                  <a:pt x="1133941" y="14096"/>
                </a:cubicBezTo>
                <a:cubicBezTo>
                  <a:pt x="1132261" y="14096"/>
                  <a:pt x="1130829" y="14370"/>
                  <a:pt x="1129649" y="14913"/>
                </a:cubicBezTo>
                <a:cubicBezTo>
                  <a:pt x="1128469" y="15459"/>
                  <a:pt x="1127514" y="16322"/>
                  <a:pt x="1126789" y="17502"/>
                </a:cubicBezTo>
                <a:cubicBezTo>
                  <a:pt x="1126063" y="18637"/>
                  <a:pt x="1125540" y="20137"/>
                  <a:pt x="1125223" y="21997"/>
                </a:cubicBezTo>
                <a:cubicBezTo>
                  <a:pt x="1124905" y="23814"/>
                  <a:pt x="1124745" y="26038"/>
                  <a:pt x="1124745" y="28672"/>
                </a:cubicBezTo>
                <a:lnTo>
                  <a:pt x="1124745" y="35344"/>
                </a:lnTo>
                <a:lnTo>
                  <a:pt x="1138436" y="35344"/>
                </a:lnTo>
                <a:cubicBezTo>
                  <a:pt x="1138799" y="35344"/>
                  <a:pt x="1139093" y="35436"/>
                  <a:pt x="1139319" y="35619"/>
                </a:cubicBezTo>
                <a:cubicBezTo>
                  <a:pt x="1139593" y="35753"/>
                  <a:pt x="1139819" y="36027"/>
                  <a:pt x="1140002" y="36436"/>
                </a:cubicBezTo>
                <a:cubicBezTo>
                  <a:pt x="1140227" y="36799"/>
                  <a:pt x="1140387" y="37276"/>
                  <a:pt x="1140479" y="37865"/>
                </a:cubicBezTo>
                <a:cubicBezTo>
                  <a:pt x="1140613" y="38456"/>
                  <a:pt x="1140682" y="39182"/>
                  <a:pt x="1140682" y="40045"/>
                </a:cubicBezTo>
                <a:cubicBezTo>
                  <a:pt x="1140682" y="41679"/>
                  <a:pt x="1140479" y="42860"/>
                  <a:pt x="1140070" y="43585"/>
                </a:cubicBezTo>
                <a:cubicBezTo>
                  <a:pt x="1139662" y="44311"/>
                  <a:pt x="1139116" y="44677"/>
                  <a:pt x="1138436" y="44677"/>
                </a:cubicBezTo>
                <a:lnTo>
                  <a:pt x="1124745" y="44677"/>
                </a:lnTo>
                <a:lnTo>
                  <a:pt x="1124745" y="98409"/>
                </a:lnTo>
                <a:cubicBezTo>
                  <a:pt x="1124745" y="98772"/>
                  <a:pt x="1124654" y="99092"/>
                  <a:pt x="1124474" y="99364"/>
                </a:cubicBezTo>
                <a:cubicBezTo>
                  <a:pt x="1124291" y="99590"/>
                  <a:pt x="1123974" y="99795"/>
                  <a:pt x="1123520" y="99975"/>
                </a:cubicBezTo>
                <a:cubicBezTo>
                  <a:pt x="1123111" y="100158"/>
                  <a:pt x="1122542" y="100295"/>
                  <a:pt x="1121816" y="100384"/>
                </a:cubicBezTo>
                <a:cubicBezTo>
                  <a:pt x="1121091" y="100475"/>
                  <a:pt x="1120182" y="100521"/>
                  <a:pt x="1119093" y="100521"/>
                </a:cubicBezTo>
                <a:cubicBezTo>
                  <a:pt x="1118005" y="100521"/>
                  <a:pt x="1117096" y="100475"/>
                  <a:pt x="1116370" y="100384"/>
                </a:cubicBezTo>
                <a:cubicBezTo>
                  <a:pt x="1115641" y="100295"/>
                  <a:pt x="1115053" y="100158"/>
                  <a:pt x="1114598" y="99975"/>
                </a:cubicBezTo>
                <a:cubicBezTo>
                  <a:pt x="1114190" y="99795"/>
                  <a:pt x="1113896" y="99590"/>
                  <a:pt x="1113713" y="99364"/>
                </a:cubicBezTo>
                <a:cubicBezTo>
                  <a:pt x="1113533" y="99092"/>
                  <a:pt x="1113441" y="98772"/>
                  <a:pt x="1113441" y="98409"/>
                </a:cubicBezTo>
                <a:lnTo>
                  <a:pt x="1113441" y="44677"/>
                </a:lnTo>
                <a:lnTo>
                  <a:pt x="1104792" y="44677"/>
                </a:lnTo>
                <a:cubicBezTo>
                  <a:pt x="1104066" y="44677"/>
                  <a:pt x="1103520" y="44311"/>
                  <a:pt x="1103157" y="43585"/>
                </a:cubicBezTo>
                <a:cubicBezTo>
                  <a:pt x="1102794" y="42860"/>
                  <a:pt x="1102611" y="41679"/>
                  <a:pt x="1102611" y="40045"/>
                </a:cubicBezTo>
                <a:cubicBezTo>
                  <a:pt x="1102611" y="39182"/>
                  <a:pt x="1102657" y="38456"/>
                  <a:pt x="1102748" y="37865"/>
                </a:cubicBezTo>
                <a:cubicBezTo>
                  <a:pt x="1102840" y="37276"/>
                  <a:pt x="1102974" y="36799"/>
                  <a:pt x="1103157" y="36436"/>
                </a:cubicBezTo>
                <a:cubicBezTo>
                  <a:pt x="1103337" y="36027"/>
                  <a:pt x="1103566" y="35753"/>
                  <a:pt x="1103837" y="35619"/>
                </a:cubicBezTo>
                <a:cubicBezTo>
                  <a:pt x="1104111" y="35436"/>
                  <a:pt x="1104429" y="35344"/>
                  <a:pt x="1104792" y="35344"/>
                </a:cubicBezTo>
                <a:lnTo>
                  <a:pt x="1113441" y="35344"/>
                </a:lnTo>
                <a:lnTo>
                  <a:pt x="1113441" y="29012"/>
                </a:lnTo>
                <a:cubicBezTo>
                  <a:pt x="1113441" y="24743"/>
                  <a:pt x="1113827" y="21088"/>
                  <a:pt x="1114598" y="18048"/>
                </a:cubicBezTo>
                <a:cubicBezTo>
                  <a:pt x="1115416" y="14959"/>
                  <a:pt x="1116642" y="12439"/>
                  <a:pt x="1118276" y="10487"/>
                </a:cubicBezTo>
                <a:cubicBezTo>
                  <a:pt x="1119911" y="8535"/>
                  <a:pt x="1121954" y="7104"/>
                  <a:pt x="1124405" y="6198"/>
                </a:cubicBezTo>
                <a:cubicBezTo>
                  <a:pt x="1126903" y="5244"/>
                  <a:pt x="1129832" y="4766"/>
                  <a:pt x="1133189" y="4766"/>
                </a:cubicBezTo>
                <a:cubicBezTo>
                  <a:pt x="1134781" y="4766"/>
                  <a:pt x="1136324" y="4926"/>
                  <a:pt x="1137821" y="5244"/>
                </a:cubicBezTo>
                <a:cubicBezTo>
                  <a:pt x="1139319" y="5515"/>
                  <a:pt x="1140479" y="5832"/>
                  <a:pt x="1141296" y="6198"/>
                </a:cubicBezTo>
                <a:cubicBezTo>
                  <a:pt x="1142113" y="6515"/>
                  <a:pt x="1142656" y="6809"/>
                  <a:pt x="1142931" y="7081"/>
                </a:cubicBezTo>
                <a:cubicBezTo>
                  <a:pt x="1143202" y="7355"/>
                  <a:pt x="1143428" y="7718"/>
                  <a:pt x="1143611" y="8172"/>
                </a:cubicBezTo>
                <a:cubicBezTo>
                  <a:pt x="1143794" y="8581"/>
                  <a:pt x="1143905" y="9101"/>
                  <a:pt x="1143951" y="9738"/>
                </a:cubicBezTo>
                <a:cubicBezTo>
                  <a:pt x="1144042" y="10327"/>
                  <a:pt x="1144088" y="11056"/>
                  <a:pt x="1144088" y="11919"/>
                </a:cubicBezTo>
                <a:close/>
                <a:moveTo>
                  <a:pt x="1185290" y="11919"/>
                </a:moveTo>
                <a:cubicBezTo>
                  <a:pt x="1185290" y="12779"/>
                  <a:pt x="1185244" y="13485"/>
                  <a:pt x="1185153" y="14027"/>
                </a:cubicBezTo>
                <a:cubicBezTo>
                  <a:pt x="1185064" y="14528"/>
                  <a:pt x="1184950" y="14936"/>
                  <a:pt x="1184813" y="15253"/>
                </a:cubicBezTo>
                <a:cubicBezTo>
                  <a:pt x="1184724" y="15573"/>
                  <a:pt x="1184587" y="15799"/>
                  <a:pt x="1184404" y="15936"/>
                </a:cubicBezTo>
                <a:cubicBezTo>
                  <a:pt x="1184224" y="16028"/>
                  <a:pt x="1183996" y="16071"/>
                  <a:pt x="1183724" y="16071"/>
                </a:cubicBezTo>
                <a:cubicBezTo>
                  <a:pt x="1183407" y="16071"/>
                  <a:pt x="1182998" y="15982"/>
                  <a:pt x="1182498" y="15799"/>
                </a:cubicBezTo>
                <a:cubicBezTo>
                  <a:pt x="1182044" y="15573"/>
                  <a:pt x="1181475" y="15345"/>
                  <a:pt x="1180795" y="15119"/>
                </a:cubicBezTo>
                <a:cubicBezTo>
                  <a:pt x="1180115" y="14845"/>
                  <a:pt x="1179298" y="14619"/>
                  <a:pt x="1178344" y="14436"/>
                </a:cubicBezTo>
                <a:cubicBezTo>
                  <a:pt x="1177435" y="14210"/>
                  <a:pt x="1176369" y="14096"/>
                  <a:pt x="1175143" y="14096"/>
                </a:cubicBezTo>
                <a:cubicBezTo>
                  <a:pt x="1173463" y="14096"/>
                  <a:pt x="1172034" y="14370"/>
                  <a:pt x="1170851" y="14913"/>
                </a:cubicBezTo>
                <a:cubicBezTo>
                  <a:pt x="1169671" y="15459"/>
                  <a:pt x="1168720" y="16322"/>
                  <a:pt x="1167991" y="17502"/>
                </a:cubicBezTo>
                <a:cubicBezTo>
                  <a:pt x="1167265" y="18637"/>
                  <a:pt x="1166745" y="20137"/>
                  <a:pt x="1166425" y="21997"/>
                </a:cubicBezTo>
                <a:cubicBezTo>
                  <a:pt x="1166108" y="23814"/>
                  <a:pt x="1165948" y="26038"/>
                  <a:pt x="1165948" y="28672"/>
                </a:cubicBezTo>
                <a:lnTo>
                  <a:pt x="1165948" y="35344"/>
                </a:lnTo>
                <a:lnTo>
                  <a:pt x="1179638" y="35344"/>
                </a:lnTo>
                <a:cubicBezTo>
                  <a:pt x="1180001" y="35344"/>
                  <a:pt x="1180295" y="35436"/>
                  <a:pt x="1180524" y="35619"/>
                </a:cubicBezTo>
                <a:cubicBezTo>
                  <a:pt x="1180795" y="35753"/>
                  <a:pt x="1181024" y="36027"/>
                  <a:pt x="1181204" y="36436"/>
                </a:cubicBezTo>
                <a:cubicBezTo>
                  <a:pt x="1181433" y="36799"/>
                  <a:pt x="1181590" y="37276"/>
                  <a:pt x="1181681" y="37865"/>
                </a:cubicBezTo>
                <a:cubicBezTo>
                  <a:pt x="1181818" y="38456"/>
                  <a:pt x="1181884" y="39182"/>
                  <a:pt x="1181884" y="40045"/>
                </a:cubicBezTo>
                <a:cubicBezTo>
                  <a:pt x="1181884" y="41679"/>
                  <a:pt x="1181681" y="42860"/>
                  <a:pt x="1181272" y="43585"/>
                </a:cubicBezTo>
                <a:cubicBezTo>
                  <a:pt x="1180864" y="44311"/>
                  <a:pt x="1180318" y="44677"/>
                  <a:pt x="1179638" y="44677"/>
                </a:cubicBezTo>
                <a:lnTo>
                  <a:pt x="1165948" y="44677"/>
                </a:lnTo>
                <a:lnTo>
                  <a:pt x="1165948" y="98409"/>
                </a:lnTo>
                <a:cubicBezTo>
                  <a:pt x="1165948" y="98772"/>
                  <a:pt x="1165859" y="99092"/>
                  <a:pt x="1165676" y="99364"/>
                </a:cubicBezTo>
                <a:cubicBezTo>
                  <a:pt x="1165496" y="99590"/>
                  <a:pt x="1165176" y="99795"/>
                  <a:pt x="1164722" y="99975"/>
                </a:cubicBezTo>
                <a:cubicBezTo>
                  <a:pt x="1164313" y="100158"/>
                  <a:pt x="1163747" y="100295"/>
                  <a:pt x="1163022" y="100384"/>
                </a:cubicBezTo>
                <a:cubicBezTo>
                  <a:pt x="1162293" y="100475"/>
                  <a:pt x="1161387" y="100521"/>
                  <a:pt x="1160296" y="100521"/>
                </a:cubicBezTo>
                <a:cubicBezTo>
                  <a:pt x="1159207" y="100521"/>
                  <a:pt x="1158298" y="100475"/>
                  <a:pt x="1157572" y="100384"/>
                </a:cubicBezTo>
                <a:cubicBezTo>
                  <a:pt x="1156847" y="100295"/>
                  <a:pt x="1156255" y="100158"/>
                  <a:pt x="1155801" y="99975"/>
                </a:cubicBezTo>
                <a:cubicBezTo>
                  <a:pt x="1155392" y="99795"/>
                  <a:pt x="1155098" y="99590"/>
                  <a:pt x="1154915" y="99364"/>
                </a:cubicBezTo>
                <a:cubicBezTo>
                  <a:pt x="1154735" y="99092"/>
                  <a:pt x="1154643" y="98772"/>
                  <a:pt x="1154643" y="98409"/>
                </a:cubicBezTo>
                <a:lnTo>
                  <a:pt x="1154643" y="44677"/>
                </a:lnTo>
                <a:lnTo>
                  <a:pt x="1145994" y="44677"/>
                </a:lnTo>
                <a:cubicBezTo>
                  <a:pt x="1145268" y="44677"/>
                  <a:pt x="1144722" y="44311"/>
                  <a:pt x="1144359" y="43585"/>
                </a:cubicBezTo>
                <a:cubicBezTo>
                  <a:pt x="1143996" y="42860"/>
                  <a:pt x="1143814" y="41679"/>
                  <a:pt x="1143814" y="40045"/>
                </a:cubicBezTo>
                <a:cubicBezTo>
                  <a:pt x="1143814" y="39182"/>
                  <a:pt x="1143859" y="38456"/>
                  <a:pt x="1143951" y="37865"/>
                </a:cubicBezTo>
                <a:cubicBezTo>
                  <a:pt x="1144042" y="37276"/>
                  <a:pt x="1144179" y="36799"/>
                  <a:pt x="1144359" y="36436"/>
                </a:cubicBezTo>
                <a:cubicBezTo>
                  <a:pt x="1144542" y="36027"/>
                  <a:pt x="1144768" y="35753"/>
                  <a:pt x="1145042" y="35619"/>
                </a:cubicBezTo>
                <a:cubicBezTo>
                  <a:pt x="1145314" y="35436"/>
                  <a:pt x="1145631" y="35344"/>
                  <a:pt x="1145994" y="35344"/>
                </a:cubicBezTo>
                <a:lnTo>
                  <a:pt x="1154643" y="35344"/>
                </a:lnTo>
                <a:lnTo>
                  <a:pt x="1154643" y="29012"/>
                </a:lnTo>
                <a:cubicBezTo>
                  <a:pt x="1154643" y="24743"/>
                  <a:pt x="1155029" y="21088"/>
                  <a:pt x="1155801" y="18048"/>
                </a:cubicBezTo>
                <a:cubicBezTo>
                  <a:pt x="1156618" y="14959"/>
                  <a:pt x="1157844" y="12439"/>
                  <a:pt x="1159478" y="10487"/>
                </a:cubicBezTo>
                <a:cubicBezTo>
                  <a:pt x="1161113" y="8535"/>
                  <a:pt x="1163156" y="7104"/>
                  <a:pt x="1165608" y="6198"/>
                </a:cubicBezTo>
                <a:cubicBezTo>
                  <a:pt x="1168105" y="5244"/>
                  <a:pt x="1171034" y="4766"/>
                  <a:pt x="1174394" y="4766"/>
                </a:cubicBezTo>
                <a:cubicBezTo>
                  <a:pt x="1175983" y="4766"/>
                  <a:pt x="1177526" y="4926"/>
                  <a:pt x="1179024" y="5244"/>
                </a:cubicBezTo>
                <a:cubicBezTo>
                  <a:pt x="1180524" y="5515"/>
                  <a:pt x="1181681" y="5832"/>
                  <a:pt x="1182498" y="6198"/>
                </a:cubicBezTo>
                <a:cubicBezTo>
                  <a:pt x="1183316" y="6515"/>
                  <a:pt x="1183861" y="6809"/>
                  <a:pt x="1184133" y="7081"/>
                </a:cubicBezTo>
                <a:cubicBezTo>
                  <a:pt x="1184404" y="7355"/>
                  <a:pt x="1184633" y="7718"/>
                  <a:pt x="1184813" y="8172"/>
                </a:cubicBezTo>
                <a:cubicBezTo>
                  <a:pt x="1184996" y="8581"/>
                  <a:pt x="1185110" y="9101"/>
                  <a:pt x="1185153" y="9738"/>
                </a:cubicBezTo>
                <a:cubicBezTo>
                  <a:pt x="1185244" y="10327"/>
                  <a:pt x="1185290" y="11056"/>
                  <a:pt x="1185290" y="11919"/>
                </a:cubicBezTo>
                <a:close/>
                <a:moveTo>
                  <a:pt x="1243112" y="65108"/>
                </a:moveTo>
                <a:cubicBezTo>
                  <a:pt x="1243112" y="66877"/>
                  <a:pt x="1242657" y="68149"/>
                  <a:pt x="1241749" y="68920"/>
                </a:cubicBezTo>
                <a:cubicBezTo>
                  <a:pt x="1240886" y="69649"/>
                  <a:pt x="1239888" y="70012"/>
                  <a:pt x="1238754" y="70012"/>
                </a:cubicBezTo>
                <a:lnTo>
                  <a:pt x="1198572" y="70012"/>
                </a:lnTo>
                <a:cubicBezTo>
                  <a:pt x="1198572" y="73415"/>
                  <a:pt x="1198912" y="76481"/>
                  <a:pt x="1199592" y="79204"/>
                </a:cubicBezTo>
                <a:cubicBezTo>
                  <a:pt x="1200275" y="81930"/>
                  <a:pt x="1201409" y="84268"/>
                  <a:pt x="1202998" y="86219"/>
                </a:cubicBezTo>
                <a:cubicBezTo>
                  <a:pt x="1204587" y="88171"/>
                  <a:pt x="1206653" y="89671"/>
                  <a:pt x="1209196" y="90714"/>
                </a:cubicBezTo>
                <a:cubicBezTo>
                  <a:pt x="1211739" y="91760"/>
                  <a:pt x="1214848" y="92280"/>
                  <a:pt x="1218526" y="92280"/>
                </a:cubicBezTo>
                <a:cubicBezTo>
                  <a:pt x="1221432" y="92280"/>
                  <a:pt x="1224021" y="92054"/>
                  <a:pt x="1226290" y="91600"/>
                </a:cubicBezTo>
                <a:cubicBezTo>
                  <a:pt x="1228558" y="91100"/>
                  <a:pt x="1230513" y="90554"/>
                  <a:pt x="1232147" y="89966"/>
                </a:cubicBezTo>
                <a:cubicBezTo>
                  <a:pt x="1233828" y="89374"/>
                  <a:pt x="1235188" y="88854"/>
                  <a:pt x="1236234" y="88400"/>
                </a:cubicBezTo>
                <a:cubicBezTo>
                  <a:pt x="1237322" y="87900"/>
                  <a:pt x="1238140" y="87651"/>
                  <a:pt x="1238685" y="87651"/>
                </a:cubicBezTo>
                <a:cubicBezTo>
                  <a:pt x="1239003" y="87651"/>
                  <a:pt x="1239274" y="87740"/>
                  <a:pt x="1239503" y="87922"/>
                </a:cubicBezTo>
                <a:cubicBezTo>
                  <a:pt x="1239774" y="88060"/>
                  <a:pt x="1239980" y="88285"/>
                  <a:pt x="1240114" y="88603"/>
                </a:cubicBezTo>
                <a:cubicBezTo>
                  <a:pt x="1240251" y="88920"/>
                  <a:pt x="1240343" y="89374"/>
                  <a:pt x="1240388" y="89966"/>
                </a:cubicBezTo>
                <a:cubicBezTo>
                  <a:pt x="1240477" y="90511"/>
                  <a:pt x="1240523" y="91191"/>
                  <a:pt x="1240523" y="92009"/>
                </a:cubicBezTo>
                <a:cubicBezTo>
                  <a:pt x="1240523" y="92597"/>
                  <a:pt x="1240500" y="93120"/>
                  <a:pt x="1240454" y="93575"/>
                </a:cubicBezTo>
                <a:cubicBezTo>
                  <a:pt x="1240408" y="93983"/>
                  <a:pt x="1240343" y="94369"/>
                  <a:pt x="1240251" y="94732"/>
                </a:cubicBezTo>
                <a:cubicBezTo>
                  <a:pt x="1240206" y="95049"/>
                  <a:pt x="1240091" y="95346"/>
                  <a:pt x="1239911" y="95618"/>
                </a:cubicBezTo>
                <a:cubicBezTo>
                  <a:pt x="1239774" y="95889"/>
                  <a:pt x="1239571" y="96163"/>
                  <a:pt x="1239297" y="96435"/>
                </a:cubicBezTo>
                <a:cubicBezTo>
                  <a:pt x="1239071" y="96664"/>
                  <a:pt x="1238345" y="97072"/>
                  <a:pt x="1237119" y="97661"/>
                </a:cubicBezTo>
                <a:cubicBezTo>
                  <a:pt x="1235894" y="98207"/>
                  <a:pt x="1234302" y="98749"/>
                  <a:pt x="1232350" y="99295"/>
                </a:cubicBezTo>
                <a:cubicBezTo>
                  <a:pt x="1230399" y="99841"/>
                  <a:pt x="1228127" y="100318"/>
                  <a:pt x="1225541" y="100727"/>
                </a:cubicBezTo>
                <a:cubicBezTo>
                  <a:pt x="1222998" y="101178"/>
                  <a:pt x="1220275" y="101407"/>
                  <a:pt x="1217368" y="101407"/>
                </a:cubicBezTo>
                <a:cubicBezTo>
                  <a:pt x="1212328" y="101407"/>
                  <a:pt x="1207902" y="100704"/>
                  <a:pt x="1204087" y="99295"/>
                </a:cubicBezTo>
                <a:cubicBezTo>
                  <a:pt x="1200318" y="97889"/>
                  <a:pt x="1197140" y="95801"/>
                  <a:pt x="1194554" y="93029"/>
                </a:cubicBezTo>
                <a:cubicBezTo>
                  <a:pt x="1191965" y="90260"/>
                  <a:pt x="1190014" y="86788"/>
                  <a:pt x="1188696" y="82610"/>
                </a:cubicBezTo>
                <a:cubicBezTo>
                  <a:pt x="1187379" y="78433"/>
                  <a:pt x="1186722" y="73575"/>
                  <a:pt x="1186722" y="68034"/>
                </a:cubicBezTo>
                <a:cubicBezTo>
                  <a:pt x="1186722" y="62768"/>
                  <a:pt x="1187402" y="58047"/>
                  <a:pt x="1188765" y="53870"/>
                </a:cubicBezTo>
                <a:cubicBezTo>
                  <a:pt x="1190125" y="49646"/>
                  <a:pt x="1192080" y="46083"/>
                  <a:pt x="1194620" y="43177"/>
                </a:cubicBezTo>
                <a:cubicBezTo>
                  <a:pt x="1197209" y="40225"/>
                  <a:pt x="1200318" y="37979"/>
                  <a:pt x="1203952" y="36436"/>
                </a:cubicBezTo>
                <a:cubicBezTo>
                  <a:pt x="1207584" y="34847"/>
                  <a:pt x="1211648" y="34053"/>
                  <a:pt x="1216143" y="34053"/>
                </a:cubicBezTo>
                <a:cubicBezTo>
                  <a:pt x="1220955" y="34053"/>
                  <a:pt x="1225041" y="34824"/>
                  <a:pt x="1228401" y="36367"/>
                </a:cubicBezTo>
                <a:cubicBezTo>
                  <a:pt x="1231807" y="37910"/>
                  <a:pt x="1234599" y="39999"/>
                  <a:pt x="1236777" y="42634"/>
                </a:cubicBezTo>
                <a:cubicBezTo>
                  <a:pt x="1238957" y="45220"/>
                  <a:pt x="1240546" y="48286"/>
                  <a:pt x="1241546" y="51826"/>
                </a:cubicBezTo>
                <a:cubicBezTo>
                  <a:pt x="1242589" y="55324"/>
                  <a:pt x="1243112" y="59067"/>
                  <a:pt x="1243112" y="63065"/>
                </a:cubicBezTo>
                <a:lnTo>
                  <a:pt x="1243112" y="65108"/>
                </a:lnTo>
                <a:close/>
                <a:moveTo>
                  <a:pt x="1231807" y="61771"/>
                </a:moveTo>
                <a:cubicBezTo>
                  <a:pt x="1231942" y="55867"/>
                  <a:pt x="1230624" y="51238"/>
                  <a:pt x="1227855" y="47877"/>
                </a:cubicBezTo>
                <a:cubicBezTo>
                  <a:pt x="1225132" y="44517"/>
                  <a:pt x="1221069" y="42837"/>
                  <a:pt x="1215665" y="42837"/>
                </a:cubicBezTo>
                <a:cubicBezTo>
                  <a:pt x="1212896" y="42837"/>
                  <a:pt x="1210468" y="43360"/>
                  <a:pt x="1208379" y="44403"/>
                </a:cubicBezTo>
                <a:cubicBezTo>
                  <a:pt x="1206290" y="45449"/>
                  <a:pt x="1204541" y="46832"/>
                  <a:pt x="1203135" y="48557"/>
                </a:cubicBezTo>
                <a:cubicBezTo>
                  <a:pt x="1201726" y="50283"/>
                  <a:pt x="1200638" y="52304"/>
                  <a:pt x="1199866" y="54618"/>
                </a:cubicBezTo>
                <a:cubicBezTo>
                  <a:pt x="1199092" y="56890"/>
                  <a:pt x="1198660" y="59273"/>
                  <a:pt x="1198572" y="61771"/>
                </a:cubicBezTo>
                <a:lnTo>
                  <a:pt x="1231807" y="61771"/>
                </a:lnTo>
                <a:close/>
                <a:moveTo>
                  <a:pt x="1296030" y="41134"/>
                </a:moveTo>
                <a:cubicBezTo>
                  <a:pt x="1296030" y="42134"/>
                  <a:pt x="1296007" y="42974"/>
                  <a:pt x="1295961" y="43654"/>
                </a:cubicBezTo>
                <a:cubicBezTo>
                  <a:pt x="1295915" y="44334"/>
                  <a:pt x="1295824" y="44880"/>
                  <a:pt x="1295687" y="45289"/>
                </a:cubicBezTo>
                <a:cubicBezTo>
                  <a:pt x="1295552" y="45651"/>
                  <a:pt x="1295370" y="45946"/>
                  <a:pt x="1295144" y="46174"/>
                </a:cubicBezTo>
                <a:cubicBezTo>
                  <a:pt x="1294961" y="46354"/>
                  <a:pt x="1294690" y="46446"/>
                  <a:pt x="1294327" y="46446"/>
                </a:cubicBezTo>
                <a:cubicBezTo>
                  <a:pt x="1293964" y="46446"/>
                  <a:pt x="1293509" y="46354"/>
                  <a:pt x="1292964" y="46174"/>
                </a:cubicBezTo>
                <a:cubicBezTo>
                  <a:pt x="1292464" y="45946"/>
                  <a:pt x="1291875" y="45743"/>
                  <a:pt x="1291192" y="45560"/>
                </a:cubicBezTo>
                <a:cubicBezTo>
                  <a:pt x="1290558" y="45334"/>
                  <a:pt x="1289832" y="45128"/>
                  <a:pt x="1289015" y="44948"/>
                </a:cubicBezTo>
                <a:cubicBezTo>
                  <a:pt x="1288197" y="44766"/>
                  <a:pt x="1287311" y="44677"/>
                  <a:pt x="1286357" y="44677"/>
                </a:cubicBezTo>
                <a:cubicBezTo>
                  <a:pt x="1285223" y="44677"/>
                  <a:pt x="1284111" y="44903"/>
                  <a:pt x="1283020" y="45357"/>
                </a:cubicBezTo>
                <a:cubicBezTo>
                  <a:pt x="1281931" y="45811"/>
                  <a:pt x="1280774" y="46560"/>
                  <a:pt x="1279548" y="47603"/>
                </a:cubicBezTo>
                <a:cubicBezTo>
                  <a:pt x="1278367" y="48649"/>
                  <a:pt x="1277119" y="50032"/>
                  <a:pt x="1275801" y="51758"/>
                </a:cubicBezTo>
                <a:cubicBezTo>
                  <a:pt x="1274484" y="53484"/>
                  <a:pt x="1273033" y="55596"/>
                  <a:pt x="1271444" y="58093"/>
                </a:cubicBezTo>
                <a:lnTo>
                  <a:pt x="1271444" y="98409"/>
                </a:lnTo>
                <a:cubicBezTo>
                  <a:pt x="1271444" y="98772"/>
                  <a:pt x="1271352" y="99092"/>
                  <a:pt x="1271169" y="99364"/>
                </a:cubicBezTo>
                <a:cubicBezTo>
                  <a:pt x="1270989" y="99590"/>
                  <a:pt x="1270692" y="99795"/>
                  <a:pt x="1270284" y="99975"/>
                </a:cubicBezTo>
                <a:cubicBezTo>
                  <a:pt x="1269875" y="100158"/>
                  <a:pt x="1269309" y="100295"/>
                  <a:pt x="1268583" y="100384"/>
                </a:cubicBezTo>
                <a:cubicBezTo>
                  <a:pt x="1267855" y="100475"/>
                  <a:pt x="1266926" y="100521"/>
                  <a:pt x="1265789" y="100521"/>
                </a:cubicBezTo>
                <a:cubicBezTo>
                  <a:pt x="1264700" y="100521"/>
                  <a:pt x="1263791" y="100475"/>
                  <a:pt x="1263066" y="100384"/>
                </a:cubicBezTo>
                <a:cubicBezTo>
                  <a:pt x="1262340" y="100295"/>
                  <a:pt x="1261748" y="100158"/>
                  <a:pt x="1261294" y="99975"/>
                </a:cubicBezTo>
                <a:cubicBezTo>
                  <a:pt x="1260885" y="99795"/>
                  <a:pt x="1260591" y="99590"/>
                  <a:pt x="1260411" y="99364"/>
                </a:cubicBezTo>
                <a:cubicBezTo>
                  <a:pt x="1260274" y="99092"/>
                  <a:pt x="1260205" y="98772"/>
                  <a:pt x="1260205" y="98409"/>
                </a:cubicBezTo>
                <a:lnTo>
                  <a:pt x="1260205" y="37116"/>
                </a:lnTo>
                <a:cubicBezTo>
                  <a:pt x="1260205" y="36753"/>
                  <a:pt x="1260274" y="36459"/>
                  <a:pt x="1260411" y="36230"/>
                </a:cubicBezTo>
                <a:cubicBezTo>
                  <a:pt x="1260545" y="35959"/>
                  <a:pt x="1260820" y="35730"/>
                  <a:pt x="1261228" y="35550"/>
                </a:cubicBezTo>
                <a:cubicBezTo>
                  <a:pt x="1261637" y="35322"/>
                  <a:pt x="1262157" y="35187"/>
                  <a:pt x="1262794" y="35142"/>
                </a:cubicBezTo>
                <a:cubicBezTo>
                  <a:pt x="1263428" y="35050"/>
                  <a:pt x="1264269" y="35004"/>
                  <a:pt x="1265314" y="35004"/>
                </a:cubicBezTo>
                <a:cubicBezTo>
                  <a:pt x="1266312" y="35004"/>
                  <a:pt x="1267129" y="35050"/>
                  <a:pt x="1267766" y="35142"/>
                </a:cubicBezTo>
                <a:cubicBezTo>
                  <a:pt x="1268446" y="35187"/>
                  <a:pt x="1268969" y="35322"/>
                  <a:pt x="1269332" y="35550"/>
                </a:cubicBezTo>
                <a:cubicBezTo>
                  <a:pt x="1269695" y="35730"/>
                  <a:pt x="1269944" y="35959"/>
                  <a:pt x="1270081" y="36230"/>
                </a:cubicBezTo>
                <a:cubicBezTo>
                  <a:pt x="1270264" y="36459"/>
                  <a:pt x="1270352" y="36753"/>
                  <a:pt x="1270352" y="37116"/>
                </a:cubicBezTo>
                <a:lnTo>
                  <a:pt x="1270352" y="46037"/>
                </a:lnTo>
                <a:cubicBezTo>
                  <a:pt x="1272032" y="43585"/>
                  <a:pt x="1273598" y="41588"/>
                  <a:pt x="1275053" y="40045"/>
                </a:cubicBezTo>
                <a:cubicBezTo>
                  <a:pt x="1276550" y="38502"/>
                  <a:pt x="1277959" y="37299"/>
                  <a:pt x="1279276" y="36436"/>
                </a:cubicBezTo>
                <a:cubicBezTo>
                  <a:pt x="1280591" y="35527"/>
                  <a:pt x="1281885" y="34913"/>
                  <a:pt x="1283157" y="34596"/>
                </a:cubicBezTo>
                <a:cubicBezTo>
                  <a:pt x="1284474" y="34233"/>
                  <a:pt x="1285791" y="34053"/>
                  <a:pt x="1287106" y="34053"/>
                </a:cubicBezTo>
                <a:cubicBezTo>
                  <a:pt x="1287697" y="34053"/>
                  <a:pt x="1288354" y="34096"/>
                  <a:pt x="1289083" y="34187"/>
                </a:cubicBezTo>
                <a:cubicBezTo>
                  <a:pt x="1289855" y="34233"/>
                  <a:pt x="1290649" y="34347"/>
                  <a:pt x="1291466" y="34527"/>
                </a:cubicBezTo>
                <a:cubicBezTo>
                  <a:pt x="1292284" y="34710"/>
                  <a:pt x="1293009" y="34913"/>
                  <a:pt x="1293644" y="35142"/>
                </a:cubicBezTo>
                <a:cubicBezTo>
                  <a:pt x="1294327" y="35367"/>
                  <a:pt x="1294804" y="35596"/>
                  <a:pt x="1295075" y="35822"/>
                </a:cubicBezTo>
                <a:cubicBezTo>
                  <a:pt x="1295347" y="36050"/>
                  <a:pt x="1295530" y="36276"/>
                  <a:pt x="1295621" y="36505"/>
                </a:cubicBezTo>
                <a:cubicBezTo>
                  <a:pt x="1295710" y="36685"/>
                  <a:pt x="1295778" y="36933"/>
                  <a:pt x="1295824" y="37253"/>
                </a:cubicBezTo>
                <a:cubicBezTo>
                  <a:pt x="1295915" y="37570"/>
                  <a:pt x="1295961" y="38048"/>
                  <a:pt x="1295961" y="38682"/>
                </a:cubicBezTo>
                <a:cubicBezTo>
                  <a:pt x="1296007" y="39273"/>
                  <a:pt x="1296030" y="40091"/>
                  <a:pt x="1296030" y="41134"/>
                </a:cubicBezTo>
                <a:close/>
                <a:moveTo>
                  <a:pt x="1359298" y="65108"/>
                </a:moveTo>
                <a:cubicBezTo>
                  <a:pt x="1359298" y="66877"/>
                  <a:pt x="1358843" y="68149"/>
                  <a:pt x="1357935" y="68920"/>
                </a:cubicBezTo>
                <a:cubicBezTo>
                  <a:pt x="1357072" y="69649"/>
                  <a:pt x="1356074" y="70012"/>
                  <a:pt x="1354940" y="70012"/>
                </a:cubicBezTo>
                <a:lnTo>
                  <a:pt x="1314758" y="70012"/>
                </a:lnTo>
                <a:cubicBezTo>
                  <a:pt x="1314758" y="73415"/>
                  <a:pt x="1315098" y="76481"/>
                  <a:pt x="1315778" y="79204"/>
                </a:cubicBezTo>
                <a:cubicBezTo>
                  <a:pt x="1316461" y="81930"/>
                  <a:pt x="1317595" y="84268"/>
                  <a:pt x="1319184" y="86219"/>
                </a:cubicBezTo>
                <a:cubicBezTo>
                  <a:pt x="1320773" y="88171"/>
                  <a:pt x="1322839" y="89671"/>
                  <a:pt x="1325382" y="90714"/>
                </a:cubicBezTo>
                <a:cubicBezTo>
                  <a:pt x="1327925" y="91760"/>
                  <a:pt x="1331034" y="92280"/>
                  <a:pt x="1334712" y="92280"/>
                </a:cubicBezTo>
                <a:cubicBezTo>
                  <a:pt x="1337618" y="92280"/>
                  <a:pt x="1340207" y="92054"/>
                  <a:pt x="1342476" y="91600"/>
                </a:cubicBezTo>
                <a:cubicBezTo>
                  <a:pt x="1344747" y="91100"/>
                  <a:pt x="1346699" y="90554"/>
                  <a:pt x="1348333" y="89966"/>
                </a:cubicBezTo>
                <a:cubicBezTo>
                  <a:pt x="1350014" y="89374"/>
                  <a:pt x="1351374" y="88854"/>
                  <a:pt x="1352420" y="88400"/>
                </a:cubicBezTo>
                <a:cubicBezTo>
                  <a:pt x="1353508" y="87900"/>
                  <a:pt x="1354326" y="87651"/>
                  <a:pt x="1354871" y="87651"/>
                </a:cubicBezTo>
                <a:cubicBezTo>
                  <a:pt x="1355189" y="87651"/>
                  <a:pt x="1355460" y="87740"/>
                  <a:pt x="1355689" y="87922"/>
                </a:cubicBezTo>
                <a:cubicBezTo>
                  <a:pt x="1355960" y="88060"/>
                  <a:pt x="1356166" y="88285"/>
                  <a:pt x="1356300" y="88603"/>
                </a:cubicBezTo>
                <a:cubicBezTo>
                  <a:pt x="1356437" y="88920"/>
                  <a:pt x="1356529" y="89374"/>
                  <a:pt x="1356574" y="89966"/>
                </a:cubicBezTo>
                <a:cubicBezTo>
                  <a:pt x="1356663" y="90511"/>
                  <a:pt x="1356709" y="91191"/>
                  <a:pt x="1356709" y="92009"/>
                </a:cubicBezTo>
                <a:cubicBezTo>
                  <a:pt x="1356709" y="92597"/>
                  <a:pt x="1356686" y="93120"/>
                  <a:pt x="1356640" y="93575"/>
                </a:cubicBezTo>
                <a:cubicBezTo>
                  <a:pt x="1356597" y="93983"/>
                  <a:pt x="1356529" y="94369"/>
                  <a:pt x="1356437" y="94732"/>
                </a:cubicBezTo>
                <a:cubicBezTo>
                  <a:pt x="1356392" y="95049"/>
                  <a:pt x="1356277" y="95346"/>
                  <a:pt x="1356097" y="95618"/>
                </a:cubicBezTo>
                <a:cubicBezTo>
                  <a:pt x="1355960" y="95889"/>
                  <a:pt x="1355757" y="96163"/>
                  <a:pt x="1355483" y="96435"/>
                </a:cubicBezTo>
                <a:cubicBezTo>
                  <a:pt x="1355257" y="96664"/>
                  <a:pt x="1354531" y="97072"/>
                  <a:pt x="1353305" y="97661"/>
                </a:cubicBezTo>
                <a:cubicBezTo>
                  <a:pt x="1352080" y="98207"/>
                  <a:pt x="1350491" y="98749"/>
                  <a:pt x="1348536" y="99295"/>
                </a:cubicBezTo>
                <a:cubicBezTo>
                  <a:pt x="1346585" y="99841"/>
                  <a:pt x="1344316" y="100318"/>
                  <a:pt x="1341727" y="100727"/>
                </a:cubicBezTo>
                <a:cubicBezTo>
                  <a:pt x="1339184" y="101178"/>
                  <a:pt x="1336460" y="101407"/>
                  <a:pt x="1333554" y="101407"/>
                </a:cubicBezTo>
                <a:cubicBezTo>
                  <a:pt x="1328514" y="101407"/>
                  <a:pt x="1324087" y="100704"/>
                  <a:pt x="1320273" y="99295"/>
                </a:cubicBezTo>
                <a:cubicBezTo>
                  <a:pt x="1316507" y="97889"/>
                  <a:pt x="1313326" y="95801"/>
                  <a:pt x="1310740" y="93029"/>
                </a:cubicBezTo>
                <a:cubicBezTo>
                  <a:pt x="1308151" y="90260"/>
                  <a:pt x="1306200" y="86788"/>
                  <a:pt x="1304882" y="82610"/>
                </a:cubicBezTo>
                <a:cubicBezTo>
                  <a:pt x="1303565" y="78433"/>
                  <a:pt x="1302908" y="73575"/>
                  <a:pt x="1302908" y="68034"/>
                </a:cubicBezTo>
                <a:cubicBezTo>
                  <a:pt x="1302908" y="62768"/>
                  <a:pt x="1303588" y="58047"/>
                  <a:pt x="1304951" y="53870"/>
                </a:cubicBezTo>
                <a:cubicBezTo>
                  <a:pt x="1306311" y="49646"/>
                  <a:pt x="1308266" y="46083"/>
                  <a:pt x="1310806" y="43177"/>
                </a:cubicBezTo>
                <a:cubicBezTo>
                  <a:pt x="1313395" y="40225"/>
                  <a:pt x="1316507" y="37979"/>
                  <a:pt x="1320138" y="36436"/>
                </a:cubicBezTo>
                <a:cubicBezTo>
                  <a:pt x="1323770" y="34847"/>
                  <a:pt x="1327834" y="34053"/>
                  <a:pt x="1332329" y="34053"/>
                </a:cubicBezTo>
                <a:cubicBezTo>
                  <a:pt x="1337141" y="34053"/>
                  <a:pt x="1341227" y="34824"/>
                  <a:pt x="1344587" y="36367"/>
                </a:cubicBezTo>
                <a:cubicBezTo>
                  <a:pt x="1347993" y="37910"/>
                  <a:pt x="1350785" y="39999"/>
                  <a:pt x="1352963" y="42634"/>
                </a:cubicBezTo>
                <a:cubicBezTo>
                  <a:pt x="1355143" y="45220"/>
                  <a:pt x="1356732" y="48286"/>
                  <a:pt x="1357732" y="51826"/>
                </a:cubicBezTo>
                <a:cubicBezTo>
                  <a:pt x="1358775" y="55324"/>
                  <a:pt x="1359298" y="59067"/>
                  <a:pt x="1359298" y="63065"/>
                </a:cubicBezTo>
                <a:lnTo>
                  <a:pt x="1359298" y="65108"/>
                </a:lnTo>
                <a:close/>
                <a:moveTo>
                  <a:pt x="1347993" y="61771"/>
                </a:moveTo>
                <a:cubicBezTo>
                  <a:pt x="1348128" y="55867"/>
                  <a:pt x="1346810" y="51238"/>
                  <a:pt x="1344041" y="47877"/>
                </a:cubicBezTo>
                <a:cubicBezTo>
                  <a:pt x="1341318" y="44517"/>
                  <a:pt x="1337255" y="42837"/>
                  <a:pt x="1331851" y="42837"/>
                </a:cubicBezTo>
                <a:cubicBezTo>
                  <a:pt x="1329082" y="42837"/>
                  <a:pt x="1326654" y="43360"/>
                  <a:pt x="1324565" y="44403"/>
                </a:cubicBezTo>
                <a:cubicBezTo>
                  <a:pt x="1322476" y="45449"/>
                  <a:pt x="1320727" y="46832"/>
                  <a:pt x="1319321" y="48557"/>
                </a:cubicBezTo>
                <a:cubicBezTo>
                  <a:pt x="1317912" y="50283"/>
                  <a:pt x="1316824" y="52304"/>
                  <a:pt x="1316052" y="54618"/>
                </a:cubicBezTo>
                <a:cubicBezTo>
                  <a:pt x="1315281" y="56890"/>
                  <a:pt x="1314849" y="59273"/>
                  <a:pt x="1314758" y="61771"/>
                </a:cubicBezTo>
                <a:lnTo>
                  <a:pt x="1347993" y="61771"/>
                </a:lnTo>
                <a:close/>
                <a:moveTo>
                  <a:pt x="1429172" y="98409"/>
                </a:moveTo>
                <a:cubicBezTo>
                  <a:pt x="1429172" y="98772"/>
                  <a:pt x="1429081" y="99092"/>
                  <a:pt x="1428901" y="99364"/>
                </a:cubicBezTo>
                <a:cubicBezTo>
                  <a:pt x="1428718" y="99590"/>
                  <a:pt x="1428423" y="99795"/>
                  <a:pt x="1428015" y="99975"/>
                </a:cubicBezTo>
                <a:cubicBezTo>
                  <a:pt x="1427606" y="100158"/>
                  <a:pt x="1427038" y="100295"/>
                  <a:pt x="1426312" y="100384"/>
                </a:cubicBezTo>
                <a:cubicBezTo>
                  <a:pt x="1425586" y="100475"/>
                  <a:pt x="1424677" y="100521"/>
                  <a:pt x="1423588" y="100521"/>
                </a:cubicBezTo>
                <a:cubicBezTo>
                  <a:pt x="1422454" y="100521"/>
                  <a:pt x="1421523" y="100475"/>
                  <a:pt x="1420797" y="100384"/>
                </a:cubicBezTo>
                <a:cubicBezTo>
                  <a:pt x="1420071" y="100295"/>
                  <a:pt x="1419502" y="100158"/>
                  <a:pt x="1419094" y="99975"/>
                </a:cubicBezTo>
                <a:cubicBezTo>
                  <a:pt x="1418685" y="99795"/>
                  <a:pt x="1418391" y="99590"/>
                  <a:pt x="1418208" y="99364"/>
                </a:cubicBezTo>
                <a:cubicBezTo>
                  <a:pt x="1418028" y="99092"/>
                  <a:pt x="1417936" y="98772"/>
                  <a:pt x="1417936" y="98409"/>
                </a:cubicBezTo>
                <a:lnTo>
                  <a:pt x="1417936" y="62519"/>
                </a:lnTo>
                <a:cubicBezTo>
                  <a:pt x="1417936" y="59022"/>
                  <a:pt x="1417662" y="56207"/>
                  <a:pt x="1417119" y="54075"/>
                </a:cubicBezTo>
                <a:cubicBezTo>
                  <a:pt x="1416573" y="51941"/>
                  <a:pt x="1415779" y="50101"/>
                  <a:pt x="1414736" y="48557"/>
                </a:cubicBezTo>
                <a:cubicBezTo>
                  <a:pt x="1413690" y="47014"/>
                  <a:pt x="1412327" y="45834"/>
                  <a:pt x="1410650" y="45017"/>
                </a:cubicBezTo>
                <a:cubicBezTo>
                  <a:pt x="1409015" y="44200"/>
                  <a:pt x="1407106" y="43791"/>
                  <a:pt x="1404926" y="43791"/>
                </a:cubicBezTo>
                <a:cubicBezTo>
                  <a:pt x="1402112" y="43791"/>
                  <a:pt x="1399297" y="44788"/>
                  <a:pt x="1396482" y="46786"/>
                </a:cubicBezTo>
                <a:cubicBezTo>
                  <a:pt x="1393668" y="48786"/>
                  <a:pt x="1390716" y="51712"/>
                  <a:pt x="1387630" y="55573"/>
                </a:cubicBezTo>
                <a:lnTo>
                  <a:pt x="1387630" y="98409"/>
                </a:lnTo>
                <a:cubicBezTo>
                  <a:pt x="1387630" y="98772"/>
                  <a:pt x="1387538" y="99092"/>
                  <a:pt x="1387355" y="99364"/>
                </a:cubicBezTo>
                <a:cubicBezTo>
                  <a:pt x="1387175" y="99590"/>
                  <a:pt x="1386881" y="99795"/>
                  <a:pt x="1386472" y="99975"/>
                </a:cubicBezTo>
                <a:cubicBezTo>
                  <a:pt x="1386064" y="100158"/>
                  <a:pt x="1385495" y="100295"/>
                  <a:pt x="1384769" y="100384"/>
                </a:cubicBezTo>
                <a:cubicBezTo>
                  <a:pt x="1384044" y="100475"/>
                  <a:pt x="1383112" y="100521"/>
                  <a:pt x="1381978" y="100521"/>
                </a:cubicBezTo>
                <a:cubicBezTo>
                  <a:pt x="1380886" y="100521"/>
                  <a:pt x="1379977" y="100475"/>
                  <a:pt x="1379252" y="100384"/>
                </a:cubicBezTo>
                <a:cubicBezTo>
                  <a:pt x="1378526" y="100295"/>
                  <a:pt x="1377934" y="100158"/>
                  <a:pt x="1377483" y="99975"/>
                </a:cubicBezTo>
                <a:cubicBezTo>
                  <a:pt x="1377074" y="99795"/>
                  <a:pt x="1376777" y="99590"/>
                  <a:pt x="1376597" y="99364"/>
                </a:cubicBezTo>
                <a:cubicBezTo>
                  <a:pt x="1376460" y="99092"/>
                  <a:pt x="1376391" y="98772"/>
                  <a:pt x="1376391" y="98409"/>
                </a:cubicBezTo>
                <a:lnTo>
                  <a:pt x="1376391" y="37116"/>
                </a:lnTo>
                <a:cubicBezTo>
                  <a:pt x="1376391" y="36753"/>
                  <a:pt x="1376460" y="36459"/>
                  <a:pt x="1376597" y="36230"/>
                </a:cubicBezTo>
                <a:cubicBezTo>
                  <a:pt x="1376731" y="35959"/>
                  <a:pt x="1377006" y="35730"/>
                  <a:pt x="1377414" y="35550"/>
                </a:cubicBezTo>
                <a:cubicBezTo>
                  <a:pt x="1377823" y="35322"/>
                  <a:pt x="1378343" y="35187"/>
                  <a:pt x="1378980" y="35142"/>
                </a:cubicBezTo>
                <a:cubicBezTo>
                  <a:pt x="1379614" y="35050"/>
                  <a:pt x="1380455" y="35004"/>
                  <a:pt x="1381500" y="35004"/>
                </a:cubicBezTo>
                <a:cubicBezTo>
                  <a:pt x="1382498" y="35004"/>
                  <a:pt x="1383315" y="35050"/>
                  <a:pt x="1383952" y="35142"/>
                </a:cubicBezTo>
                <a:cubicBezTo>
                  <a:pt x="1384632" y="35187"/>
                  <a:pt x="1385155" y="35322"/>
                  <a:pt x="1385518" y="35550"/>
                </a:cubicBezTo>
                <a:cubicBezTo>
                  <a:pt x="1385881" y="35730"/>
                  <a:pt x="1386130" y="35959"/>
                  <a:pt x="1386267" y="36230"/>
                </a:cubicBezTo>
                <a:cubicBezTo>
                  <a:pt x="1386450" y="36459"/>
                  <a:pt x="1386538" y="36753"/>
                  <a:pt x="1386538" y="37116"/>
                </a:cubicBezTo>
                <a:lnTo>
                  <a:pt x="1386538" y="45220"/>
                </a:lnTo>
                <a:cubicBezTo>
                  <a:pt x="1389990" y="41362"/>
                  <a:pt x="1393419" y="38548"/>
                  <a:pt x="1396822" y="36776"/>
                </a:cubicBezTo>
                <a:cubicBezTo>
                  <a:pt x="1400274" y="34959"/>
                  <a:pt x="1403746" y="34053"/>
                  <a:pt x="1407244" y="34053"/>
                </a:cubicBezTo>
                <a:cubicBezTo>
                  <a:pt x="1411330" y="34053"/>
                  <a:pt x="1414756" y="34756"/>
                  <a:pt x="1417528" y="36162"/>
                </a:cubicBezTo>
                <a:cubicBezTo>
                  <a:pt x="1420342" y="37525"/>
                  <a:pt x="1422611" y="39365"/>
                  <a:pt x="1424337" y="41679"/>
                </a:cubicBezTo>
                <a:cubicBezTo>
                  <a:pt x="1426063" y="43994"/>
                  <a:pt x="1427289" y="46720"/>
                  <a:pt x="1428015" y="49852"/>
                </a:cubicBezTo>
                <a:cubicBezTo>
                  <a:pt x="1428786" y="52938"/>
                  <a:pt x="1429172" y="56661"/>
                  <a:pt x="1429172" y="61022"/>
                </a:cubicBezTo>
                <a:lnTo>
                  <a:pt x="1429172" y="98409"/>
                </a:lnTo>
                <a:close/>
                <a:moveTo>
                  <a:pt x="1480250" y="93915"/>
                </a:moveTo>
                <a:cubicBezTo>
                  <a:pt x="1480250" y="95232"/>
                  <a:pt x="1480161" y="96275"/>
                  <a:pt x="1479978" y="97049"/>
                </a:cubicBezTo>
                <a:cubicBezTo>
                  <a:pt x="1479798" y="97821"/>
                  <a:pt x="1479524" y="98387"/>
                  <a:pt x="1479161" y="98749"/>
                </a:cubicBezTo>
                <a:cubicBezTo>
                  <a:pt x="1478798" y="99115"/>
                  <a:pt x="1478252" y="99455"/>
                  <a:pt x="1477527" y="99772"/>
                </a:cubicBezTo>
                <a:cubicBezTo>
                  <a:pt x="1476801" y="100090"/>
                  <a:pt x="1475961" y="100341"/>
                  <a:pt x="1475006" y="100521"/>
                </a:cubicBezTo>
                <a:cubicBezTo>
                  <a:pt x="1474098" y="100750"/>
                  <a:pt x="1473123" y="100930"/>
                  <a:pt x="1472077" y="101067"/>
                </a:cubicBezTo>
                <a:cubicBezTo>
                  <a:pt x="1471034" y="101201"/>
                  <a:pt x="1469989" y="101270"/>
                  <a:pt x="1468946" y="101270"/>
                </a:cubicBezTo>
                <a:cubicBezTo>
                  <a:pt x="1465768" y="101270"/>
                  <a:pt x="1463045" y="100861"/>
                  <a:pt x="1460773" y="100044"/>
                </a:cubicBezTo>
                <a:cubicBezTo>
                  <a:pt x="1458504" y="99181"/>
                  <a:pt x="1456641" y="97909"/>
                  <a:pt x="1455190" y="96232"/>
                </a:cubicBezTo>
                <a:cubicBezTo>
                  <a:pt x="1453735" y="94506"/>
                  <a:pt x="1452669" y="92349"/>
                  <a:pt x="1451989" y="89760"/>
                </a:cubicBezTo>
                <a:cubicBezTo>
                  <a:pt x="1451352" y="87128"/>
                  <a:pt x="1451035" y="84039"/>
                  <a:pt x="1451035" y="80499"/>
                </a:cubicBezTo>
                <a:lnTo>
                  <a:pt x="1451035" y="44677"/>
                </a:lnTo>
                <a:lnTo>
                  <a:pt x="1442454" y="44677"/>
                </a:lnTo>
                <a:cubicBezTo>
                  <a:pt x="1441771" y="44677"/>
                  <a:pt x="1441228" y="44311"/>
                  <a:pt x="1440819" y="43585"/>
                </a:cubicBezTo>
                <a:cubicBezTo>
                  <a:pt x="1440411" y="42860"/>
                  <a:pt x="1440205" y="41679"/>
                  <a:pt x="1440205" y="40045"/>
                </a:cubicBezTo>
                <a:cubicBezTo>
                  <a:pt x="1440205" y="39182"/>
                  <a:pt x="1440251" y="38456"/>
                  <a:pt x="1440342" y="37865"/>
                </a:cubicBezTo>
                <a:cubicBezTo>
                  <a:pt x="1440479" y="37276"/>
                  <a:pt x="1440636" y="36799"/>
                  <a:pt x="1440819" y="36436"/>
                </a:cubicBezTo>
                <a:cubicBezTo>
                  <a:pt x="1440999" y="36027"/>
                  <a:pt x="1441228" y="35753"/>
                  <a:pt x="1441499" y="35619"/>
                </a:cubicBezTo>
                <a:cubicBezTo>
                  <a:pt x="1441816" y="35436"/>
                  <a:pt x="1442159" y="35344"/>
                  <a:pt x="1442522" y="35344"/>
                </a:cubicBezTo>
                <a:lnTo>
                  <a:pt x="1451035" y="35344"/>
                </a:lnTo>
                <a:lnTo>
                  <a:pt x="1451035" y="20771"/>
                </a:lnTo>
                <a:cubicBezTo>
                  <a:pt x="1451035" y="20454"/>
                  <a:pt x="1451103" y="20157"/>
                  <a:pt x="1451238" y="19885"/>
                </a:cubicBezTo>
                <a:cubicBezTo>
                  <a:pt x="1451421" y="19614"/>
                  <a:pt x="1451715" y="19385"/>
                  <a:pt x="1452123" y="19205"/>
                </a:cubicBezTo>
                <a:cubicBezTo>
                  <a:pt x="1452578" y="18977"/>
                  <a:pt x="1453169" y="18819"/>
                  <a:pt x="1453895" y="18728"/>
                </a:cubicBezTo>
                <a:cubicBezTo>
                  <a:pt x="1454621" y="18637"/>
                  <a:pt x="1455530" y="18591"/>
                  <a:pt x="1456618" y="18591"/>
                </a:cubicBezTo>
                <a:cubicBezTo>
                  <a:pt x="1457753" y="18591"/>
                  <a:pt x="1458684" y="18637"/>
                  <a:pt x="1459410" y="18728"/>
                </a:cubicBezTo>
                <a:cubicBezTo>
                  <a:pt x="1460139" y="18819"/>
                  <a:pt x="1460705" y="18977"/>
                  <a:pt x="1461113" y="19205"/>
                </a:cubicBezTo>
                <a:cubicBezTo>
                  <a:pt x="1461522" y="19385"/>
                  <a:pt x="1461819" y="19614"/>
                  <a:pt x="1461999" y="19885"/>
                </a:cubicBezTo>
                <a:cubicBezTo>
                  <a:pt x="1462182" y="20157"/>
                  <a:pt x="1462270" y="20454"/>
                  <a:pt x="1462270" y="20771"/>
                </a:cubicBezTo>
                <a:lnTo>
                  <a:pt x="1462270" y="35344"/>
                </a:lnTo>
                <a:lnTo>
                  <a:pt x="1478004" y="35344"/>
                </a:lnTo>
                <a:cubicBezTo>
                  <a:pt x="1478367" y="35344"/>
                  <a:pt x="1478684" y="35436"/>
                  <a:pt x="1478958" y="35619"/>
                </a:cubicBezTo>
                <a:cubicBezTo>
                  <a:pt x="1479230" y="35753"/>
                  <a:pt x="1479455" y="36027"/>
                  <a:pt x="1479638" y="36436"/>
                </a:cubicBezTo>
                <a:cubicBezTo>
                  <a:pt x="1479864" y="36799"/>
                  <a:pt x="1480024" y="37276"/>
                  <a:pt x="1480116" y="37865"/>
                </a:cubicBezTo>
                <a:cubicBezTo>
                  <a:pt x="1480207" y="38456"/>
                  <a:pt x="1480250" y="39182"/>
                  <a:pt x="1480250" y="40045"/>
                </a:cubicBezTo>
                <a:cubicBezTo>
                  <a:pt x="1480250" y="41679"/>
                  <a:pt x="1480047" y="42860"/>
                  <a:pt x="1479638" y="43585"/>
                </a:cubicBezTo>
                <a:cubicBezTo>
                  <a:pt x="1479230" y="44311"/>
                  <a:pt x="1478684" y="44677"/>
                  <a:pt x="1478004" y="44677"/>
                </a:cubicBezTo>
                <a:lnTo>
                  <a:pt x="1462270" y="44677"/>
                </a:lnTo>
                <a:lnTo>
                  <a:pt x="1462270" y="78864"/>
                </a:lnTo>
                <a:cubicBezTo>
                  <a:pt x="1462270" y="83088"/>
                  <a:pt x="1462885" y="86288"/>
                  <a:pt x="1464111" y="88468"/>
                </a:cubicBezTo>
                <a:cubicBezTo>
                  <a:pt x="1465382" y="90600"/>
                  <a:pt x="1467628" y="91669"/>
                  <a:pt x="1470852" y="91669"/>
                </a:cubicBezTo>
                <a:cubicBezTo>
                  <a:pt x="1471897" y="91669"/>
                  <a:pt x="1472829" y="91577"/>
                  <a:pt x="1473646" y="91394"/>
                </a:cubicBezTo>
                <a:cubicBezTo>
                  <a:pt x="1474463" y="91169"/>
                  <a:pt x="1475189" y="90940"/>
                  <a:pt x="1475824" y="90714"/>
                </a:cubicBezTo>
                <a:cubicBezTo>
                  <a:pt x="1476461" y="90488"/>
                  <a:pt x="1477004" y="90283"/>
                  <a:pt x="1477458" y="90103"/>
                </a:cubicBezTo>
                <a:cubicBezTo>
                  <a:pt x="1477912" y="89874"/>
                  <a:pt x="1478321" y="89760"/>
                  <a:pt x="1478684" y="89760"/>
                </a:cubicBezTo>
                <a:cubicBezTo>
                  <a:pt x="1478913" y="89760"/>
                  <a:pt x="1479115" y="89828"/>
                  <a:pt x="1479298" y="89966"/>
                </a:cubicBezTo>
                <a:cubicBezTo>
                  <a:pt x="1479524" y="90057"/>
                  <a:pt x="1479684" y="90260"/>
                  <a:pt x="1479776" y="90577"/>
                </a:cubicBezTo>
                <a:cubicBezTo>
                  <a:pt x="1479910" y="90897"/>
                  <a:pt x="1480024" y="91329"/>
                  <a:pt x="1480116" y="91871"/>
                </a:cubicBezTo>
                <a:cubicBezTo>
                  <a:pt x="1480207" y="92417"/>
                  <a:pt x="1480250" y="93097"/>
                  <a:pt x="1480250" y="93915"/>
                </a:cubicBezTo>
                <a:close/>
                <a:moveTo>
                  <a:pt x="1570693" y="89080"/>
                </a:moveTo>
                <a:cubicBezTo>
                  <a:pt x="1570693" y="89851"/>
                  <a:pt x="1570673" y="90534"/>
                  <a:pt x="1570627" y="91123"/>
                </a:cubicBezTo>
                <a:cubicBezTo>
                  <a:pt x="1570581" y="91669"/>
                  <a:pt x="1570490" y="92146"/>
                  <a:pt x="1570353" y="92554"/>
                </a:cubicBezTo>
                <a:cubicBezTo>
                  <a:pt x="1570264" y="92917"/>
                  <a:pt x="1570127" y="93257"/>
                  <a:pt x="1569944" y="93575"/>
                </a:cubicBezTo>
                <a:cubicBezTo>
                  <a:pt x="1569810" y="93846"/>
                  <a:pt x="1569447" y="94277"/>
                  <a:pt x="1568855" y="94869"/>
                </a:cubicBezTo>
                <a:cubicBezTo>
                  <a:pt x="1568309" y="95415"/>
                  <a:pt x="1567358" y="96118"/>
                  <a:pt x="1565995" y="96981"/>
                </a:cubicBezTo>
                <a:cubicBezTo>
                  <a:pt x="1564632" y="97798"/>
                  <a:pt x="1563089" y="98547"/>
                  <a:pt x="1561363" y="99227"/>
                </a:cubicBezTo>
                <a:cubicBezTo>
                  <a:pt x="1559683" y="99864"/>
                  <a:pt x="1557845" y="100384"/>
                  <a:pt x="1555848" y="100793"/>
                </a:cubicBezTo>
                <a:cubicBezTo>
                  <a:pt x="1553850" y="101201"/>
                  <a:pt x="1551785" y="101407"/>
                  <a:pt x="1549650" y="101407"/>
                </a:cubicBezTo>
                <a:cubicBezTo>
                  <a:pt x="1545247" y="101407"/>
                  <a:pt x="1541340" y="100681"/>
                  <a:pt x="1537937" y="99227"/>
                </a:cubicBezTo>
                <a:cubicBezTo>
                  <a:pt x="1534531" y="97775"/>
                  <a:pt x="1531671" y="95663"/>
                  <a:pt x="1529353" y="92894"/>
                </a:cubicBezTo>
                <a:cubicBezTo>
                  <a:pt x="1527084" y="90080"/>
                  <a:pt x="1525336" y="86651"/>
                  <a:pt x="1524110" y="82610"/>
                </a:cubicBezTo>
                <a:cubicBezTo>
                  <a:pt x="1522929" y="78524"/>
                  <a:pt x="1522341" y="73824"/>
                  <a:pt x="1522341" y="68511"/>
                </a:cubicBezTo>
                <a:cubicBezTo>
                  <a:pt x="1522341" y="62474"/>
                  <a:pt x="1523067" y="57299"/>
                  <a:pt x="1524518" y="52984"/>
                </a:cubicBezTo>
                <a:cubicBezTo>
                  <a:pt x="1526018" y="48626"/>
                  <a:pt x="1528039" y="45063"/>
                  <a:pt x="1530579" y="42291"/>
                </a:cubicBezTo>
                <a:cubicBezTo>
                  <a:pt x="1533168" y="39522"/>
                  <a:pt x="1536188" y="37479"/>
                  <a:pt x="1539637" y="36162"/>
                </a:cubicBezTo>
                <a:cubicBezTo>
                  <a:pt x="1543135" y="34801"/>
                  <a:pt x="1546904" y="34119"/>
                  <a:pt x="1550944" y="34119"/>
                </a:cubicBezTo>
                <a:cubicBezTo>
                  <a:pt x="1552896" y="34119"/>
                  <a:pt x="1554779" y="34301"/>
                  <a:pt x="1556597" y="34664"/>
                </a:cubicBezTo>
                <a:cubicBezTo>
                  <a:pt x="1558457" y="35027"/>
                  <a:pt x="1560160" y="35504"/>
                  <a:pt x="1561703" y="36096"/>
                </a:cubicBezTo>
                <a:cubicBezTo>
                  <a:pt x="1563249" y="36685"/>
                  <a:pt x="1564609" y="37365"/>
                  <a:pt x="1565789" y="38139"/>
                </a:cubicBezTo>
                <a:cubicBezTo>
                  <a:pt x="1567015" y="38911"/>
                  <a:pt x="1567901" y="39568"/>
                  <a:pt x="1568447" y="40114"/>
                </a:cubicBezTo>
                <a:cubicBezTo>
                  <a:pt x="1568992" y="40657"/>
                  <a:pt x="1569355" y="41088"/>
                  <a:pt x="1569535" y="41408"/>
                </a:cubicBezTo>
                <a:cubicBezTo>
                  <a:pt x="1569764" y="41725"/>
                  <a:pt x="1569944" y="42111"/>
                  <a:pt x="1570081" y="42565"/>
                </a:cubicBezTo>
                <a:cubicBezTo>
                  <a:pt x="1570218" y="42974"/>
                  <a:pt x="1570307" y="43451"/>
                  <a:pt x="1570353" y="43994"/>
                </a:cubicBezTo>
                <a:cubicBezTo>
                  <a:pt x="1570398" y="44540"/>
                  <a:pt x="1570421" y="45220"/>
                  <a:pt x="1570421" y="46037"/>
                </a:cubicBezTo>
                <a:cubicBezTo>
                  <a:pt x="1570421" y="47809"/>
                  <a:pt x="1570218" y="49058"/>
                  <a:pt x="1569810" y="49783"/>
                </a:cubicBezTo>
                <a:cubicBezTo>
                  <a:pt x="1569401" y="50463"/>
                  <a:pt x="1568901" y="50806"/>
                  <a:pt x="1568309" y="50806"/>
                </a:cubicBezTo>
                <a:cubicBezTo>
                  <a:pt x="1567629" y="50806"/>
                  <a:pt x="1566835" y="50441"/>
                  <a:pt x="1565926" y="49715"/>
                </a:cubicBezTo>
                <a:cubicBezTo>
                  <a:pt x="1565063" y="48943"/>
                  <a:pt x="1563952" y="48103"/>
                  <a:pt x="1562589" y="47194"/>
                </a:cubicBezTo>
                <a:cubicBezTo>
                  <a:pt x="1561229" y="46289"/>
                  <a:pt x="1559571" y="45471"/>
                  <a:pt x="1557617" y="44743"/>
                </a:cubicBezTo>
                <a:cubicBezTo>
                  <a:pt x="1555711" y="43971"/>
                  <a:pt x="1553442" y="43585"/>
                  <a:pt x="1550807" y="43585"/>
                </a:cubicBezTo>
                <a:cubicBezTo>
                  <a:pt x="1545404" y="43585"/>
                  <a:pt x="1541249" y="45674"/>
                  <a:pt x="1538346" y="49852"/>
                </a:cubicBezTo>
                <a:cubicBezTo>
                  <a:pt x="1535485" y="53984"/>
                  <a:pt x="1534054" y="59999"/>
                  <a:pt x="1534054" y="67900"/>
                </a:cubicBezTo>
                <a:cubicBezTo>
                  <a:pt x="1534054" y="71849"/>
                  <a:pt x="1534417" y="75324"/>
                  <a:pt x="1535142" y="78318"/>
                </a:cubicBezTo>
                <a:cubicBezTo>
                  <a:pt x="1535914" y="81270"/>
                  <a:pt x="1537028" y="83745"/>
                  <a:pt x="1538480" y="85742"/>
                </a:cubicBezTo>
                <a:cubicBezTo>
                  <a:pt x="1539934" y="87740"/>
                  <a:pt x="1541703" y="89240"/>
                  <a:pt x="1543792" y="90237"/>
                </a:cubicBezTo>
                <a:cubicBezTo>
                  <a:pt x="1545927" y="91191"/>
                  <a:pt x="1548356" y="91669"/>
                  <a:pt x="1551079" y="91669"/>
                </a:cubicBezTo>
                <a:cubicBezTo>
                  <a:pt x="1553668" y="91669"/>
                  <a:pt x="1555939" y="91260"/>
                  <a:pt x="1557891" y="90443"/>
                </a:cubicBezTo>
                <a:cubicBezTo>
                  <a:pt x="1559843" y="89625"/>
                  <a:pt x="1561523" y="88740"/>
                  <a:pt x="1562929" y="87785"/>
                </a:cubicBezTo>
                <a:cubicBezTo>
                  <a:pt x="1564383" y="86788"/>
                  <a:pt x="1565586" y="85902"/>
                  <a:pt x="1566541" y="85131"/>
                </a:cubicBezTo>
                <a:cubicBezTo>
                  <a:pt x="1567538" y="84313"/>
                  <a:pt x="1568309" y="83905"/>
                  <a:pt x="1568855" y="83905"/>
                </a:cubicBezTo>
                <a:cubicBezTo>
                  <a:pt x="1569172" y="83905"/>
                  <a:pt x="1569447" y="83993"/>
                  <a:pt x="1569672" y="84176"/>
                </a:cubicBezTo>
                <a:cubicBezTo>
                  <a:pt x="1569898" y="84359"/>
                  <a:pt x="1570081" y="84676"/>
                  <a:pt x="1570218" y="85131"/>
                </a:cubicBezTo>
                <a:cubicBezTo>
                  <a:pt x="1570398" y="85539"/>
                  <a:pt x="1570513" y="86082"/>
                  <a:pt x="1570558" y="86765"/>
                </a:cubicBezTo>
                <a:cubicBezTo>
                  <a:pt x="1570650" y="87399"/>
                  <a:pt x="1570693" y="88171"/>
                  <a:pt x="1570693" y="89080"/>
                </a:cubicBezTo>
                <a:close/>
                <a:moveTo>
                  <a:pt x="1630626" y="98478"/>
                </a:moveTo>
                <a:cubicBezTo>
                  <a:pt x="1630626" y="99024"/>
                  <a:pt x="1630443" y="99432"/>
                  <a:pt x="1630080" y="99704"/>
                </a:cubicBezTo>
                <a:cubicBezTo>
                  <a:pt x="1629717" y="99975"/>
                  <a:pt x="1629217" y="100181"/>
                  <a:pt x="1628583" y="100318"/>
                </a:cubicBezTo>
                <a:cubicBezTo>
                  <a:pt x="1627948" y="100453"/>
                  <a:pt x="1627017" y="100521"/>
                  <a:pt x="1625791" y="100521"/>
                </a:cubicBezTo>
                <a:cubicBezTo>
                  <a:pt x="1624611" y="100521"/>
                  <a:pt x="1623656" y="100453"/>
                  <a:pt x="1622931" y="100318"/>
                </a:cubicBezTo>
                <a:cubicBezTo>
                  <a:pt x="1622248" y="100181"/>
                  <a:pt x="1621750" y="99975"/>
                  <a:pt x="1621430" y="99704"/>
                </a:cubicBezTo>
                <a:cubicBezTo>
                  <a:pt x="1621113" y="99432"/>
                  <a:pt x="1620956" y="99024"/>
                  <a:pt x="1620956" y="98478"/>
                </a:cubicBezTo>
                <a:lnTo>
                  <a:pt x="1620956" y="92349"/>
                </a:lnTo>
                <a:cubicBezTo>
                  <a:pt x="1618276" y="95209"/>
                  <a:pt x="1615281" y="97435"/>
                  <a:pt x="1611966" y="99024"/>
                </a:cubicBezTo>
                <a:cubicBezTo>
                  <a:pt x="1608697" y="100613"/>
                  <a:pt x="1605223" y="101407"/>
                  <a:pt x="1601545" y="101407"/>
                </a:cubicBezTo>
                <a:cubicBezTo>
                  <a:pt x="1598322" y="101407"/>
                  <a:pt x="1595393" y="100975"/>
                  <a:pt x="1592761" y="100113"/>
                </a:cubicBezTo>
                <a:cubicBezTo>
                  <a:pt x="1590172" y="99295"/>
                  <a:pt x="1587946" y="98092"/>
                  <a:pt x="1586086" y="96503"/>
                </a:cubicBezTo>
                <a:cubicBezTo>
                  <a:pt x="1584269" y="94915"/>
                  <a:pt x="1582840" y="92963"/>
                  <a:pt x="1581794" y="90646"/>
                </a:cubicBezTo>
                <a:cubicBezTo>
                  <a:pt x="1580797" y="88331"/>
                  <a:pt x="1580297" y="85696"/>
                  <a:pt x="1580297" y="82747"/>
                </a:cubicBezTo>
                <a:cubicBezTo>
                  <a:pt x="1580297" y="79296"/>
                  <a:pt x="1581000" y="76298"/>
                  <a:pt x="1582408" y="73755"/>
                </a:cubicBezTo>
                <a:cubicBezTo>
                  <a:pt x="1583814" y="71215"/>
                  <a:pt x="1585834" y="69103"/>
                  <a:pt x="1588469" y="67423"/>
                </a:cubicBezTo>
                <a:cubicBezTo>
                  <a:pt x="1591104" y="65743"/>
                  <a:pt x="1594327" y="64494"/>
                  <a:pt x="1598139" y="63677"/>
                </a:cubicBezTo>
                <a:cubicBezTo>
                  <a:pt x="1601954" y="62814"/>
                  <a:pt x="1606246" y="62382"/>
                  <a:pt x="1611012" y="62382"/>
                </a:cubicBezTo>
                <a:lnTo>
                  <a:pt x="1619456" y="62382"/>
                </a:lnTo>
                <a:lnTo>
                  <a:pt x="1619456" y="57616"/>
                </a:lnTo>
                <a:cubicBezTo>
                  <a:pt x="1619456" y="55255"/>
                  <a:pt x="1619207" y="53167"/>
                  <a:pt x="1618707" y="51349"/>
                </a:cubicBezTo>
                <a:cubicBezTo>
                  <a:pt x="1618207" y="49535"/>
                  <a:pt x="1617390" y="48035"/>
                  <a:pt x="1616255" y="46854"/>
                </a:cubicBezTo>
                <a:cubicBezTo>
                  <a:pt x="1615167" y="45629"/>
                  <a:pt x="1613735" y="44720"/>
                  <a:pt x="1611966" y="44131"/>
                </a:cubicBezTo>
                <a:cubicBezTo>
                  <a:pt x="1610195" y="43494"/>
                  <a:pt x="1608014" y="43177"/>
                  <a:pt x="1605428" y="43177"/>
                </a:cubicBezTo>
                <a:cubicBezTo>
                  <a:pt x="1602657" y="43177"/>
                  <a:pt x="1600162" y="43517"/>
                  <a:pt x="1597936" y="44200"/>
                </a:cubicBezTo>
                <a:cubicBezTo>
                  <a:pt x="1595756" y="44834"/>
                  <a:pt x="1593827" y="45560"/>
                  <a:pt x="1592147" y="46377"/>
                </a:cubicBezTo>
                <a:cubicBezTo>
                  <a:pt x="1590512" y="47152"/>
                  <a:pt x="1589126" y="47877"/>
                  <a:pt x="1587992" y="48557"/>
                </a:cubicBezTo>
                <a:cubicBezTo>
                  <a:pt x="1586903" y="49195"/>
                  <a:pt x="1586086" y="49512"/>
                  <a:pt x="1585540" y="49512"/>
                </a:cubicBezTo>
                <a:cubicBezTo>
                  <a:pt x="1585177" y="49512"/>
                  <a:pt x="1584860" y="49420"/>
                  <a:pt x="1584589" y="49238"/>
                </a:cubicBezTo>
                <a:cubicBezTo>
                  <a:pt x="1584314" y="49058"/>
                  <a:pt x="1584066" y="48786"/>
                  <a:pt x="1583837" y="48420"/>
                </a:cubicBezTo>
                <a:cubicBezTo>
                  <a:pt x="1583657" y="48057"/>
                  <a:pt x="1583520" y="47603"/>
                  <a:pt x="1583428" y="47060"/>
                </a:cubicBezTo>
                <a:cubicBezTo>
                  <a:pt x="1583340" y="46469"/>
                  <a:pt x="1583294" y="45834"/>
                  <a:pt x="1583294" y="45151"/>
                </a:cubicBezTo>
                <a:cubicBezTo>
                  <a:pt x="1583294" y="44017"/>
                  <a:pt x="1583363" y="43131"/>
                  <a:pt x="1583497" y="42497"/>
                </a:cubicBezTo>
                <a:cubicBezTo>
                  <a:pt x="1583680" y="41817"/>
                  <a:pt x="1584066" y="41179"/>
                  <a:pt x="1584654" y="40591"/>
                </a:cubicBezTo>
                <a:cubicBezTo>
                  <a:pt x="1585292" y="39999"/>
                  <a:pt x="1586357" y="39319"/>
                  <a:pt x="1587858" y="38548"/>
                </a:cubicBezTo>
                <a:cubicBezTo>
                  <a:pt x="1589355" y="37730"/>
                  <a:pt x="1591081" y="37002"/>
                  <a:pt x="1593033" y="36367"/>
                </a:cubicBezTo>
                <a:cubicBezTo>
                  <a:pt x="1594984" y="35687"/>
                  <a:pt x="1597119" y="35142"/>
                  <a:pt x="1599433" y="34733"/>
                </a:cubicBezTo>
                <a:cubicBezTo>
                  <a:pt x="1601751" y="34279"/>
                  <a:pt x="1604088" y="34053"/>
                  <a:pt x="1606448" y="34053"/>
                </a:cubicBezTo>
                <a:cubicBezTo>
                  <a:pt x="1610852" y="34053"/>
                  <a:pt x="1614598" y="34550"/>
                  <a:pt x="1617687" y="35550"/>
                </a:cubicBezTo>
                <a:cubicBezTo>
                  <a:pt x="1620773" y="36547"/>
                  <a:pt x="1623271" y="38025"/>
                  <a:pt x="1625177" y="39976"/>
                </a:cubicBezTo>
                <a:cubicBezTo>
                  <a:pt x="1627085" y="41882"/>
                  <a:pt x="1628468" y="44268"/>
                  <a:pt x="1629331" y="47129"/>
                </a:cubicBezTo>
                <a:cubicBezTo>
                  <a:pt x="1630194" y="49989"/>
                  <a:pt x="1630626" y="53324"/>
                  <a:pt x="1630626" y="57139"/>
                </a:cubicBezTo>
                <a:lnTo>
                  <a:pt x="1630626" y="98478"/>
                </a:lnTo>
                <a:close/>
                <a:moveTo>
                  <a:pt x="1619456" y="70486"/>
                </a:moveTo>
                <a:lnTo>
                  <a:pt x="1609855" y="70486"/>
                </a:lnTo>
                <a:cubicBezTo>
                  <a:pt x="1606766" y="70486"/>
                  <a:pt x="1604088" y="70760"/>
                  <a:pt x="1601816" y="71303"/>
                </a:cubicBezTo>
                <a:cubicBezTo>
                  <a:pt x="1599548" y="71803"/>
                  <a:pt x="1597665" y="72575"/>
                  <a:pt x="1596164" y="73621"/>
                </a:cubicBezTo>
                <a:cubicBezTo>
                  <a:pt x="1594667" y="74618"/>
                  <a:pt x="1593555" y="75844"/>
                  <a:pt x="1592827" y="77298"/>
                </a:cubicBezTo>
                <a:cubicBezTo>
                  <a:pt x="1592147" y="78704"/>
                  <a:pt x="1591807" y="80339"/>
                  <a:pt x="1591807" y="82202"/>
                </a:cubicBezTo>
                <a:cubicBezTo>
                  <a:pt x="1591807" y="85379"/>
                  <a:pt x="1592804" y="87922"/>
                  <a:pt x="1594804" y="89828"/>
                </a:cubicBezTo>
                <a:cubicBezTo>
                  <a:pt x="1596847" y="91691"/>
                  <a:pt x="1599685" y="92620"/>
                  <a:pt x="1603317" y="92620"/>
                </a:cubicBezTo>
                <a:cubicBezTo>
                  <a:pt x="1606268" y="92620"/>
                  <a:pt x="1608992" y="91871"/>
                  <a:pt x="1611489" y="90374"/>
                </a:cubicBezTo>
                <a:cubicBezTo>
                  <a:pt x="1614032" y="88877"/>
                  <a:pt x="1616687" y="86582"/>
                  <a:pt x="1619456" y="83496"/>
                </a:cubicBezTo>
                <a:lnTo>
                  <a:pt x="1619456" y="70486"/>
                </a:lnTo>
                <a:close/>
                <a:moveTo>
                  <a:pt x="1707653" y="66808"/>
                </a:moveTo>
                <a:cubicBezTo>
                  <a:pt x="1707653" y="72166"/>
                  <a:pt x="1707061" y="76981"/>
                  <a:pt x="1705881" y="81247"/>
                </a:cubicBezTo>
                <a:cubicBezTo>
                  <a:pt x="1704746" y="85516"/>
                  <a:pt x="1703043" y="89148"/>
                  <a:pt x="1700775" y="92146"/>
                </a:cubicBezTo>
                <a:cubicBezTo>
                  <a:pt x="1698549" y="95095"/>
                  <a:pt x="1695780" y="97389"/>
                  <a:pt x="1692465" y="99024"/>
                </a:cubicBezTo>
                <a:cubicBezTo>
                  <a:pt x="1689150" y="100613"/>
                  <a:pt x="1685358" y="101407"/>
                  <a:pt x="1681092" y="101407"/>
                </a:cubicBezTo>
                <a:cubicBezTo>
                  <a:pt x="1679275" y="101407"/>
                  <a:pt x="1677595" y="101224"/>
                  <a:pt x="1676051" y="100861"/>
                </a:cubicBezTo>
                <a:cubicBezTo>
                  <a:pt x="1674508" y="100498"/>
                  <a:pt x="1672988" y="99932"/>
                  <a:pt x="1671488" y="99158"/>
                </a:cubicBezTo>
                <a:cubicBezTo>
                  <a:pt x="1670036" y="98387"/>
                  <a:pt x="1668582" y="97412"/>
                  <a:pt x="1667130" y="96232"/>
                </a:cubicBezTo>
                <a:cubicBezTo>
                  <a:pt x="1665676" y="95049"/>
                  <a:pt x="1664133" y="93666"/>
                  <a:pt x="1662498" y="92077"/>
                </a:cubicBezTo>
                <a:lnTo>
                  <a:pt x="1662498" y="122724"/>
                </a:lnTo>
                <a:cubicBezTo>
                  <a:pt x="1662498" y="123087"/>
                  <a:pt x="1662407" y="123404"/>
                  <a:pt x="1662227" y="123678"/>
                </a:cubicBezTo>
                <a:cubicBezTo>
                  <a:pt x="1662044" y="123950"/>
                  <a:pt x="1661750" y="124176"/>
                  <a:pt x="1661341" y="124358"/>
                </a:cubicBezTo>
                <a:cubicBezTo>
                  <a:pt x="1660932" y="124538"/>
                  <a:pt x="1660364" y="124676"/>
                  <a:pt x="1659638" y="124767"/>
                </a:cubicBezTo>
                <a:cubicBezTo>
                  <a:pt x="1658912" y="124858"/>
                  <a:pt x="1657981" y="124904"/>
                  <a:pt x="1656846" y="124904"/>
                </a:cubicBezTo>
                <a:cubicBezTo>
                  <a:pt x="1655758" y="124904"/>
                  <a:pt x="1654849" y="124858"/>
                  <a:pt x="1654123" y="124767"/>
                </a:cubicBezTo>
                <a:cubicBezTo>
                  <a:pt x="1653394" y="124676"/>
                  <a:pt x="1652806" y="124538"/>
                  <a:pt x="1652351" y="124358"/>
                </a:cubicBezTo>
                <a:cubicBezTo>
                  <a:pt x="1651943" y="124176"/>
                  <a:pt x="1651648" y="123950"/>
                  <a:pt x="1651466" y="123678"/>
                </a:cubicBezTo>
                <a:cubicBezTo>
                  <a:pt x="1651328" y="123404"/>
                  <a:pt x="1651263" y="123087"/>
                  <a:pt x="1651263" y="122724"/>
                </a:cubicBezTo>
                <a:lnTo>
                  <a:pt x="1651263" y="37116"/>
                </a:lnTo>
                <a:cubicBezTo>
                  <a:pt x="1651263" y="36707"/>
                  <a:pt x="1651328" y="36390"/>
                  <a:pt x="1651466" y="36162"/>
                </a:cubicBezTo>
                <a:cubicBezTo>
                  <a:pt x="1651603" y="35890"/>
                  <a:pt x="1651874" y="35664"/>
                  <a:pt x="1652283" y="35482"/>
                </a:cubicBezTo>
                <a:cubicBezTo>
                  <a:pt x="1652691" y="35299"/>
                  <a:pt x="1653214" y="35187"/>
                  <a:pt x="1653849" y="35142"/>
                </a:cubicBezTo>
                <a:cubicBezTo>
                  <a:pt x="1654486" y="35050"/>
                  <a:pt x="1655257" y="35004"/>
                  <a:pt x="1656166" y="35004"/>
                </a:cubicBezTo>
                <a:cubicBezTo>
                  <a:pt x="1657118" y="35004"/>
                  <a:pt x="1657889" y="35050"/>
                  <a:pt x="1658481" y="35142"/>
                </a:cubicBezTo>
                <a:cubicBezTo>
                  <a:pt x="1659115" y="35187"/>
                  <a:pt x="1659638" y="35299"/>
                  <a:pt x="1660047" y="35482"/>
                </a:cubicBezTo>
                <a:cubicBezTo>
                  <a:pt x="1660455" y="35664"/>
                  <a:pt x="1660727" y="35890"/>
                  <a:pt x="1660864" y="36162"/>
                </a:cubicBezTo>
                <a:cubicBezTo>
                  <a:pt x="1661047" y="36390"/>
                  <a:pt x="1661135" y="36707"/>
                  <a:pt x="1661135" y="37116"/>
                </a:cubicBezTo>
                <a:lnTo>
                  <a:pt x="1661135" y="45357"/>
                </a:lnTo>
                <a:cubicBezTo>
                  <a:pt x="1662998" y="43451"/>
                  <a:pt x="1664793" y="41794"/>
                  <a:pt x="1666516" y="40385"/>
                </a:cubicBezTo>
                <a:cubicBezTo>
                  <a:pt x="1668242" y="38976"/>
                  <a:pt x="1669968" y="37819"/>
                  <a:pt x="1671694" y="36913"/>
                </a:cubicBezTo>
                <a:cubicBezTo>
                  <a:pt x="1673463" y="35959"/>
                  <a:pt x="1675257" y="35256"/>
                  <a:pt x="1677074" y="34801"/>
                </a:cubicBezTo>
                <a:cubicBezTo>
                  <a:pt x="1678935" y="34301"/>
                  <a:pt x="1680886" y="34053"/>
                  <a:pt x="1682929" y="34053"/>
                </a:cubicBezTo>
                <a:cubicBezTo>
                  <a:pt x="1687379" y="34053"/>
                  <a:pt x="1691171" y="34913"/>
                  <a:pt x="1694302" y="36639"/>
                </a:cubicBezTo>
                <a:cubicBezTo>
                  <a:pt x="1697437" y="38365"/>
                  <a:pt x="1699980" y="40725"/>
                  <a:pt x="1701932" y="43723"/>
                </a:cubicBezTo>
                <a:cubicBezTo>
                  <a:pt x="1703929" y="46720"/>
                  <a:pt x="1705381" y="50215"/>
                  <a:pt x="1706290" y="54210"/>
                </a:cubicBezTo>
                <a:cubicBezTo>
                  <a:pt x="1707198" y="58162"/>
                  <a:pt x="1707653" y="62359"/>
                  <a:pt x="1707653" y="66808"/>
                </a:cubicBezTo>
                <a:close/>
                <a:moveTo>
                  <a:pt x="1695803" y="68103"/>
                </a:moveTo>
                <a:cubicBezTo>
                  <a:pt x="1695803" y="64971"/>
                  <a:pt x="1695551" y="61951"/>
                  <a:pt x="1695054" y="59045"/>
                </a:cubicBezTo>
                <a:cubicBezTo>
                  <a:pt x="1694600" y="56096"/>
                  <a:pt x="1693782" y="53484"/>
                  <a:pt x="1692602" y="51215"/>
                </a:cubicBezTo>
                <a:cubicBezTo>
                  <a:pt x="1691465" y="48943"/>
                  <a:pt x="1689922" y="47129"/>
                  <a:pt x="1687970" y="45766"/>
                </a:cubicBezTo>
                <a:cubicBezTo>
                  <a:pt x="1686018" y="44403"/>
                  <a:pt x="1683590" y="43723"/>
                  <a:pt x="1680683" y="43723"/>
                </a:cubicBezTo>
                <a:cubicBezTo>
                  <a:pt x="1679229" y="43723"/>
                  <a:pt x="1677800" y="43948"/>
                  <a:pt x="1676392" y="44403"/>
                </a:cubicBezTo>
                <a:cubicBezTo>
                  <a:pt x="1674986" y="44811"/>
                  <a:pt x="1673554" y="45494"/>
                  <a:pt x="1672102" y="46446"/>
                </a:cubicBezTo>
                <a:cubicBezTo>
                  <a:pt x="1670648" y="47354"/>
                  <a:pt x="1669128" y="48580"/>
                  <a:pt x="1667539" y="50123"/>
                </a:cubicBezTo>
                <a:cubicBezTo>
                  <a:pt x="1665950" y="51624"/>
                  <a:pt x="1664270" y="53484"/>
                  <a:pt x="1662498" y="55710"/>
                </a:cubicBezTo>
                <a:lnTo>
                  <a:pt x="1662498" y="80090"/>
                </a:lnTo>
                <a:cubicBezTo>
                  <a:pt x="1665587" y="83859"/>
                  <a:pt x="1668513" y="86742"/>
                  <a:pt x="1671285" y="88740"/>
                </a:cubicBezTo>
                <a:cubicBezTo>
                  <a:pt x="1674054" y="90737"/>
                  <a:pt x="1676960" y="91737"/>
                  <a:pt x="1680001" y="91737"/>
                </a:cubicBezTo>
                <a:cubicBezTo>
                  <a:pt x="1682818" y="91737"/>
                  <a:pt x="1685224" y="91054"/>
                  <a:pt x="1687221" y="89694"/>
                </a:cubicBezTo>
                <a:cubicBezTo>
                  <a:pt x="1689265" y="88331"/>
                  <a:pt x="1690899" y="86514"/>
                  <a:pt x="1692125" y="84245"/>
                </a:cubicBezTo>
                <a:cubicBezTo>
                  <a:pt x="1693397" y="81973"/>
                  <a:pt x="1694325" y="79433"/>
                  <a:pt x="1694917" y="76618"/>
                </a:cubicBezTo>
                <a:cubicBezTo>
                  <a:pt x="1695505" y="73801"/>
                  <a:pt x="1695803" y="70963"/>
                  <a:pt x="1695803" y="68103"/>
                </a:cubicBezTo>
                <a:close/>
                <a:moveTo>
                  <a:pt x="1755801" y="93915"/>
                </a:moveTo>
                <a:cubicBezTo>
                  <a:pt x="1755801" y="95232"/>
                  <a:pt x="1755710" y="96275"/>
                  <a:pt x="1755530" y="97049"/>
                </a:cubicBezTo>
                <a:cubicBezTo>
                  <a:pt x="1755347" y="97821"/>
                  <a:pt x="1755076" y="98387"/>
                  <a:pt x="1754713" y="98749"/>
                </a:cubicBezTo>
                <a:cubicBezTo>
                  <a:pt x="1754350" y="99115"/>
                  <a:pt x="1753804" y="99455"/>
                  <a:pt x="1753078" y="99772"/>
                </a:cubicBezTo>
                <a:cubicBezTo>
                  <a:pt x="1752352" y="100090"/>
                  <a:pt x="1751512" y="100341"/>
                  <a:pt x="1750558" y="100521"/>
                </a:cubicBezTo>
                <a:cubicBezTo>
                  <a:pt x="1749649" y="100750"/>
                  <a:pt x="1748675" y="100930"/>
                  <a:pt x="1747629" y="101067"/>
                </a:cubicBezTo>
                <a:cubicBezTo>
                  <a:pt x="1746586" y="101201"/>
                  <a:pt x="1745540" y="101270"/>
                  <a:pt x="1744497" y="101270"/>
                </a:cubicBezTo>
                <a:cubicBezTo>
                  <a:pt x="1741320" y="101270"/>
                  <a:pt x="1738594" y="100861"/>
                  <a:pt x="1736325" y="100044"/>
                </a:cubicBezTo>
                <a:cubicBezTo>
                  <a:pt x="1734053" y="99181"/>
                  <a:pt x="1732193" y="97909"/>
                  <a:pt x="1730738" y="96232"/>
                </a:cubicBezTo>
                <a:cubicBezTo>
                  <a:pt x="1729287" y="94506"/>
                  <a:pt x="1728221" y="92349"/>
                  <a:pt x="1727538" y="89760"/>
                </a:cubicBezTo>
                <a:cubicBezTo>
                  <a:pt x="1726904" y="87128"/>
                  <a:pt x="1726586" y="84039"/>
                  <a:pt x="1726586" y="80499"/>
                </a:cubicBezTo>
                <a:lnTo>
                  <a:pt x="1726586" y="44677"/>
                </a:lnTo>
                <a:lnTo>
                  <a:pt x="1718005" y="44677"/>
                </a:lnTo>
                <a:cubicBezTo>
                  <a:pt x="1717322" y="44677"/>
                  <a:pt x="1716779" y="44311"/>
                  <a:pt x="1716371" y="43585"/>
                </a:cubicBezTo>
                <a:cubicBezTo>
                  <a:pt x="1715962" y="42860"/>
                  <a:pt x="1715756" y="41679"/>
                  <a:pt x="1715756" y="40045"/>
                </a:cubicBezTo>
                <a:cubicBezTo>
                  <a:pt x="1715756" y="39182"/>
                  <a:pt x="1715802" y="38456"/>
                  <a:pt x="1715894" y="37865"/>
                </a:cubicBezTo>
                <a:cubicBezTo>
                  <a:pt x="1716028" y="37276"/>
                  <a:pt x="1716188" y="36799"/>
                  <a:pt x="1716371" y="36436"/>
                </a:cubicBezTo>
                <a:cubicBezTo>
                  <a:pt x="1716551" y="36027"/>
                  <a:pt x="1716779" y="35753"/>
                  <a:pt x="1717051" y="35619"/>
                </a:cubicBezTo>
                <a:cubicBezTo>
                  <a:pt x="1717368" y="35436"/>
                  <a:pt x="1717708" y="35344"/>
                  <a:pt x="1718071" y="35344"/>
                </a:cubicBezTo>
                <a:lnTo>
                  <a:pt x="1726586" y="35344"/>
                </a:lnTo>
                <a:lnTo>
                  <a:pt x="1726586" y="20771"/>
                </a:lnTo>
                <a:cubicBezTo>
                  <a:pt x="1726586" y="20454"/>
                  <a:pt x="1726652" y="20157"/>
                  <a:pt x="1726789" y="19885"/>
                </a:cubicBezTo>
                <a:cubicBezTo>
                  <a:pt x="1726972" y="19614"/>
                  <a:pt x="1727266" y="19385"/>
                  <a:pt x="1727675" y="19205"/>
                </a:cubicBezTo>
                <a:cubicBezTo>
                  <a:pt x="1728129" y="18977"/>
                  <a:pt x="1728718" y="18819"/>
                  <a:pt x="1729447" y="18728"/>
                </a:cubicBezTo>
                <a:cubicBezTo>
                  <a:pt x="1730173" y="18637"/>
                  <a:pt x="1731081" y="18591"/>
                  <a:pt x="1732170" y="18591"/>
                </a:cubicBezTo>
                <a:cubicBezTo>
                  <a:pt x="1733304" y="18591"/>
                  <a:pt x="1734236" y="18637"/>
                  <a:pt x="1734962" y="18728"/>
                </a:cubicBezTo>
                <a:cubicBezTo>
                  <a:pt x="1735688" y="18819"/>
                  <a:pt x="1736256" y="18977"/>
                  <a:pt x="1736665" y="19205"/>
                </a:cubicBezTo>
                <a:cubicBezTo>
                  <a:pt x="1737073" y="19385"/>
                  <a:pt x="1737368" y="19614"/>
                  <a:pt x="1737551" y="19885"/>
                </a:cubicBezTo>
                <a:cubicBezTo>
                  <a:pt x="1737731" y="20157"/>
                  <a:pt x="1737822" y="20454"/>
                  <a:pt x="1737822" y="20771"/>
                </a:cubicBezTo>
                <a:lnTo>
                  <a:pt x="1737822" y="35344"/>
                </a:lnTo>
                <a:lnTo>
                  <a:pt x="1753555" y="35344"/>
                </a:lnTo>
                <a:cubicBezTo>
                  <a:pt x="1753918" y="35344"/>
                  <a:pt x="1754236" y="35436"/>
                  <a:pt x="1754507" y="35619"/>
                </a:cubicBezTo>
                <a:cubicBezTo>
                  <a:pt x="1754781" y="35753"/>
                  <a:pt x="1755007" y="36027"/>
                  <a:pt x="1755190" y="36436"/>
                </a:cubicBezTo>
                <a:cubicBezTo>
                  <a:pt x="1755416" y="36799"/>
                  <a:pt x="1755576" y="37276"/>
                  <a:pt x="1755667" y="37865"/>
                </a:cubicBezTo>
                <a:cubicBezTo>
                  <a:pt x="1755756" y="38456"/>
                  <a:pt x="1755801" y="39182"/>
                  <a:pt x="1755801" y="40045"/>
                </a:cubicBezTo>
                <a:cubicBezTo>
                  <a:pt x="1755801" y="41679"/>
                  <a:pt x="1755599" y="42860"/>
                  <a:pt x="1755190" y="43585"/>
                </a:cubicBezTo>
                <a:cubicBezTo>
                  <a:pt x="1754781" y="44311"/>
                  <a:pt x="1754236" y="44677"/>
                  <a:pt x="1753555" y="44677"/>
                </a:cubicBezTo>
                <a:lnTo>
                  <a:pt x="1737822" y="44677"/>
                </a:lnTo>
                <a:lnTo>
                  <a:pt x="1737822" y="78864"/>
                </a:lnTo>
                <a:cubicBezTo>
                  <a:pt x="1737822" y="83088"/>
                  <a:pt x="1738436" y="86288"/>
                  <a:pt x="1739662" y="88468"/>
                </a:cubicBezTo>
                <a:cubicBezTo>
                  <a:pt x="1740931" y="90600"/>
                  <a:pt x="1743180" y="91669"/>
                  <a:pt x="1746403" y="91669"/>
                </a:cubicBezTo>
                <a:cubicBezTo>
                  <a:pt x="1747449" y="91669"/>
                  <a:pt x="1748378" y="91577"/>
                  <a:pt x="1749195" y="91394"/>
                </a:cubicBezTo>
                <a:cubicBezTo>
                  <a:pt x="1750012" y="91169"/>
                  <a:pt x="1750741" y="90940"/>
                  <a:pt x="1751375" y="90714"/>
                </a:cubicBezTo>
                <a:cubicBezTo>
                  <a:pt x="1752010" y="90488"/>
                  <a:pt x="1752555" y="90283"/>
                  <a:pt x="1753010" y="90103"/>
                </a:cubicBezTo>
                <a:cubicBezTo>
                  <a:pt x="1753464" y="89874"/>
                  <a:pt x="1753873" y="89760"/>
                  <a:pt x="1754236" y="89760"/>
                </a:cubicBezTo>
                <a:cubicBezTo>
                  <a:pt x="1754461" y="89760"/>
                  <a:pt x="1754667" y="89828"/>
                  <a:pt x="1754850" y="89966"/>
                </a:cubicBezTo>
                <a:cubicBezTo>
                  <a:pt x="1755076" y="90057"/>
                  <a:pt x="1755236" y="90260"/>
                  <a:pt x="1755324" y="90577"/>
                </a:cubicBezTo>
                <a:cubicBezTo>
                  <a:pt x="1755461" y="90897"/>
                  <a:pt x="1755576" y="91329"/>
                  <a:pt x="1755667" y="91871"/>
                </a:cubicBezTo>
                <a:cubicBezTo>
                  <a:pt x="1755756" y="92417"/>
                  <a:pt x="1755801" y="93097"/>
                  <a:pt x="1755801" y="93915"/>
                </a:cubicBezTo>
                <a:close/>
                <a:moveTo>
                  <a:pt x="1781885" y="98409"/>
                </a:moveTo>
                <a:cubicBezTo>
                  <a:pt x="1781885" y="98772"/>
                  <a:pt x="1781796" y="99092"/>
                  <a:pt x="1781613" y="99364"/>
                </a:cubicBezTo>
                <a:cubicBezTo>
                  <a:pt x="1781433" y="99590"/>
                  <a:pt x="1781136" y="99795"/>
                  <a:pt x="1780727" y="99975"/>
                </a:cubicBezTo>
                <a:cubicBezTo>
                  <a:pt x="1780319" y="100158"/>
                  <a:pt x="1779753" y="100295"/>
                  <a:pt x="1779024" y="100384"/>
                </a:cubicBezTo>
                <a:cubicBezTo>
                  <a:pt x="1778299" y="100475"/>
                  <a:pt x="1777370" y="100521"/>
                  <a:pt x="1776233" y="100521"/>
                </a:cubicBezTo>
                <a:cubicBezTo>
                  <a:pt x="1775144" y="100521"/>
                  <a:pt x="1774235" y="100475"/>
                  <a:pt x="1773509" y="100384"/>
                </a:cubicBezTo>
                <a:cubicBezTo>
                  <a:pt x="1772784" y="100295"/>
                  <a:pt x="1772192" y="100158"/>
                  <a:pt x="1771738" y="99975"/>
                </a:cubicBezTo>
                <a:cubicBezTo>
                  <a:pt x="1771329" y="99795"/>
                  <a:pt x="1771035" y="99590"/>
                  <a:pt x="1770852" y="99364"/>
                </a:cubicBezTo>
                <a:cubicBezTo>
                  <a:pt x="1770718" y="99092"/>
                  <a:pt x="1770649" y="98772"/>
                  <a:pt x="1770649" y="98409"/>
                </a:cubicBezTo>
                <a:lnTo>
                  <a:pt x="1770649" y="37116"/>
                </a:lnTo>
                <a:cubicBezTo>
                  <a:pt x="1770649" y="36799"/>
                  <a:pt x="1770718" y="36505"/>
                  <a:pt x="1770852" y="36230"/>
                </a:cubicBezTo>
                <a:cubicBezTo>
                  <a:pt x="1771035" y="35959"/>
                  <a:pt x="1771329" y="35730"/>
                  <a:pt x="1771738" y="35550"/>
                </a:cubicBezTo>
                <a:cubicBezTo>
                  <a:pt x="1772192" y="35367"/>
                  <a:pt x="1772784" y="35233"/>
                  <a:pt x="1773509" y="35142"/>
                </a:cubicBezTo>
                <a:cubicBezTo>
                  <a:pt x="1774235" y="35050"/>
                  <a:pt x="1775144" y="35004"/>
                  <a:pt x="1776233" y="35004"/>
                </a:cubicBezTo>
                <a:cubicBezTo>
                  <a:pt x="1777367" y="35004"/>
                  <a:pt x="1778299" y="35050"/>
                  <a:pt x="1779024" y="35142"/>
                </a:cubicBezTo>
                <a:cubicBezTo>
                  <a:pt x="1779753" y="35233"/>
                  <a:pt x="1780319" y="35367"/>
                  <a:pt x="1780727" y="35550"/>
                </a:cubicBezTo>
                <a:cubicBezTo>
                  <a:pt x="1781136" y="35730"/>
                  <a:pt x="1781433" y="35959"/>
                  <a:pt x="1781613" y="36230"/>
                </a:cubicBezTo>
                <a:cubicBezTo>
                  <a:pt x="1781796" y="36505"/>
                  <a:pt x="1781885" y="36799"/>
                  <a:pt x="1781885" y="37116"/>
                </a:cubicBezTo>
                <a:lnTo>
                  <a:pt x="1781885" y="98409"/>
                </a:lnTo>
                <a:close/>
                <a:moveTo>
                  <a:pt x="1783179" y="16413"/>
                </a:moveTo>
                <a:cubicBezTo>
                  <a:pt x="1783179" y="19045"/>
                  <a:pt x="1782679" y="20840"/>
                  <a:pt x="1781682" y="21791"/>
                </a:cubicBezTo>
                <a:cubicBezTo>
                  <a:pt x="1780682" y="22746"/>
                  <a:pt x="1778844" y="23223"/>
                  <a:pt x="1776164" y="23223"/>
                </a:cubicBezTo>
                <a:cubicBezTo>
                  <a:pt x="1773532" y="23223"/>
                  <a:pt x="1771715" y="22769"/>
                  <a:pt x="1770718" y="21860"/>
                </a:cubicBezTo>
                <a:cubicBezTo>
                  <a:pt x="1769763" y="20908"/>
                  <a:pt x="1769286" y="19137"/>
                  <a:pt x="1769286" y="16548"/>
                </a:cubicBezTo>
                <a:cubicBezTo>
                  <a:pt x="1769286" y="13916"/>
                  <a:pt x="1769786" y="12122"/>
                  <a:pt x="1770786" y="11167"/>
                </a:cubicBezTo>
                <a:cubicBezTo>
                  <a:pt x="1771783" y="10216"/>
                  <a:pt x="1773624" y="9738"/>
                  <a:pt x="1776301" y="9738"/>
                </a:cubicBezTo>
                <a:cubicBezTo>
                  <a:pt x="1778936" y="9738"/>
                  <a:pt x="1780727" y="10216"/>
                  <a:pt x="1781682" y="11167"/>
                </a:cubicBezTo>
                <a:cubicBezTo>
                  <a:pt x="1782679" y="12076"/>
                  <a:pt x="1783179" y="13825"/>
                  <a:pt x="1783179" y="16413"/>
                </a:cubicBezTo>
                <a:close/>
                <a:moveTo>
                  <a:pt x="1859660" y="67083"/>
                </a:moveTo>
                <a:cubicBezTo>
                  <a:pt x="1859660" y="72078"/>
                  <a:pt x="1859003" y="76684"/>
                  <a:pt x="1857686" y="80907"/>
                </a:cubicBezTo>
                <a:cubicBezTo>
                  <a:pt x="1856368" y="85085"/>
                  <a:pt x="1854394" y="88694"/>
                  <a:pt x="1851762" y="91737"/>
                </a:cubicBezTo>
                <a:cubicBezTo>
                  <a:pt x="1849173" y="94778"/>
                  <a:pt x="1845904" y="97161"/>
                  <a:pt x="1841955" y="98887"/>
                </a:cubicBezTo>
                <a:cubicBezTo>
                  <a:pt x="1838049" y="100567"/>
                  <a:pt x="1833508" y="101407"/>
                  <a:pt x="1828333" y="101407"/>
                </a:cubicBezTo>
                <a:cubicBezTo>
                  <a:pt x="1823293" y="101407"/>
                  <a:pt x="1818889" y="100658"/>
                  <a:pt x="1815120" y="99158"/>
                </a:cubicBezTo>
                <a:cubicBezTo>
                  <a:pt x="1811397" y="97661"/>
                  <a:pt x="1808288" y="95481"/>
                  <a:pt x="1805791" y="92620"/>
                </a:cubicBezTo>
                <a:cubicBezTo>
                  <a:pt x="1803293" y="89760"/>
                  <a:pt x="1801433" y="86288"/>
                  <a:pt x="1800207" y="82202"/>
                </a:cubicBezTo>
                <a:cubicBezTo>
                  <a:pt x="1798981" y="78115"/>
                  <a:pt x="1798367" y="73483"/>
                  <a:pt x="1798367" y="68309"/>
                </a:cubicBezTo>
                <a:cubicBezTo>
                  <a:pt x="1798367" y="63314"/>
                  <a:pt x="1799004" y="58727"/>
                  <a:pt x="1800276" y="54550"/>
                </a:cubicBezTo>
                <a:cubicBezTo>
                  <a:pt x="1801590" y="50329"/>
                  <a:pt x="1803545" y="46697"/>
                  <a:pt x="1806131" y="43654"/>
                </a:cubicBezTo>
                <a:cubicBezTo>
                  <a:pt x="1808765" y="40611"/>
                  <a:pt x="1812034" y="38250"/>
                  <a:pt x="1815938" y="36570"/>
                </a:cubicBezTo>
                <a:cubicBezTo>
                  <a:pt x="1819844" y="34890"/>
                  <a:pt x="1824407" y="34053"/>
                  <a:pt x="1829628" y="34053"/>
                </a:cubicBezTo>
                <a:cubicBezTo>
                  <a:pt x="1834666" y="34053"/>
                  <a:pt x="1839049" y="34801"/>
                  <a:pt x="1842772" y="36299"/>
                </a:cubicBezTo>
                <a:cubicBezTo>
                  <a:pt x="1846539" y="37796"/>
                  <a:pt x="1849673" y="39976"/>
                  <a:pt x="1852171" y="42837"/>
                </a:cubicBezTo>
                <a:cubicBezTo>
                  <a:pt x="1854668" y="45697"/>
                  <a:pt x="1856528" y="49172"/>
                  <a:pt x="1857754" y="53258"/>
                </a:cubicBezTo>
                <a:cubicBezTo>
                  <a:pt x="1859026" y="57344"/>
                  <a:pt x="1859660" y="61951"/>
                  <a:pt x="1859660" y="67083"/>
                </a:cubicBezTo>
                <a:close/>
                <a:moveTo>
                  <a:pt x="1847810" y="67831"/>
                </a:moveTo>
                <a:cubicBezTo>
                  <a:pt x="1847810" y="64517"/>
                  <a:pt x="1847493" y="61385"/>
                  <a:pt x="1846859" y="58433"/>
                </a:cubicBezTo>
                <a:cubicBezTo>
                  <a:pt x="1846267" y="55481"/>
                  <a:pt x="1845270" y="52892"/>
                  <a:pt x="1843861" y="50669"/>
                </a:cubicBezTo>
                <a:cubicBezTo>
                  <a:pt x="1842452" y="48443"/>
                  <a:pt x="1840546" y="46697"/>
                  <a:pt x="1838140" y="45426"/>
                </a:cubicBezTo>
                <a:cubicBezTo>
                  <a:pt x="1835734" y="44108"/>
                  <a:pt x="1832737" y="43451"/>
                  <a:pt x="1829151" y="43451"/>
                </a:cubicBezTo>
                <a:cubicBezTo>
                  <a:pt x="1825836" y="43451"/>
                  <a:pt x="1822976" y="44040"/>
                  <a:pt x="1820570" y="45220"/>
                </a:cubicBezTo>
                <a:cubicBezTo>
                  <a:pt x="1818209" y="46400"/>
                  <a:pt x="1816255" y="48080"/>
                  <a:pt x="1814712" y="50261"/>
                </a:cubicBezTo>
                <a:cubicBezTo>
                  <a:pt x="1813169" y="52395"/>
                  <a:pt x="1812011" y="54935"/>
                  <a:pt x="1811240" y="57887"/>
                </a:cubicBezTo>
                <a:cubicBezTo>
                  <a:pt x="1810514" y="60839"/>
                  <a:pt x="1810148" y="64062"/>
                  <a:pt x="1810148" y="67560"/>
                </a:cubicBezTo>
                <a:cubicBezTo>
                  <a:pt x="1810148" y="70917"/>
                  <a:pt x="1810445" y="74075"/>
                  <a:pt x="1811034" y="77027"/>
                </a:cubicBezTo>
                <a:cubicBezTo>
                  <a:pt x="1811671" y="79976"/>
                  <a:pt x="1812691" y="82565"/>
                  <a:pt x="1814100" y="84791"/>
                </a:cubicBezTo>
                <a:cubicBezTo>
                  <a:pt x="1815552" y="86968"/>
                  <a:pt x="1817481" y="88717"/>
                  <a:pt x="1819889" y="90034"/>
                </a:cubicBezTo>
                <a:cubicBezTo>
                  <a:pt x="1822295" y="91306"/>
                  <a:pt x="1825290" y="91940"/>
                  <a:pt x="1828879" y="91940"/>
                </a:cubicBezTo>
                <a:cubicBezTo>
                  <a:pt x="1832148" y="91940"/>
                  <a:pt x="1834986" y="91351"/>
                  <a:pt x="1837392" y="90168"/>
                </a:cubicBezTo>
                <a:cubicBezTo>
                  <a:pt x="1839798" y="88988"/>
                  <a:pt x="1841772" y="87331"/>
                  <a:pt x="1843315" y="85199"/>
                </a:cubicBezTo>
                <a:cubicBezTo>
                  <a:pt x="1844861" y="83065"/>
                  <a:pt x="1845996" y="80521"/>
                  <a:pt x="1846721" y="77570"/>
                </a:cubicBezTo>
                <a:cubicBezTo>
                  <a:pt x="1847447" y="74618"/>
                  <a:pt x="1847810" y="71372"/>
                  <a:pt x="1847810" y="67831"/>
                </a:cubicBezTo>
                <a:close/>
                <a:moveTo>
                  <a:pt x="1928992" y="98409"/>
                </a:moveTo>
                <a:cubicBezTo>
                  <a:pt x="1928992" y="98772"/>
                  <a:pt x="1928900" y="99092"/>
                  <a:pt x="1928720" y="99364"/>
                </a:cubicBezTo>
                <a:cubicBezTo>
                  <a:pt x="1928537" y="99590"/>
                  <a:pt x="1928243" y="99795"/>
                  <a:pt x="1927834" y="99975"/>
                </a:cubicBezTo>
                <a:cubicBezTo>
                  <a:pt x="1927426" y="100158"/>
                  <a:pt x="1926857" y="100295"/>
                  <a:pt x="1926131" y="100384"/>
                </a:cubicBezTo>
                <a:cubicBezTo>
                  <a:pt x="1925406" y="100475"/>
                  <a:pt x="1924497" y="100521"/>
                  <a:pt x="1923408" y="100521"/>
                </a:cubicBezTo>
                <a:cubicBezTo>
                  <a:pt x="1922271" y="100521"/>
                  <a:pt x="1921342" y="100475"/>
                  <a:pt x="1920613" y="100384"/>
                </a:cubicBezTo>
                <a:cubicBezTo>
                  <a:pt x="1919888" y="100295"/>
                  <a:pt x="1919322" y="100158"/>
                  <a:pt x="1918913" y="99975"/>
                </a:cubicBezTo>
                <a:cubicBezTo>
                  <a:pt x="1918505" y="99795"/>
                  <a:pt x="1918207" y="99590"/>
                  <a:pt x="1918027" y="99364"/>
                </a:cubicBezTo>
                <a:cubicBezTo>
                  <a:pt x="1917845" y="99092"/>
                  <a:pt x="1917753" y="98772"/>
                  <a:pt x="1917753" y="98409"/>
                </a:cubicBezTo>
                <a:lnTo>
                  <a:pt x="1917753" y="62519"/>
                </a:lnTo>
                <a:cubicBezTo>
                  <a:pt x="1917753" y="59022"/>
                  <a:pt x="1917482" y="56207"/>
                  <a:pt x="1916936" y="54075"/>
                </a:cubicBezTo>
                <a:cubicBezTo>
                  <a:pt x="1916393" y="51941"/>
                  <a:pt x="1915599" y="50101"/>
                  <a:pt x="1914553" y="48557"/>
                </a:cubicBezTo>
                <a:cubicBezTo>
                  <a:pt x="1913510" y="47014"/>
                  <a:pt x="1912147" y="45834"/>
                  <a:pt x="1910466" y="45017"/>
                </a:cubicBezTo>
                <a:cubicBezTo>
                  <a:pt x="1908832" y="44200"/>
                  <a:pt x="1906926" y="43791"/>
                  <a:pt x="1904746" y="43791"/>
                </a:cubicBezTo>
                <a:cubicBezTo>
                  <a:pt x="1901931" y="43791"/>
                  <a:pt x="1899117" y="44788"/>
                  <a:pt x="1896302" y="46786"/>
                </a:cubicBezTo>
                <a:cubicBezTo>
                  <a:pt x="1893487" y="48786"/>
                  <a:pt x="1890535" y="51712"/>
                  <a:pt x="1887449" y="55573"/>
                </a:cubicBezTo>
                <a:lnTo>
                  <a:pt x="1887449" y="98409"/>
                </a:lnTo>
                <a:cubicBezTo>
                  <a:pt x="1887449" y="98772"/>
                  <a:pt x="1887358" y="99092"/>
                  <a:pt x="1887175" y="99364"/>
                </a:cubicBezTo>
                <a:cubicBezTo>
                  <a:pt x="1886995" y="99590"/>
                  <a:pt x="1886698" y="99795"/>
                  <a:pt x="1886289" y="99975"/>
                </a:cubicBezTo>
                <a:cubicBezTo>
                  <a:pt x="1885881" y="100158"/>
                  <a:pt x="1885315" y="100295"/>
                  <a:pt x="1884586" y="100384"/>
                </a:cubicBezTo>
                <a:cubicBezTo>
                  <a:pt x="1883860" y="100475"/>
                  <a:pt x="1882932" y="100521"/>
                  <a:pt x="1881794" y="100521"/>
                </a:cubicBezTo>
                <a:cubicBezTo>
                  <a:pt x="1880706" y="100521"/>
                  <a:pt x="1879797" y="100475"/>
                  <a:pt x="1879071" y="100384"/>
                </a:cubicBezTo>
                <a:cubicBezTo>
                  <a:pt x="1878345" y="100295"/>
                  <a:pt x="1877754" y="100158"/>
                  <a:pt x="1877299" y="99975"/>
                </a:cubicBezTo>
                <a:cubicBezTo>
                  <a:pt x="1876891" y="99795"/>
                  <a:pt x="1876597" y="99590"/>
                  <a:pt x="1876414" y="99364"/>
                </a:cubicBezTo>
                <a:cubicBezTo>
                  <a:pt x="1876279" y="99092"/>
                  <a:pt x="1876211" y="98772"/>
                  <a:pt x="1876211" y="98409"/>
                </a:cubicBezTo>
                <a:lnTo>
                  <a:pt x="1876211" y="37116"/>
                </a:lnTo>
                <a:cubicBezTo>
                  <a:pt x="1876211" y="36753"/>
                  <a:pt x="1876279" y="36459"/>
                  <a:pt x="1876414" y="36230"/>
                </a:cubicBezTo>
                <a:cubicBezTo>
                  <a:pt x="1876551" y="35959"/>
                  <a:pt x="1876822" y="35730"/>
                  <a:pt x="1877231" y="35550"/>
                </a:cubicBezTo>
                <a:cubicBezTo>
                  <a:pt x="1877640" y="35322"/>
                  <a:pt x="1878162" y="35187"/>
                  <a:pt x="1878800" y="35142"/>
                </a:cubicBezTo>
                <a:cubicBezTo>
                  <a:pt x="1879434" y="35050"/>
                  <a:pt x="1880274" y="35004"/>
                  <a:pt x="1881317" y="35004"/>
                </a:cubicBezTo>
                <a:cubicBezTo>
                  <a:pt x="1882317" y="35004"/>
                  <a:pt x="1883135" y="35050"/>
                  <a:pt x="1883769" y="35142"/>
                </a:cubicBezTo>
                <a:cubicBezTo>
                  <a:pt x="1884452" y="35187"/>
                  <a:pt x="1884975" y="35322"/>
                  <a:pt x="1885338" y="35550"/>
                </a:cubicBezTo>
                <a:cubicBezTo>
                  <a:pt x="1885701" y="35730"/>
                  <a:pt x="1885949" y="35959"/>
                  <a:pt x="1886086" y="36230"/>
                </a:cubicBezTo>
                <a:cubicBezTo>
                  <a:pt x="1886266" y="36459"/>
                  <a:pt x="1886358" y="36753"/>
                  <a:pt x="1886358" y="37116"/>
                </a:cubicBezTo>
                <a:lnTo>
                  <a:pt x="1886358" y="45220"/>
                </a:lnTo>
                <a:cubicBezTo>
                  <a:pt x="1889810" y="41362"/>
                  <a:pt x="1893236" y="38548"/>
                  <a:pt x="1896642" y="36776"/>
                </a:cubicBezTo>
                <a:cubicBezTo>
                  <a:pt x="1900094" y="34959"/>
                  <a:pt x="1903566" y="34053"/>
                  <a:pt x="1907063" y="34053"/>
                </a:cubicBezTo>
                <a:cubicBezTo>
                  <a:pt x="1911149" y="34053"/>
                  <a:pt x="1914576" y="34756"/>
                  <a:pt x="1917344" y="36162"/>
                </a:cubicBezTo>
                <a:cubicBezTo>
                  <a:pt x="1920162" y="37525"/>
                  <a:pt x="1922431" y="39365"/>
                  <a:pt x="1924157" y="41679"/>
                </a:cubicBezTo>
                <a:cubicBezTo>
                  <a:pt x="1925883" y="43994"/>
                  <a:pt x="1927109" y="46720"/>
                  <a:pt x="1927834" y="49852"/>
                </a:cubicBezTo>
                <a:cubicBezTo>
                  <a:pt x="1928606" y="52938"/>
                  <a:pt x="1928992" y="56661"/>
                  <a:pt x="1928992" y="61022"/>
                </a:cubicBezTo>
                <a:lnTo>
                  <a:pt x="1928992" y="98409"/>
                </a:lnTo>
                <a:close/>
                <a:moveTo>
                  <a:pt x="1987970" y="81724"/>
                </a:moveTo>
                <a:cubicBezTo>
                  <a:pt x="1987970" y="84856"/>
                  <a:pt x="1987379" y="87651"/>
                  <a:pt x="1986199" y="90103"/>
                </a:cubicBezTo>
                <a:cubicBezTo>
                  <a:pt x="1985064" y="92554"/>
                  <a:pt x="1983430" y="94620"/>
                  <a:pt x="1981295" y="96298"/>
                </a:cubicBezTo>
                <a:cubicBezTo>
                  <a:pt x="1979161" y="97978"/>
                  <a:pt x="1976620" y="99250"/>
                  <a:pt x="1973669" y="100113"/>
                </a:cubicBezTo>
                <a:cubicBezTo>
                  <a:pt x="1970717" y="100975"/>
                  <a:pt x="1967471" y="101407"/>
                  <a:pt x="1963930" y="101407"/>
                </a:cubicBezTo>
                <a:cubicBezTo>
                  <a:pt x="1961750" y="101407"/>
                  <a:pt x="1959661" y="101224"/>
                  <a:pt x="1957664" y="100861"/>
                </a:cubicBezTo>
                <a:cubicBezTo>
                  <a:pt x="1955712" y="100544"/>
                  <a:pt x="1953940" y="100135"/>
                  <a:pt x="1952352" y="99635"/>
                </a:cubicBezTo>
                <a:cubicBezTo>
                  <a:pt x="1950809" y="99092"/>
                  <a:pt x="1949491" y="98547"/>
                  <a:pt x="1948403" y="98001"/>
                </a:cubicBezTo>
                <a:cubicBezTo>
                  <a:pt x="1947311" y="97412"/>
                  <a:pt x="1946517" y="96889"/>
                  <a:pt x="1946017" y="96435"/>
                </a:cubicBezTo>
                <a:cubicBezTo>
                  <a:pt x="1945519" y="95981"/>
                  <a:pt x="1945154" y="95346"/>
                  <a:pt x="1944928" y="94529"/>
                </a:cubicBezTo>
                <a:cubicBezTo>
                  <a:pt x="1944702" y="93712"/>
                  <a:pt x="1944588" y="92597"/>
                  <a:pt x="1944588" y="91191"/>
                </a:cubicBezTo>
                <a:cubicBezTo>
                  <a:pt x="1944588" y="90328"/>
                  <a:pt x="1944634" y="89603"/>
                  <a:pt x="1944725" y="89011"/>
                </a:cubicBezTo>
                <a:cubicBezTo>
                  <a:pt x="1944814" y="88422"/>
                  <a:pt x="1944928" y="87945"/>
                  <a:pt x="1945065" y="87582"/>
                </a:cubicBezTo>
                <a:cubicBezTo>
                  <a:pt x="1945199" y="87219"/>
                  <a:pt x="1945382" y="86968"/>
                  <a:pt x="1945608" y="86834"/>
                </a:cubicBezTo>
                <a:cubicBezTo>
                  <a:pt x="1945882" y="86651"/>
                  <a:pt x="1946177" y="86559"/>
                  <a:pt x="1946494" y="86559"/>
                </a:cubicBezTo>
                <a:cubicBezTo>
                  <a:pt x="1946994" y="86559"/>
                  <a:pt x="1947720" y="86877"/>
                  <a:pt x="1948674" y="87514"/>
                </a:cubicBezTo>
                <a:cubicBezTo>
                  <a:pt x="1949671" y="88102"/>
                  <a:pt x="1950877" y="88763"/>
                  <a:pt x="1952283" y="89488"/>
                </a:cubicBezTo>
                <a:cubicBezTo>
                  <a:pt x="1953738" y="90214"/>
                  <a:pt x="1955438" y="90897"/>
                  <a:pt x="1957392" y="91531"/>
                </a:cubicBezTo>
                <a:cubicBezTo>
                  <a:pt x="1959344" y="92123"/>
                  <a:pt x="1961590" y="92417"/>
                  <a:pt x="1964133" y="92417"/>
                </a:cubicBezTo>
                <a:cubicBezTo>
                  <a:pt x="1966039" y="92417"/>
                  <a:pt x="1967765" y="92212"/>
                  <a:pt x="1969308" y="91803"/>
                </a:cubicBezTo>
                <a:cubicBezTo>
                  <a:pt x="1970854" y="91394"/>
                  <a:pt x="1972191" y="90806"/>
                  <a:pt x="1973329" y="90034"/>
                </a:cubicBezTo>
                <a:cubicBezTo>
                  <a:pt x="1974463" y="89217"/>
                  <a:pt x="1975326" y="88194"/>
                  <a:pt x="1975915" y="86968"/>
                </a:cubicBezTo>
                <a:cubicBezTo>
                  <a:pt x="1976552" y="85742"/>
                  <a:pt x="1976869" y="84291"/>
                  <a:pt x="1976869" y="82610"/>
                </a:cubicBezTo>
                <a:cubicBezTo>
                  <a:pt x="1976869" y="80884"/>
                  <a:pt x="1976415" y="79433"/>
                  <a:pt x="1975506" y="78253"/>
                </a:cubicBezTo>
                <a:cubicBezTo>
                  <a:pt x="1974643" y="77070"/>
                  <a:pt x="1973486" y="76027"/>
                  <a:pt x="1972034" y="75118"/>
                </a:cubicBezTo>
                <a:cubicBezTo>
                  <a:pt x="1970580" y="74209"/>
                  <a:pt x="1968945" y="73415"/>
                  <a:pt x="1967131" y="72735"/>
                </a:cubicBezTo>
                <a:cubicBezTo>
                  <a:pt x="1965313" y="72009"/>
                  <a:pt x="1963430" y="71260"/>
                  <a:pt x="1961479" y="70486"/>
                </a:cubicBezTo>
                <a:cubicBezTo>
                  <a:pt x="1959570" y="69714"/>
                  <a:pt x="1957687" y="68851"/>
                  <a:pt x="1955824" y="67900"/>
                </a:cubicBezTo>
                <a:cubicBezTo>
                  <a:pt x="1954009" y="66900"/>
                  <a:pt x="1952375" y="65697"/>
                  <a:pt x="1950920" y="64291"/>
                </a:cubicBezTo>
                <a:cubicBezTo>
                  <a:pt x="1949469" y="62882"/>
                  <a:pt x="1948288" y="61202"/>
                  <a:pt x="1947380" y="59250"/>
                </a:cubicBezTo>
                <a:cubicBezTo>
                  <a:pt x="1946517" y="57299"/>
                  <a:pt x="1946085" y="54958"/>
                  <a:pt x="1946085" y="52235"/>
                </a:cubicBezTo>
                <a:cubicBezTo>
                  <a:pt x="1946085" y="49829"/>
                  <a:pt x="1946540" y="47537"/>
                  <a:pt x="1947448" y="45357"/>
                </a:cubicBezTo>
                <a:cubicBezTo>
                  <a:pt x="1948403" y="43131"/>
                  <a:pt x="1949809" y="41202"/>
                  <a:pt x="1951672" y="39568"/>
                </a:cubicBezTo>
                <a:cubicBezTo>
                  <a:pt x="1953532" y="37888"/>
                  <a:pt x="1955846" y="36547"/>
                  <a:pt x="1958618" y="35550"/>
                </a:cubicBezTo>
                <a:cubicBezTo>
                  <a:pt x="1961433" y="34550"/>
                  <a:pt x="1964702" y="34053"/>
                  <a:pt x="1968425" y="34053"/>
                </a:cubicBezTo>
                <a:cubicBezTo>
                  <a:pt x="1970060" y="34053"/>
                  <a:pt x="1971694" y="34187"/>
                  <a:pt x="1973329" y="34461"/>
                </a:cubicBezTo>
                <a:cubicBezTo>
                  <a:pt x="1974963" y="34733"/>
                  <a:pt x="1976438" y="35073"/>
                  <a:pt x="1977755" y="35482"/>
                </a:cubicBezTo>
                <a:cubicBezTo>
                  <a:pt x="1979072" y="35890"/>
                  <a:pt x="1980184" y="36345"/>
                  <a:pt x="1981092" y="36845"/>
                </a:cubicBezTo>
                <a:cubicBezTo>
                  <a:pt x="1982044" y="37299"/>
                  <a:pt x="1982750" y="37708"/>
                  <a:pt x="1983204" y="38070"/>
                </a:cubicBezTo>
                <a:cubicBezTo>
                  <a:pt x="1983701" y="38433"/>
                  <a:pt x="1984021" y="38751"/>
                  <a:pt x="1984156" y="39022"/>
                </a:cubicBezTo>
                <a:cubicBezTo>
                  <a:pt x="1984339" y="39296"/>
                  <a:pt x="1984450" y="39614"/>
                  <a:pt x="1984496" y="39976"/>
                </a:cubicBezTo>
                <a:cubicBezTo>
                  <a:pt x="1984587" y="40294"/>
                  <a:pt x="1984656" y="40702"/>
                  <a:pt x="1984701" y="41202"/>
                </a:cubicBezTo>
                <a:cubicBezTo>
                  <a:pt x="1984793" y="41702"/>
                  <a:pt x="1984839" y="42314"/>
                  <a:pt x="1984839" y="43043"/>
                </a:cubicBezTo>
                <a:cubicBezTo>
                  <a:pt x="1984839" y="43814"/>
                  <a:pt x="1984793" y="44494"/>
                  <a:pt x="1984701" y="45086"/>
                </a:cubicBezTo>
                <a:cubicBezTo>
                  <a:pt x="1984656" y="45629"/>
                  <a:pt x="1984541" y="46083"/>
                  <a:pt x="1984361" y="46446"/>
                </a:cubicBezTo>
                <a:cubicBezTo>
                  <a:pt x="1984224" y="46809"/>
                  <a:pt x="1984044" y="47083"/>
                  <a:pt x="1983816" y="47263"/>
                </a:cubicBezTo>
                <a:cubicBezTo>
                  <a:pt x="1983590" y="47400"/>
                  <a:pt x="1983338" y="47469"/>
                  <a:pt x="1983067" y="47469"/>
                </a:cubicBezTo>
                <a:cubicBezTo>
                  <a:pt x="1982658" y="47469"/>
                  <a:pt x="1982067" y="47217"/>
                  <a:pt x="1981295" y="46720"/>
                </a:cubicBezTo>
                <a:cubicBezTo>
                  <a:pt x="1980524" y="46220"/>
                  <a:pt x="1979527" y="45697"/>
                  <a:pt x="1978301" y="45151"/>
                </a:cubicBezTo>
                <a:cubicBezTo>
                  <a:pt x="1977075" y="44563"/>
                  <a:pt x="1975620" y="44017"/>
                  <a:pt x="1973940" y="43517"/>
                </a:cubicBezTo>
                <a:cubicBezTo>
                  <a:pt x="1972306" y="43020"/>
                  <a:pt x="1970423" y="42768"/>
                  <a:pt x="1968288" y="42768"/>
                </a:cubicBezTo>
                <a:cubicBezTo>
                  <a:pt x="1966382" y="42768"/>
                  <a:pt x="1964702" y="42997"/>
                  <a:pt x="1963247" y="43451"/>
                </a:cubicBezTo>
                <a:cubicBezTo>
                  <a:pt x="1961796" y="43860"/>
                  <a:pt x="1960593" y="44471"/>
                  <a:pt x="1959638" y="45289"/>
                </a:cubicBezTo>
                <a:cubicBezTo>
                  <a:pt x="1958730" y="46060"/>
                  <a:pt x="1958027" y="46992"/>
                  <a:pt x="1957527" y="48080"/>
                </a:cubicBezTo>
                <a:cubicBezTo>
                  <a:pt x="1957072" y="49172"/>
                  <a:pt x="1956847" y="50352"/>
                  <a:pt x="1956847" y="51624"/>
                </a:cubicBezTo>
                <a:cubicBezTo>
                  <a:pt x="1956847" y="53392"/>
                  <a:pt x="1957301" y="54893"/>
                  <a:pt x="1958210" y="56118"/>
                </a:cubicBezTo>
                <a:cubicBezTo>
                  <a:pt x="1959115" y="57299"/>
                  <a:pt x="1960298" y="58342"/>
                  <a:pt x="1961750" y="59250"/>
                </a:cubicBezTo>
                <a:cubicBezTo>
                  <a:pt x="1963202" y="60159"/>
                  <a:pt x="1964859" y="60976"/>
                  <a:pt x="1966722" y="61702"/>
                </a:cubicBezTo>
                <a:cubicBezTo>
                  <a:pt x="1968582" y="62428"/>
                  <a:pt x="1970468" y="63176"/>
                  <a:pt x="1972374" y="63948"/>
                </a:cubicBezTo>
                <a:cubicBezTo>
                  <a:pt x="1974326" y="64722"/>
                  <a:pt x="1976235" y="65582"/>
                  <a:pt x="1978095" y="66537"/>
                </a:cubicBezTo>
                <a:cubicBezTo>
                  <a:pt x="1980001" y="67491"/>
                  <a:pt x="1981681" y="68649"/>
                  <a:pt x="1983136" y="70012"/>
                </a:cubicBezTo>
                <a:cubicBezTo>
                  <a:pt x="1984587" y="71372"/>
                  <a:pt x="1985744" y="73006"/>
                  <a:pt x="1986607" y="74915"/>
                </a:cubicBezTo>
                <a:cubicBezTo>
                  <a:pt x="1987516" y="76821"/>
                  <a:pt x="1987970" y="79090"/>
                  <a:pt x="1987970" y="81724"/>
                </a:cubicBezTo>
                <a:close/>
                <a:moveTo>
                  <a:pt x="2069152" y="11919"/>
                </a:moveTo>
                <a:cubicBezTo>
                  <a:pt x="2069152" y="12779"/>
                  <a:pt x="2069106" y="13485"/>
                  <a:pt x="2069015" y="14027"/>
                </a:cubicBezTo>
                <a:cubicBezTo>
                  <a:pt x="2068923" y="14528"/>
                  <a:pt x="2068809" y="14936"/>
                  <a:pt x="2068675" y="15253"/>
                </a:cubicBezTo>
                <a:cubicBezTo>
                  <a:pt x="2068583" y="15573"/>
                  <a:pt x="2068446" y="15799"/>
                  <a:pt x="2068266" y="15936"/>
                </a:cubicBezTo>
                <a:cubicBezTo>
                  <a:pt x="2068083" y="16028"/>
                  <a:pt x="2067858" y="16071"/>
                  <a:pt x="2067583" y="16071"/>
                </a:cubicBezTo>
                <a:cubicBezTo>
                  <a:pt x="2067266" y="16071"/>
                  <a:pt x="2066857" y="15982"/>
                  <a:pt x="2066357" y="15799"/>
                </a:cubicBezTo>
                <a:cubicBezTo>
                  <a:pt x="2065906" y="15573"/>
                  <a:pt x="2065337" y="15345"/>
                  <a:pt x="2064657" y="15119"/>
                </a:cubicBezTo>
                <a:cubicBezTo>
                  <a:pt x="2063974" y="14845"/>
                  <a:pt x="2063157" y="14619"/>
                  <a:pt x="2062205" y="14436"/>
                </a:cubicBezTo>
                <a:cubicBezTo>
                  <a:pt x="2061297" y="14210"/>
                  <a:pt x="2060228" y="14096"/>
                  <a:pt x="2059002" y="14096"/>
                </a:cubicBezTo>
                <a:cubicBezTo>
                  <a:pt x="2057322" y="14096"/>
                  <a:pt x="2055893" y="14370"/>
                  <a:pt x="2054713" y="14913"/>
                </a:cubicBezTo>
                <a:cubicBezTo>
                  <a:pt x="2053533" y="15459"/>
                  <a:pt x="2052579" y="16322"/>
                  <a:pt x="2051853" y="17502"/>
                </a:cubicBezTo>
                <a:cubicBezTo>
                  <a:pt x="2051127" y="18637"/>
                  <a:pt x="2050604" y="20137"/>
                  <a:pt x="2050287" y="21997"/>
                </a:cubicBezTo>
                <a:cubicBezTo>
                  <a:pt x="2049967" y="23814"/>
                  <a:pt x="2049810" y="26038"/>
                  <a:pt x="2049810" y="28672"/>
                </a:cubicBezTo>
                <a:lnTo>
                  <a:pt x="2049810" y="35344"/>
                </a:lnTo>
                <a:lnTo>
                  <a:pt x="2063497" y="35344"/>
                </a:lnTo>
                <a:cubicBezTo>
                  <a:pt x="2063860" y="35344"/>
                  <a:pt x="2064157" y="35436"/>
                  <a:pt x="2064383" y="35619"/>
                </a:cubicBezTo>
                <a:cubicBezTo>
                  <a:pt x="2064657" y="35753"/>
                  <a:pt x="2064883" y="36027"/>
                  <a:pt x="2065066" y="36436"/>
                </a:cubicBezTo>
                <a:cubicBezTo>
                  <a:pt x="2065292" y="36799"/>
                  <a:pt x="2065452" y="37276"/>
                  <a:pt x="2065540" y="37865"/>
                </a:cubicBezTo>
                <a:cubicBezTo>
                  <a:pt x="2065677" y="38456"/>
                  <a:pt x="2065746" y="39182"/>
                  <a:pt x="2065746" y="40045"/>
                </a:cubicBezTo>
                <a:cubicBezTo>
                  <a:pt x="2065746" y="41679"/>
                  <a:pt x="2065540" y="42860"/>
                  <a:pt x="2065132" y="43585"/>
                </a:cubicBezTo>
                <a:cubicBezTo>
                  <a:pt x="2064723" y="44311"/>
                  <a:pt x="2064180" y="44677"/>
                  <a:pt x="2063497" y="44677"/>
                </a:cubicBezTo>
                <a:lnTo>
                  <a:pt x="2049810" y="44677"/>
                </a:lnTo>
                <a:lnTo>
                  <a:pt x="2049810" y="98409"/>
                </a:lnTo>
                <a:cubicBezTo>
                  <a:pt x="2049810" y="98772"/>
                  <a:pt x="2049718" y="99092"/>
                  <a:pt x="2049535" y="99364"/>
                </a:cubicBezTo>
                <a:cubicBezTo>
                  <a:pt x="2049355" y="99590"/>
                  <a:pt x="2049038" y="99795"/>
                  <a:pt x="2048584" y="99975"/>
                </a:cubicBezTo>
                <a:cubicBezTo>
                  <a:pt x="2048175" y="100158"/>
                  <a:pt x="2047606" y="100295"/>
                  <a:pt x="2046881" y="100384"/>
                </a:cubicBezTo>
                <a:cubicBezTo>
                  <a:pt x="2046155" y="100475"/>
                  <a:pt x="2045246" y="100521"/>
                  <a:pt x="2044157" y="100521"/>
                </a:cubicBezTo>
                <a:cubicBezTo>
                  <a:pt x="2043066" y="100521"/>
                  <a:pt x="2042157" y="100475"/>
                  <a:pt x="2041431" y="100384"/>
                </a:cubicBezTo>
                <a:cubicBezTo>
                  <a:pt x="2040706" y="100295"/>
                  <a:pt x="2040117" y="100158"/>
                  <a:pt x="2039663" y="99975"/>
                </a:cubicBezTo>
                <a:cubicBezTo>
                  <a:pt x="2039254" y="99795"/>
                  <a:pt x="2038957" y="99590"/>
                  <a:pt x="2038777" y="99364"/>
                </a:cubicBezTo>
                <a:cubicBezTo>
                  <a:pt x="2038594" y="99092"/>
                  <a:pt x="2038502" y="98772"/>
                  <a:pt x="2038502" y="98409"/>
                </a:cubicBezTo>
                <a:lnTo>
                  <a:pt x="2038502" y="44677"/>
                </a:lnTo>
                <a:lnTo>
                  <a:pt x="2029856" y="44677"/>
                </a:lnTo>
                <a:cubicBezTo>
                  <a:pt x="2029127" y="44677"/>
                  <a:pt x="2028584" y="44311"/>
                  <a:pt x="2028221" y="43585"/>
                </a:cubicBezTo>
                <a:cubicBezTo>
                  <a:pt x="2027855" y="42860"/>
                  <a:pt x="2027675" y="41679"/>
                  <a:pt x="2027675" y="40045"/>
                </a:cubicBezTo>
                <a:cubicBezTo>
                  <a:pt x="2027675" y="39182"/>
                  <a:pt x="2027721" y="38456"/>
                  <a:pt x="2027813" y="37865"/>
                </a:cubicBezTo>
                <a:cubicBezTo>
                  <a:pt x="2027901" y="37276"/>
                  <a:pt x="2028038" y="36799"/>
                  <a:pt x="2028221" y="36436"/>
                </a:cubicBezTo>
                <a:cubicBezTo>
                  <a:pt x="2028401" y="36027"/>
                  <a:pt x="2028630" y="35753"/>
                  <a:pt x="2028901" y="35619"/>
                </a:cubicBezTo>
                <a:cubicBezTo>
                  <a:pt x="2029173" y="35436"/>
                  <a:pt x="2029490" y="35344"/>
                  <a:pt x="2029856" y="35344"/>
                </a:cubicBezTo>
                <a:lnTo>
                  <a:pt x="2038502" y="35344"/>
                </a:lnTo>
                <a:lnTo>
                  <a:pt x="2038502" y="29012"/>
                </a:lnTo>
                <a:cubicBezTo>
                  <a:pt x="2038502" y="24743"/>
                  <a:pt x="2038888" y="21088"/>
                  <a:pt x="2039663" y="18048"/>
                </a:cubicBezTo>
                <a:cubicBezTo>
                  <a:pt x="2040480" y="14959"/>
                  <a:pt x="2041706" y="12439"/>
                  <a:pt x="2043340" y="10487"/>
                </a:cubicBezTo>
                <a:cubicBezTo>
                  <a:pt x="2044975" y="8535"/>
                  <a:pt x="2047018" y="7104"/>
                  <a:pt x="2049470" y="6198"/>
                </a:cubicBezTo>
                <a:cubicBezTo>
                  <a:pt x="2051967" y="5244"/>
                  <a:pt x="2054893" y="4766"/>
                  <a:pt x="2058254" y="4766"/>
                </a:cubicBezTo>
                <a:cubicBezTo>
                  <a:pt x="2059842" y="4766"/>
                  <a:pt x="2061388" y="4926"/>
                  <a:pt x="2062886" y="5244"/>
                </a:cubicBezTo>
                <a:cubicBezTo>
                  <a:pt x="2064383" y="5515"/>
                  <a:pt x="2065540" y="5832"/>
                  <a:pt x="2066357" y="6198"/>
                </a:cubicBezTo>
                <a:cubicBezTo>
                  <a:pt x="2067175" y="6515"/>
                  <a:pt x="2067720" y="6809"/>
                  <a:pt x="2067992" y="7081"/>
                </a:cubicBezTo>
                <a:cubicBezTo>
                  <a:pt x="2068266" y="7355"/>
                  <a:pt x="2068492" y="7718"/>
                  <a:pt x="2068675" y="8172"/>
                </a:cubicBezTo>
                <a:cubicBezTo>
                  <a:pt x="2068855" y="8581"/>
                  <a:pt x="2068969" y="9101"/>
                  <a:pt x="2069015" y="9738"/>
                </a:cubicBezTo>
                <a:cubicBezTo>
                  <a:pt x="2069106" y="10327"/>
                  <a:pt x="2069152" y="11056"/>
                  <a:pt x="2069152" y="11919"/>
                </a:cubicBezTo>
                <a:close/>
                <a:moveTo>
                  <a:pt x="2132214" y="67083"/>
                </a:moveTo>
                <a:cubicBezTo>
                  <a:pt x="2132214" y="72078"/>
                  <a:pt x="2131557" y="76684"/>
                  <a:pt x="2130240" y="80907"/>
                </a:cubicBezTo>
                <a:cubicBezTo>
                  <a:pt x="2128922" y="85085"/>
                  <a:pt x="2126948" y="88694"/>
                  <a:pt x="2124316" y="91737"/>
                </a:cubicBezTo>
                <a:cubicBezTo>
                  <a:pt x="2121727" y="94778"/>
                  <a:pt x="2118458" y="97161"/>
                  <a:pt x="2114509" y="98887"/>
                </a:cubicBezTo>
                <a:cubicBezTo>
                  <a:pt x="2110603" y="100567"/>
                  <a:pt x="2106062" y="101407"/>
                  <a:pt x="2100887" y="101407"/>
                </a:cubicBezTo>
                <a:cubicBezTo>
                  <a:pt x="2095847" y="101407"/>
                  <a:pt x="2091443" y="100658"/>
                  <a:pt x="2087674" y="99158"/>
                </a:cubicBezTo>
                <a:cubicBezTo>
                  <a:pt x="2083951" y="97661"/>
                  <a:pt x="2080842" y="95481"/>
                  <a:pt x="2078345" y="92620"/>
                </a:cubicBezTo>
                <a:cubicBezTo>
                  <a:pt x="2075847" y="89760"/>
                  <a:pt x="2073987" y="86288"/>
                  <a:pt x="2072761" y="82202"/>
                </a:cubicBezTo>
                <a:cubicBezTo>
                  <a:pt x="2071535" y="78115"/>
                  <a:pt x="2070921" y="73483"/>
                  <a:pt x="2070921" y="68309"/>
                </a:cubicBezTo>
                <a:cubicBezTo>
                  <a:pt x="2070921" y="63314"/>
                  <a:pt x="2071558" y="58727"/>
                  <a:pt x="2072830" y="54550"/>
                </a:cubicBezTo>
                <a:cubicBezTo>
                  <a:pt x="2074144" y="50329"/>
                  <a:pt x="2076099" y="46697"/>
                  <a:pt x="2078685" y="43654"/>
                </a:cubicBezTo>
                <a:cubicBezTo>
                  <a:pt x="2081319" y="40611"/>
                  <a:pt x="2084588" y="38250"/>
                  <a:pt x="2088492" y="36570"/>
                </a:cubicBezTo>
                <a:cubicBezTo>
                  <a:pt x="2092398" y="34890"/>
                  <a:pt x="2096961" y="34053"/>
                  <a:pt x="2102182" y="34053"/>
                </a:cubicBezTo>
                <a:cubicBezTo>
                  <a:pt x="2107223" y="34053"/>
                  <a:pt x="2111603" y="34801"/>
                  <a:pt x="2115326" y="36299"/>
                </a:cubicBezTo>
                <a:cubicBezTo>
                  <a:pt x="2119095" y="37796"/>
                  <a:pt x="2122227" y="39976"/>
                  <a:pt x="2124725" y="42837"/>
                </a:cubicBezTo>
                <a:cubicBezTo>
                  <a:pt x="2127222" y="45697"/>
                  <a:pt x="2129082" y="49172"/>
                  <a:pt x="2130308" y="53258"/>
                </a:cubicBezTo>
                <a:cubicBezTo>
                  <a:pt x="2131580" y="57344"/>
                  <a:pt x="2132214" y="61951"/>
                  <a:pt x="2132214" y="67083"/>
                </a:cubicBezTo>
                <a:close/>
                <a:moveTo>
                  <a:pt x="2120364" y="67831"/>
                </a:moveTo>
                <a:cubicBezTo>
                  <a:pt x="2120364" y="64517"/>
                  <a:pt x="2120047" y="61385"/>
                  <a:pt x="2119413" y="58433"/>
                </a:cubicBezTo>
                <a:cubicBezTo>
                  <a:pt x="2118821" y="55481"/>
                  <a:pt x="2117824" y="52892"/>
                  <a:pt x="2116415" y="50669"/>
                </a:cubicBezTo>
                <a:cubicBezTo>
                  <a:pt x="2115009" y="48443"/>
                  <a:pt x="2113100" y="46697"/>
                  <a:pt x="2110694" y="45426"/>
                </a:cubicBezTo>
                <a:cubicBezTo>
                  <a:pt x="2108288" y="44108"/>
                  <a:pt x="2105291" y="43451"/>
                  <a:pt x="2101705" y="43451"/>
                </a:cubicBezTo>
                <a:cubicBezTo>
                  <a:pt x="2098390" y="43451"/>
                  <a:pt x="2095530" y="44040"/>
                  <a:pt x="2093124" y="45220"/>
                </a:cubicBezTo>
                <a:cubicBezTo>
                  <a:pt x="2090763" y="46400"/>
                  <a:pt x="2088812" y="48080"/>
                  <a:pt x="2087266" y="50261"/>
                </a:cubicBezTo>
                <a:cubicBezTo>
                  <a:pt x="2085723" y="52395"/>
                  <a:pt x="2084565" y="54935"/>
                  <a:pt x="2083794" y="57887"/>
                </a:cubicBezTo>
                <a:cubicBezTo>
                  <a:pt x="2083068" y="60839"/>
                  <a:pt x="2082702" y="64062"/>
                  <a:pt x="2082702" y="67560"/>
                </a:cubicBezTo>
                <a:cubicBezTo>
                  <a:pt x="2082702" y="70917"/>
                  <a:pt x="2082999" y="74075"/>
                  <a:pt x="2083588" y="77027"/>
                </a:cubicBezTo>
                <a:cubicBezTo>
                  <a:pt x="2084225" y="79976"/>
                  <a:pt x="2085245" y="82565"/>
                  <a:pt x="2086654" y="84791"/>
                </a:cubicBezTo>
                <a:cubicBezTo>
                  <a:pt x="2088106" y="86968"/>
                  <a:pt x="2090038" y="88717"/>
                  <a:pt x="2092444" y="90034"/>
                </a:cubicBezTo>
                <a:cubicBezTo>
                  <a:pt x="2094850" y="91306"/>
                  <a:pt x="2097844" y="91940"/>
                  <a:pt x="2101433" y="91940"/>
                </a:cubicBezTo>
                <a:cubicBezTo>
                  <a:pt x="2104702" y="91940"/>
                  <a:pt x="2107540" y="91351"/>
                  <a:pt x="2109946" y="90168"/>
                </a:cubicBezTo>
                <a:cubicBezTo>
                  <a:pt x="2112352" y="88988"/>
                  <a:pt x="2114326" y="87331"/>
                  <a:pt x="2115869" y="85199"/>
                </a:cubicBezTo>
                <a:cubicBezTo>
                  <a:pt x="2117415" y="83065"/>
                  <a:pt x="2118550" y="80521"/>
                  <a:pt x="2119275" y="77570"/>
                </a:cubicBezTo>
                <a:cubicBezTo>
                  <a:pt x="2120001" y="74618"/>
                  <a:pt x="2120364" y="71372"/>
                  <a:pt x="2120364" y="67831"/>
                </a:cubicBezTo>
                <a:close/>
                <a:moveTo>
                  <a:pt x="2184586" y="41134"/>
                </a:moveTo>
                <a:cubicBezTo>
                  <a:pt x="2184586" y="42134"/>
                  <a:pt x="2184566" y="42974"/>
                  <a:pt x="2184521" y="43654"/>
                </a:cubicBezTo>
                <a:cubicBezTo>
                  <a:pt x="2184475" y="44334"/>
                  <a:pt x="2184384" y="44880"/>
                  <a:pt x="2184246" y="45289"/>
                </a:cubicBezTo>
                <a:cubicBezTo>
                  <a:pt x="2184112" y="45651"/>
                  <a:pt x="2183929" y="45946"/>
                  <a:pt x="2183704" y="46174"/>
                </a:cubicBezTo>
                <a:cubicBezTo>
                  <a:pt x="2183521" y="46354"/>
                  <a:pt x="2183249" y="46446"/>
                  <a:pt x="2182886" y="46446"/>
                </a:cubicBezTo>
                <a:cubicBezTo>
                  <a:pt x="2182523" y="46446"/>
                  <a:pt x="2182069" y="46354"/>
                  <a:pt x="2181523" y="46174"/>
                </a:cubicBezTo>
                <a:cubicBezTo>
                  <a:pt x="2181023" y="45946"/>
                  <a:pt x="2180435" y="45743"/>
                  <a:pt x="2179752" y="45560"/>
                </a:cubicBezTo>
                <a:cubicBezTo>
                  <a:pt x="2179117" y="45334"/>
                  <a:pt x="2178391" y="45128"/>
                  <a:pt x="2177574" y="44948"/>
                </a:cubicBezTo>
                <a:cubicBezTo>
                  <a:pt x="2176757" y="44766"/>
                  <a:pt x="2175871" y="44677"/>
                  <a:pt x="2174917" y="44677"/>
                </a:cubicBezTo>
                <a:cubicBezTo>
                  <a:pt x="2173782" y="44677"/>
                  <a:pt x="2172671" y="44903"/>
                  <a:pt x="2171579" y="45357"/>
                </a:cubicBezTo>
                <a:cubicBezTo>
                  <a:pt x="2170490" y="45811"/>
                  <a:pt x="2169333" y="46560"/>
                  <a:pt x="2168107" y="47603"/>
                </a:cubicBezTo>
                <a:cubicBezTo>
                  <a:pt x="2166927" y="48649"/>
                  <a:pt x="2165678" y="50032"/>
                  <a:pt x="2164361" y="51758"/>
                </a:cubicBezTo>
                <a:cubicBezTo>
                  <a:pt x="2163044" y="53484"/>
                  <a:pt x="2161592" y="55596"/>
                  <a:pt x="2160003" y="58093"/>
                </a:cubicBezTo>
                <a:lnTo>
                  <a:pt x="2160003" y="98409"/>
                </a:lnTo>
                <a:cubicBezTo>
                  <a:pt x="2160003" y="98772"/>
                  <a:pt x="2159912" y="99092"/>
                  <a:pt x="2159729" y="99364"/>
                </a:cubicBezTo>
                <a:cubicBezTo>
                  <a:pt x="2159549" y="99590"/>
                  <a:pt x="2159252" y="99795"/>
                  <a:pt x="2158843" y="99975"/>
                </a:cubicBezTo>
                <a:cubicBezTo>
                  <a:pt x="2158435" y="100158"/>
                  <a:pt x="2157869" y="100295"/>
                  <a:pt x="2157143" y="100384"/>
                </a:cubicBezTo>
                <a:cubicBezTo>
                  <a:pt x="2156414" y="100475"/>
                  <a:pt x="2155486" y="100521"/>
                  <a:pt x="2154348" y="100521"/>
                </a:cubicBezTo>
                <a:cubicBezTo>
                  <a:pt x="2153260" y="100521"/>
                  <a:pt x="2152351" y="100475"/>
                  <a:pt x="2151625" y="100384"/>
                </a:cubicBezTo>
                <a:cubicBezTo>
                  <a:pt x="2150899" y="100295"/>
                  <a:pt x="2150308" y="100158"/>
                  <a:pt x="2149854" y="99975"/>
                </a:cubicBezTo>
                <a:cubicBezTo>
                  <a:pt x="2149445" y="99795"/>
                  <a:pt x="2149151" y="99590"/>
                  <a:pt x="2148971" y="99364"/>
                </a:cubicBezTo>
                <a:cubicBezTo>
                  <a:pt x="2148833" y="99092"/>
                  <a:pt x="2148765" y="98772"/>
                  <a:pt x="2148765" y="98409"/>
                </a:cubicBezTo>
                <a:lnTo>
                  <a:pt x="2148765" y="37116"/>
                </a:lnTo>
                <a:cubicBezTo>
                  <a:pt x="2148765" y="36753"/>
                  <a:pt x="2148833" y="36459"/>
                  <a:pt x="2148971" y="36230"/>
                </a:cubicBezTo>
                <a:cubicBezTo>
                  <a:pt x="2149105" y="35959"/>
                  <a:pt x="2149379" y="35730"/>
                  <a:pt x="2149788" y="35550"/>
                </a:cubicBezTo>
                <a:cubicBezTo>
                  <a:pt x="2150196" y="35322"/>
                  <a:pt x="2150717" y="35187"/>
                  <a:pt x="2151354" y="35142"/>
                </a:cubicBezTo>
                <a:cubicBezTo>
                  <a:pt x="2151988" y="35050"/>
                  <a:pt x="2152828" y="35004"/>
                  <a:pt x="2153874" y="35004"/>
                </a:cubicBezTo>
                <a:cubicBezTo>
                  <a:pt x="2154871" y="35004"/>
                  <a:pt x="2155689" y="35050"/>
                  <a:pt x="2156326" y="35142"/>
                </a:cubicBezTo>
                <a:cubicBezTo>
                  <a:pt x="2157006" y="35187"/>
                  <a:pt x="2157529" y="35322"/>
                  <a:pt x="2157892" y="35550"/>
                </a:cubicBezTo>
                <a:cubicBezTo>
                  <a:pt x="2158255" y="35730"/>
                  <a:pt x="2158503" y="35959"/>
                  <a:pt x="2158640" y="36230"/>
                </a:cubicBezTo>
                <a:cubicBezTo>
                  <a:pt x="2158820" y="36459"/>
                  <a:pt x="2158912" y="36753"/>
                  <a:pt x="2158912" y="37116"/>
                </a:cubicBezTo>
                <a:lnTo>
                  <a:pt x="2158912" y="46037"/>
                </a:lnTo>
                <a:cubicBezTo>
                  <a:pt x="2160592" y="43585"/>
                  <a:pt x="2162158" y="41588"/>
                  <a:pt x="2163612" y="40045"/>
                </a:cubicBezTo>
                <a:cubicBezTo>
                  <a:pt x="2165110" y="38502"/>
                  <a:pt x="2166518" y="37299"/>
                  <a:pt x="2167833" y="36436"/>
                </a:cubicBezTo>
                <a:cubicBezTo>
                  <a:pt x="2169150" y="35527"/>
                  <a:pt x="2170445" y="34913"/>
                  <a:pt x="2171716" y="34596"/>
                </a:cubicBezTo>
                <a:cubicBezTo>
                  <a:pt x="2173034" y="34233"/>
                  <a:pt x="2174351" y="34053"/>
                  <a:pt x="2175665" y="34053"/>
                </a:cubicBezTo>
                <a:cubicBezTo>
                  <a:pt x="2176257" y="34053"/>
                  <a:pt x="2176914" y="34096"/>
                  <a:pt x="2177640" y="34187"/>
                </a:cubicBezTo>
                <a:cubicBezTo>
                  <a:pt x="2178414" y="34233"/>
                  <a:pt x="2179209" y="34347"/>
                  <a:pt x="2180026" y="34527"/>
                </a:cubicBezTo>
                <a:cubicBezTo>
                  <a:pt x="2180843" y="34710"/>
                  <a:pt x="2181569" y="34913"/>
                  <a:pt x="2182203" y="35142"/>
                </a:cubicBezTo>
                <a:cubicBezTo>
                  <a:pt x="2182886" y="35367"/>
                  <a:pt x="2183361" y="35596"/>
                  <a:pt x="2183635" y="35822"/>
                </a:cubicBezTo>
                <a:cubicBezTo>
                  <a:pt x="2183906" y="36050"/>
                  <a:pt x="2184089" y="36276"/>
                  <a:pt x="2184178" y="36505"/>
                </a:cubicBezTo>
                <a:cubicBezTo>
                  <a:pt x="2184269" y="36685"/>
                  <a:pt x="2184338" y="36933"/>
                  <a:pt x="2184384" y="37253"/>
                </a:cubicBezTo>
                <a:cubicBezTo>
                  <a:pt x="2184475" y="37570"/>
                  <a:pt x="2184521" y="38048"/>
                  <a:pt x="2184521" y="38682"/>
                </a:cubicBezTo>
                <a:cubicBezTo>
                  <a:pt x="2184566" y="39273"/>
                  <a:pt x="2184586" y="40091"/>
                  <a:pt x="2184586" y="41134"/>
                </a:cubicBezTo>
                <a:close/>
                <a:moveTo>
                  <a:pt x="2260796" y="93915"/>
                </a:moveTo>
                <a:cubicBezTo>
                  <a:pt x="2260796" y="95232"/>
                  <a:pt x="2260707" y="96275"/>
                  <a:pt x="2260525" y="97049"/>
                </a:cubicBezTo>
                <a:cubicBezTo>
                  <a:pt x="2260342" y="97821"/>
                  <a:pt x="2260070" y="98387"/>
                  <a:pt x="2259707" y="98749"/>
                </a:cubicBezTo>
                <a:cubicBezTo>
                  <a:pt x="2259344" y="99115"/>
                  <a:pt x="2258799" y="99455"/>
                  <a:pt x="2258073" y="99772"/>
                </a:cubicBezTo>
                <a:cubicBezTo>
                  <a:pt x="2257347" y="100090"/>
                  <a:pt x="2256507" y="100341"/>
                  <a:pt x="2255552" y="100521"/>
                </a:cubicBezTo>
                <a:cubicBezTo>
                  <a:pt x="2254644" y="100750"/>
                  <a:pt x="2253669" y="100930"/>
                  <a:pt x="2252624" y="101067"/>
                </a:cubicBezTo>
                <a:cubicBezTo>
                  <a:pt x="2251581" y="101201"/>
                  <a:pt x="2250535" y="101270"/>
                  <a:pt x="2249492" y="101270"/>
                </a:cubicBezTo>
                <a:cubicBezTo>
                  <a:pt x="2246314" y="101270"/>
                  <a:pt x="2243588" y="100861"/>
                  <a:pt x="2241319" y="100044"/>
                </a:cubicBezTo>
                <a:cubicBezTo>
                  <a:pt x="2239048" y="99181"/>
                  <a:pt x="2237187" y="97909"/>
                  <a:pt x="2235733" y="96232"/>
                </a:cubicBezTo>
                <a:cubicBezTo>
                  <a:pt x="2234281" y="94506"/>
                  <a:pt x="2233215" y="92349"/>
                  <a:pt x="2232532" y="89760"/>
                </a:cubicBezTo>
                <a:cubicBezTo>
                  <a:pt x="2231898" y="87128"/>
                  <a:pt x="2231581" y="84039"/>
                  <a:pt x="2231581" y="80499"/>
                </a:cubicBezTo>
                <a:lnTo>
                  <a:pt x="2231581" y="44677"/>
                </a:lnTo>
                <a:lnTo>
                  <a:pt x="2223000" y="44677"/>
                </a:lnTo>
                <a:cubicBezTo>
                  <a:pt x="2222317" y="44677"/>
                  <a:pt x="2221774" y="44311"/>
                  <a:pt x="2221365" y="43585"/>
                </a:cubicBezTo>
                <a:cubicBezTo>
                  <a:pt x="2220957" y="42860"/>
                  <a:pt x="2220751" y="41679"/>
                  <a:pt x="2220751" y="40045"/>
                </a:cubicBezTo>
                <a:cubicBezTo>
                  <a:pt x="2220751" y="39182"/>
                  <a:pt x="2220797" y="38456"/>
                  <a:pt x="2220888" y="37865"/>
                </a:cubicBezTo>
                <a:cubicBezTo>
                  <a:pt x="2221022" y="37276"/>
                  <a:pt x="2221182" y="36799"/>
                  <a:pt x="2221365" y="36436"/>
                </a:cubicBezTo>
                <a:cubicBezTo>
                  <a:pt x="2221545" y="36027"/>
                  <a:pt x="2221774" y="35753"/>
                  <a:pt x="2222045" y="35619"/>
                </a:cubicBezTo>
                <a:cubicBezTo>
                  <a:pt x="2222363" y="35436"/>
                  <a:pt x="2222703" y="35344"/>
                  <a:pt x="2223068" y="35344"/>
                </a:cubicBezTo>
                <a:lnTo>
                  <a:pt x="2231581" y="35344"/>
                </a:lnTo>
                <a:lnTo>
                  <a:pt x="2231581" y="20771"/>
                </a:lnTo>
                <a:cubicBezTo>
                  <a:pt x="2231581" y="20454"/>
                  <a:pt x="2231647" y="20157"/>
                  <a:pt x="2231784" y="19885"/>
                </a:cubicBezTo>
                <a:cubicBezTo>
                  <a:pt x="2231967" y="19614"/>
                  <a:pt x="2232261" y="19385"/>
                  <a:pt x="2232670" y="19205"/>
                </a:cubicBezTo>
                <a:cubicBezTo>
                  <a:pt x="2233124" y="18977"/>
                  <a:pt x="2233713" y="18819"/>
                  <a:pt x="2234441" y="18728"/>
                </a:cubicBezTo>
                <a:cubicBezTo>
                  <a:pt x="2235167" y="18637"/>
                  <a:pt x="2236076" y="18591"/>
                  <a:pt x="2237164" y="18591"/>
                </a:cubicBezTo>
                <a:cubicBezTo>
                  <a:pt x="2238299" y="18591"/>
                  <a:pt x="2239230" y="18637"/>
                  <a:pt x="2239956" y="18728"/>
                </a:cubicBezTo>
                <a:cubicBezTo>
                  <a:pt x="2240682" y="18819"/>
                  <a:pt x="2241251" y="18977"/>
                  <a:pt x="2241659" y="19205"/>
                </a:cubicBezTo>
                <a:cubicBezTo>
                  <a:pt x="2242068" y="19385"/>
                  <a:pt x="2242362" y="19614"/>
                  <a:pt x="2242545" y="19885"/>
                </a:cubicBezTo>
                <a:cubicBezTo>
                  <a:pt x="2242725" y="20157"/>
                  <a:pt x="2242817" y="20454"/>
                  <a:pt x="2242817" y="20771"/>
                </a:cubicBezTo>
                <a:lnTo>
                  <a:pt x="2242817" y="35344"/>
                </a:lnTo>
                <a:lnTo>
                  <a:pt x="2258550" y="35344"/>
                </a:lnTo>
                <a:cubicBezTo>
                  <a:pt x="2258913" y="35344"/>
                  <a:pt x="2259230" y="35436"/>
                  <a:pt x="2259502" y="35619"/>
                </a:cubicBezTo>
                <a:cubicBezTo>
                  <a:pt x="2259776" y="35753"/>
                  <a:pt x="2260002" y="36027"/>
                  <a:pt x="2260184" y="36436"/>
                </a:cubicBezTo>
                <a:cubicBezTo>
                  <a:pt x="2260410" y="36799"/>
                  <a:pt x="2260570" y="37276"/>
                  <a:pt x="2260662" y="37865"/>
                </a:cubicBezTo>
                <a:cubicBezTo>
                  <a:pt x="2260750" y="38456"/>
                  <a:pt x="2260796" y="39182"/>
                  <a:pt x="2260796" y="40045"/>
                </a:cubicBezTo>
                <a:cubicBezTo>
                  <a:pt x="2260796" y="41679"/>
                  <a:pt x="2260593" y="42860"/>
                  <a:pt x="2260184" y="43585"/>
                </a:cubicBezTo>
                <a:cubicBezTo>
                  <a:pt x="2259776" y="44311"/>
                  <a:pt x="2259230" y="44677"/>
                  <a:pt x="2258550" y="44677"/>
                </a:cubicBezTo>
                <a:lnTo>
                  <a:pt x="2242817" y="44677"/>
                </a:lnTo>
                <a:lnTo>
                  <a:pt x="2242817" y="78864"/>
                </a:lnTo>
                <a:cubicBezTo>
                  <a:pt x="2242817" y="83088"/>
                  <a:pt x="2243431" y="86288"/>
                  <a:pt x="2244657" y="88468"/>
                </a:cubicBezTo>
                <a:cubicBezTo>
                  <a:pt x="2245928" y="90600"/>
                  <a:pt x="2248174" y="91669"/>
                  <a:pt x="2251398" y="91669"/>
                </a:cubicBezTo>
                <a:cubicBezTo>
                  <a:pt x="2252444" y="91669"/>
                  <a:pt x="2253372" y="91577"/>
                  <a:pt x="2254189" y="91394"/>
                </a:cubicBezTo>
                <a:cubicBezTo>
                  <a:pt x="2255007" y="91169"/>
                  <a:pt x="2255735" y="90940"/>
                  <a:pt x="2256370" y="90714"/>
                </a:cubicBezTo>
                <a:cubicBezTo>
                  <a:pt x="2257004" y="90488"/>
                  <a:pt x="2257550" y="90283"/>
                  <a:pt x="2258004" y="90103"/>
                </a:cubicBezTo>
                <a:cubicBezTo>
                  <a:pt x="2258459" y="89874"/>
                  <a:pt x="2258867" y="89760"/>
                  <a:pt x="2259230" y="89760"/>
                </a:cubicBezTo>
                <a:cubicBezTo>
                  <a:pt x="2259459" y="89760"/>
                  <a:pt x="2259662" y="89828"/>
                  <a:pt x="2259844" y="89966"/>
                </a:cubicBezTo>
                <a:cubicBezTo>
                  <a:pt x="2260070" y="90057"/>
                  <a:pt x="2260230" y="90260"/>
                  <a:pt x="2260319" y="90577"/>
                </a:cubicBezTo>
                <a:cubicBezTo>
                  <a:pt x="2260456" y="90897"/>
                  <a:pt x="2260570" y="91329"/>
                  <a:pt x="2260662" y="91871"/>
                </a:cubicBezTo>
                <a:cubicBezTo>
                  <a:pt x="2260750" y="92417"/>
                  <a:pt x="2260796" y="93097"/>
                  <a:pt x="2260796" y="93915"/>
                </a:cubicBezTo>
                <a:close/>
                <a:moveTo>
                  <a:pt x="2328424" y="98409"/>
                </a:moveTo>
                <a:cubicBezTo>
                  <a:pt x="2328424" y="98772"/>
                  <a:pt x="2328333" y="99092"/>
                  <a:pt x="2328153" y="99364"/>
                </a:cubicBezTo>
                <a:cubicBezTo>
                  <a:pt x="2327970" y="99590"/>
                  <a:pt x="2327676" y="99795"/>
                  <a:pt x="2327267" y="99975"/>
                </a:cubicBezTo>
                <a:cubicBezTo>
                  <a:pt x="2326859" y="100158"/>
                  <a:pt x="2326290" y="100295"/>
                  <a:pt x="2325564" y="100384"/>
                </a:cubicBezTo>
                <a:cubicBezTo>
                  <a:pt x="2324838" y="100475"/>
                  <a:pt x="2323930" y="100521"/>
                  <a:pt x="2322841" y="100521"/>
                </a:cubicBezTo>
                <a:cubicBezTo>
                  <a:pt x="2321704" y="100521"/>
                  <a:pt x="2320775" y="100475"/>
                  <a:pt x="2320049" y="100384"/>
                </a:cubicBezTo>
                <a:cubicBezTo>
                  <a:pt x="2319320" y="100295"/>
                  <a:pt x="2318755" y="100158"/>
                  <a:pt x="2318346" y="99975"/>
                </a:cubicBezTo>
                <a:cubicBezTo>
                  <a:pt x="2317937" y="99795"/>
                  <a:pt x="2317640" y="99590"/>
                  <a:pt x="2317460" y="99364"/>
                </a:cubicBezTo>
                <a:cubicBezTo>
                  <a:pt x="2317277" y="99092"/>
                  <a:pt x="2317186" y="98772"/>
                  <a:pt x="2317186" y="98409"/>
                </a:cubicBezTo>
                <a:lnTo>
                  <a:pt x="2317186" y="62519"/>
                </a:lnTo>
                <a:cubicBezTo>
                  <a:pt x="2317186" y="59022"/>
                  <a:pt x="2316914" y="56207"/>
                  <a:pt x="2316369" y="54075"/>
                </a:cubicBezTo>
                <a:cubicBezTo>
                  <a:pt x="2315826" y="51941"/>
                  <a:pt x="2315031" y="50101"/>
                  <a:pt x="2313985" y="48557"/>
                </a:cubicBezTo>
                <a:cubicBezTo>
                  <a:pt x="2312943" y="47014"/>
                  <a:pt x="2311579" y="45834"/>
                  <a:pt x="2309899" y="45017"/>
                </a:cubicBezTo>
                <a:cubicBezTo>
                  <a:pt x="2308265" y="44200"/>
                  <a:pt x="2306359" y="43791"/>
                  <a:pt x="2304179" y="43791"/>
                </a:cubicBezTo>
                <a:cubicBezTo>
                  <a:pt x="2301364" y="43791"/>
                  <a:pt x="2298549" y="44788"/>
                  <a:pt x="2295735" y="46786"/>
                </a:cubicBezTo>
                <a:cubicBezTo>
                  <a:pt x="2292920" y="48786"/>
                  <a:pt x="2289968" y="51712"/>
                  <a:pt x="2286882" y="55573"/>
                </a:cubicBezTo>
                <a:lnTo>
                  <a:pt x="2286882" y="98409"/>
                </a:lnTo>
                <a:cubicBezTo>
                  <a:pt x="2286882" y="98772"/>
                  <a:pt x="2286791" y="99092"/>
                  <a:pt x="2286608" y="99364"/>
                </a:cubicBezTo>
                <a:cubicBezTo>
                  <a:pt x="2286428" y="99590"/>
                  <a:pt x="2286131" y="99795"/>
                  <a:pt x="2285722" y="99975"/>
                </a:cubicBezTo>
                <a:cubicBezTo>
                  <a:pt x="2285313" y="100158"/>
                  <a:pt x="2284748" y="100295"/>
                  <a:pt x="2284022" y="100384"/>
                </a:cubicBezTo>
                <a:cubicBezTo>
                  <a:pt x="2283293" y="100475"/>
                  <a:pt x="2282364" y="100521"/>
                  <a:pt x="2281227" y="100521"/>
                </a:cubicBezTo>
                <a:cubicBezTo>
                  <a:pt x="2280138" y="100521"/>
                  <a:pt x="2279230" y="100475"/>
                  <a:pt x="2278504" y="100384"/>
                </a:cubicBezTo>
                <a:cubicBezTo>
                  <a:pt x="2277778" y="100295"/>
                  <a:pt x="2277187" y="100158"/>
                  <a:pt x="2276732" y="99975"/>
                </a:cubicBezTo>
                <a:cubicBezTo>
                  <a:pt x="2276324" y="99795"/>
                  <a:pt x="2276029" y="99590"/>
                  <a:pt x="2275849" y="99364"/>
                </a:cubicBezTo>
                <a:cubicBezTo>
                  <a:pt x="2275712" y="99092"/>
                  <a:pt x="2275644" y="98772"/>
                  <a:pt x="2275644" y="98409"/>
                </a:cubicBezTo>
                <a:lnTo>
                  <a:pt x="2275644" y="7424"/>
                </a:lnTo>
                <a:cubicBezTo>
                  <a:pt x="2275644" y="7058"/>
                  <a:pt x="2275712" y="6741"/>
                  <a:pt x="2275849" y="6469"/>
                </a:cubicBezTo>
                <a:cubicBezTo>
                  <a:pt x="2276029" y="6198"/>
                  <a:pt x="2276324" y="5969"/>
                  <a:pt x="2276732" y="5789"/>
                </a:cubicBezTo>
                <a:cubicBezTo>
                  <a:pt x="2277187" y="5606"/>
                  <a:pt x="2277778" y="5469"/>
                  <a:pt x="2278504" y="5381"/>
                </a:cubicBezTo>
                <a:cubicBezTo>
                  <a:pt x="2279230" y="5289"/>
                  <a:pt x="2280138" y="5244"/>
                  <a:pt x="2281227" y="5244"/>
                </a:cubicBezTo>
                <a:cubicBezTo>
                  <a:pt x="2282364" y="5244"/>
                  <a:pt x="2283293" y="5289"/>
                  <a:pt x="2284022" y="5381"/>
                </a:cubicBezTo>
                <a:cubicBezTo>
                  <a:pt x="2284748" y="5469"/>
                  <a:pt x="2285313" y="5606"/>
                  <a:pt x="2285722" y="5789"/>
                </a:cubicBezTo>
                <a:cubicBezTo>
                  <a:pt x="2286131" y="5969"/>
                  <a:pt x="2286428" y="6198"/>
                  <a:pt x="2286608" y="6469"/>
                </a:cubicBezTo>
                <a:cubicBezTo>
                  <a:pt x="2286791" y="6741"/>
                  <a:pt x="2286882" y="7058"/>
                  <a:pt x="2286882" y="7424"/>
                </a:cubicBezTo>
                <a:lnTo>
                  <a:pt x="2286882" y="44131"/>
                </a:lnTo>
                <a:cubicBezTo>
                  <a:pt x="2290105" y="40725"/>
                  <a:pt x="2293351" y="38205"/>
                  <a:pt x="2296620" y="36570"/>
                </a:cubicBezTo>
                <a:cubicBezTo>
                  <a:pt x="2299889" y="34890"/>
                  <a:pt x="2303181" y="34053"/>
                  <a:pt x="2306496" y="34053"/>
                </a:cubicBezTo>
                <a:cubicBezTo>
                  <a:pt x="2310582" y="34053"/>
                  <a:pt x="2314008" y="34756"/>
                  <a:pt x="2316780" y="36162"/>
                </a:cubicBezTo>
                <a:cubicBezTo>
                  <a:pt x="2319595" y="37525"/>
                  <a:pt x="2321864" y="39365"/>
                  <a:pt x="2323590" y="41679"/>
                </a:cubicBezTo>
                <a:cubicBezTo>
                  <a:pt x="2325315" y="43994"/>
                  <a:pt x="2326541" y="46720"/>
                  <a:pt x="2327267" y="49852"/>
                </a:cubicBezTo>
                <a:cubicBezTo>
                  <a:pt x="2328039" y="52938"/>
                  <a:pt x="2328424" y="56684"/>
                  <a:pt x="2328424" y="61088"/>
                </a:cubicBezTo>
                <a:lnTo>
                  <a:pt x="2328424" y="98409"/>
                </a:lnTo>
                <a:close/>
                <a:moveTo>
                  <a:pt x="2360160" y="98409"/>
                </a:moveTo>
                <a:cubicBezTo>
                  <a:pt x="2360160" y="98772"/>
                  <a:pt x="2360071" y="99092"/>
                  <a:pt x="2359888" y="99364"/>
                </a:cubicBezTo>
                <a:cubicBezTo>
                  <a:pt x="2359708" y="99590"/>
                  <a:pt x="2359411" y="99795"/>
                  <a:pt x="2359003" y="99975"/>
                </a:cubicBezTo>
                <a:cubicBezTo>
                  <a:pt x="2358594" y="100158"/>
                  <a:pt x="2358028" y="100295"/>
                  <a:pt x="2357299" y="100384"/>
                </a:cubicBezTo>
                <a:cubicBezTo>
                  <a:pt x="2356574" y="100475"/>
                  <a:pt x="2355642" y="100521"/>
                  <a:pt x="2354508" y="100521"/>
                </a:cubicBezTo>
                <a:cubicBezTo>
                  <a:pt x="2353419" y="100521"/>
                  <a:pt x="2352510" y="100475"/>
                  <a:pt x="2351785" y="100384"/>
                </a:cubicBezTo>
                <a:cubicBezTo>
                  <a:pt x="2351059" y="100295"/>
                  <a:pt x="2350467" y="100158"/>
                  <a:pt x="2350013" y="99975"/>
                </a:cubicBezTo>
                <a:cubicBezTo>
                  <a:pt x="2349604" y="99795"/>
                  <a:pt x="2349310" y="99590"/>
                  <a:pt x="2349127" y="99364"/>
                </a:cubicBezTo>
                <a:cubicBezTo>
                  <a:pt x="2348993" y="99092"/>
                  <a:pt x="2348924" y="98772"/>
                  <a:pt x="2348924" y="98409"/>
                </a:cubicBezTo>
                <a:lnTo>
                  <a:pt x="2348924" y="37116"/>
                </a:lnTo>
                <a:cubicBezTo>
                  <a:pt x="2348924" y="36799"/>
                  <a:pt x="2348993" y="36505"/>
                  <a:pt x="2349127" y="36230"/>
                </a:cubicBezTo>
                <a:cubicBezTo>
                  <a:pt x="2349310" y="35959"/>
                  <a:pt x="2349604" y="35730"/>
                  <a:pt x="2350013" y="35550"/>
                </a:cubicBezTo>
                <a:cubicBezTo>
                  <a:pt x="2350467" y="35367"/>
                  <a:pt x="2351059" y="35233"/>
                  <a:pt x="2351785" y="35142"/>
                </a:cubicBezTo>
                <a:cubicBezTo>
                  <a:pt x="2352510" y="35050"/>
                  <a:pt x="2353419" y="35004"/>
                  <a:pt x="2354508" y="35004"/>
                </a:cubicBezTo>
                <a:cubicBezTo>
                  <a:pt x="2355645" y="35004"/>
                  <a:pt x="2356574" y="35050"/>
                  <a:pt x="2357299" y="35142"/>
                </a:cubicBezTo>
                <a:cubicBezTo>
                  <a:pt x="2358028" y="35233"/>
                  <a:pt x="2358594" y="35367"/>
                  <a:pt x="2359003" y="35550"/>
                </a:cubicBezTo>
                <a:cubicBezTo>
                  <a:pt x="2359411" y="35730"/>
                  <a:pt x="2359708" y="35959"/>
                  <a:pt x="2359888" y="36230"/>
                </a:cubicBezTo>
                <a:cubicBezTo>
                  <a:pt x="2360071" y="36505"/>
                  <a:pt x="2360160" y="36799"/>
                  <a:pt x="2360160" y="37116"/>
                </a:cubicBezTo>
                <a:lnTo>
                  <a:pt x="2360160" y="98409"/>
                </a:lnTo>
                <a:close/>
                <a:moveTo>
                  <a:pt x="2361454" y="16413"/>
                </a:moveTo>
                <a:cubicBezTo>
                  <a:pt x="2361454" y="19045"/>
                  <a:pt x="2360957" y="20840"/>
                  <a:pt x="2359957" y="21791"/>
                </a:cubicBezTo>
                <a:cubicBezTo>
                  <a:pt x="2358957" y="22746"/>
                  <a:pt x="2357119" y="23223"/>
                  <a:pt x="2354439" y="23223"/>
                </a:cubicBezTo>
                <a:cubicBezTo>
                  <a:pt x="2351807" y="23223"/>
                  <a:pt x="2349990" y="22769"/>
                  <a:pt x="2348993" y="21860"/>
                </a:cubicBezTo>
                <a:cubicBezTo>
                  <a:pt x="2348038" y="20908"/>
                  <a:pt x="2347561" y="19137"/>
                  <a:pt x="2347561" y="16548"/>
                </a:cubicBezTo>
                <a:cubicBezTo>
                  <a:pt x="2347561" y="13916"/>
                  <a:pt x="2348061" y="12122"/>
                  <a:pt x="2349061" y="11167"/>
                </a:cubicBezTo>
                <a:cubicBezTo>
                  <a:pt x="2350059" y="10216"/>
                  <a:pt x="2351899" y="9738"/>
                  <a:pt x="2354576" y="9738"/>
                </a:cubicBezTo>
                <a:cubicBezTo>
                  <a:pt x="2357211" y="9738"/>
                  <a:pt x="2359003" y="10216"/>
                  <a:pt x="2359957" y="11167"/>
                </a:cubicBezTo>
                <a:cubicBezTo>
                  <a:pt x="2360957" y="12076"/>
                  <a:pt x="2361454" y="13825"/>
                  <a:pt x="2361454" y="16413"/>
                </a:cubicBezTo>
                <a:close/>
                <a:moveTo>
                  <a:pt x="2419413" y="81724"/>
                </a:moveTo>
                <a:cubicBezTo>
                  <a:pt x="2419413" y="84856"/>
                  <a:pt x="2418821" y="87651"/>
                  <a:pt x="2417641" y="90103"/>
                </a:cubicBezTo>
                <a:cubicBezTo>
                  <a:pt x="2416507" y="92554"/>
                  <a:pt x="2414872" y="94620"/>
                  <a:pt x="2412738" y="96298"/>
                </a:cubicBezTo>
                <a:cubicBezTo>
                  <a:pt x="2410603" y="97978"/>
                  <a:pt x="2408060" y="99250"/>
                  <a:pt x="2405111" y="100113"/>
                </a:cubicBezTo>
                <a:cubicBezTo>
                  <a:pt x="2402159" y="100975"/>
                  <a:pt x="2398913" y="101407"/>
                  <a:pt x="2395370" y="101407"/>
                </a:cubicBezTo>
                <a:cubicBezTo>
                  <a:pt x="2393193" y="101407"/>
                  <a:pt x="2391104" y="101224"/>
                  <a:pt x="2389106" y="100861"/>
                </a:cubicBezTo>
                <a:cubicBezTo>
                  <a:pt x="2387155" y="100544"/>
                  <a:pt x="2385383" y="100135"/>
                  <a:pt x="2383794" y="99635"/>
                </a:cubicBezTo>
                <a:cubicBezTo>
                  <a:pt x="2382251" y="99092"/>
                  <a:pt x="2380934" y="98547"/>
                  <a:pt x="2379842" y="98001"/>
                </a:cubicBezTo>
                <a:cubicBezTo>
                  <a:pt x="2378754" y="97412"/>
                  <a:pt x="2377959" y="96889"/>
                  <a:pt x="2377459" y="96435"/>
                </a:cubicBezTo>
                <a:cubicBezTo>
                  <a:pt x="2376959" y="95981"/>
                  <a:pt x="2376596" y="95346"/>
                  <a:pt x="2376370" y="94529"/>
                </a:cubicBezTo>
                <a:cubicBezTo>
                  <a:pt x="2376142" y="93712"/>
                  <a:pt x="2376030" y="92597"/>
                  <a:pt x="2376030" y="91191"/>
                </a:cubicBezTo>
                <a:cubicBezTo>
                  <a:pt x="2376030" y="90328"/>
                  <a:pt x="2376076" y="89603"/>
                  <a:pt x="2376165" y="89011"/>
                </a:cubicBezTo>
                <a:cubicBezTo>
                  <a:pt x="2376256" y="88422"/>
                  <a:pt x="2376370" y="87945"/>
                  <a:pt x="2376508" y="87582"/>
                </a:cubicBezTo>
                <a:cubicBezTo>
                  <a:pt x="2376642" y="87219"/>
                  <a:pt x="2376825" y="86968"/>
                  <a:pt x="2377051" y="86834"/>
                </a:cubicBezTo>
                <a:cubicBezTo>
                  <a:pt x="2377325" y="86651"/>
                  <a:pt x="2377619" y="86559"/>
                  <a:pt x="2377936" y="86559"/>
                </a:cubicBezTo>
                <a:cubicBezTo>
                  <a:pt x="2378436" y="86559"/>
                  <a:pt x="2379162" y="86877"/>
                  <a:pt x="2380117" y="87514"/>
                </a:cubicBezTo>
                <a:cubicBezTo>
                  <a:pt x="2381114" y="88102"/>
                  <a:pt x="2382317" y="88763"/>
                  <a:pt x="2383726" y="89488"/>
                </a:cubicBezTo>
                <a:cubicBezTo>
                  <a:pt x="2385177" y="90214"/>
                  <a:pt x="2386880" y="90897"/>
                  <a:pt x="2388832" y="91531"/>
                </a:cubicBezTo>
                <a:cubicBezTo>
                  <a:pt x="2390787" y="92123"/>
                  <a:pt x="2393033" y="92417"/>
                  <a:pt x="2395576" y="92417"/>
                </a:cubicBezTo>
                <a:cubicBezTo>
                  <a:pt x="2397482" y="92417"/>
                  <a:pt x="2399208" y="92212"/>
                  <a:pt x="2400751" y="91803"/>
                </a:cubicBezTo>
                <a:cubicBezTo>
                  <a:pt x="2402297" y="91394"/>
                  <a:pt x="2403634" y="90806"/>
                  <a:pt x="2404771" y="90034"/>
                </a:cubicBezTo>
                <a:cubicBezTo>
                  <a:pt x="2405906" y="89217"/>
                  <a:pt x="2406769" y="88194"/>
                  <a:pt x="2407357" y="86968"/>
                </a:cubicBezTo>
                <a:cubicBezTo>
                  <a:pt x="2407994" y="85742"/>
                  <a:pt x="2408312" y="84291"/>
                  <a:pt x="2408312" y="82610"/>
                </a:cubicBezTo>
                <a:cubicBezTo>
                  <a:pt x="2408312" y="80884"/>
                  <a:pt x="2407857" y="79433"/>
                  <a:pt x="2406949" y="78253"/>
                </a:cubicBezTo>
                <a:cubicBezTo>
                  <a:pt x="2406086" y="77070"/>
                  <a:pt x="2404928" y="76027"/>
                  <a:pt x="2403477" y="75118"/>
                </a:cubicBezTo>
                <a:cubicBezTo>
                  <a:pt x="2402022" y="74209"/>
                  <a:pt x="2400388" y="73415"/>
                  <a:pt x="2398573" y="72735"/>
                </a:cubicBezTo>
                <a:cubicBezTo>
                  <a:pt x="2396756" y="72009"/>
                  <a:pt x="2394873" y="71260"/>
                  <a:pt x="2392918" y="70486"/>
                </a:cubicBezTo>
                <a:cubicBezTo>
                  <a:pt x="2391012" y="69714"/>
                  <a:pt x="2389129" y="68851"/>
                  <a:pt x="2387266" y="67900"/>
                </a:cubicBezTo>
                <a:cubicBezTo>
                  <a:pt x="2385452" y="66900"/>
                  <a:pt x="2383817" y="65697"/>
                  <a:pt x="2382363" y="64291"/>
                </a:cubicBezTo>
                <a:cubicBezTo>
                  <a:pt x="2380911" y="62882"/>
                  <a:pt x="2379731" y="61202"/>
                  <a:pt x="2378822" y="59250"/>
                </a:cubicBezTo>
                <a:cubicBezTo>
                  <a:pt x="2377959" y="57299"/>
                  <a:pt x="2377528" y="54958"/>
                  <a:pt x="2377528" y="52235"/>
                </a:cubicBezTo>
                <a:cubicBezTo>
                  <a:pt x="2377528" y="49829"/>
                  <a:pt x="2377982" y="47537"/>
                  <a:pt x="2378891" y="45357"/>
                </a:cubicBezTo>
                <a:cubicBezTo>
                  <a:pt x="2379842" y="43131"/>
                  <a:pt x="2381251" y="41202"/>
                  <a:pt x="2383111" y="39568"/>
                </a:cubicBezTo>
                <a:cubicBezTo>
                  <a:pt x="2384974" y="37888"/>
                  <a:pt x="2387289" y="36547"/>
                  <a:pt x="2390058" y="35550"/>
                </a:cubicBezTo>
                <a:cubicBezTo>
                  <a:pt x="2392875" y="34550"/>
                  <a:pt x="2396144" y="34053"/>
                  <a:pt x="2399868" y="34053"/>
                </a:cubicBezTo>
                <a:cubicBezTo>
                  <a:pt x="2401502" y="34053"/>
                  <a:pt x="2403137" y="34187"/>
                  <a:pt x="2404771" y="34461"/>
                </a:cubicBezTo>
                <a:cubicBezTo>
                  <a:pt x="2406406" y="34733"/>
                  <a:pt x="2407880" y="35073"/>
                  <a:pt x="2409197" y="35482"/>
                </a:cubicBezTo>
                <a:cubicBezTo>
                  <a:pt x="2410512" y="35890"/>
                  <a:pt x="2411626" y="36345"/>
                  <a:pt x="2412532" y="36845"/>
                </a:cubicBezTo>
                <a:cubicBezTo>
                  <a:pt x="2413487" y="37299"/>
                  <a:pt x="2414189" y="37708"/>
                  <a:pt x="2414644" y="38070"/>
                </a:cubicBezTo>
                <a:cubicBezTo>
                  <a:pt x="2415144" y="38433"/>
                  <a:pt x="2415461" y="38751"/>
                  <a:pt x="2415598" y="39022"/>
                </a:cubicBezTo>
                <a:cubicBezTo>
                  <a:pt x="2415781" y="39296"/>
                  <a:pt x="2415893" y="39614"/>
                  <a:pt x="2415938" y="39976"/>
                </a:cubicBezTo>
                <a:cubicBezTo>
                  <a:pt x="2416030" y="40294"/>
                  <a:pt x="2416098" y="40702"/>
                  <a:pt x="2416144" y="41202"/>
                </a:cubicBezTo>
                <a:cubicBezTo>
                  <a:pt x="2416233" y="41702"/>
                  <a:pt x="2416278" y="42314"/>
                  <a:pt x="2416278" y="43043"/>
                </a:cubicBezTo>
                <a:cubicBezTo>
                  <a:pt x="2416278" y="43814"/>
                  <a:pt x="2416233" y="44494"/>
                  <a:pt x="2416144" y="45086"/>
                </a:cubicBezTo>
                <a:cubicBezTo>
                  <a:pt x="2416098" y="45629"/>
                  <a:pt x="2415984" y="46083"/>
                  <a:pt x="2415804" y="46446"/>
                </a:cubicBezTo>
                <a:cubicBezTo>
                  <a:pt x="2415667" y="46809"/>
                  <a:pt x="2415484" y="47083"/>
                  <a:pt x="2415258" y="47263"/>
                </a:cubicBezTo>
                <a:cubicBezTo>
                  <a:pt x="2415030" y="47400"/>
                  <a:pt x="2414781" y="47469"/>
                  <a:pt x="2414509" y="47469"/>
                </a:cubicBezTo>
                <a:cubicBezTo>
                  <a:pt x="2414101" y="47469"/>
                  <a:pt x="2413509" y="47217"/>
                  <a:pt x="2412738" y="46720"/>
                </a:cubicBezTo>
                <a:cubicBezTo>
                  <a:pt x="2411966" y="46220"/>
                  <a:pt x="2410966" y="45697"/>
                  <a:pt x="2409740" y="45151"/>
                </a:cubicBezTo>
                <a:cubicBezTo>
                  <a:pt x="2408514" y="44563"/>
                  <a:pt x="2407063" y="44017"/>
                  <a:pt x="2405383" y="43517"/>
                </a:cubicBezTo>
                <a:cubicBezTo>
                  <a:pt x="2403748" y="43020"/>
                  <a:pt x="2401865" y="42768"/>
                  <a:pt x="2399731" y="42768"/>
                </a:cubicBezTo>
                <a:cubicBezTo>
                  <a:pt x="2397822" y="42768"/>
                  <a:pt x="2396144" y="42997"/>
                  <a:pt x="2394690" y="43451"/>
                </a:cubicBezTo>
                <a:cubicBezTo>
                  <a:pt x="2393238" y="43860"/>
                  <a:pt x="2392035" y="44471"/>
                  <a:pt x="2391081" y="45289"/>
                </a:cubicBezTo>
                <a:cubicBezTo>
                  <a:pt x="2390172" y="46060"/>
                  <a:pt x="2389469" y="46992"/>
                  <a:pt x="2388969" y="48080"/>
                </a:cubicBezTo>
                <a:cubicBezTo>
                  <a:pt x="2388515" y="49172"/>
                  <a:pt x="2388289" y="50352"/>
                  <a:pt x="2388289" y="51624"/>
                </a:cubicBezTo>
                <a:cubicBezTo>
                  <a:pt x="2388289" y="53392"/>
                  <a:pt x="2388743" y="54893"/>
                  <a:pt x="2389649" y="56118"/>
                </a:cubicBezTo>
                <a:cubicBezTo>
                  <a:pt x="2390558" y="57299"/>
                  <a:pt x="2391738" y="58342"/>
                  <a:pt x="2393193" y="59250"/>
                </a:cubicBezTo>
                <a:cubicBezTo>
                  <a:pt x="2394644" y="60159"/>
                  <a:pt x="2396302" y="60976"/>
                  <a:pt x="2398165" y="61702"/>
                </a:cubicBezTo>
                <a:cubicBezTo>
                  <a:pt x="2400025" y="62428"/>
                  <a:pt x="2401908" y="63176"/>
                  <a:pt x="2403817" y="63948"/>
                </a:cubicBezTo>
                <a:cubicBezTo>
                  <a:pt x="2405768" y="64722"/>
                  <a:pt x="2407674" y="65582"/>
                  <a:pt x="2409537" y="66537"/>
                </a:cubicBezTo>
                <a:cubicBezTo>
                  <a:pt x="2411443" y="67491"/>
                  <a:pt x="2413124" y="68649"/>
                  <a:pt x="2414578" y="70012"/>
                </a:cubicBezTo>
                <a:cubicBezTo>
                  <a:pt x="2416030" y="71372"/>
                  <a:pt x="2417187" y="73006"/>
                  <a:pt x="2418050" y="74915"/>
                </a:cubicBezTo>
                <a:cubicBezTo>
                  <a:pt x="2418959" y="76821"/>
                  <a:pt x="2419413" y="79090"/>
                  <a:pt x="2419413" y="81724"/>
                </a:cubicBezTo>
                <a:close/>
                <a:moveTo>
                  <a:pt x="2511082" y="89080"/>
                </a:moveTo>
                <a:cubicBezTo>
                  <a:pt x="2511082" y="89851"/>
                  <a:pt x="2511059" y="90534"/>
                  <a:pt x="2511013" y="91123"/>
                </a:cubicBezTo>
                <a:cubicBezTo>
                  <a:pt x="2510967" y="91669"/>
                  <a:pt x="2510876" y="92146"/>
                  <a:pt x="2510742" y="92554"/>
                </a:cubicBezTo>
                <a:cubicBezTo>
                  <a:pt x="2510650" y="92917"/>
                  <a:pt x="2510513" y="93257"/>
                  <a:pt x="2510333" y="93575"/>
                </a:cubicBezTo>
                <a:cubicBezTo>
                  <a:pt x="2510196" y="93846"/>
                  <a:pt x="2509833" y="94277"/>
                  <a:pt x="2509241" y="94869"/>
                </a:cubicBezTo>
                <a:cubicBezTo>
                  <a:pt x="2508698" y="95415"/>
                  <a:pt x="2507744" y="96118"/>
                  <a:pt x="2506381" y="96981"/>
                </a:cubicBezTo>
                <a:cubicBezTo>
                  <a:pt x="2505021" y="97798"/>
                  <a:pt x="2503475" y="98547"/>
                  <a:pt x="2501752" y="99227"/>
                </a:cubicBezTo>
                <a:cubicBezTo>
                  <a:pt x="2500072" y="99864"/>
                  <a:pt x="2498231" y="100384"/>
                  <a:pt x="2496234" y="100793"/>
                </a:cubicBezTo>
                <a:cubicBezTo>
                  <a:pt x="2494237" y="101201"/>
                  <a:pt x="2492171" y="101407"/>
                  <a:pt x="2490036" y="101407"/>
                </a:cubicBezTo>
                <a:cubicBezTo>
                  <a:pt x="2485633" y="101407"/>
                  <a:pt x="2481726" y="100681"/>
                  <a:pt x="2478323" y="99227"/>
                </a:cubicBezTo>
                <a:cubicBezTo>
                  <a:pt x="2474917" y="97775"/>
                  <a:pt x="2472057" y="95663"/>
                  <a:pt x="2469742" y="92894"/>
                </a:cubicBezTo>
                <a:cubicBezTo>
                  <a:pt x="2467470" y="90080"/>
                  <a:pt x="2465724" y="86651"/>
                  <a:pt x="2464499" y="82610"/>
                </a:cubicBezTo>
                <a:cubicBezTo>
                  <a:pt x="2463316" y="78524"/>
                  <a:pt x="2462727" y="73824"/>
                  <a:pt x="2462727" y="68511"/>
                </a:cubicBezTo>
                <a:cubicBezTo>
                  <a:pt x="2462727" y="62474"/>
                  <a:pt x="2463453" y="57299"/>
                  <a:pt x="2464907" y="52984"/>
                </a:cubicBezTo>
                <a:cubicBezTo>
                  <a:pt x="2466405" y="48626"/>
                  <a:pt x="2468425" y="45063"/>
                  <a:pt x="2470968" y="42291"/>
                </a:cubicBezTo>
                <a:cubicBezTo>
                  <a:pt x="2473554" y="39522"/>
                  <a:pt x="2476574" y="37479"/>
                  <a:pt x="2480026" y="36162"/>
                </a:cubicBezTo>
                <a:cubicBezTo>
                  <a:pt x="2483521" y="34801"/>
                  <a:pt x="2487290" y="34119"/>
                  <a:pt x="2491331" y="34119"/>
                </a:cubicBezTo>
                <a:cubicBezTo>
                  <a:pt x="2493282" y="34119"/>
                  <a:pt x="2495168" y="34301"/>
                  <a:pt x="2496983" y="34664"/>
                </a:cubicBezTo>
                <a:cubicBezTo>
                  <a:pt x="2498846" y="35027"/>
                  <a:pt x="2500546" y="35504"/>
                  <a:pt x="2502092" y="36096"/>
                </a:cubicBezTo>
                <a:cubicBezTo>
                  <a:pt x="2503635" y="36685"/>
                  <a:pt x="2504998" y="37365"/>
                  <a:pt x="2506178" y="38139"/>
                </a:cubicBezTo>
                <a:cubicBezTo>
                  <a:pt x="2507404" y="38911"/>
                  <a:pt x="2508290" y="39568"/>
                  <a:pt x="2508833" y="40114"/>
                </a:cubicBezTo>
                <a:cubicBezTo>
                  <a:pt x="2509378" y="40657"/>
                  <a:pt x="2509741" y="41088"/>
                  <a:pt x="2509924" y="41408"/>
                </a:cubicBezTo>
                <a:cubicBezTo>
                  <a:pt x="2510150" y="41725"/>
                  <a:pt x="2510333" y="42111"/>
                  <a:pt x="2510467" y="42565"/>
                </a:cubicBezTo>
                <a:cubicBezTo>
                  <a:pt x="2510604" y="42974"/>
                  <a:pt x="2510696" y="43451"/>
                  <a:pt x="2510742" y="43994"/>
                </a:cubicBezTo>
                <a:cubicBezTo>
                  <a:pt x="2510784" y="44540"/>
                  <a:pt x="2510807" y="45220"/>
                  <a:pt x="2510807" y="46037"/>
                </a:cubicBezTo>
                <a:cubicBezTo>
                  <a:pt x="2510807" y="47809"/>
                  <a:pt x="2510604" y="49058"/>
                  <a:pt x="2510196" y="49783"/>
                </a:cubicBezTo>
                <a:cubicBezTo>
                  <a:pt x="2509787" y="50463"/>
                  <a:pt x="2509287" y="50806"/>
                  <a:pt x="2508698" y="50806"/>
                </a:cubicBezTo>
                <a:cubicBezTo>
                  <a:pt x="2508015" y="50806"/>
                  <a:pt x="2507221" y="50441"/>
                  <a:pt x="2506312" y="49715"/>
                </a:cubicBezTo>
                <a:cubicBezTo>
                  <a:pt x="2505449" y="48943"/>
                  <a:pt x="2504338" y="48103"/>
                  <a:pt x="2502978" y="47194"/>
                </a:cubicBezTo>
                <a:cubicBezTo>
                  <a:pt x="2501615" y="46289"/>
                  <a:pt x="2499957" y="45471"/>
                  <a:pt x="2498006" y="44743"/>
                </a:cubicBezTo>
                <a:cubicBezTo>
                  <a:pt x="2496097" y="43971"/>
                  <a:pt x="2493828" y="43585"/>
                  <a:pt x="2491193" y="43585"/>
                </a:cubicBezTo>
                <a:cubicBezTo>
                  <a:pt x="2485793" y="43585"/>
                  <a:pt x="2481638" y="45674"/>
                  <a:pt x="2478732" y="49852"/>
                </a:cubicBezTo>
                <a:cubicBezTo>
                  <a:pt x="2475871" y="53984"/>
                  <a:pt x="2474440" y="59999"/>
                  <a:pt x="2474440" y="67900"/>
                </a:cubicBezTo>
                <a:cubicBezTo>
                  <a:pt x="2474440" y="71849"/>
                  <a:pt x="2474803" y="75324"/>
                  <a:pt x="2475531" y="78318"/>
                </a:cubicBezTo>
                <a:cubicBezTo>
                  <a:pt x="2476303" y="81270"/>
                  <a:pt x="2477414" y="83745"/>
                  <a:pt x="2478866" y="85742"/>
                </a:cubicBezTo>
                <a:cubicBezTo>
                  <a:pt x="2480321" y="87740"/>
                  <a:pt x="2482092" y="89240"/>
                  <a:pt x="2484178" y="90237"/>
                </a:cubicBezTo>
                <a:cubicBezTo>
                  <a:pt x="2486313" y="91191"/>
                  <a:pt x="2488742" y="91669"/>
                  <a:pt x="2491468" y="91669"/>
                </a:cubicBezTo>
                <a:cubicBezTo>
                  <a:pt x="2494054" y="91669"/>
                  <a:pt x="2496325" y="91260"/>
                  <a:pt x="2498277" y="90443"/>
                </a:cubicBezTo>
                <a:cubicBezTo>
                  <a:pt x="2500229" y="89625"/>
                  <a:pt x="2501909" y="88740"/>
                  <a:pt x="2503318" y="87785"/>
                </a:cubicBezTo>
                <a:cubicBezTo>
                  <a:pt x="2504769" y="86788"/>
                  <a:pt x="2505972" y="85902"/>
                  <a:pt x="2506927" y="85131"/>
                </a:cubicBezTo>
                <a:cubicBezTo>
                  <a:pt x="2507924" y="84313"/>
                  <a:pt x="2508698" y="83905"/>
                  <a:pt x="2509241" y="83905"/>
                </a:cubicBezTo>
                <a:cubicBezTo>
                  <a:pt x="2509559" y="83905"/>
                  <a:pt x="2509833" y="83993"/>
                  <a:pt x="2510059" y="84176"/>
                </a:cubicBezTo>
                <a:cubicBezTo>
                  <a:pt x="2510287" y="84359"/>
                  <a:pt x="2510467" y="84676"/>
                  <a:pt x="2510604" y="85131"/>
                </a:cubicBezTo>
                <a:cubicBezTo>
                  <a:pt x="2510784" y="85539"/>
                  <a:pt x="2510899" y="86082"/>
                  <a:pt x="2510944" y="86765"/>
                </a:cubicBezTo>
                <a:cubicBezTo>
                  <a:pt x="2511036" y="87399"/>
                  <a:pt x="2511082" y="88171"/>
                  <a:pt x="2511082" y="89080"/>
                </a:cubicBezTo>
                <a:close/>
                <a:moveTo>
                  <a:pt x="2578776" y="98409"/>
                </a:moveTo>
                <a:cubicBezTo>
                  <a:pt x="2578776" y="98772"/>
                  <a:pt x="2578687" y="99092"/>
                  <a:pt x="2578504" y="99364"/>
                </a:cubicBezTo>
                <a:cubicBezTo>
                  <a:pt x="2578321" y="99590"/>
                  <a:pt x="2578027" y="99795"/>
                  <a:pt x="2577618" y="99975"/>
                </a:cubicBezTo>
                <a:cubicBezTo>
                  <a:pt x="2577210" y="100158"/>
                  <a:pt x="2576644" y="100295"/>
                  <a:pt x="2575915" y="100384"/>
                </a:cubicBezTo>
                <a:cubicBezTo>
                  <a:pt x="2575190" y="100475"/>
                  <a:pt x="2574281" y="100521"/>
                  <a:pt x="2573192" y="100521"/>
                </a:cubicBezTo>
                <a:cubicBezTo>
                  <a:pt x="2572058" y="100521"/>
                  <a:pt x="2571126" y="100475"/>
                  <a:pt x="2570400" y="100384"/>
                </a:cubicBezTo>
                <a:cubicBezTo>
                  <a:pt x="2569675" y="100295"/>
                  <a:pt x="2569106" y="100158"/>
                  <a:pt x="2568697" y="99975"/>
                </a:cubicBezTo>
                <a:cubicBezTo>
                  <a:pt x="2568289" y="99795"/>
                  <a:pt x="2567994" y="99590"/>
                  <a:pt x="2567812" y="99364"/>
                </a:cubicBezTo>
                <a:cubicBezTo>
                  <a:pt x="2567631" y="99092"/>
                  <a:pt x="2567540" y="98772"/>
                  <a:pt x="2567540" y="98409"/>
                </a:cubicBezTo>
                <a:lnTo>
                  <a:pt x="2567540" y="62519"/>
                </a:lnTo>
                <a:cubicBezTo>
                  <a:pt x="2567540" y="59022"/>
                  <a:pt x="2567266" y="56207"/>
                  <a:pt x="2566723" y="54075"/>
                </a:cubicBezTo>
                <a:cubicBezTo>
                  <a:pt x="2566177" y="51941"/>
                  <a:pt x="2565383" y="50101"/>
                  <a:pt x="2564340" y="48557"/>
                </a:cubicBezTo>
                <a:cubicBezTo>
                  <a:pt x="2563294" y="47014"/>
                  <a:pt x="2561934" y="45834"/>
                  <a:pt x="2560253" y="45017"/>
                </a:cubicBezTo>
                <a:cubicBezTo>
                  <a:pt x="2558619" y="44200"/>
                  <a:pt x="2556710" y="43791"/>
                  <a:pt x="2554533" y="43791"/>
                </a:cubicBezTo>
                <a:cubicBezTo>
                  <a:pt x="2551715" y="43791"/>
                  <a:pt x="2548901" y="44788"/>
                  <a:pt x="2546086" y="46786"/>
                </a:cubicBezTo>
                <a:cubicBezTo>
                  <a:pt x="2543271" y="48786"/>
                  <a:pt x="2540320" y="51712"/>
                  <a:pt x="2537233" y="55573"/>
                </a:cubicBezTo>
                <a:lnTo>
                  <a:pt x="2537233" y="98409"/>
                </a:lnTo>
                <a:cubicBezTo>
                  <a:pt x="2537233" y="98772"/>
                  <a:pt x="2537142" y="99092"/>
                  <a:pt x="2536962" y="99364"/>
                </a:cubicBezTo>
                <a:cubicBezTo>
                  <a:pt x="2536779" y="99590"/>
                  <a:pt x="2536485" y="99795"/>
                  <a:pt x="2536076" y="99975"/>
                </a:cubicBezTo>
                <a:cubicBezTo>
                  <a:pt x="2535667" y="100158"/>
                  <a:pt x="2535099" y="100295"/>
                  <a:pt x="2534373" y="100384"/>
                </a:cubicBezTo>
                <a:cubicBezTo>
                  <a:pt x="2533647" y="100475"/>
                  <a:pt x="2532716" y="100521"/>
                  <a:pt x="2531581" y="100521"/>
                </a:cubicBezTo>
                <a:cubicBezTo>
                  <a:pt x="2530490" y="100521"/>
                  <a:pt x="2529584" y="100475"/>
                  <a:pt x="2528855" y="100384"/>
                </a:cubicBezTo>
                <a:cubicBezTo>
                  <a:pt x="2528129" y="100295"/>
                  <a:pt x="2527538" y="100158"/>
                  <a:pt x="2527086" y="99975"/>
                </a:cubicBezTo>
                <a:cubicBezTo>
                  <a:pt x="2526678" y="99795"/>
                  <a:pt x="2526381" y="99590"/>
                  <a:pt x="2526201" y="99364"/>
                </a:cubicBezTo>
                <a:cubicBezTo>
                  <a:pt x="2526063" y="99092"/>
                  <a:pt x="2525995" y="98772"/>
                  <a:pt x="2525995" y="98409"/>
                </a:cubicBezTo>
                <a:lnTo>
                  <a:pt x="2525995" y="7424"/>
                </a:lnTo>
                <a:cubicBezTo>
                  <a:pt x="2525995" y="7058"/>
                  <a:pt x="2526063" y="6741"/>
                  <a:pt x="2526201" y="6469"/>
                </a:cubicBezTo>
                <a:cubicBezTo>
                  <a:pt x="2526381" y="6198"/>
                  <a:pt x="2526678" y="5969"/>
                  <a:pt x="2527086" y="5789"/>
                </a:cubicBezTo>
                <a:cubicBezTo>
                  <a:pt x="2527541" y="5606"/>
                  <a:pt x="2528129" y="5469"/>
                  <a:pt x="2528855" y="5381"/>
                </a:cubicBezTo>
                <a:cubicBezTo>
                  <a:pt x="2529584" y="5289"/>
                  <a:pt x="2530490" y="5244"/>
                  <a:pt x="2531581" y="5244"/>
                </a:cubicBezTo>
                <a:cubicBezTo>
                  <a:pt x="2532716" y="5244"/>
                  <a:pt x="2533647" y="5289"/>
                  <a:pt x="2534373" y="5381"/>
                </a:cubicBezTo>
                <a:cubicBezTo>
                  <a:pt x="2535099" y="5469"/>
                  <a:pt x="2535667" y="5606"/>
                  <a:pt x="2536076" y="5789"/>
                </a:cubicBezTo>
                <a:cubicBezTo>
                  <a:pt x="2536485" y="5969"/>
                  <a:pt x="2536779" y="6198"/>
                  <a:pt x="2536962" y="6469"/>
                </a:cubicBezTo>
                <a:cubicBezTo>
                  <a:pt x="2537142" y="6741"/>
                  <a:pt x="2537233" y="7058"/>
                  <a:pt x="2537233" y="7424"/>
                </a:cubicBezTo>
                <a:lnTo>
                  <a:pt x="2537233" y="44131"/>
                </a:lnTo>
                <a:cubicBezTo>
                  <a:pt x="2540457" y="40725"/>
                  <a:pt x="2543703" y="38205"/>
                  <a:pt x="2546972" y="36570"/>
                </a:cubicBezTo>
                <a:cubicBezTo>
                  <a:pt x="2550241" y="34890"/>
                  <a:pt x="2553533" y="34053"/>
                  <a:pt x="2556847" y="34053"/>
                </a:cubicBezTo>
                <a:cubicBezTo>
                  <a:pt x="2560934" y="34053"/>
                  <a:pt x="2564363" y="34756"/>
                  <a:pt x="2567131" y="36162"/>
                </a:cubicBezTo>
                <a:cubicBezTo>
                  <a:pt x="2569946" y="37525"/>
                  <a:pt x="2572215" y="39365"/>
                  <a:pt x="2573941" y="41679"/>
                </a:cubicBezTo>
                <a:cubicBezTo>
                  <a:pt x="2575667" y="43994"/>
                  <a:pt x="2576893" y="46720"/>
                  <a:pt x="2577618" y="49852"/>
                </a:cubicBezTo>
                <a:cubicBezTo>
                  <a:pt x="2578390" y="52938"/>
                  <a:pt x="2578776" y="56684"/>
                  <a:pt x="2578776" y="61088"/>
                </a:cubicBezTo>
                <a:lnTo>
                  <a:pt x="2578776" y="98409"/>
                </a:lnTo>
                <a:close/>
                <a:moveTo>
                  <a:pt x="2645450" y="98478"/>
                </a:moveTo>
                <a:cubicBezTo>
                  <a:pt x="2645450" y="99024"/>
                  <a:pt x="2645270" y="99432"/>
                  <a:pt x="2644907" y="99704"/>
                </a:cubicBezTo>
                <a:cubicBezTo>
                  <a:pt x="2644544" y="99975"/>
                  <a:pt x="2644044" y="100181"/>
                  <a:pt x="2643407" y="100318"/>
                </a:cubicBezTo>
                <a:cubicBezTo>
                  <a:pt x="2642772" y="100453"/>
                  <a:pt x="2641841" y="100521"/>
                  <a:pt x="2640615" y="100521"/>
                </a:cubicBezTo>
                <a:cubicBezTo>
                  <a:pt x="2639435" y="100521"/>
                  <a:pt x="2638483" y="100453"/>
                  <a:pt x="2637755" y="100318"/>
                </a:cubicBezTo>
                <a:cubicBezTo>
                  <a:pt x="2637074" y="100181"/>
                  <a:pt x="2636574" y="99975"/>
                  <a:pt x="2636257" y="99704"/>
                </a:cubicBezTo>
                <a:cubicBezTo>
                  <a:pt x="2635940" y="99432"/>
                  <a:pt x="2635780" y="99024"/>
                  <a:pt x="2635780" y="98478"/>
                </a:cubicBezTo>
                <a:lnTo>
                  <a:pt x="2635780" y="92349"/>
                </a:lnTo>
                <a:cubicBezTo>
                  <a:pt x="2633103" y="95209"/>
                  <a:pt x="2630105" y="97435"/>
                  <a:pt x="2626790" y="99024"/>
                </a:cubicBezTo>
                <a:cubicBezTo>
                  <a:pt x="2623521" y="100613"/>
                  <a:pt x="2620047" y="101407"/>
                  <a:pt x="2616369" y="101407"/>
                </a:cubicBezTo>
                <a:cubicBezTo>
                  <a:pt x="2613146" y="101407"/>
                  <a:pt x="2610220" y="100975"/>
                  <a:pt x="2607585" y="100113"/>
                </a:cubicBezTo>
                <a:cubicBezTo>
                  <a:pt x="2604996" y="99295"/>
                  <a:pt x="2602773" y="98092"/>
                  <a:pt x="2600910" y="96503"/>
                </a:cubicBezTo>
                <a:cubicBezTo>
                  <a:pt x="2599095" y="94915"/>
                  <a:pt x="2597664" y="92963"/>
                  <a:pt x="2596621" y="90646"/>
                </a:cubicBezTo>
                <a:cubicBezTo>
                  <a:pt x="2595621" y="88331"/>
                  <a:pt x="2595121" y="85696"/>
                  <a:pt x="2595121" y="82747"/>
                </a:cubicBezTo>
                <a:cubicBezTo>
                  <a:pt x="2595121" y="79296"/>
                  <a:pt x="2595826" y="76298"/>
                  <a:pt x="2597232" y="73755"/>
                </a:cubicBezTo>
                <a:cubicBezTo>
                  <a:pt x="2598641" y="71215"/>
                  <a:pt x="2600661" y="69103"/>
                  <a:pt x="2603293" y="67423"/>
                </a:cubicBezTo>
                <a:cubicBezTo>
                  <a:pt x="2605928" y="65743"/>
                  <a:pt x="2609151" y="64494"/>
                  <a:pt x="2612966" y="63677"/>
                </a:cubicBezTo>
                <a:cubicBezTo>
                  <a:pt x="2616778" y="62814"/>
                  <a:pt x="2621070" y="62382"/>
                  <a:pt x="2625836" y="62382"/>
                </a:cubicBezTo>
                <a:lnTo>
                  <a:pt x="2634283" y="62382"/>
                </a:lnTo>
                <a:lnTo>
                  <a:pt x="2634283" y="57616"/>
                </a:lnTo>
                <a:cubicBezTo>
                  <a:pt x="2634283" y="55255"/>
                  <a:pt x="2634031" y="53167"/>
                  <a:pt x="2633534" y="51349"/>
                </a:cubicBezTo>
                <a:cubicBezTo>
                  <a:pt x="2633034" y="49535"/>
                  <a:pt x="2632217" y="48035"/>
                  <a:pt x="2631082" y="46854"/>
                </a:cubicBezTo>
                <a:cubicBezTo>
                  <a:pt x="2629991" y="45629"/>
                  <a:pt x="2628562" y="44720"/>
                  <a:pt x="2626790" y="44131"/>
                </a:cubicBezTo>
                <a:cubicBezTo>
                  <a:pt x="2625019" y="43494"/>
                  <a:pt x="2622841" y="43177"/>
                  <a:pt x="2620252" y="43177"/>
                </a:cubicBezTo>
                <a:cubicBezTo>
                  <a:pt x="2617483" y="43177"/>
                  <a:pt x="2614986" y="43517"/>
                  <a:pt x="2612760" y="44200"/>
                </a:cubicBezTo>
                <a:cubicBezTo>
                  <a:pt x="2610583" y="44834"/>
                  <a:pt x="2608651" y="45560"/>
                  <a:pt x="2606971" y="46377"/>
                </a:cubicBezTo>
                <a:cubicBezTo>
                  <a:pt x="2605336" y="47152"/>
                  <a:pt x="2603953" y="47877"/>
                  <a:pt x="2602819" y="48557"/>
                </a:cubicBezTo>
                <a:cubicBezTo>
                  <a:pt x="2601727" y="49195"/>
                  <a:pt x="2600910" y="49512"/>
                  <a:pt x="2600367" y="49512"/>
                </a:cubicBezTo>
                <a:cubicBezTo>
                  <a:pt x="2600001" y="49512"/>
                  <a:pt x="2599684" y="49420"/>
                  <a:pt x="2599413" y="49238"/>
                </a:cubicBezTo>
                <a:cubicBezTo>
                  <a:pt x="2599141" y="49058"/>
                  <a:pt x="2598890" y="48786"/>
                  <a:pt x="2598664" y="48420"/>
                </a:cubicBezTo>
                <a:cubicBezTo>
                  <a:pt x="2598481" y="48057"/>
                  <a:pt x="2598344" y="47603"/>
                  <a:pt x="2598255" y="47060"/>
                </a:cubicBezTo>
                <a:cubicBezTo>
                  <a:pt x="2598164" y="46469"/>
                  <a:pt x="2598118" y="45834"/>
                  <a:pt x="2598118" y="45151"/>
                </a:cubicBezTo>
                <a:cubicBezTo>
                  <a:pt x="2598118" y="44017"/>
                  <a:pt x="2598187" y="43131"/>
                  <a:pt x="2598324" y="42497"/>
                </a:cubicBezTo>
                <a:cubicBezTo>
                  <a:pt x="2598504" y="41817"/>
                  <a:pt x="2598890" y="41179"/>
                  <a:pt x="2599481" y="40591"/>
                </a:cubicBezTo>
                <a:cubicBezTo>
                  <a:pt x="2600116" y="39999"/>
                  <a:pt x="2601184" y="39319"/>
                  <a:pt x="2602682" y="38548"/>
                </a:cubicBezTo>
                <a:cubicBezTo>
                  <a:pt x="2604179" y="37730"/>
                  <a:pt x="2605905" y="37002"/>
                  <a:pt x="2607857" y="36367"/>
                </a:cubicBezTo>
                <a:cubicBezTo>
                  <a:pt x="2609811" y="35687"/>
                  <a:pt x="2611943" y="35142"/>
                  <a:pt x="2614260" y="34733"/>
                </a:cubicBezTo>
                <a:cubicBezTo>
                  <a:pt x="2616575" y="34279"/>
                  <a:pt x="2618912" y="34053"/>
                  <a:pt x="2621272" y="34053"/>
                </a:cubicBezTo>
                <a:cubicBezTo>
                  <a:pt x="2625679" y="34053"/>
                  <a:pt x="2629425" y="34550"/>
                  <a:pt x="2632511" y="35550"/>
                </a:cubicBezTo>
                <a:cubicBezTo>
                  <a:pt x="2635597" y="36547"/>
                  <a:pt x="2638095" y="38025"/>
                  <a:pt x="2640003" y="39976"/>
                </a:cubicBezTo>
                <a:cubicBezTo>
                  <a:pt x="2641909" y="41882"/>
                  <a:pt x="2643295" y="44268"/>
                  <a:pt x="2644158" y="47129"/>
                </a:cubicBezTo>
                <a:cubicBezTo>
                  <a:pt x="2645021" y="49989"/>
                  <a:pt x="2645450" y="53324"/>
                  <a:pt x="2645450" y="57139"/>
                </a:cubicBezTo>
                <a:lnTo>
                  <a:pt x="2645450" y="98478"/>
                </a:lnTo>
                <a:close/>
                <a:moveTo>
                  <a:pt x="2634283" y="70486"/>
                </a:moveTo>
                <a:lnTo>
                  <a:pt x="2624679" y="70486"/>
                </a:lnTo>
                <a:cubicBezTo>
                  <a:pt x="2621593" y="70486"/>
                  <a:pt x="2618912" y="70760"/>
                  <a:pt x="2616643" y="71303"/>
                </a:cubicBezTo>
                <a:cubicBezTo>
                  <a:pt x="2614372" y="71803"/>
                  <a:pt x="2612489" y="72575"/>
                  <a:pt x="2610991" y="73621"/>
                </a:cubicBezTo>
                <a:cubicBezTo>
                  <a:pt x="2609491" y="74618"/>
                  <a:pt x="2608379" y="75844"/>
                  <a:pt x="2607654" y="77298"/>
                </a:cubicBezTo>
                <a:cubicBezTo>
                  <a:pt x="2606971" y="78704"/>
                  <a:pt x="2606631" y="80339"/>
                  <a:pt x="2606631" y="82202"/>
                </a:cubicBezTo>
                <a:cubicBezTo>
                  <a:pt x="2606631" y="85379"/>
                  <a:pt x="2607631" y="87922"/>
                  <a:pt x="2609628" y="89828"/>
                </a:cubicBezTo>
                <a:cubicBezTo>
                  <a:pt x="2611671" y="91691"/>
                  <a:pt x="2614509" y="92620"/>
                  <a:pt x="2618141" y="92620"/>
                </a:cubicBezTo>
                <a:cubicBezTo>
                  <a:pt x="2621092" y="92620"/>
                  <a:pt x="2623816" y="91871"/>
                  <a:pt x="2626313" y="90374"/>
                </a:cubicBezTo>
                <a:cubicBezTo>
                  <a:pt x="2628856" y="88877"/>
                  <a:pt x="2631511" y="86582"/>
                  <a:pt x="2634283" y="83496"/>
                </a:cubicBezTo>
                <a:lnTo>
                  <a:pt x="2634283" y="70486"/>
                </a:lnTo>
                <a:close/>
                <a:moveTo>
                  <a:pt x="2677325" y="98409"/>
                </a:moveTo>
                <a:cubicBezTo>
                  <a:pt x="2677325" y="98772"/>
                  <a:pt x="2677234" y="99092"/>
                  <a:pt x="2677051" y="99364"/>
                </a:cubicBezTo>
                <a:cubicBezTo>
                  <a:pt x="2676871" y="99590"/>
                  <a:pt x="2676574" y="99795"/>
                  <a:pt x="2676165" y="99975"/>
                </a:cubicBezTo>
                <a:cubicBezTo>
                  <a:pt x="2675756" y="100158"/>
                  <a:pt x="2675191" y="100295"/>
                  <a:pt x="2674465" y="100384"/>
                </a:cubicBezTo>
                <a:cubicBezTo>
                  <a:pt x="2673736" y="100475"/>
                  <a:pt x="2672805" y="100521"/>
                  <a:pt x="2671670" y="100521"/>
                </a:cubicBezTo>
                <a:cubicBezTo>
                  <a:pt x="2670581" y="100521"/>
                  <a:pt x="2669673" y="100475"/>
                  <a:pt x="2668947" y="100384"/>
                </a:cubicBezTo>
                <a:cubicBezTo>
                  <a:pt x="2668221" y="100295"/>
                  <a:pt x="2667630" y="100158"/>
                  <a:pt x="2667175" y="99975"/>
                </a:cubicBezTo>
                <a:cubicBezTo>
                  <a:pt x="2666767" y="99795"/>
                  <a:pt x="2666472" y="99590"/>
                  <a:pt x="2666292" y="99364"/>
                </a:cubicBezTo>
                <a:cubicBezTo>
                  <a:pt x="2666155" y="99092"/>
                  <a:pt x="2666087" y="98772"/>
                  <a:pt x="2666087" y="98409"/>
                </a:cubicBezTo>
                <a:lnTo>
                  <a:pt x="2666087" y="37116"/>
                </a:lnTo>
                <a:cubicBezTo>
                  <a:pt x="2666087" y="36799"/>
                  <a:pt x="2666155" y="36505"/>
                  <a:pt x="2666292" y="36230"/>
                </a:cubicBezTo>
                <a:cubicBezTo>
                  <a:pt x="2666472" y="35959"/>
                  <a:pt x="2666767" y="35730"/>
                  <a:pt x="2667175" y="35550"/>
                </a:cubicBezTo>
                <a:cubicBezTo>
                  <a:pt x="2667630" y="35367"/>
                  <a:pt x="2668221" y="35233"/>
                  <a:pt x="2668947" y="35142"/>
                </a:cubicBezTo>
                <a:cubicBezTo>
                  <a:pt x="2669673" y="35050"/>
                  <a:pt x="2670581" y="35004"/>
                  <a:pt x="2671670" y="35004"/>
                </a:cubicBezTo>
                <a:cubicBezTo>
                  <a:pt x="2672807" y="35004"/>
                  <a:pt x="2673736" y="35050"/>
                  <a:pt x="2674465" y="35142"/>
                </a:cubicBezTo>
                <a:cubicBezTo>
                  <a:pt x="2675191" y="35233"/>
                  <a:pt x="2675756" y="35367"/>
                  <a:pt x="2676165" y="35550"/>
                </a:cubicBezTo>
                <a:cubicBezTo>
                  <a:pt x="2676574" y="35730"/>
                  <a:pt x="2676871" y="35959"/>
                  <a:pt x="2677051" y="36230"/>
                </a:cubicBezTo>
                <a:cubicBezTo>
                  <a:pt x="2677234" y="36505"/>
                  <a:pt x="2677325" y="36799"/>
                  <a:pt x="2677325" y="37116"/>
                </a:cubicBezTo>
                <a:lnTo>
                  <a:pt x="2677325" y="98409"/>
                </a:lnTo>
                <a:close/>
                <a:moveTo>
                  <a:pt x="2678617" y="16413"/>
                </a:moveTo>
                <a:cubicBezTo>
                  <a:pt x="2678617" y="19045"/>
                  <a:pt x="2678120" y="20840"/>
                  <a:pt x="2677119" y="21791"/>
                </a:cubicBezTo>
                <a:cubicBezTo>
                  <a:pt x="2676119" y="22746"/>
                  <a:pt x="2674282" y="23223"/>
                  <a:pt x="2671602" y="23223"/>
                </a:cubicBezTo>
                <a:cubicBezTo>
                  <a:pt x="2668970" y="23223"/>
                  <a:pt x="2667152" y="22769"/>
                  <a:pt x="2666155" y="21860"/>
                </a:cubicBezTo>
                <a:cubicBezTo>
                  <a:pt x="2665201" y="20908"/>
                  <a:pt x="2664724" y="19137"/>
                  <a:pt x="2664724" y="16548"/>
                </a:cubicBezTo>
                <a:cubicBezTo>
                  <a:pt x="2664724" y="13916"/>
                  <a:pt x="2665224" y="12122"/>
                  <a:pt x="2666224" y="11167"/>
                </a:cubicBezTo>
                <a:cubicBezTo>
                  <a:pt x="2667221" y="10216"/>
                  <a:pt x="2669061" y="9738"/>
                  <a:pt x="2671739" y="9738"/>
                </a:cubicBezTo>
                <a:cubicBezTo>
                  <a:pt x="2674373" y="9738"/>
                  <a:pt x="2676165" y="10216"/>
                  <a:pt x="2677119" y="11167"/>
                </a:cubicBezTo>
                <a:cubicBezTo>
                  <a:pt x="2678120" y="12076"/>
                  <a:pt x="2678617" y="13825"/>
                  <a:pt x="2678617" y="16413"/>
                </a:cubicBezTo>
                <a:close/>
                <a:moveTo>
                  <a:pt x="2733918" y="41134"/>
                </a:moveTo>
                <a:cubicBezTo>
                  <a:pt x="2733918" y="42134"/>
                  <a:pt x="2733895" y="42974"/>
                  <a:pt x="2733849" y="43654"/>
                </a:cubicBezTo>
                <a:cubicBezTo>
                  <a:pt x="2733807" y="44334"/>
                  <a:pt x="2733715" y="44880"/>
                  <a:pt x="2733578" y="45289"/>
                </a:cubicBezTo>
                <a:cubicBezTo>
                  <a:pt x="2733441" y="45651"/>
                  <a:pt x="2733261" y="45946"/>
                  <a:pt x="2733032" y="46174"/>
                </a:cubicBezTo>
                <a:cubicBezTo>
                  <a:pt x="2732852" y="46354"/>
                  <a:pt x="2732581" y="46446"/>
                  <a:pt x="2732215" y="46446"/>
                </a:cubicBezTo>
                <a:cubicBezTo>
                  <a:pt x="2731852" y="46446"/>
                  <a:pt x="2731398" y="46354"/>
                  <a:pt x="2730855" y="46174"/>
                </a:cubicBezTo>
                <a:cubicBezTo>
                  <a:pt x="2730355" y="45946"/>
                  <a:pt x="2729763" y="45743"/>
                  <a:pt x="2729083" y="45560"/>
                </a:cubicBezTo>
                <a:cubicBezTo>
                  <a:pt x="2728449" y="45334"/>
                  <a:pt x="2727720" y="45128"/>
                  <a:pt x="2726903" y="44948"/>
                </a:cubicBezTo>
                <a:cubicBezTo>
                  <a:pt x="2726086" y="44766"/>
                  <a:pt x="2725203" y="44677"/>
                  <a:pt x="2724248" y="44677"/>
                </a:cubicBezTo>
                <a:cubicBezTo>
                  <a:pt x="2723114" y="44677"/>
                  <a:pt x="2721999" y="44903"/>
                  <a:pt x="2720911" y="45357"/>
                </a:cubicBezTo>
                <a:cubicBezTo>
                  <a:pt x="2719822" y="45811"/>
                  <a:pt x="2718665" y="46560"/>
                  <a:pt x="2717439" y="47603"/>
                </a:cubicBezTo>
                <a:cubicBezTo>
                  <a:pt x="2716256" y="48649"/>
                  <a:pt x="2715010" y="50032"/>
                  <a:pt x="2713693" y="51758"/>
                </a:cubicBezTo>
                <a:cubicBezTo>
                  <a:pt x="2712375" y="53484"/>
                  <a:pt x="2710924" y="55596"/>
                  <a:pt x="2709332" y="58093"/>
                </a:cubicBezTo>
                <a:lnTo>
                  <a:pt x="2709332" y="98409"/>
                </a:lnTo>
                <a:cubicBezTo>
                  <a:pt x="2709332" y="98772"/>
                  <a:pt x="2709243" y="99092"/>
                  <a:pt x="2709061" y="99364"/>
                </a:cubicBezTo>
                <a:cubicBezTo>
                  <a:pt x="2708878" y="99590"/>
                  <a:pt x="2708583" y="99795"/>
                  <a:pt x="2708175" y="99975"/>
                </a:cubicBezTo>
                <a:cubicBezTo>
                  <a:pt x="2707766" y="100158"/>
                  <a:pt x="2707200" y="100295"/>
                  <a:pt x="2706472" y="100384"/>
                </a:cubicBezTo>
                <a:cubicBezTo>
                  <a:pt x="2705746" y="100475"/>
                  <a:pt x="2704814" y="100521"/>
                  <a:pt x="2703680" y="100521"/>
                </a:cubicBezTo>
                <a:cubicBezTo>
                  <a:pt x="2702591" y="100521"/>
                  <a:pt x="2701683" y="100475"/>
                  <a:pt x="2700957" y="100384"/>
                </a:cubicBezTo>
                <a:cubicBezTo>
                  <a:pt x="2700231" y="100295"/>
                  <a:pt x="2699639" y="100158"/>
                  <a:pt x="2699185" y="99975"/>
                </a:cubicBezTo>
                <a:cubicBezTo>
                  <a:pt x="2698776" y="99795"/>
                  <a:pt x="2698482" y="99590"/>
                  <a:pt x="2698299" y="99364"/>
                </a:cubicBezTo>
                <a:cubicBezTo>
                  <a:pt x="2698165" y="99092"/>
                  <a:pt x="2698096" y="98772"/>
                  <a:pt x="2698096" y="98409"/>
                </a:cubicBezTo>
                <a:lnTo>
                  <a:pt x="2698096" y="37116"/>
                </a:lnTo>
                <a:cubicBezTo>
                  <a:pt x="2698096" y="36753"/>
                  <a:pt x="2698165" y="36459"/>
                  <a:pt x="2698299" y="36230"/>
                </a:cubicBezTo>
                <a:cubicBezTo>
                  <a:pt x="2698436" y="35959"/>
                  <a:pt x="2698708" y="35730"/>
                  <a:pt x="2699116" y="35550"/>
                </a:cubicBezTo>
                <a:cubicBezTo>
                  <a:pt x="2699525" y="35322"/>
                  <a:pt x="2700048" y="35187"/>
                  <a:pt x="2700682" y="35142"/>
                </a:cubicBezTo>
                <a:cubicBezTo>
                  <a:pt x="2701320" y="35050"/>
                  <a:pt x="2702160" y="35004"/>
                  <a:pt x="2703203" y="35004"/>
                </a:cubicBezTo>
                <a:cubicBezTo>
                  <a:pt x="2704203" y="35004"/>
                  <a:pt x="2705020" y="35050"/>
                  <a:pt x="2705654" y="35142"/>
                </a:cubicBezTo>
                <a:cubicBezTo>
                  <a:pt x="2706337" y="35187"/>
                  <a:pt x="2706857" y="35322"/>
                  <a:pt x="2707220" y="35550"/>
                </a:cubicBezTo>
                <a:cubicBezTo>
                  <a:pt x="2707586" y="35730"/>
                  <a:pt x="2707835" y="35959"/>
                  <a:pt x="2707972" y="36230"/>
                </a:cubicBezTo>
                <a:cubicBezTo>
                  <a:pt x="2708152" y="36459"/>
                  <a:pt x="2708243" y="36753"/>
                  <a:pt x="2708243" y="37116"/>
                </a:cubicBezTo>
                <a:lnTo>
                  <a:pt x="2708243" y="46037"/>
                </a:lnTo>
                <a:cubicBezTo>
                  <a:pt x="2709924" y="43585"/>
                  <a:pt x="2711489" y="41588"/>
                  <a:pt x="2712944" y="40045"/>
                </a:cubicBezTo>
                <a:cubicBezTo>
                  <a:pt x="2714441" y="38502"/>
                  <a:pt x="2715847" y="37299"/>
                  <a:pt x="2717164" y="36436"/>
                </a:cubicBezTo>
                <a:cubicBezTo>
                  <a:pt x="2718482" y="35527"/>
                  <a:pt x="2719776" y="34913"/>
                  <a:pt x="2721048" y="34596"/>
                </a:cubicBezTo>
                <a:cubicBezTo>
                  <a:pt x="2722362" y="34233"/>
                  <a:pt x="2723680" y="34053"/>
                  <a:pt x="2724997" y="34053"/>
                </a:cubicBezTo>
                <a:cubicBezTo>
                  <a:pt x="2725588" y="34053"/>
                  <a:pt x="2726246" y="34096"/>
                  <a:pt x="2726971" y="34187"/>
                </a:cubicBezTo>
                <a:cubicBezTo>
                  <a:pt x="2727743" y="34233"/>
                  <a:pt x="2728537" y="34347"/>
                  <a:pt x="2729355" y="34527"/>
                </a:cubicBezTo>
                <a:cubicBezTo>
                  <a:pt x="2730172" y="34710"/>
                  <a:pt x="2730900" y="34913"/>
                  <a:pt x="2731535" y="35142"/>
                </a:cubicBezTo>
                <a:cubicBezTo>
                  <a:pt x="2732215" y="35367"/>
                  <a:pt x="2732692" y="35596"/>
                  <a:pt x="2732966" y="35822"/>
                </a:cubicBezTo>
                <a:cubicBezTo>
                  <a:pt x="2733238" y="36050"/>
                  <a:pt x="2733421" y="36276"/>
                  <a:pt x="2733509" y="36505"/>
                </a:cubicBezTo>
                <a:cubicBezTo>
                  <a:pt x="2733601" y="36685"/>
                  <a:pt x="2733669" y="36933"/>
                  <a:pt x="2733715" y="37253"/>
                </a:cubicBezTo>
                <a:cubicBezTo>
                  <a:pt x="2733807" y="37570"/>
                  <a:pt x="2733849" y="38048"/>
                  <a:pt x="2733849" y="38682"/>
                </a:cubicBezTo>
                <a:cubicBezTo>
                  <a:pt x="2733895" y="39273"/>
                  <a:pt x="2733918" y="40091"/>
                  <a:pt x="2733918" y="41134"/>
                </a:cubicBezTo>
                <a:close/>
                <a:moveTo>
                  <a:pt x="2810128" y="93915"/>
                </a:moveTo>
                <a:cubicBezTo>
                  <a:pt x="2810128" y="95232"/>
                  <a:pt x="2810036" y="96275"/>
                  <a:pt x="2809856" y="97049"/>
                </a:cubicBezTo>
                <a:cubicBezTo>
                  <a:pt x="2809673" y="97821"/>
                  <a:pt x="2809402" y="98387"/>
                  <a:pt x="2809039" y="98749"/>
                </a:cubicBezTo>
                <a:cubicBezTo>
                  <a:pt x="2808676" y="99115"/>
                  <a:pt x="2808130" y="99455"/>
                  <a:pt x="2807404" y="99772"/>
                </a:cubicBezTo>
                <a:cubicBezTo>
                  <a:pt x="2806676" y="100090"/>
                  <a:pt x="2805838" y="100341"/>
                  <a:pt x="2804884" y="100521"/>
                </a:cubicBezTo>
                <a:cubicBezTo>
                  <a:pt x="2803975" y="100750"/>
                  <a:pt x="2803001" y="100930"/>
                  <a:pt x="2801955" y="101067"/>
                </a:cubicBezTo>
                <a:cubicBezTo>
                  <a:pt x="2800912" y="101201"/>
                  <a:pt x="2799866" y="101270"/>
                  <a:pt x="2798823" y="101270"/>
                </a:cubicBezTo>
                <a:cubicBezTo>
                  <a:pt x="2795643" y="101270"/>
                  <a:pt x="2792920" y="100861"/>
                  <a:pt x="2790651" y="100044"/>
                </a:cubicBezTo>
                <a:cubicBezTo>
                  <a:pt x="2788379" y="99181"/>
                  <a:pt x="2786519" y="97909"/>
                  <a:pt x="2785064" y="96232"/>
                </a:cubicBezTo>
                <a:cubicBezTo>
                  <a:pt x="2783613" y="94506"/>
                  <a:pt x="2782544" y="92349"/>
                  <a:pt x="2781864" y="89760"/>
                </a:cubicBezTo>
                <a:cubicBezTo>
                  <a:pt x="2781230" y="87128"/>
                  <a:pt x="2780910" y="84039"/>
                  <a:pt x="2780910" y="80499"/>
                </a:cubicBezTo>
                <a:lnTo>
                  <a:pt x="2780910" y="44677"/>
                </a:lnTo>
                <a:lnTo>
                  <a:pt x="2772328" y="44677"/>
                </a:lnTo>
                <a:cubicBezTo>
                  <a:pt x="2771648" y="44677"/>
                  <a:pt x="2771103" y="44311"/>
                  <a:pt x="2770694" y="43585"/>
                </a:cubicBezTo>
                <a:cubicBezTo>
                  <a:pt x="2770285" y="42860"/>
                  <a:pt x="2770083" y="41679"/>
                  <a:pt x="2770083" y="40045"/>
                </a:cubicBezTo>
                <a:cubicBezTo>
                  <a:pt x="2770083" y="39182"/>
                  <a:pt x="2770128" y="38456"/>
                  <a:pt x="2770220" y="37865"/>
                </a:cubicBezTo>
                <a:cubicBezTo>
                  <a:pt x="2770354" y="37276"/>
                  <a:pt x="2770514" y="36799"/>
                  <a:pt x="2770694" y="36436"/>
                </a:cubicBezTo>
                <a:cubicBezTo>
                  <a:pt x="2770877" y="36027"/>
                  <a:pt x="2771103" y="35753"/>
                  <a:pt x="2771377" y="35619"/>
                </a:cubicBezTo>
                <a:cubicBezTo>
                  <a:pt x="2771694" y="35436"/>
                  <a:pt x="2772034" y="35344"/>
                  <a:pt x="2772397" y="35344"/>
                </a:cubicBezTo>
                <a:lnTo>
                  <a:pt x="2780910" y="35344"/>
                </a:lnTo>
                <a:lnTo>
                  <a:pt x="2780910" y="20771"/>
                </a:lnTo>
                <a:cubicBezTo>
                  <a:pt x="2780910" y="20454"/>
                  <a:pt x="2780978" y="20157"/>
                  <a:pt x="2781115" y="19885"/>
                </a:cubicBezTo>
                <a:cubicBezTo>
                  <a:pt x="2781298" y="19614"/>
                  <a:pt x="2781593" y="19385"/>
                  <a:pt x="2782001" y="19205"/>
                </a:cubicBezTo>
                <a:cubicBezTo>
                  <a:pt x="2782455" y="18977"/>
                  <a:pt x="2783044" y="18819"/>
                  <a:pt x="2783770" y="18728"/>
                </a:cubicBezTo>
                <a:cubicBezTo>
                  <a:pt x="2784499" y="18637"/>
                  <a:pt x="2785404" y="18591"/>
                  <a:pt x="2786496" y="18591"/>
                </a:cubicBezTo>
                <a:cubicBezTo>
                  <a:pt x="2787630" y="18591"/>
                  <a:pt x="2788562" y="18637"/>
                  <a:pt x="2789288" y="18728"/>
                </a:cubicBezTo>
                <a:cubicBezTo>
                  <a:pt x="2790014" y="18819"/>
                  <a:pt x="2790582" y="18977"/>
                  <a:pt x="2790991" y="19205"/>
                </a:cubicBezTo>
                <a:cubicBezTo>
                  <a:pt x="2791399" y="19385"/>
                  <a:pt x="2791694" y="19614"/>
                  <a:pt x="2791877" y="19885"/>
                </a:cubicBezTo>
                <a:cubicBezTo>
                  <a:pt x="2792057" y="20157"/>
                  <a:pt x="2792148" y="20454"/>
                  <a:pt x="2792148" y="20771"/>
                </a:cubicBezTo>
                <a:lnTo>
                  <a:pt x="2792148" y="35344"/>
                </a:lnTo>
                <a:lnTo>
                  <a:pt x="2807882" y="35344"/>
                </a:lnTo>
                <a:cubicBezTo>
                  <a:pt x="2808244" y="35344"/>
                  <a:pt x="2808562" y="35436"/>
                  <a:pt x="2808833" y="35619"/>
                </a:cubicBezTo>
                <a:cubicBezTo>
                  <a:pt x="2809107" y="35753"/>
                  <a:pt x="2809333" y="36027"/>
                  <a:pt x="2809516" y="36436"/>
                </a:cubicBezTo>
                <a:cubicBezTo>
                  <a:pt x="2809742" y="36799"/>
                  <a:pt x="2809902" y="37276"/>
                  <a:pt x="2809990" y="37865"/>
                </a:cubicBezTo>
                <a:cubicBezTo>
                  <a:pt x="2810082" y="38456"/>
                  <a:pt x="2810128" y="39182"/>
                  <a:pt x="2810128" y="40045"/>
                </a:cubicBezTo>
                <a:cubicBezTo>
                  <a:pt x="2810128" y="41679"/>
                  <a:pt x="2809925" y="42860"/>
                  <a:pt x="2809516" y="43585"/>
                </a:cubicBezTo>
                <a:cubicBezTo>
                  <a:pt x="2809107" y="44311"/>
                  <a:pt x="2808562" y="44677"/>
                  <a:pt x="2807882" y="44677"/>
                </a:cubicBezTo>
                <a:lnTo>
                  <a:pt x="2792148" y="44677"/>
                </a:lnTo>
                <a:lnTo>
                  <a:pt x="2792148" y="78864"/>
                </a:lnTo>
                <a:cubicBezTo>
                  <a:pt x="2792148" y="83088"/>
                  <a:pt x="2792760" y="86288"/>
                  <a:pt x="2793985" y="88468"/>
                </a:cubicBezTo>
                <a:cubicBezTo>
                  <a:pt x="2795257" y="90600"/>
                  <a:pt x="2797506" y="91669"/>
                  <a:pt x="2800729" y="91669"/>
                </a:cubicBezTo>
                <a:cubicBezTo>
                  <a:pt x="2801772" y="91669"/>
                  <a:pt x="2802704" y="91577"/>
                  <a:pt x="2803521" y="91394"/>
                </a:cubicBezTo>
                <a:cubicBezTo>
                  <a:pt x="2804338" y="91169"/>
                  <a:pt x="2805064" y="90940"/>
                  <a:pt x="2805701" y="90714"/>
                </a:cubicBezTo>
                <a:cubicBezTo>
                  <a:pt x="2806336" y="90488"/>
                  <a:pt x="2806881" y="90283"/>
                  <a:pt x="2807336" y="90103"/>
                </a:cubicBezTo>
                <a:cubicBezTo>
                  <a:pt x="2807790" y="89874"/>
                  <a:pt x="2808199" y="89760"/>
                  <a:pt x="2808562" y="89760"/>
                </a:cubicBezTo>
                <a:cubicBezTo>
                  <a:pt x="2808787" y="89760"/>
                  <a:pt x="2808993" y="89828"/>
                  <a:pt x="2809173" y="89966"/>
                </a:cubicBezTo>
                <a:cubicBezTo>
                  <a:pt x="2809402" y="90057"/>
                  <a:pt x="2809559" y="90260"/>
                  <a:pt x="2809650" y="90577"/>
                </a:cubicBezTo>
                <a:cubicBezTo>
                  <a:pt x="2809787" y="90897"/>
                  <a:pt x="2809902" y="91329"/>
                  <a:pt x="2809990" y="91871"/>
                </a:cubicBezTo>
                <a:cubicBezTo>
                  <a:pt x="2810082" y="92417"/>
                  <a:pt x="2810128" y="93097"/>
                  <a:pt x="2810128" y="93915"/>
                </a:cubicBezTo>
                <a:close/>
                <a:moveTo>
                  <a:pt x="2877756" y="98409"/>
                </a:moveTo>
                <a:cubicBezTo>
                  <a:pt x="2877756" y="98772"/>
                  <a:pt x="2877665" y="99092"/>
                  <a:pt x="2877482" y="99364"/>
                </a:cubicBezTo>
                <a:cubicBezTo>
                  <a:pt x="2877302" y="99590"/>
                  <a:pt x="2877007" y="99795"/>
                  <a:pt x="2876599" y="99975"/>
                </a:cubicBezTo>
                <a:cubicBezTo>
                  <a:pt x="2876190" y="100158"/>
                  <a:pt x="2875621" y="100295"/>
                  <a:pt x="2874896" y="100384"/>
                </a:cubicBezTo>
                <a:cubicBezTo>
                  <a:pt x="2874170" y="100475"/>
                  <a:pt x="2873261" y="100521"/>
                  <a:pt x="2872170" y="100521"/>
                </a:cubicBezTo>
                <a:cubicBezTo>
                  <a:pt x="2871035" y="100521"/>
                  <a:pt x="2870104" y="100475"/>
                  <a:pt x="2869378" y="100384"/>
                </a:cubicBezTo>
                <a:cubicBezTo>
                  <a:pt x="2868652" y="100295"/>
                  <a:pt x="2868083" y="100158"/>
                  <a:pt x="2867675" y="99975"/>
                </a:cubicBezTo>
                <a:cubicBezTo>
                  <a:pt x="2867266" y="99795"/>
                  <a:pt x="2866972" y="99590"/>
                  <a:pt x="2866792" y="99364"/>
                </a:cubicBezTo>
                <a:cubicBezTo>
                  <a:pt x="2866609" y="99092"/>
                  <a:pt x="2866517" y="98772"/>
                  <a:pt x="2866517" y="98409"/>
                </a:cubicBezTo>
                <a:lnTo>
                  <a:pt x="2866517" y="62519"/>
                </a:lnTo>
                <a:cubicBezTo>
                  <a:pt x="2866517" y="59022"/>
                  <a:pt x="2866246" y="56207"/>
                  <a:pt x="2865700" y="54075"/>
                </a:cubicBezTo>
                <a:cubicBezTo>
                  <a:pt x="2865157" y="51941"/>
                  <a:pt x="2864363" y="50101"/>
                  <a:pt x="2863317" y="48557"/>
                </a:cubicBezTo>
                <a:cubicBezTo>
                  <a:pt x="2862274" y="47014"/>
                  <a:pt x="2860911" y="45834"/>
                  <a:pt x="2859231" y="45017"/>
                </a:cubicBezTo>
                <a:cubicBezTo>
                  <a:pt x="2857596" y="44200"/>
                  <a:pt x="2855690" y="43791"/>
                  <a:pt x="2853510" y="43791"/>
                </a:cubicBezTo>
                <a:cubicBezTo>
                  <a:pt x="2850695" y="43791"/>
                  <a:pt x="2847881" y="44788"/>
                  <a:pt x="2845066" y="46786"/>
                </a:cubicBezTo>
                <a:cubicBezTo>
                  <a:pt x="2842252" y="48786"/>
                  <a:pt x="2839300" y="51712"/>
                  <a:pt x="2836211" y="55573"/>
                </a:cubicBezTo>
                <a:lnTo>
                  <a:pt x="2836211" y="98409"/>
                </a:lnTo>
                <a:cubicBezTo>
                  <a:pt x="2836211" y="98772"/>
                  <a:pt x="2836122" y="99092"/>
                  <a:pt x="2835939" y="99364"/>
                </a:cubicBezTo>
                <a:cubicBezTo>
                  <a:pt x="2835756" y="99590"/>
                  <a:pt x="2835462" y="99795"/>
                  <a:pt x="2835053" y="99975"/>
                </a:cubicBezTo>
                <a:cubicBezTo>
                  <a:pt x="2834645" y="100158"/>
                  <a:pt x="2834079" y="100295"/>
                  <a:pt x="2833350" y="100384"/>
                </a:cubicBezTo>
                <a:cubicBezTo>
                  <a:pt x="2832625" y="100475"/>
                  <a:pt x="2831693" y="100521"/>
                  <a:pt x="2830559" y="100521"/>
                </a:cubicBezTo>
                <a:cubicBezTo>
                  <a:pt x="2829470" y="100521"/>
                  <a:pt x="2828561" y="100475"/>
                  <a:pt x="2827835" y="100384"/>
                </a:cubicBezTo>
                <a:cubicBezTo>
                  <a:pt x="2827110" y="100295"/>
                  <a:pt x="2826518" y="100158"/>
                  <a:pt x="2826064" y="99975"/>
                </a:cubicBezTo>
                <a:cubicBezTo>
                  <a:pt x="2825655" y="99795"/>
                  <a:pt x="2825361" y="99590"/>
                  <a:pt x="2825178" y="99364"/>
                </a:cubicBezTo>
                <a:cubicBezTo>
                  <a:pt x="2825044" y="99092"/>
                  <a:pt x="2824975" y="98772"/>
                  <a:pt x="2824975" y="98409"/>
                </a:cubicBezTo>
                <a:lnTo>
                  <a:pt x="2824975" y="7424"/>
                </a:lnTo>
                <a:cubicBezTo>
                  <a:pt x="2824975" y="7058"/>
                  <a:pt x="2825044" y="6741"/>
                  <a:pt x="2825178" y="6469"/>
                </a:cubicBezTo>
                <a:cubicBezTo>
                  <a:pt x="2825361" y="6198"/>
                  <a:pt x="2825655" y="5969"/>
                  <a:pt x="2826064" y="5789"/>
                </a:cubicBezTo>
                <a:cubicBezTo>
                  <a:pt x="2826518" y="5606"/>
                  <a:pt x="2827110" y="5469"/>
                  <a:pt x="2827835" y="5381"/>
                </a:cubicBezTo>
                <a:cubicBezTo>
                  <a:pt x="2828561" y="5289"/>
                  <a:pt x="2829470" y="5244"/>
                  <a:pt x="2830559" y="5244"/>
                </a:cubicBezTo>
                <a:cubicBezTo>
                  <a:pt x="2831693" y="5244"/>
                  <a:pt x="2832625" y="5289"/>
                  <a:pt x="2833350" y="5381"/>
                </a:cubicBezTo>
                <a:cubicBezTo>
                  <a:pt x="2834079" y="5469"/>
                  <a:pt x="2834645" y="5606"/>
                  <a:pt x="2835053" y="5789"/>
                </a:cubicBezTo>
                <a:cubicBezTo>
                  <a:pt x="2835462" y="5969"/>
                  <a:pt x="2835756" y="6198"/>
                  <a:pt x="2835939" y="6469"/>
                </a:cubicBezTo>
                <a:cubicBezTo>
                  <a:pt x="2836122" y="6741"/>
                  <a:pt x="2836211" y="7058"/>
                  <a:pt x="2836211" y="7424"/>
                </a:cubicBezTo>
                <a:lnTo>
                  <a:pt x="2836211" y="44131"/>
                </a:lnTo>
                <a:cubicBezTo>
                  <a:pt x="2839434" y="40725"/>
                  <a:pt x="2842680" y="38205"/>
                  <a:pt x="2845949" y="36570"/>
                </a:cubicBezTo>
                <a:cubicBezTo>
                  <a:pt x="2849218" y="34890"/>
                  <a:pt x="2852510" y="34053"/>
                  <a:pt x="2855825" y="34053"/>
                </a:cubicBezTo>
                <a:cubicBezTo>
                  <a:pt x="2859911" y="34053"/>
                  <a:pt x="2863340" y="34756"/>
                  <a:pt x="2866109" y="36162"/>
                </a:cubicBezTo>
                <a:cubicBezTo>
                  <a:pt x="2868923" y="37525"/>
                  <a:pt x="2871195" y="39365"/>
                  <a:pt x="2872921" y="41679"/>
                </a:cubicBezTo>
                <a:cubicBezTo>
                  <a:pt x="2874644" y="43994"/>
                  <a:pt x="2875870" y="46720"/>
                  <a:pt x="2876599" y="49852"/>
                </a:cubicBezTo>
                <a:cubicBezTo>
                  <a:pt x="2877370" y="52938"/>
                  <a:pt x="2877756" y="56684"/>
                  <a:pt x="2877756" y="61088"/>
                </a:cubicBezTo>
                <a:lnTo>
                  <a:pt x="2877756" y="98409"/>
                </a:lnTo>
                <a:close/>
                <a:moveTo>
                  <a:pt x="2944430" y="98478"/>
                </a:moveTo>
                <a:cubicBezTo>
                  <a:pt x="2944430" y="99024"/>
                  <a:pt x="2944247" y="99432"/>
                  <a:pt x="2943884" y="99704"/>
                </a:cubicBezTo>
                <a:cubicBezTo>
                  <a:pt x="2943521" y="99975"/>
                  <a:pt x="2943021" y="100181"/>
                  <a:pt x="2942387" y="100318"/>
                </a:cubicBezTo>
                <a:cubicBezTo>
                  <a:pt x="2941750" y="100453"/>
                  <a:pt x="2940821" y="100521"/>
                  <a:pt x="2939595" y="100521"/>
                </a:cubicBezTo>
                <a:cubicBezTo>
                  <a:pt x="2938415" y="100521"/>
                  <a:pt x="2937461" y="100453"/>
                  <a:pt x="2936735" y="100318"/>
                </a:cubicBezTo>
                <a:cubicBezTo>
                  <a:pt x="2936052" y="100181"/>
                  <a:pt x="2935555" y="99975"/>
                  <a:pt x="2935235" y="99704"/>
                </a:cubicBezTo>
                <a:cubicBezTo>
                  <a:pt x="2934917" y="99432"/>
                  <a:pt x="2934757" y="99024"/>
                  <a:pt x="2934757" y="98478"/>
                </a:cubicBezTo>
                <a:lnTo>
                  <a:pt x="2934757" y="92349"/>
                </a:lnTo>
                <a:cubicBezTo>
                  <a:pt x="2932080" y="95209"/>
                  <a:pt x="2929082" y="97435"/>
                  <a:pt x="2925768" y="99024"/>
                </a:cubicBezTo>
                <a:cubicBezTo>
                  <a:pt x="2922499" y="100613"/>
                  <a:pt x="2919027" y="101407"/>
                  <a:pt x="2915349" y="101407"/>
                </a:cubicBezTo>
                <a:cubicBezTo>
                  <a:pt x="2912126" y="101407"/>
                  <a:pt x="2909197" y="100975"/>
                  <a:pt x="2906562" y="100113"/>
                </a:cubicBezTo>
                <a:cubicBezTo>
                  <a:pt x="2903976" y="99295"/>
                  <a:pt x="2901750" y="98092"/>
                  <a:pt x="2899890" y="96503"/>
                </a:cubicBezTo>
                <a:cubicBezTo>
                  <a:pt x="2898073" y="94915"/>
                  <a:pt x="2896644" y="92963"/>
                  <a:pt x="2895598" y="90646"/>
                </a:cubicBezTo>
                <a:cubicBezTo>
                  <a:pt x="2894601" y="88331"/>
                  <a:pt x="2894101" y="85696"/>
                  <a:pt x="2894101" y="82747"/>
                </a:cubicBezTo>
                <a:cubicBezTo>
                  <a:pt x="2894101" y="79296"/>
                  <a:pt x="2894804" y="76298"/>
                  <a:pt x="2896213" y="73755"/>
                </a:cubicBezTo>
                <a:cubicBezTo>
                  <a:pt x="2897618" y="71215"/>
                  <a:pt x="2899639" y="69103"/>
                  <a:pt x="2902273" y="67423"/>
                </a:cubicBezTo>
                <a:cubicBezTo>
                  <a:pt x="2904908" y="65743"/>
                  <a:pt x="2908131" y="64494"/>
                  <a:pt x="2911943" y="63677"/>
                </a:cubicBezTo>
                <a:cubicBezTo>
                  <a:pt x="2915758" y="62814"/>
                  <a:pt x="2920047" y="62382"/>
                  <a:pt x="2924816" y="62382"/>
                </a:cubicBezTo>
                <a:lnTo>
                  <a:pt x="2933260" y="62382"/>
                </a:lnTo>
                <a:lnTo>
                  <a:pt x="2933260" y="57616"/>
                </a:lnTo>
                <a:cubicBezTo>
                  <a:pt x="2933260" y="55255"/>
                  <a:pt x="2933011" y="53167"/>
                  <a:pt x="2932511" y="51349"/>
                </a:cubicBezTo>
                <a:cubicBezTo>
                  <a:pt x="2932011" y="49535"/>
                  <a:pt x="2931194" y="48035"/>
                  <a:pt x="2930060" y="46854"/>
                </a:cubicBezTo>
                <a:cubicBezTo>
                  <a:pt x="2928971" y="45629"/>
                  <a:pt x="2927539" y="44720"/>
                  <a:pt x="2925768" y="44131"/>
                </a:cubicBezTo>
                <a:cubicBezTo>
                  <a:pt x="2923999" y="43494"/>
                  <a:pt x="2921819" y="43177"/>
                  <a:pt x="2919230" y="43177"/>
                </a:cubicBezTo>
                <a:cubicBezTo>
                  <a:pt x="2916461" y="43177"/>
                  <a:pt x="2913963" y="43517"/>
                  <a:pt x="2911740" y="44200"/>
                </a:cubicBezTo>
                <a:cubicBezTo>
                  <a:pt x="2909560" y="44834"/>
                  <a:pt x="2907631" y="45560"/>
                  <a:pt x="2905951" y="46377"/>
                </a:cubicBezTo>
                <a:cubicBezTo>
                  <a:pt x="2904316" y="47152"/>
                  <a:pt x="2902931" y="47877"/>
                  <a:pt x="2901796" y="48557"/>
                </a:cubicBezTo>
                <a:cubicBezTo>
                  <a:pt x="2900707" y="49195"/>
                  <a:pt x="2899890" y="49512"/>
                  <a:pt x="2899344" y="49512"/>
                </a:cubicBezTo>
                <a:cubicBezTo>
                  <a:pt x="2898981" y="49512"/>
                  <a:pt x="2898664" y="49420"/>
                  <a:pt x="2898390" y="49238"/>
                </a:cubicBezTo>
                <a:cubicBezTo>
                  <a:pt x="2898119" y="49058"/>
                  <a:pt x="2897870" y="48786"/>
                  <a:pt x="2897641" y="48420"/>
                </a:cubicBezTo>
                <a:cubicBezTo>
                  <a:pt x="2897461" y="48057"/>
                  <a:pt x="2897324" y="47603"/>
                  <a:pt x="2897233" y="47060"/>
                </a:cubicBezTo>
                <a:cubicBezTo>
                  <a:pt x="2897141" y="46469"/>
                  <a:pt x="2897098" y="45834"/>
                  <a:pt x="2897098" y="45151"/>
                </a:cubicBezTo>
                <a:cubicBezTo>
                  <a:pt x="2897098" y="44017"/>
                  <a:pt x="2897164" y="43131"/>
                  <a:pt x="2897301" y="42497"/>
                </a:cubicBezTo>
                <a:cubicBezTo>
                  <a:pt x="2897484" y="41817"/>
                  <a:pt x="2897870" y="41179"/>
                  <a:pt x="2898459" y="40591"/>
                </a:cubicBezTo>
                <a:cubicBezTo>
                  <a:pt x="2899096" y="39999"/>
                  <a:pt x="2900162" y="39319"/>
                  <a:pt x="2901659" y="38548"/>
                </a:cubicBezTo>
                <a:cubicBezTo>
                  <a:pt x="2903159" y="37730"/>
                  <a:pt x="2904885" y="37002"/>
                  <a:pt x="2906837" y="36367"/>
                </a:cubicBezTo>
                <a:cubicBezTo>
                  <a:pt x="2908788" y="35687"/>
                  <a:pt x="2910923" y="35142"/>
                  <a:pt x="2913238" y="34733"/>
                </a:cubicBezTo>
                <a:cubicBezTo>
                  <a:pt x="2915552" y="34279"/>
                  <a:pt x="2917892" y="34053"/>
                  <a:pt x="2920253" y="34053"/>
                </a:cubicBezTo>
                <a:cubicBezTo>
                  <a:pt x="2924656" y="34053"/>
                  <a:pt x="2928402" y="34550"/>
                  <a:pt x="2931488" y="35550"/>
                </a:cubicBezTo>
                <a:cubicBezTo>
                  <a:pt x="2934577" y="36547"/>
                  <a:pt x="2937075" y="38025"/>
                  <a:pt x="2938981" y="39976"/>
                </a:cubicBezTo>
                <a:cubicBezTo>
                  <a:pt x="2940890" y="41882"/>
                  <a:pt x="2942273" y="44268"/>
                  <a:pt x="2943136" y="47129"/>
                </a:cubicBezTo>
                <a:cubicBezTo>
                  <a:pt x="2943999" y="49989"/>
                  <a:pt x="2944430" y="53324"/>
                  <a:pt x="2944430" y="57139"/>
                </a:cubicBezTo>
                <a:lnTo>
                  <a:pt x="2944430" y="98478"/>
                </a:lnTo>
                <a:close/>
                <a:moveTo>
                  <a:pt x="2933260" y="70486"/>
                </a:moveTo>
                <a:lnTo>
                  <a:pt x="2923659" y="70486"/>
                </a:lnTo>
                <a:cubicBezTo>
                  <a:pt x="2920570" y="70486"/>
                  <a:pt x="2917892" y="70760"/>
                  <a:pt x="2915621" y="71303"/>
                </a:cubicBezTo>
                <a:cubicBezTo>
                  <a:pt x="2913352" y="71803"/>
                  <a:pt x="2911466" y="72575"/>
                  <a:pt x="2909969" y="73621"/>
                </a:cubicBezTo>
                <a:cubicBezTo>
                  <a:pt x="2908471" y="74618"/>
                  <a:pt x="2907360" y="75844"/>
                  <a:pt x="2906631" y="77298"/>
                </a:cubicBezTo>
                <a:cubicBezTo>
                  <a:pt x="2905951" y="78704"/>
                  <a:pt x="2905611" y="80339"/>
                  <a:pt x="2905611" y="82202"/>
                </a:cubicBezTo>
                <a:cubicBezTo>
                  <a:pt x="2905611" y="85379"/>
                  <a:pt x="2906608" y="87922"/>
                  <a:pt x="2908606" y="89828"/>
                </a:cubicBezTo>
                <a:cubicBezTo>
                  <a:pt x="2910649" y="91691"/>
                  <a:pt x="2913489" y="92620"/>
                  <a:pt x="2917121" y="92620"/>
                </a:cubicBezTo>
                <a:cubicBezTo>
                  <a:pt x="2920070" y="92620"/>
                  <a:pt x="2922796" y="91871"/>
                  <a:pt x="2925293" y="90374"/>
                </a:cubicBezTo>
                <a:cubicBezTo>
                  <a:pt x="2927834" y="88877"/>
                  <a:pt x="2930491" y="86582"/>
                  <a:pt x="2933260" y="83496"/>
                </a:cubicBezTo>
                <a:lnTo>
                  <a:pt x="2933260" y="70486"/>
                </a:lnTo>
                <a:close/>
                <a:moveTo>
                  <a:pt x="2995645" y="93915"/>
                </a:moveTo>
                <a:cubicBezTo>
                  <a:pt x="2995645" y="95232"/>
                  <a:pt x="2995554" y="96275"/>
                  <a:pt x="2995371" y="97049"/>
                </a:cubicBezTo>
                <a:cubicBezTo>
                  <a:pt x="2995191" y="97821"/>
                  <a:pt x="2994919" y="98387"/>
                  <a:pt x="2994553" y="98749"/>
                </a:cubicBezTo>
                <a:cubicBezTo>
                  <a:pt x="2994191" y="99115"/>
                  <a:pt x="2993648" y="99455"/>
                  <a:pt x="2992919" y="99772"/>
                </a:cubicBezTo>
                <a:cubicBezTo>
                  <a:pt x="2992193" y="100090"/>
                  <a:pt x="2991353" y="100341"/>
                  <a:pt x="2990401" y="100521"/>
                </a:cubicBezTo>
                <a:cubicBezTo>
                  <a:pt x="2989493" y="100750"/>
                  <a:pt x="2988516" y="100930"/>
                  <a:pt x="2987473" y="101067"/>
                </a:cubicBezTo>
                <a:cubicBezTo>
                  <a:pt x="2986427" y="101201"/>
                  <a:pt x="2985384" y="101270"/>
                  <a:pt x="2984338" y="101270"/>
                </a:cubicBezTo>
                <a:cubicBezTo>
                  <a:pt x="2981160" y="101270"/>
                  <a:pt x="2978437" y="100861"/>
                  <a:pt x="2976165" y="100044"/>
                </a:cubicBezTo>
                <a:cubicBezTo>
                  <a:pt x="2973897" y="99181"/>
                  <a:pt x="2972036" y="97909"/>
                  <a:pt x="2970582" y="96232"/>
                </a:cubicBezTo>
                <a:cubicBezTo>
                  <a:pt x="2969130" y="94506"/>
                  <a:pt x="2968062" y="92349"/>
                  <a:pt x="2967381" y="89760"/>
                </a:cubicBezTo>
                <a:cubicBezTo>
                  <a:pt x="2966744" y="87128"/>
                  <a:pt x="2966427" y="84039"/>
                  <a:pt x="2966427" y="80499"/>
                </a:cubicBezTo>
                <a:lnTo>
                  <a:pt x="2966427" y="44677"/>
                </a:lnTo>
                <a:lnTo>
                  <a:pt x="2957846" y="44677"/>
                </a:lnTo>
                <a:cubicBezTo>
                  <a:pt x="2957166" y="44677"/>
                  <a:pt x="2956620" y="44311"/>
                  <a:pt x="2956211" y="43585"/>
                </a:cubicBezTo>
                <a:cubicBezTo>
                  <a:pt x="2955803" y="42860"/>
                  <a:pt x="2955600" y="41679"/>
                  <a:pt x="2955600" y="40045"/>
                </a:cubicBezTo>
                <a:cubicBezTo>
                  <a:pt x="2955600" y="39182"/>
                  <a:pt x="2955646" y="38456"/>
                  <a:pt x="2955734" y="37865"/>
                </a:cubicBezTo>
                <a:cubicBezTo>
                  <a:pt x="2955871" y="37276"/>
                  <a:pt x="2956031" y="36799"/>
                  <a:pt x="2956211" y="36436"/>
                </a:cubicBezTo>
                <a:cubicBezTo>
                  <a:pt x="2956394" y="36027"/>
                  <a:pt x="2956620" y="35753"/>
                  <a:pt x="2956892" y="35619"/>
                </a:cubicBezTo>
                <a:cubicBezTo>
                  <a:pt x="2957212" y="35436"/>
                  <a:pt x="2957552" y="35344"/>
                  <a:pt x="2957915" y="35344"/>
                </a:cubicBezTo>
                <a:lnTo>
                  <a:pt x="2966427" y="35344"/>
                </a:lnTo>
                <a:lnTo>
                  <a:pt x="2966427" y="20771"/>
                </a:lnTo>
                <a:cubicBezTo>
                  <a:pt x="2966427" y="20454"/>
                  <a:pt x="2966496" y="20157"/>
                  <a:pt x="2966633" y="19885"/>
                </a:cubicBezTo>
                <a:cubicBezTo>
                  <a:pt x="2966813" y="19614"/>
                  <a:pt x="2967107" y="19385"/>
                  <a:pt x="2967516" y="19205"/>
                </a:cubicBezTo>
                <a:cubicBezTo>
                  <a:pt x="2967970" y="18977"/>
                  <a:pt x="2968562" y="18819"/>
                  <a:pt x="2969287" y="18728"/>
                </a:cubicBezTo>
                <a:cubicBezTo>
                  <a:pt x="2970013" y="18637"/>
                  <a:pt x="2970922" y="18591"/>
                  <a:pt x="2972013" y="18591"/>
                </a:cubicBezTo>
                <a:cubicBezTo>
                  <a:pt x="2973148" y="18591"/>
                  <a:pt x="2974079" y="18637"/>
                  <a:pt x="2974805" y="18728"/>
                </a:cubicBezTo>
                <a:cubicBezTo>
                  <a:pt x="2975531" y="18819"/>
                  <a:pt x="2976100" y="18977"/>
                  <a:pt x="2976508" y="19205"/>
                </a:cubicBezTo>
                <a:cubicBezTo>
                  <a:pt x="2976917" y="19385"/>
                  <a:pt x="2977211" y="19614"/>
                  <a:pt x="2977391" y="19885"/>
                </a:cubicBezTo>
                <a:cubicBezTo>
                  <a:pt x="2977574" y="20157"/>
                  <a:pt x="2977666" y="20454"/>
                  <a:pt x="2977666" y="20771"/>
                </a:cubicBezTo>
                <a:lnTo>
                  <a:pt x="2977666" y="35344"/>
                </a:lnTo>
                <a:lnTo>
                  <a:pt x="2993396" y="35344"/>
                </a:lnTo>
                <a:cubicBezTo>
                  <a:pt x="2993759" y="35344"/>
                  <a:pt x="2994079" y="35436"/>
                  <a:pt x="2994351" y="35619"/>
                </a:cubicBezTo>
                <a:cubicBezTo>
                  <a:pt x="2994622" y="35753"/>
                  <a:pt x="2994851" y="36027"/>
                  <a:pt x="2995031" y="36436"/>
                </a:cubicBezTo>
                <a:cubicBezTo>
                  <a:pt x="2995259" y="36799"/>
                  <a:pt x="2995416" y="37276"/>
                  <a:pt x="2995508" y="37865"/>
                </a:cubicBezTo>
                <a:cubicBezTo>
                  <a:pt x="2995599" y="38456"/>
                  <a:pt x="2995645" y="39182"/>
                  <a:pt x="2995645" y="40045"/>
                </a:cubicBezTo>
                <a:cubicBezTo>
                  <a:pt x="2995645" y="41679"/>
                  <a:pt x="2995439" y="42860"/>
                  <a:pt x="2995031" y="43585"/>
                </a:cubicBezTo>
                <a:cubicBezTo>
                  <a:pt x="2994622" y="44311"/>
                  <a:pt x="2994079" y="44677"/>
                  <a:pt x="2993396" y="44677"/>
                </a:cubicBezTo>
                <a:lnTo>
                  <a:pt x="2977666" y="44677"/>
                </a:lnTo>
                <a:lnTo>
                  <a:pt x="2977666" y="78864"/>
                </a:lnTo>
                <a:cubicBezTo>
                  <a:pt x="2977666" y="83088"/>
                  <a:pt x="2978277" y="86288"/>
                  <a:pt x="2979503" y="88468"/>
                </a:cubicBezTo>
                <a:cubicBezTo>
                  <a:pt x="2980775" y="90600"/>
                  <a:pt x="2983023" y="91669"/>
                  <a:pt x="2986247" y="91669"/>
                </a:cubicBezTo>
                <a:cubicBezTo>
                  <a:pt x="2987290" y="91669"/>
                  <a:pt x="2988221" y="91577"/>
                  <a:pt x="2989038" y="91394"/>
                </a:cubicBezTo>
                <a:cubicBezTo>
                  <a:pt x="2989856" y="91169"/>
                  <a:pt x="2990581" y="90940"/>
                  <a:pt x="2991219" y="90714"/>
                </a:cubicBezTo>
                <a:cubicBezTo>
                  <a:pt x="2991853" y="90488"/>
                  <a:pt x="2992399" y="90283"/>
                  <a:pt x="2992853" y="90103"/>
                </a:cubicBezTo>
                <a:cubicBezTo>
                  <a:pt x="2993308" y="89874"/>
                  <a:pt x="2993716" y="89760"/>
                  <a:pt x="2994079" y="89760"/>
                </a:cubicBezTo>
                <a:cubicBezTo>
                  <a:pt x="2994305" y="89760"/>
                  <a:pt x="2994511" y="89828"/>
                  <a:pt x="2994691" y="89966"/>
                </a:cubicBezTo>
                <a:cubicBezTo>
                  <a:pt x="2994919" y="90057"/>
                  <a:pt x="2995076" y="90260"/>
                  <a:pt x="2995168" y="90577"/>
                </a:cubicBezTo>
                <a:cubicBezTo>
                  <a:pt x="2995305" y="90897"/>
                  <a:pt x="2995416" y="91329"/>
                  <a:pt x="2995508" y="91871"/>
                </a:cubicBezTo>
                <a:cubicBezTo>
                  <a:pt x="2995599" y="92417"/>
                  <a:pt x="2995645" y="93097"/>
                  <a:pt x="2995645" y="93915"/>
                </a:cubicBezTo>
                <a:close/>
                <a:moveTo>
                  <a:pt x="3027109" y="45629"/>
                </a:moveTo>
                <a:cubicBezTo>
                  <a:pt x="3027109" y="47083"/>
                  <a:pt x="3026995" y="48309"/>
                  <a:pt x="3026769" y="49306"/>
                </a:cubicBezTo>
                <a:cubicBezTo>
                  <a:pt x="3026586" y="50306"/>
                  <a:pt x="3026200" y="51124"/>
                  <a:pt x="3025612" y="51758"/>
                </a:cubicBezTo>
                <a:cubicBezTo>
                  <a:pt x="3025066" y="52349"/>
                  <a:pt x="3024340" y="52781"/>
                  <a:pt x="3023431" y="53052"/>
                </a:cubicBezTo>
                <a:cubicBezTo>
                  <a:pt x="3022523" y="53281"/>
                  <a:pt x="3021365" y="53392"/>
                  <a:pt x="3019957" y="53392"/>
                </a:cubicBezTo>
                <a:cubicBezTo>
                  <a:pt x="3018505" y="53392"/>
                  <a:pt x="3017325" y="53281"/>
                  <a:pt x="3016416" y="53052"/>
                </a:cubicBezTo>
                <a:cubicBezTo>
                  <a:pt x="3015507" y="52781"/>
                  <a:pt x="3014782" y="52349"/>
                  <a:pt x="3014236" y="51758"/>
                </a:cubicBezTo>
                <a:cubicBezTo>
                  <a:pt x="3013693" y="51124"/>
                  <a:pt x="3013307" y="50306"/>
                  <a:pt x="3013079" y="49306"/>
                </a:cubicBezTo>
                <a:cubicBezTo>
                  <a:pt x="3012899" y="48309"/>
                  <a:pt x="3012807" y="47083"/>
                  <a:pt x="3012807" y="45629"/>
                </a:cubicBezTo>
                <a:cubicBezTo>
                  <a:pt x="3012807" y="44086"/>
                  <a:pt x="3012899" y="42814"/>
                  <a:pt x="3013079" y="41817"/>
                </a:cubicBezTo>
                <a:cubicBezTo>
                  <a:pt x="3013307" y="40771"/>
                  <a:pt x="3013693" y="39954"/>
                  <a:pt x="3014236" y="39365"/>
                </a:cubicBezTo>
                <a:cubicBezTo>
                  <a:pt x="3014782" y="38728"/>
                  <a:pt x="3015507" y="38296"/>
                  <a:pt x="3016416" y="38070"/>
                </a:cubicBezTo>
                <a:cubicBezTo>
                  <a:pt x="3017325" y="37796"/>
                  <a:pt x="3018505" y="37662"/>
                  <a:pt x="3019957" y="37662"/>
                </a:cubicBezTo>
                <a:cubicBezTo>
                  <a:pt x="3021365" y="37662"/>
                  <a:pt x="3022523" y="37796"/>
                  <a:pt x="3023431" y="38070"/>
                </a:cubicBezTo>
                <a:cubicBezTo>
                  <a:pt x="3024340" y="38296"/>
                  <a:pt x="3025066" y="38728"/>
                  <a:pt x="3025612" y="39365"/>
                </a:cubicBezTo>
                <a:cubicBezTo>
                  <a:pt x="3026200" y="39954"/>
                  <a:pt x="3026586" y="40771"/>
                  <a:pt x="3026769" y="41817"/>
                </a:cubicBezTo>
                <a:cubicBezTo>
                  <a:pt x="3026995" y="42814"/>
                  <a:pt x="3027109" y="44086"/>
                  <a:pt x="3027109" y="45629"/>
                </a:cubicBezTo>
                <a:close/>
                <a:moveTo>
                  <a:pt x="3027109" y="92894"/>
                </a:moveTo>
                <a:cubicBezTo>
                  <a:pt x="3027109" y="94392"/>
                  <a:pt x="3026995" y="95641"/>
                  <a:pt x="3026769" y="96641"/>
                </a:cubicBezTo>
                <a:cubicBezTo>
                  <a:pt x="3026586" y="97638"/>
                  <a:pt x="3026200" y="98455"/>
                  <a:pt x="3025612" y="99092"/>
                </a:cubicBezTo>
                <a:cubicBezTo>
                  <a:pt x="3025066" y="99681"/>
                  <a:pt x="3024340" y="100090"/>
                  <a:pt x="3023431" y="100318"/>
                </a:cubicBezTo>
                <a:cubicBezTo>
                  <a:pt x="3022523" y="100590"/>
                  <a:pt x="3021365" y="100727"/>
                  <a:pt x="3019957" y="100727"/>
                </a:cubicBezTo>
                <a:cubicBezTo>
                  <a:pt x="3018505" y="100727"/>
                  <a:pt x="3017325" y="100590"/>
                  <a:pt x="3016416" y="100318"/>
                </a:cubicBezTo>
                <a:cubicBezTo>
                  <a:pt x="3015507" y="100090"/>
                  <a:pt x="3014782" y="99681"/>
                  <a:pt x="3014236" y="99092"/>
                </a:cubicBezTo>
                <a:cubicBezTo>
                  <a:pt x="3013693" y="98455"/>
                  <a:pt x="3013307" y="97638"/>
                  <a:pt x="3013079" y="96641"/>
                </a:cubicBezTo>
                <a:cubicBezTo>
                  <a:pt x="3012899" y="95641"/>
                  <a:pt x="3012807" y="94392"/>
                  <a:pt x="3012807" y="92894"/>
                </a:cubicBezTo>
                <a:cubicBezTo>
                  <a:pt x="3012807" y="91394"/>
                  <a:pt x="3012899" y="90146"/>
                  <a:pt x="3013079" y="89148"/>
                </a:cubicBezTo>
                <a:cubicBezTo>
                  <a:pt x="3013307" y="88102"/>
                  <a:pt x="3013693" y="87285"/>
                  <a:pt x="3014236" y="86697"/>
                </a:cubicBezTo>
                <a:cubicBezTo>
                  <a:pt x="3014782" y="86105"/>
                  <a:pt x="3015507" y="85674"/>
                  <a:pt x="3016416" y="85402"/>
                </a:cubicBezTo>
                <a:cubicBezTo>
                  <a:pt x="3017325" y="85131"/>
                  <a:pt x="3018505" y="84993"/>
                  <a:pt x="3019957" y="84993"/>
                </a:cubicBezTo>
                <a:cubicBezTo>
                  <a:pt x="3021365" y="84993"/>
                  <a:pt x="3022523" y="85131"/>
                  <a:pt x="3023431" y="85402"/>
                </a:cubicBezTo>
                <a:cubicBezTo>
                  <a:pt x="3024340" y="85674"/>
                  <a:pt x="3025066" y="86105"/>
                  <a:pt x="3025612" y="86697"/>
                </a:cubicBezTo>
                <a:cubicBezTo>
                  <a:pt x="3026200" y="87285"/>
                  <a:pt x="3026586" y="88102"/>
                  <a:pt x="3026769" y="89148"/>
                </a:cubicBezTo>
                <a:cubicBezTo>
                  <a:pt x="3026995" y="90146"/>
                  <a:pt x="3027109" y="91394"/>
                  <a:pt x="3027109" y="92894"/>
                </a:cubicBezTo>
                <a:close/>
                <a:moveTo>
                  <a:pt x="3132056" y="95481"/>
                </a:moveTo>
                <a:cubicBezTo>
                  <a:pt x="3132056" y="96343"/>
                  <a:pt x="3131991" y="97072"/>
                  <a:pt x="3131853" y="97661"/>
                </a:cubicBezTo>
                <a:cubicBezTo>
                  <a:pt x="3131716" y="98252"/>
                  <a:pt x="3131536" y="98727"/>
                  <a:pt x="3131308" y="99092"/>
                </a:cubicBezTo>
                <a:cubicBezTo>
                  <a:pt x="3131082" y="99455"/>
                  <a:pt x="3130810" y="99727"/>
                  <a:pt x="3130490" y="99910"/>
                </a:cubicBezTo>
                <a:cubicBezTo>
                  <a:pt x="3130219" y="100044"/>
                  <a:pt x="3129925" y="100113"/>
                  <a:pt x="3129605" y="100113"/>
                </a:cubicBezTo>
                <a:lnTo>
                  <a:pt x="3083567" y="100113"/>
                </a:lnTo>
                <a:cubicBezTo>
                  <a:pt x="3083250" y="100113"/>
                  <a:pt x="3082953" y="100044"/>
                  <a:pt x="3082682" y="99910"/>
                </a:cubicBezTo>
                <a:cubicBezTo>
                  <a:pt x="3082410" y="99727"/>
                  <a:pt x="3082136" y="99455"/>
                  <a:pt x="3081864" y="99092"/>
                </a:cubicBezTo>
                <a:cubicBezTo>
                  <a:pt x="3081639" y="98727"/>
                  <a:pt x="3081456" y="98252"/>
                  <a:pt x="3081319" y="97661"/>
                </a:cubicBezTo>
                <a:cubicBezTo>
                  <a:pt x="3081184" y="97072"/>
                  <a:pt x="3081116" y="96343"/>
                  <a:pt x="3081116" y="95481"/>
                </a:cubicBezTo>
                <a:cubicBezTo>
                  <a:pt x="3081116" y="94663"/>
                  <a:pt x="3081184" y="93960"/>
                  <a:pt x="3081319" y="93372"/>
                </a:cubicBezTo>
                <a:cubicBezTo>
                  <a:pt x="3081456" y="92780"/>
                  <a:pt x="3081616" y="92303"/>
                  <a:pt x="3081796" y="91940"/>
                </a:cubicBezTo>
                <a:cubicBezTo>
                  <a:pt x="3082024" y="91531"/>
                  <a:pt x="3082273" y="91237"/>
                  <a:pt x="3082544" y="91054"/>
                </a:cubicBezTo>
                <a:cubicBezTo>
                  <a:pt x="3082864" y="90828"/>
                  <a:pt x="3083204" y="90714"/>
                  <a:pt x="3083567" y="90714"/>
                </a:cubicBezTo>
                <a:lnTo>
                  <a:pt x="3101955" y="90714"/>
                </a:lnTo>
                <a:lnTo>
                  <a:pt x="3101955" y="23700"/>
                </a:lnTo>
                <a:lnTo>
                  <a:pt x="3084930" y="33847"/>
                </a:lnTo>
                <a:cubicBezTo>
                  <a:pt x="3084067" y="34301"/>
                  <a:pt x="3083362" y="34573"/>
                  <a:pt x="3082819" y="34664"/>
                </a:cubicBezTo>
                <a:cubicBezTo>
                  <a:pt x="3082319" y="34756"/>
                  <a:pt x="3081910" y="34664"/>
                  <a:pt x="3081593" y="34393"/>
                </a:cubicBezTo>
                <a:cubicBezTo>
                  <a:pt x="3081276" y="34073"/>
                  <a:pt x="3081047" y="33576"/>
                  <a:pt x="3080910" y="32893"/>
                </a:cubicBezTo>
                <a:cubicBezTo>
                  <a:pt x="3080821" y="32213"/>
                  <a:pt x="3080776" y="31350"/>
                  <a:pt x="3080776" y="30307"/>
                </a:cubicBezTo>
                <a:cubicBezTo>
                  <a:pt x="3080776" y="29535"/>
                  <a:pt x="3080798" y="28875"/>
                  <a:pt x="3080844" y="28329"/>
                </a:cubicBezTo>
                <a:cubicBezTo>
                  <a:pt x="3080933" y="27786"/>
                  <a:pt x="3081047" y="27332"/>
                  <a:pt x="3081184" y="26969"/>
                </a:cubicBezTo>
                <a:cubicBezTo>
                  <a:pt x="3081319" y="26606"/>
                  <a:pt x="3081501" y="26286"/>
                  <a:pt x="3081727" y="26015"/>
                </a:cubicBezTo>
                <a:cubicBezTo>
                  <a:pt x="3082001" y="25743"/>
                  <a:pt x="3082342" y="25469"/>
                  <a:pt x="3082750" y="25197"/>
                </a:cubicBezTo>
                <a:lnTo>
                  <a:pt x="3103044" y="12190"/>
                </a:lnTo>
                <a:cubicBezTo>
                  <a:pt x="3103227" y="12053"/>
                  <a:pt x="3103453" y="11941"/>
                  <a:pt x="3103727" y="11850"/>
                </a:cubicBezTo>
                <a:cubicBezTo>
                  <a:pt x="3103999" y="11759"/>
                  <a:pt x="3104339" y="11667"/>
                  <a:pt x="3104747" y="11576"/>
                </a:cubicBezTo>
                <a:cubicBezTo>
                  <a:pt x="3105156" y="11487"/>
                  <a:pt x="3105633" y="11441"/>
                  <a:pt x="3106179" y="11441"/>
                </a:cubicBezTo>
                <a:cubicBezTo>
                  <a:pt x="3106722" y="11396"/>
                  <a:pt x="3107405" y="11373"/>
                  <a:pt x="3108222" y="11373"/>
                </a:cubicBezTo>
                <a:cubicBezTo>
                  <a:pt x="3109311" y="11373"/>
                  <a:pt x="3110219" y="11419"/>
                  <a:pt x="3110945" y="11510"/>
                </a:cubicBezTo>
                <a:cubicBezTo>
                  <a:pt x="3111671" y="11599"/>
                  <a:pt x="3112240" y="11736"/>
                  <a:pt x="3112648" y="11919"/>
                </a:cubicBezTo>
                <a:cubicBezTo>
                  <a:pt x="3113057" y="12053"/>
                  <a:pt x="3113328" y="12259"/>
                  <a:pt x="3113465" y="12530"/>
                </a:cubicBezTo>
                <a:cubicBezTo>
                  <a:pt x="3113603" y="12759"/>
                  <a:pt x="3113668" y="13007"/>
                  <a:pt x="3113668" y="13279"/>
                </a:cubicBezTo>
                <a:lnTo>
                  <a:pt x="3113668" y="90714"/>
                </a:lnTo>
                <a:lnTo>
                  <a:pt x="3129605" y="90714"/>
                </a:lnTo>
                <a:cubicBezTo>
                  <a:pt x="3129970" y="90714"/>
                  <a:pt x="3130310" y="90828"/>
                  <a:pt x="3130628" y="91054"/>
                </a:cubicBezTo>
                <a:cubicBezTo>
                  <a:pt x="3130945" y="91237"/>
                  <a:pt x="3131196" y="91531"/>
                  <a:pt x="3131376" y="91940"/>
                </a:cubicBezTo>
                <a:cubicBezTo>
                  <a:pt x="3131605" y="92303"/>
                  <a:pt x="3131762" y="92780"/>
                  <a:pt x="3131853" y="93372"/>
                </a:cubicBezTo>
                <a:cubicBezTo>
                  <a:pt x="3131991" y="93960"/>
                  <a:pt x="3132056" y="94663"/>
                  <a:pt x="3132056" y="95481"/>
                </a:cubicBezTo>
                <a:close/>
                <a:moveTo>
                  <a:pt x="3164543" y="92689"/>
                </a:moveTo>
                <a:cubicBezTo>
                  <a:pt x="3164543" y="95912"/>
                  <a:pt x="3163997" y="98069"/>
                  <a:pt x="3162909" y="99158"/>
                </a:cubicBezTo>
                <a:cubicBezTo>
                  <a:pt x="3161866" y="100204"/>
                  <a:pt x="3159934" y="100727"/>
                  <a:pt x="3157119" y="100727"/>
                </a:cubicBezTo>
                <a:cubicBezTo>
                  <a:pt x="3154396" y="100727"/>
                  <a:pt x="3152510" y="100204"/>
                  <a:pt x="3151467" y="99158"/>
                </a:cubicBezTo>
                <a:cubicBezTo>
                  <a:pt x="3150424" y="98115"/>
                  <a:pt x="3149901" y="96026"/>
                  <a:pt x="3149901" y="92894"/>
                </a:cubicBezTo>
                <a:cubicBezTo>
                  <a:pt x="3149901" y="89671"/>
                  <a:pt x="3150424" y="87537"/>
                  <a:pt x="3151467" y="86491"/>
                </a:cubicBezTo>
                <a:cubicBezTo>
                  <a:pt x="3152556" y="85402"/>
                  <a:pt x="3154511" y="84856"/>
                  <a:pt x="3157325" y="84856"/>
                </a:cubicBezTo>
                <a:cubicBezTo>
                  <a:pt x="3160048" y="84856"/>
                  <a:pt x="3161931" y="85379"/>
                  <a:pt x="3162977" y="86425"/>
                </a:cubicBezTo>
                <a:cubicBezTo>
                  <a:pt x="3164020" y="87468"/>
                  <a:pt x="3164543" y="89557"/>
                  <a:pt x="3164543" y="92689"/>
                </a:cubicBezTo>
                <a:close/>
                <a:moveTo>
                  <a:pt x="3285838" y="54755"/>
                </a:moveTo>
                <a:cubicBezTo>
                  <a:pt x="3285838" y="62382"/>
                  <a:pt x="3284861" y="69057"/>
                  <a:pt x="3282909" y="74778"/>
                </a:cubicBezTo>
                <a:cubicBezTo>
                  <a:pt x="3280958" y="80453"/>
                  <a:pt x="3278097" y="85176"/>
                  <a:pt x="3274328" y="88943"/>
                </a:cubicBezTo>
                <a:cubicBezTo>
                  <a:pt x="3270605" y="92666"/>
                  <a:pt x="3266019" y="95458"/>
                  <a:pt x="3260570" y="97321"/>
                </a:cubicBezTo>
                <a:cubicBezTo>
                  <a:pt x="3255123" y="99181"/>
                  <a:pt x="3248631" y="100113"/>
                  <a:pt x="3241093" y="100113"/>
                </a:cubicBezTo>
                <a:lnTo>
                  <a:pt x="3222433" y="100113"/>
                </a:lnTo>
                <a:cubicBezTo>
                  <a:pt x="3221387" y="100113"/>
                  <a:pt x="3220390" y="99772"/>
                  <a:pt x="3219436" y="99092"/>
                </a:cubicBezTo>
                <a:cubicBezTo>
                  <a:pt x="3218527" y="98364"/>
                  <a:pt x="3218073" y="97115"/>
                  <a:pt x="3218073" y="95346"/>
                </a:cubicBezTo>
                <a:lnTo>
                  <a:pt x="3218073" y="16754"/>
                </a:lnTo>
                <a:cubicBezTo>
                  <a:pt x="3218073" y="14982"/>
                  <a:pt x="3218527" y="13756"/>
                  <a:pt x="3219436" y="13076"/>
                </a:cubicBezTo>
                <a:cubicBezTo>
                  <a:pt x="3220390" y="12350"/>
                  <a:pt x="3221387" y="11984"/>
                  <a:pt x="3222433" y="11984"/>
                </a:cubicBezTo>
                <a:lnTo>
                  <a:pt x="3242387" y="11984"/>
                </a:lnTo>
                <a:cubicBezTo>
                  <a:pt x="3250014" y="11984"/>
                  <a:pt x="3256463" y="12984"/>
                  <a:pt x="3261730" y="14982"/>
                </a:cubicBezTo>
                <a:cubicBezTo>
                  <a:pt x="3266996" y="16934"/>
                  <a:pt x="3271399" y="19771"/>
                  <a:pt x="3274940" y="23494"/>
                </a:cubicBezTo>
                <a:cubicBezTo>
                  <a:pt x="3278529" y="27172"/>
                  <a:pt x="3281229" y="31644"/>
                  <a:pt x="3283047" y="36913"/>
                </a:cubicBezTo>
                <a:cubicBezTo>
                  <a:pt x="3284907" y="42180"/>
                  <a:pt x="3285838" y="48126"/>
                  <a:pt x="3285838" y="54755"/>
                </a:cubicBezTo>
                <a:close/>
                <a:moveTo>
                  <a:pt x="3273511" y="55233"/>
                </a:moveTo>
                <a:cubicBezTo>
                  <a:pt x="3273511" y="50463"/>
                  <a:pt x="3272920" y="46037"/>
                  <a:pt x="3271739" y="41951"/>
                </a:cubicBezTo>
                <a:cubicBezTo>
                  <a:pt x="3270559" y="37819"/>
                  <a:pt x="3268699" y="34256"/>
                  <a:pt x="3266156" y="31258"/>
                </a:cubicBezTo>
                <a:cubicBezTo>
                  <a:pt x="3263658" y="28264"/>
                  <a:pt x="3260481" y="25923"/>
                  <a:pt x="3256620" y="24243"/>
                </a:cubicBezTo>
                <a:cubicBezTo>
                  <a:pt x="3252763" y="22566"/>
                  <a:pt x="3247791" y="21726"/>
                  <a:pt x="3241707" y="21726"/>
                </a:cubicBezTo>
                <a:lnTo>
                  <a:pt x="3229789" y="21726"/>
                </a:lnTo>
                <a:lnTo>
                  <a:pt x="3229789" y="90306"/>
                </a:lnTo>
                <a:lnTo>
                  <a:pt x="3241841" y="90306"/>
                </a:lnTo>
                <a:cubicBezTo>
                  <a:pt x="3247471" y="90306"/>
                  <a:pt x="3252217" y="89603"/>
                  <a:pt x="3256075" y="88194"/>
                </a:cubicBezTo>
                <a:cubicBezTo>
                  <a:pt x="3259935" y="86788"/>
                  <a:pt x="3263158" y="84631"/>
                  <a:pt x="3265747" y="81724"/>
                </a:cubicBezTo>
                <a:cubicBezTo>
                  <a:pt x="3268336" y="78818"/>
                  <a:pt x="3270265" y="75187"/>
                  <a:pt x="3271537" y="70829"/>
                </a:cubicBezTo>
                <a:cubicBezTo>
                  <a:pt x="3272851" y="66423"/>
                  <a:pt x="3273511" y="61225"/>
                  <a:pt x="3273511" y="55233"/>
                </a:cubicBezTo>
                <a:close/>
                <a:moveTo>
                  <a:pt x="3354896" y="65108"/>
                </a:moveTo>
                <a:cubicBezTo>
                  <a:pt x="3354896" y="66877"/>
                  <a:pt x="3354441" y="68149"/>
                  <a:pt x="3353533" y="68920"/>
                </a:cubicBezTo>
                <a:cubicBezTo>
                  <a:pt x="3352670" y="69649"/>
                  <a:pt x="3351672" y="70012"/>
                  <a:pt x="3350538" y="70012"/>
                </a:cubicBezTo>
                <a:lnTo>
                  <a:pt x="3310356" y="70012"/>
                </a:lnTo>
                <a:cubicBezTo>
                  <a:pt x="3310356" y="73415"/>
                  <a:pt x="3310696" y="76481"/>
                  <a:pt x="3311376" y="79204"/>
                </a:cubicBezTo>
                <a:cubicBezTo>
                  <a:pt x="3312059" y="81930"/>
                  <a:pt x="3313193" y="84268"/>
                  <a:pt x="3314782" y="86219"/>
                </a:cubicBezTo>
                <a:cubicBezTo>
                  <a:pt x="3316371" y="88171"/>
                  <a:pt x="3318437" y="89671"/>
                  <a:pt x="3320980" y="90714"/>
                </a:cubicBezTo>
                <a:cubicBezTo>
                  <a:pt x="3323523" y="91760"/>
                  <a:pt x="3326632" y="92280"/>
                  <a:pt x="3330310" y="92280"/>
                </a:cubicBezTo>
                <a:cubicBezTo>
                  <a:pt x="3333216" y="92280"/>
                  <a:pt x="3335805" y="92054"/>
                  <a:pt x="3338073" y="91600"/>
                </a:cubicBezTo>
                <a:cubicBezTo>
                  <a:pt x="3340345" y="91100"/>
                  <a:pt x="3342297" y="90554"/>
                  <a:pt x="3343931" y="89966"/>
                </a:cubicBezTo>
                <a:cubicBezTo>
                  <a:pt x="3345612" y="89374"/>
                  <a:pt x="3346972" y="88854"/>
                  <a:pt x="3348018" y="88400"/>
                </a:cubicBezTo>
                <a:cubicBezTo>
                  <a:pt x="3349106" y="87900"/>
                  <a:pt x="3349924" y="87651"/>
                  <a:pt x="3350469" y="87651"/>
                </a:cubicBezTo>
                <a:cubicBezTo>
                  <a:pt x="3350787" y="87651"/>
                  <a:pt x="3351058" y="87740"/>
                  <a:pt x="3351287" y="87922"/>
                </a:cubicBezTo>
                <a:cubicBezTo>
                  <a:pt x="3351558" y="88060"/>
                  <a:pt x="3351764" y="88285"/>
                  <a:pt x="3351898" y="88603"/>
                </a:cubicBezTo>
                <a:cubicBezTo>
                  <a:pt x="3352035" y="88920"/>
                  <a:pt x="3352127" y="89374"/>
                  <a:pt x="3352172" y="89966"/>
                </a:cubicBezTo>
                <a:cubicBezTo>
                  <a:pt x="3352261" y="90511"/>
                  <a:pt x="3352307" y="91191"/>
                  <a:pt x="3352307" y="92009"/>
                </a:cubicBezTo>
                <a:cubicBezTo>
                  <a:pt x="3352307" y="92597"/>
                  <a:pt x="3352284" y="93120"/>
                  <a:pt x="3352241" y="93575"/>
                </a:cubicBezTo>
                <a:cubicBezTo>
                  <a:pt x="3352195" y="93983"/>
                  <a:pt x="3352127" y="94369"/>
                  <a:pt x="3352035" y="94732"/>
                </a:cubicBezTo>
                <a:cubicBezTo>
                  <a:pt x="3351990" y="95049"/>
                  <a:pt x="3351875" y="95346"/>
                  <a:pt x="3351695" y="95618"/>
                </a:cubicBezTo>
                <a:cubicBezTo>
                  <a:pt x="3351558" y="95889"/>
                  <a:pt x="3351355" y="96163"/>
                  <a:pt x="3351081" y="96435"/>
                </a:cubicBezTo>
                <a:cubicBezTo>
                  <a:pt x="3350855" y="96664"/>
                  <a:pt x="3350129" y="97072"/>
                  <a:pt x="3348903" y="97661"/>
                </a:cubicBezTo>
                <a:cubicBezTo>
                  <a:pt x="3347678" y="98207"/>
                  <a:pt x="3346089" y="98749"/>
                  <a:pt x="3344134" y="99295"/>
                </a:cubicBezTo>
                <a:cubicBezTo>
                  <a:pt x="3342183" y="99841"/>
                  <a:pt x="3339914" y="100318"/>
                  <a:pt x="3337325" y="100727"/>
                </a:cubicBezTo>
                <a:cubicBezTo>
                  <a:pt x="3334782" y="101178"/>
                  <a:pt x="3332058" y="101407"/>
                  <a:pt x="3329152" y="101407"/>
                </a:cubicBezTo>
                <a:cubicBezTo>
                  <a:pt x="3324112" y="101407"/>
                  <a:pt x="3319685" y="100704"/>
                  <a:pt x="3315871" y="99295"/>
                </a:cubicBezTo>
                <a:cubicBezTo>
                  <a:pt x="3312105" y="97889"/>
                  <a:pt x="3308924" y="95801"/>
                  <a:pt x="3306338" y="93029"/>
                </a:cubicBezTo>
                <a:cubicBezTo>
                  <a:pt x="3303749" y="90260"/>
                  <a:pt x="3301798" y="86788"/>
                  <a:pt x="3300480" y="82610"/>
                </a:cubicBezTo>
                <a:cubicBezTo>
                  <a:pt x="3299163" y="78433"/>
                  <a:pt x="3298506" y="73575"/>
                  <a:pt x="3298506" y="68034"/>
                </a:cubicBezTo>
                <a:cubicBezTo>
                  <a:pt x="3298506" y="62768"/>
                  <a:pt x="3299186" y="58047"/>
                  <a:pt x="3300549" y="53870"/>
                </a:cubicBezTo>
                <a:cubicBezTo>
                  <a:pt x="3301909" y="49646"/>
                  <a:pt x="3303864" y="46083"/>
                  <a:pt x="3306404" y="43177"/>
                </a:cubicBezTo>
                <a:cubicBezTo>
                  <a:pt x="3308993" y="40225"/>
                  <a:pt x="3312105" y="37979"/>
                  <a:pt x="3315736" y="36436"/>
                </a:cubicBezTo>
                <a:cubicBezTo>
                  <a:pt x="3319368" y="34847"/>
                  <a:pt x="3323432" y="34053"/>
                  <a:pt x="3327927" y="34053"/>
                </a:cubicBezTo>
                <a:cubicBezTo>
                  <a:pt x="3332739" y="34053"/>
                  <a:pt x="3336825" y="34824"/>
                  <a:pt x="3340185" y="36367"/>
                </a:cubicBezTo>
                <a:cubicBezTo>
                  <a:pt x="3343591" y="37910"/>
                  <a:pt x="3346383" y="39999"/>
                  <a:pt x="3348561" y="42634"/>
                </a:cubicBezTo>
                <a:cubicBezTo>
                  <a:pt x="3350741" y="45220"/>
                  <a:pt x="3352330" y="48286"/>
                  <a:pt x="3353330" y="51826"/>
                </a:cubicBezTo>
                <a:cubicBezTo>
                  <a:pt x="3354373" y="55324"/>
                  <a:pt x="3354896" y="59067"/>
                  <a:pt x="3354896" y="63065"/>
                </a:cubicBezTo>
                <a:lnTo>
                  <a:pt x="3354896" y="65108"/>
                </a:lnTo>
                <a:close/>
                <a:moveTo>
                  <a:pt x="3343591" y="61771"/>
                </a:moveTo>
                <a:cubicBezTo>
                  <a:pt x="3343726" y="55867"/>
                  <a:pt x="3342411" y="51238"/>
                  <a:pt x="3339639" y="47877"/>
                </a:cubicBezTo>
                <a:cubicBezTo>
                  <a:pt x="3336916" y="44517"/>
                  <a:pt x="3332853" y="42837"/>
                  <a:pt x="3327449" y="42837"/>
                </a:cubicBezTo>
                <a:cubicBezTo>
                  <a:pt x="3324680" y="42837"/>
                  <a:pt x="3322252" y="43360"/>
                  <a:pt x="3320163" y="44403"/>
                </a:cubicBezTo>
                <a:cubicBezTo>
                  <a:pt x="3318074" y="45449"/>
                  <a:pt x="3316325" y="46832"/>
                  <a:pt x="3314919" y="48557"/>
                </a:cubicBezTo>
                <a:cubicBezTo>
                  <a:pt x="3313510" y="50283"/>
                  <a:pt x="3312422" y="52304"/>
                  <a:pt x="3311650" y="54618"/>
                </a:cubicBezTo>
                <a:cubicBezTo>
                  <a:pt x="3310879" y="56890"/>
                  <a:pt x="3310447" y="59273"/>
                  <a:pt x="3310356" y="61771"/>
                </a:cubicBezTo>
                <a:lnTo>
                  <a:pt x="3343591" y="61771"/>
                </a:lnTo>
                <a:close/>
                <a:moveTo>
                  <a:pt x="3410468" y="81724"/>
                </a:moveTo>
                <a:cubicBezTo>
                  <a:pt x="3410468" y="84856"/>
                  <a:pt x="3409880" y="87651"/>
                  <a:pt x="3408699" y="90103"/>
                </a:cubicBezTo>
                <a:cubicBezTo>
                  <a:pt x="3407562" y="92554"/>
                  <a:pt x="3405928" y="94620"/>
                  <a:pt x="3403793" y="96298"/>
                </a:cubicBezTo>
                <a:cubicBezTo>
                  <a:pt x="3401661" y="97978"/>
                  <a:pt x="3399118" y="99250"/>
                  <a:pt x="3396166" y="100113"/>
                </a:cubicBezTo>
                <a:cubicBezTo>
                  <a:pt x="3393215" y="100975"/>
                  <a:pt x="3389969" y="101407"/>
                  <a:pt x="3386428" y="101407"/>
                </a:cubicBezTo>
                <a:cubicBezTo>
                  <a:pt x="3384248" y="101407"/>
                  <a:pt x="3382159" y="101224"/>
                  <a:pt x="3380162" y="100861"/>
                </a:cubicBezTo>
                <a:cubicBezTo>
                  <a:pt x="3378210" y="100544"/>
                  <a:pt x="3376438" y="100135"/>
                  <a:pt x="3374850" y="99635"/>
                </a:cubicBezTo>
                <a:cubicBezTo>
                  <a:pt x="3373306" y="99092"/>
                  <a:pt x="3371989" y="98547"/>
                  <a:pt x="3370900" y="98001"/>
                </a:cubicBezTo>
                <a:cubicBezTo>
                  <a:pt x="3369809" y="97412"/>
                  <a:pt x="3369015" y="96889"/>
                  <a:pt x="3368517" y="96435"/>
                </a:cubicBezTo>
                <a:cubicBezTo>
                  <a:pt x="3368017" y="95981"/>
                  <a:pt x="3367654" y="95346"/>
                  <a:pt x="3367426" y="94529"/>
                </a:cubicBezTo>
                <a:cubicBezTo>
                  <a:pt x="3367200" y="93712"/>
                  <a:pt x="3367086" y="92597"/>
                  <a:pt x="3367086" y="91191"/>
                </a:cubicBezTo>
                <a:cubicBezTo>
                  <a:pt x="3367086" y="90328"/>
                  <a:pt x="3367131" y="89603"/>
                  <a:pt x="3367223" y="89011"/>
                </a:cubicBezTo>
                <a:cubicBezTo>
                  <a:pt x="3367314" y="88422"/>
                  <a:pt x="3367426" y="87945"/>
                  <a:pt x="3367563" y="87582"/>
                </a:cubicBezTo>
                <a:cubicBezTo>
                  <a:pt x="3367700" y="87219"/>
                  <a:pt x="3367880" y="86968"/>
                  <a:pt x="3368109" y="86834"/>
                </a:cubicBezTo>
                <a:cubicBezTo>
                  <a:pt x="3368380" y="86651"/>
                  <a:pt x="3368674" y="86559"/>
                  <a:pt x="3368992" y="86559"/>
                </a:cubicBezTo>
                <a:cubicBezTo>
                  <a:pt x="3369492" y="86559"/>
                  <a:pt x="3370220" y="86877"/>
                  <a:pt x="3371172" y="87514"/>
                </a:cubicBezTo>
                <a:cubicBezTo>
                  <a:pt x="3372172" y="88102"/>
                  <a:pt x="3373375" y="88763"/>
                  <a:pt x="3374781" y="89488"/>
                </a:cubicBezTo>
                <a:cubicBezTo>
                  <a:pt x="3376235" y="90214"/>
                  <a:pt x="3377938" y="90897"/>
                  <a:pt x="3379890" y="91531"/>
                </a:cubicBezTo>
                <a:cubicBezTo>
                  <a:pt x="3381842" y="92123"/>
                  <a:pt x="3384091" y="92417"/>
                  <a:pt x="3386631" y="92417"/>
                </a:cubicBezTo>
                <a:cubicBezTo>
                  <a:pt x="3388540" y="92417"/>
                  <a:pt x="3390266" y="92212"/>
                  <a:pt x="3391809" y="91803"/>
                </a:cubicBezTo>
                <a:cubicBezTo>
                  <a:pt x="3393352" y="91394"/>
                  <a:pt x="3394692" y="90806"/>
                  <a:pt x="3395826" y="90034"/>
                </a:cubicBezTo>
                <a:cubicBezTo>
                  <a:pt x="3396961" y="89217"/>
                  <a:pt x="3397824" y="88194"/>
                  <a:pt x="3398415" y="86968"/>
                </a:cubicBezTo>
                <a:cubicBezTo>
                  <a:pt x="3399050" y="85742"/>
                  <a:pt x="3399367" y="84291"/>
                  <a:pt x="3399367" y="82610"/>
                </a:cubicBezTo>
                <a:cubicBezTo>
                  <a:pt x="3399367" y="80884"/>
                  <a:pt x="3398913" y="79433"/>
                  <a:pt x="3398007" y="78253"/>
                </a:cubicBezTo>
                <a:cubicBezTo>
                  <a:pt x="3397144" y="77070"/>
                  <a:pt x="3395986" y="76027"/>
                  <a:pt x="3394532" y="75118"/>
                </a:cubicBezTo>
                <a:cubicBezTo>
                  <a:pt x="3393080" y="74209"/>
                  <a:pt x="3391446" y="73415"/>
                  <a:pt x="3389629" y="72735"/>
                </a:cubicBezTo>
                <a:cubicBezTo>
                  <a:pt x="3387811" y="72009"/>
                  <a:pt x="3385928" y="71260"/>
                  <a:pt x="3383976" y="70486"/>
                </a:cubicBezTo>
                <a:cubicBezTo>
                  <a:pt x="3382070" y="69714"/>
                  <a:pt x="3380184" y="68851"/>
                  <a:pt x="3378324" y="67900"/>
                </a:cubicBezTo>
                <a:cubicBezTo>
                  <a:pt x="3376507" y="66900"/>
                  <a:pt x="3374872" y="65697"/>
                  <a:pt x="3373421" y="64291"/>
                </a:cubicBezTo>
                <a:cubicBezTo>
                  <a:pt x="3371966" y="62882"/>
                  <a:pt x="3370786" y="61202"/>
                  <a:pt x="3369877" y="59250"/>
                </a:cubicBezTo>
                <a:cubicBezTo>
                  <a:pt x="3369015" y="57299"/>
                  <a:pt x="3368586" y="54958"/>
                  <a:pt x="3368586" y="52235"/>
                </a:cubicBezTo>
                <a:cubicBezTo>
                  <a:pt x="3368586" y="49829"/>
                  <a:pt x="3369037" y="47537"/>
                  <a:pt x="3369946" y="45357"/>
                </a:cubicBezTo>
                <a:cubicBezTo>
                  <a:pt x="3370900" y="43131"/>
                  <a:pt x="3372306" y="41202"/>
                  <a:pt x="3374169" y="39568"/>
                </a:cubicBezTo>
                <a:cubicBezTo>
                  <a:pt x="3376030" y="37888"/>
                  <a:pt x="3378347" y="36547"/>
                  <a:pt x="3381116" y="35550"/>
                </a:cubicBezTo>
                <a:cubicBezTo>
                  <a:pt x="3383931" y="34550"/>
                  <a:pt x="3387200" y="34053"/>
                  <a:pt x="3390923" y="34053"/>
                </a:cubicBezTo>
                <a:cubicBezTo>
                  <a:pt x="3392557" y="34053"/>
                  <a:pt x="3394192" y="34187"/>
                  <a:pt x="3395826" y="34461"/>
                </a:cubicBezTo>
                <a:cubicBezTo>
                  <a:pt x="3397461" y="34733"/>
                  <a:pt x="3398935" y="35073"/>
                  <a:pt x="3400253" y="35482"/>
                </a:cubicBezTo>
                <a:cubicBezTo>
                  <a:pt x="3401570" y="35890"/>
                  <a:pt x="3402682" y="36345"/>
                  <a:pt x="3403590" y="36845"/>
                </a:cubicBezTo>
                <a:cubicBezTo>
                  <a:pt x="3404545" y="37299"/>
                  <a:pt x="3405248" y="37708"/>
                  <a:pt x="3405702" y="38070"/>
                </a:cubicBezTo>
                <a:cubicBezTo>
                  <a:pt x="3406202" y="38433"/>
                  <a:pt x="3406519" y="38751"/>
                  <a:pt x="3406656" y="39022"/>
                </a:cubicBezTo>
                <a:cubicBezTo>
                  <a:pt x="3406836" y="39296"/>
                  <a:pt x="3406951" y="39614"/>
                  <a:pt x="3406996" y="39976"/>
                </a:cubicBezTo>
                <a:cubicBezTo>
                  <a:pt x="3407085" y="40294"/>
                  <a:pt x="3407154" y="40702"/>
                  <a:pt x="3407199" y="41202"/>
                </a:cubicBezTo>
                <a:cubicBezTo>
                  <a:pt x="3407291" y="41702"/>
                  <a:pt x="3407336" y="42314"/>
                  <a:pt x="3407336" y="43043"/>
                </a:cubicBezTo>
                <a:cubicBezTo>
                  <a:pt x="3407336" y="43814"/>
                  <a:pt x="3407291" y="44494"/>
                  <a:pt x="3407199" y="45086"/>
                </a:cubicBezTo>
                <a:cubicBezTo>
                  <a:pt x="3407154" y="45629"/>
                  <a:pt x="3407042" y="46083"/>
                  <a:pt x="3406859" y="46446"/>
                </a:cubicBezTo>
                <a:cubicBezTo>
                  <a:pt x="3406722" y="46809"/>
                  <a:pt x="3406542" y="47083"/>
                  <a:pt x="3406313" y="47263"/>
                </a:cubicBezTo>
                <a:cubicBezTo>
                  <a:pt x="3406088" y="47400"/>
                  <a:pt x="3405839" y="47469"/>
                  <a:pt x="3405565" y="47469"/>
                </a:cubicBezTo>
                <a:cubicBezTo>
                  <a:pt x="3405156" y="47469"/>
                  <a:pt x="3404568" y="47217"/>
                  <a:pt x="3403793" y="46720"/>
                </a:cubicBezTo>
                <a:cubicBezTo>
                  <a:pt x="3403022" y="46220"/>
                  <a:pt x="3402024" y="45697"/>
                  <a:pt x="3400798" y="45151"/>
                </a:cubicBezTo>
                <a:cubicBezTo>
                  <a:pt x="3399573" y="44563"/>
                  <a:pt x="3398118" y="44017"/>
                  <a:pt x="3396438" y="43517"/>
                </a:cubicBezTo>
                <a:cubicBezTo>
                  <a:pt x="3394803" y="43020"/>
                  <a:pt x="3392920" y="42768"/>
                  <a:pt x="3390786" y="42768"/>
                </a:cubicBezTo>
                <a:cubicBezTo>
                  <a:pt x="3388880" y="42768"/>
                  <a:pt x="3387200" y="42997"/>
                  <a:pt x="3385748" y="43451"/>
                </a:cubicBezTo>
                <a:cubicBezTo>
                  <a:pt x="3384294" y="43860"/>
                  <a:pt x="3383091" y="44471"/>
                  <a:pt x="3382136" y="45289"/>
                </a:cubicBezTo>
                <a:cubicBezTo>
                  <a:pt x="3381230" y="46060"/>
                  <a:pt x="3380525" y="46992"/>
                  <a:pt x="3380027" y="48080"/>
                </a:cubicBezTo>
                <a:cubicBezTo>
                  <a:pt x="3379573" y="49172"/>
                  <a:pt x="3379344" y="50352"/>
                  <a:pt x="3379344" y="51624"/>
                </a:cubicBezTo>
                <a:cubicBezTo>
                  <a:pt x="3379344" y="53392"/>
                  <a:pt x="3379799" y="54893"/>
                  <a:pt x="3380707" y="56118"/>
                </a:cubicBezTo>
                <a:cubicBezTo>
                  <a:pt x="3381616" y="57299"/>
                  <a:pt x="3382796" y="58342"/>
                  <a:pt x="3384248" y="59250"/>
                </a:cubicBezTo>
                <a:cubicBezTo>
                  <a:pt x="3385702" y="60159"/>
                  <a:pt x="3387360" y="60976"/>
                  <a:pt x="3389220" y="61702"/>
                </a:cubicBezTo>
                <a:cubicBezTo>
                  <a:pt x="3391083" y="62428"/>
                  <a:pt x="3392966" y="63176"/>
                  <a:pt x="3394872" y="63948"/>
                </a:cubicBezTo>
                <a:cubicBezTo>
                  <a:pt x="3396827" y="64722"/>
                  <a:pt x="3398733" y="65582"/>
                  <a:pt x="3400593" y="66537"/>
                </a:cubicBezTo>
                <a:cubicBezTo>
                  <a:pt x="3402502" y="67491"/>
                  <a:pt x="3404182" y="68649"/>
                  <a:pt x="3405633" y="70012"/>
                </a:cubicBezTo>
                <a:cubicBezTo>
                  <a:pt x="3407085" y="71372"/>
                  <a:pt x="3408245" y="73006"/>
                  <a:pt x="3409108" y="74915"/>
                </a:cubicBezTo>
                <a:cubicBezTo>
                  <a:pt x="3410014" y="76821"/>
                  <a:pt x="3410468" y="79090"/>
                  <a:pt x="3410468" y="81724"/>
                </a:cubicBezTo>
                <a:close/>
                <a:moveTo>
                  <a:pt x="3470604" y="89080"/>
                </a:moveTo>
                <a:cubicBezTo>
                  <a:pt x="3470604" y="89851"/>
                  <a:pt x="3470581" y="90534"/>
                  <a:pt x="3470536" y="91123"/>
                </a:cubicBezTo>
                <a:cubicBezTo>
                  <a:pt x="3470490" y="91669"/>
                  <a:pt x="3470401" y="92146"/>
                  <a:pt x="3470264" y="92554"/>
                </a:cubicBezTo>
                <a:cubicBezTo>
                  <a:pt x="3470173" y="92917"/>
                  <a:pt x="3470039" y="93257"/>
                  <a:pt x="3469856" y="93575"/>
                </a:cubicBezTo>
                <a:cubicBezTo>
                  <a:pt x="3469719" y="93846"/>
                  <a:pt x="3469356" y="94277"/>
                  <a:pt x="3468767" y="94869"/>
                </a:cubicBezTo>
                <a:cubicBezTo>
                  <a:pt x="3468221" y="95415"/>
                  <a:pt x="3467267" y="96118"/>
                  <a:pt x="3465907" y="96981"/>
                </a:cubicBezTo>
                <a:cubicBezTo>
                  <a:pt x="3464544" y="97798"/>
                  <a:pt x="3463001" y="98547"/>
                  <a:pt x="3461275" y="99227"/>
                </a:cubicBezTo>
                <a:cubicBezTo>
                  <a:pt x="3459594" y="99864"/>
                  <a:pt x="3457757" y="100384"/>
                  <a:pt x="3455760" y="100793"/>
                </a:cubicBezTo>
                <a:cubicBezTo>
                  <a:pt x="3453759" y="101201"/>
                  <a:pt x="3451693" y="101407"/>
                  <a:pt x="3449562" y="101407"/>
                </a:cubicBezTo>
                <a:cubicBezTo>
                  <a:pt x="3445155" y="101407"/>
                  <a:pt x="3441252" y="100681"/>
                  <a:pt x="3437846" y="99227"/>
                </a:cubicBezTo>
                <a:cubicBezTo>
                  <a:pt x="3434443" y="97775"/>
                  <a:pt x="3431582" y="95663"/>
                  <a:pt x="3429265" y="92894"/>
                </a:cubicBezTo>
                <a:cubicBezTo>
                  <a:pt x="3426996" y="90080"/>
                  <a:pt x="3425247" y="86651"/>
                  <a:pt x="3424021" y="82610"/>
                </a:cubicBezTo>
                <a:cubicBezTo>
                  <a:pt x="3422841" y="78524"/>
                  <a:pt x="3422250" y="73824"/>
                  <a:pt x="3422250" y="68511"/>
                </a:cubicBezTo>
                <a:cubicBezTo>
                  <a:pt x="3422250" y="62474"/>
                  <a:pt x="3422978" y="57299"/>
                  <a:pt x="3424430" y="52984"/>
                </a:cubicBezTo>
                <a:cubicBezTo>
                  <a:pt x="3425927" y="48626"/>
                  <a:pt x="3427950" y="45063"/>
                  <a:pt x="3430491" y="42291"/>
                </a:cubicBezTo>
                <a:cubicBezTo>
                  <a:pt x="3433080" y="39522"/>
                  <a:pt x="3436100" y="37479"/>
                  <a:pt x="3439549" y="36162"/>
                </a:cubicBezTo>
                <a:cubicBezTo>
                  <a:pt x="3443047" y="34801"/>
                  <a:pt x="3446813" y="34119"/>
                  <a:pt x="3450856" y="34119"/>
                </a:cubicBezTo>
                <a:cubicBezTo>
                  <a:pt x="3452808" y="34119"/>
                  <a:pt x="3454691" y="34301"/>
                  <a:pt x="3456508" y="34664"/>
                </a:cubicBezTo>
                <a:cubicBezTo>
                  <a:pt x="3458369" y="35027"/>
                  <a:pt x="3460072" y="35504"/>
                  <a:pt x="3461615" y="36096"/>
                </a:cubicBezTo>
                <a:cubicBezTo>
                  <a:pt x="3463158" y="36685"/>
                  <a:pt x="3464521" y="37365"/>
                  <a:pt x="3465701" y="38139"/>
                </a:cubicBezTo>
                <a:cubicBezTo>
                  <a:pt x="3466927" y="38911"/>
                  <a:pt x="3467813" y="39568"/>
                  <a:pt x="3468358" y="40114"/>
                </a:cubicBezTo>
                <a:cubicBezTo>
                  <a:pt x="3468901" y="40657"/>
                  <a:pt x="3469264" y="41088"/>
                  <a:pt x="3469447" y="41408"/>
                </a:cubicBezTo>
                <a:cubicBezTo>
                  <a:pt x="3469673" y="41725"/>
                  <a:pt x="3469856" y="42111"/>
                  <a:pt x="3469993" y="42565"/>
                </a:cubicBezTo>
                <a:cubicBezTo>
                  <a:pt x="3470127" y="42974"/>
                  <a:pt x="3470219" y="43451"/>
                  <a:pt x="3470264" y="43994"/>
                </a:cubicBezTo>
                <a:cubicBezTo>
                  <a:pt x="3470310" y="44540"/>
                  <a:pt x="3470333" y="45220"/>
                  <a:pt x="3470333" y="46037"/>
                </a:cubicBezTo>
                <a:cubicBezTo>
                  <a:pt x="3470333" y="47809"/>
                  <a:pt x="3470127" y="49058"/>
                  <a:pt x="3469719" y="49783"/>
                </a:cubicBezTo>
                <a:cubicBezTo>
                  <a:pt x="3469310" y="50463"/>
                  <a:pt x="3468813" y="50806"/>
                  <a:pt x="3468221" y="50806"/>
                </a:cubicBezTo>
                <a:cubicBezTo>
                  <a:pt x="3467541" y="50806"/>
                  <a:pt x="3466747" y="50441"/>
                  <a:pt x="3465838" y="49715"/>
                </a:cubicBezTo>
                <a:cubicBezTo>
                  <a:pt x="3464975" y="48943"/>
                  <a:pt x="3463864" y="48103"/>
                  <a:pt x="3462500" y="47194"/>
                </a:cubicBezTo>
                <a:cubicBezTo>
                  <a:pt x="3461137" y="46289"/>
                  <a:pt x="3459480" y="45471"/>
                  <a:pt x="3457528" y="44743"/>
                </a:cubicBezTo>
                <a:cubicBezTo>
                  <a:pt x="3455622" y="43971"/>
                  <a:pt x="3453351" y="43585"/>
                  <a:pt x="3450719" y="43585"/>
                </a:cubicBezTo>
                <a:cubicBezTo>
                  <a:pt x="3445315" y="43585"/>
                  <a:pt x="3441161" y="45674"/>
                  <a:pt x="3438255" y="49852"/>
                </a:cubicBezTo>
                <a:cubicBezTo>
                  <a:pt x="3435394" y="53984"/>
                  <a:pt x="3433965" y="59999"/>
                  <a:pt x="3433965" y="67900"/>
                </a:cubicBezTo>
                <a:cubicBezTo>
                  <a:pt x="3433965" y="71849"/>
                  <a:pt x="3434328" y="75324"/>
                  <a:pt x="3435054" y="78318"/>
                </a:cubicBezTo>
                <a:cubicBezTo>
                  <a:pt x="3435826" y="81270"/>
                  <a:pt x="3436937" y="83745"/>
                  <a:pt x="3438392" y="85742"/>
                </a:cubicBezTo>
                <a:cubicBezTo>
                  <a:pt x="3439843" y="87740"/>
                  <a:pt x="3441615" y="89240"/>
                  <a:pt x="3443704" y="90237"/>
                </a:cubicBezTo>
                <a:cubicBezTo>
                  <a:pt x="3445838" y="91191"/>
                  <a:pt x="3448267" y="91669"/>
                  <a:pt x="3450990" y="91669"/>
                </a:cubicBezTo>
                <a:cubicBezTo>
                  <a:pt x="3453579" y="91669"/>
                  <a:pt x="3455848" y="91260"/>
                  <a:pt x="3457803" y="90443"/>
                </a:cubicBezTo>
                <a:cubicBezTo>
                  <a:pt x="3459754" y="89625"/>
                  <a:pt x="3461435" y="88740"/>
                  <a:pt x="3462841" y="87785"/>
                </a:cubicBezTo>
                <a:cubicBezTo>
                  <a:pt x="3464295" y="86788"/>
                  <a:pt x="3465498" y="85902"/>
                  <a:pt x="3466450" y="85131"/>
                </a:cubicBezTo>
                <a:cubicBezTo>
                  <a:pt x="3467450" y="84313"/>
                  <a:pt x="3468221" y="83905"/>
                  <a:pt x="3468767" y="83905"/>
                </a:cubicBezTo>
                <a:cubicBezTo>
                  <a:pt x="3469084" y="83905"/>
                  <a:pt x="3469356" y="83993"/>
                  <a:pt x="3469584" y="84176"/>
                </a:cubicBezTo>
                <a:cubicBezTo>
                  <a:pt x="3469810" y="84359"/>
                  <a:pt x="3469993" y="84676"/>
                  <a:pt x="3470127" y="85131"/>
                </a:cubicBezTo>
                <a:cubicBezTo>
                  <a:pt x="3470310" y="85539"/>
                  <a:pt x="3470424" y="86082"/>
                  <a:pt x="3470470" y="86765"/>
                </a:cubicBezTo>
                <a:cubicBezTo>
                  <a:pt x="3470559" y="87399"/>
                  <a:pt x="3470604" y="88171"/>
                  <a:pt x="3470604" y="89080"/>
                </a:cubicBezTo>
                <a:close/>
                <a:moveTo>
                  <a:pt x="3521342" y="41134"/>
                </a:moveTo>
                <a:cubicBezTo>
                  <a:pt x="3521342" y="42134"/>
                  <a:pt x="3521319" y="42974"/>
                  <a:pt x="3521274" y="43654"/>
                </a:cubicBezTo>
                <a:cubicBezTo>
                  <a:pt x="3521231" y="44334"/>
                  <a:pt x="3521139" y="44880"/>
                  <a:pt x="3521002" y="45289"/>
                </a:cubicBezTo>
                <a:cubicBezTo>
                  <a:pt x="3520865" y="45651"/>
                  <a:pt x="3520685" y="45946"/>
                  <a:pt x="3520456" y="46174"/>
                </a:cubicBezTo>
                <a:cubicBezTo>
                  <a:pt x="3520276" y="46354"/>
                  <a:pt x="3520005" y="46446"/>
                  <a:pt x="3519639" y="46446"/>
                </a:cubicBezTo>
                <a:cubicBezTo>
                  <a:pt x="3519276" y="46446"/>
                  <a:pt x="3518822" y="46354"/>
                  <a:pt x="3518279" y="46174"/>
                </a:cubicBezTo>
                <a:cubicBezTo>
                  <a:pt x="3517779" y="45946"/>
                  <a:pt x="3517187" y="45743"/>
                  <a:pt x="3516507" y="45560"/>
                </a:cubicBezTo>
                <a:cubicBezTo>
                  <a:pt x="3515873" y="45334"/>
                  <a:pt x="3515144" y="45128"/>
                  <a:pt x="3514327" y="44948"/>
                </a:cubicBezTo>
                <a:cubicBezTo>
                  <a:pt x="3513510" y="44766"/>
                  <a:pt x="3512627" y="44677"/>
                  <a:pt x="3511672" y="44677"/>
                </a:cubicBezTo>
                <a:cubicBezTo>
                  <a:pt x="3510538" y="44677"/>
                  <a:pt x="3509423" y="44903"/>
                  <a:pt x="3508335" y="45357"/>
                </a:cubicBezTo>
                <a:cubicBezTo>
                  <a:pt x="3507246" y="45811"/>
                  <a:pt x="3506089" y="46560"/>
                  <a:pt x="3504863" y="47603"/>
                </a:cubicBezTo>
                <a:cubicBezTo>
                  <a:pt x="3503680" y="48649"/>
                  <a:pt x="3502434" y="50032"/>
                  <a:pt x="3501117" y="51758"/>
                </a:cubicBezTo>
                <a:cubicBezTo>
                  <a:pt x="3499799" y="53484"/>
                  <a:pt x="3498348" y="55596"/>
                  <a:pt x="3496756" y="58093"/>
                </a:cubicBezTo>
                <a:lnTo>
                  <a:pt x="3496756" y="98409"/>
                </a:lnTo>
                <a:cubicBezTo>
                  <a:pt x="3496756" y="98772"/>
                  <a:pt x="3496668" y="99092"/>
                  <a:pt x="3496485" y="99364"/>
                </a:cubicBezTo>
                <a:cubicBezTo>
                  <a:pt x="3496302" y="99590"/>
                  <a:pt x="3496008" y="99795"/>
                  <a:pt x="3495599" y="99975"/>
                </a:cubicBezTo>
                <a:cubicBezTo>
                  <a:pt x="3495190" y="100158"/>
                  <a:pt x="3494624" y="100295"/>
                  <a:pt x="3493896" y="100384"/>
                </a:cubicBezTo>
                <a:cubicBezTo>
                  <a:pt x="3493170" y="100475"/>
                  <a:pt x="3492238" y="100521"/>
                  <a:pt x="3491104" y="100521"/>
                </a:cubicBezTo>
                <a:cubicBezTo>
                  <a:pt x="3490015" y="100521"/>
                  <a:pt x="3489107" y="100475"/>
                  <a:pt x="3488381" y="100384"/>
                </a:cubicBezTo>
                <a:cubicBezTo>
                  <a:pt x="3487655" y="100295"/>
                  <a:pt x="3487064" y="100158"/>
                  <a:pt x="3486609" y="99975"/>
                </a:cubicBezTo>
                <a:cubicBezTo>
                  <a:pt x="3486201" y="99795"/>
                  <a:pt x="3485906" y="99590"/>
                  <a:pt x="3485723" y="99364"/>
                </a:cubicBezTo>
                <a:cubicBezTo>
                  <a:pt x="3485589" y="99092"/>
                  <a:pt x="3485520" y="98772"/>
                  <a:pt x="3485520" y="98409"/>
                </a:cubicBezTo>
                <a:lnTo>
                  <a:pt x="3485520" y="37116"/>
                </a:lnTo>
                <a:cubicBezTo>
                  <a:pt x="3485520" y="36753"/>
                  <a:pt x="3485589" y="36459"/>
                  <a:pt x="3485723" y="36230"/>
                </a:cubicBezTo>
                <a:cubicBezTo>
                  <a:pt x="3485861" y="35959"/>
                  <a:pt x="3486132" y="35730"/>
                  <a:pt x="3486541" y="35550"/>
                </a:cubicBezTo>
                <a:cubicBezTo>
                  <a:pt x="3486949" y="35322"/>
                  <a:pt x="3487472" y="35187"/>
                  <a:pt x="3488107" y="35142"/>
                </a:cubicBezTo>
                <a:cubicBezTo>
                  <a:pt x="3488744" y="35050"/>
                  <a:pt x="3489584" y="35004"/>
                  <a:pt x="3490627" y="35004"/>
                </a:cubicBezTo>
                <a:cubicBezTo>
                  <a:pt x="3491627" y="35004"/>
                  <a:pt x="3492444" y="35050"/>
                  <a:pt x="3493079" y="35142"/>
                </a:cubicBezTo>
                <a:cubicBezTo>
                  <a:pt x="3493762" y="35187"/>
                  <a:pt x="3494282" y="35322"/>
                  <a:pt x="3494647" y="35550"/>
                </a:cubicBezTo>
                <a:cubicBezTo>
                  <a:pt x="3495010" y="35730"/>
                  <a:pt x="3495259" y="35959"/>
                  <a:pt x="3495396" y="36230"/>
                </a:cubicBezTo>
                <a:cubicBezTo>
                  <a:pt x="3495576" y="36459"/>
                  <a:pt x="3495667" y="36753"/>
                  <a:pt x="3495667" y="37116"/>
                </a:cubicBezTo>
                <a:lnTo>
                  <a:pt x="3495667" y="46037"/>
                </a:lnTo>
                <a:cubicBezTo>
                  <a:pt x="3497348" y="43585"/>
                  <a:pt x="3498914" y="41588"/>
                  <a:pt x="3500368" y="40045"/>
                </a:cubicBezTo>
                <a:cubicBezTo>
                  <a:pt x="3501865" y="38502"/>
                  <a:pt x="3503271" y="37299"/>
                  <a:pt x="3504589" y="36436"/>
                </a:cubicBezTo>
                <a:cubicBezTo>
                  <a:pt x="3505906" y="35527"/>
                  <a:pt x="3507200" y="34913"/>
                  <a:pt x="3508472" y="34596"/>
                </a:cubicBezTo>
                <a:cubicBezTo>
                  <a:pt x="3509789" y="34233"/>
                  <a:pt x="3511104" y="34053"/>
                  <a:pt x="3512421" y="34053"/>
                </a:cubicBezTo>
                <a:cubicBezTo>
                  <a:pt x="3513013" y="34053"/>
                  <a:pt x="3513670" y="34096"/>
                  <a:pt x="3514396" y="34187"/>
                </a:cubicBezTo>
                <a:cubicBezTo>
                  <a:pt x="3515167" y="34233"/>
                  <a:pt x="3515961" y="34347"/>
                  <a:pt x="3516779" y="34527"/>
                </a:cubicBezTo>
                <a:cubicBezTo>
                  <a:pt x="3517596" y="34710"/>
                  <a:pt x="3518325" y="34913"/>
                  <a:pt x="3518959" y="35142"/>
                </a:cubicBezTo>
                <a:cubicBezTo>
                  <a:pt x="3519639" y="35367"/>
                  <a:pt x="3520116" y="35596"/>
                  <a:pt x="3520391" y="35822"/>
                </a:cubicBezTo>
                <a:cubicBezTo>
                  <a:pt x="3520662" y="36050"/>
                  <a:pt x="3520845" y="36276"/>
                  <a:pt x="3520933" y="36505"/>
                </a:cubicBezTo>
                <a:cubicBezTo>
                  <a:pt x="3521025" y="36685"/>
                  <a:pt x="3521094" y="36933"/>
                  <a:pt x="3521139" y="37253"/>
                </a:cubicBezTo>
                <a:cubicBezTo>
                  <a:pt x="3521231" y="37570"/>
                  <a:pt x="3521274" y="38048"/>
                  <a:pt x="3521274" y="38682"/>
                </a:cubicBezTo>
                <a:cubicBezTo>
                  <a:pt x="3521319" y="39273"/>
                  <a:pt x="3521342" y="40091"/>
                  <a:pt x="3521342" y="41134"/>
                </a:cubicBezTo>
                <a:close/>
                <a:moveTo>
                  <a:pt x="3545385" y="98409"/>
                </a:moveTo>
                <a:cubicBezTo>
                  <a:pt x="3545385" y="98772"/>
                  <a:pt x="3545294" y="99092"/>
                  <a:pt x="3545111" y="99364"/>
                </a:cubicBezTo>
                <a:cubicBezTo>
                  <a:pt x="3544931" y="99590"/>
                  <a:pt x="3544634" y="99795"/>
                  <a:pt x="3544225" y="99975"/>
                </a:cubicBezTo>
                <a:cubicBezTo>
                  <a:pt x="3543816" y="100158"/>
                  <a:pt x="3543251" y="100295"/>
                  <a:pt x="3542522" y="100384"/>
                </a:cubicBezTo>
                <a:cubicBezTo>
                  <a:pt x="3541796" y="100475"/>
                  <a:pt x="3540867" y="100521"/>
                  <a:pt x="3539730" y="100521"/>
                </a:cubicBezTo>
                <a:cubicBezTo>
                  <a:pt x="3538641" y="100521"/>
                  <a:pt x="3537733" y="100475"/>
                  <a:pt x="3537007" y="100384"/>
                </a:cubicBezTo>
                <a:cubicBezTo>
                  <a:pt x="3536281" y="100295"/>
                  <a:pt x="3535690" y="100158"/>
                  <a:pt x="3535235" y="99975"/>
                </a:cubicBezTo>
                <a:cubicBezTo>
                  <a:pt x="3534827" y="99795"/>
                  <a:pt x="3534532" y="99590"/>
                  <a:pt x="3534349" y="99364"/>
                </a:cubicBezTo>
                <a:cubicBezTo>
                  <a:pt x="3534215" y="99092"/>
                  <a:pt x="3534147" y="98772"/>
                  <a:pt x="3534147" y="98409"/>
                </a:cubicBezTo>
                <a:lnTo>
                  <a:pt x="3534147" y="37116"/>
                </a:lnTo>
                <a:cubicBezTo>
                  <a:pt x="3534147" y="36799"/>
                  <a:pt x="3534215" y="36505"/>
                  <a:pt x="3534349" y="36230"/>
                </a:cubicBezTo>
                <a:cubicBezTo>
                  <a:pt x="3534532" y="35959"/>
                  <a:pt x="3534827" y="35730"/>
                  <a:pt x="3535235" y="35550"/>
                </a:cubicBezTo>
                <a:cubicBezTo>
                  <a:pt x="3535690" y="35367"/>
                  <a:pt x="3536281" y="35233"/>
                  <a:pt x="3537007" y="35142"/>
                </a:cubicBezTo>
                <a:cubicBezTo>
                  <a:pt x="3537733" y="35050"/>
                  <a:pt x="3538641" y="35004"/>
                  <a:pt x="3539730" y="35004"/>
                </a:cubicBezTo>
                <a:cubicBezTo>
                  <a:pt x="3540867" y="35004"/>
                  <a:pt x="3541796" y="35050"/>
                  <a:pt x="3542522" y="35142"/>
                </a:cubicBezTo>
                <a:cubicBezTo>
                  <a:pt x="3543251" y="35233"/>
                  <a:pt x="3543816" y="35367"/>
                  <a:pt x="3544225" y="35550"/>
                </a:cubicBezTo>
                <a:cubicBezTo>
                  <a:pt x="3544634" y="35730"/>
                  <a:pt x="3544931" y="35959"/>
                  <a:pt x="3545111" y="36230"/>
                </a:cubicBezTo>
                <a:cubicBezTo>
                  <a:pt x="3545294" y="36505"/>
                  <a:pt x="3545385" y="36799"/>
                  <a:pt x="3545385" y="37116"/>
                </a:cubicBezTo>
                <a:lnTo>
                  <a:pt x="3545385" y="98409"/>
                </a:lnTo>
                <a:close/>
                <a:moveTo>
                  <a:pt x="3546677" y="16413"/>
                </a:moveTo>
                <a:cubicBezTo>
                  <a:pt x="3546677" y="19045"/>
                  <a:pt x="3546180" y="20840"/>
                  <a:pt x="3545179" y="21791"/>
                </a:cubicBezTo>
                <a:cubicBezTo>
                  <a:pt x="3544179" y="22746"/>
                  <a:pt x="3542342" y="23223"/>
                  <a:pt x="3539664" y="23223"/>
                </a:cubicBezTo>
                <a:cubicBezTo>
                  <a:pt x="3537030" y="23223"/>
                  <a:pt x="3535212" y="22769"/>
                  <a:pt x="3534215" y="21860"/>
                </a:cubicBezTo>
                <a:cubicBezTo>
                  <a:pt x="3533261" y="20908"/>
                  <a:pt x="3532784" y="19137"/>
                  <a:pt x="3532784" y="16548"/>
                </a:cubicBezTo>
                <a:cubicBezTo>
                  <a:pt x="3532784" y="13916"/>
                  <a:pt x="3533284" y="12122"/>
                  <a:pt x="3534284" y="11167"/>
                </a:cubicBezTo>
                <a:cubicBezTo>
                  <a:pt x="3535281" y="10216"/>
                  <a:pt x="3537121" y="9738"/>
                  <a:pt x="3539799" y="9738"/>
                </a:cubicBezTo>
                <a:cubicBezTo>
                  <a:pt x="3542433" y="9738"/>
                  <a:pt x="3544225" y="10216"/>
                  <a:pt x="3545179" y="11167"/>
                </a:cubicBezTo>
                <a:cubicBezTo>
                  <a:pt x="3546180" y="12076"/>
                  <a:pt x="3546677" y="13825"/>
                  <a:pt x="3546677" y="16413"/>
                </a:cubicBezTo>
                <a:close/>
                <a:moveTo>
                  <a:pt x="3622546" y="66946"/>
                </a:moveTo>
                <a:cubicBezTo>
                  <a:pt x="3622546" y="72258"/>
                  <a:pt x="3621955" y="77047"/>
                  <a:pt x="3620775" y="81316"/>
                </a:cubicBezTo>
                <a:cubicBezTo>
                  <a:pt x="3619640" y="85539"/>
                  <a:pt x="3617937" y="89148"/>
                  <a:pt x="3615668" y="92146"/>
                </a:cubicBezTo>
                <a:cubicBezTo>
                  <a:pt x="3613442" y="95140"/>
                  <a:pt x="3610696" y="97435"/>
                  <a:pt x="3607427" y="99024"/>
                </a:cubicBezTo>
                <a:cubicBezTo>
                  <a:pt x="3604158" y="100613"/>
                  <a:pt x="3600412" y="101407"/>
                  <a:pt x="3596189" y="101407"/>
                </a:cubicBezTo>
                <a:cubicBezTo>
                  <a:pt x="3594237" y="101407"/>
                  <a:pt x="3592422" y="101201"/>
                  <a:pt x="3590742" y="100793"/>
                </a:cubicBezTo>
                <a:cubicBezTo>
                  <a:pt x="3589108" y="100430"/>
                  <a:pt x="3587496" y="99818"/>
                  <a:pt x="3585907" y="98955"/>
                </a:cubicBezTo>
                <a:cubicBezTo>
                  <a:pt x="3584316" y="98092"/>
                  <a:pt x="3582727" y="97004"/>
                  <a:pt x="3581138" y="95686"/>
                </a:cubicBezTo>
                <a:cubicBezTo>
                  <a:pt x="3579549" y="94369"/>
                  <a:pt x="3577869" y="92780"/>
                  <a:pt x="3576098" y="90920"/>
                </a:cubicBezTo>
                <a:lnTo>
                  <a:pt x="3576098" y="98409"/>
                </a:lnTo>
                <a:cubicBezTo>
                  <a:pt x="3576098" y="98772"/>
                  <a:pt x="3576009" y="99092"/>
                  <a:pt x="3575826" y="99364"/>
                </a:cubicBezTo>
                <a:cubicBezTo>
                  <a:pt x="3575646" y="99635"/>
                  <a:pt x="3575349" y="99864"/>
                  <a:pt x="3574940" y="100044"/>
                </a:cubicBezTo>
                <a:cubicBezTo>
                  <a:pt x="3574532" y="100181"/>
                  <a:pt x="3574012" y="100295"/>
                  <a:pt x="3573374" y="100384"/>
                </a:cubicBezTo>
                <a:cubicBezTo>
                  <a:pt x="3572786" y="100475"/>
                  <a:pt x="3572011" y="100521"/>
                  <a:pt x="3571060" y="100521"/>
                </a:cubicBezTo>
                <a:cubicBezTo>
                  <a:pt x="3570151" y="100521"/>
                  <a:pt x="3569380" y="100475"/>
                  <a:pt x="3568742" y="100384"/>
                </a:cubicBezTo>
                <a:cubicBezTo>
                  <a:pt x="3568108" y="100295"/>
                  <a:pt x="3567585" y="100181"/>
                  <a:pt x="3567176" y="100044"/>
                </a:cubicBezTo>
                <a:cubicBezTo>
                  <a:pt x="3566768" y="99864"/>
                  <a:pt x="3566496" y="99635"/>
                  <a:pt x="3566359" y="99364"/>
                </a:cubicBezTo>
                <a:cubicBezTo>
                  <a:pt x="3566225" y="99092"/>
                  <a:pt x="3566156" y="98772"/>
                  <a:pt x="3566156" y="98409"/>
                </a:cubicBezTo>
                <a:lnTo>
                  <a:pt x="3566156" y="7424"/>
                </a:lnTo>
                <a:cubicBezTo>
                  <a:pt x="3566156" y="7058"/>
                  <a:pt x="3566225" y="6741"/>
                  <a:pt x="3566359" y="6469"/>
                </a:cubicBezTo>
                <a:cubicBezTo>
                  <a:pt x="3566542" y="6198"/>
                  <a:pt x="3566836" y="5969"/>
                  <a:pt x="3567245" y="5789"/>
                </a:cubicBezTo>
                <a:cubicBezTo>
                  <a:pt x="3567699" y="5606"/>
                  <a:pt x="3568291" y="5469"/>
                  <a:pt x="3569017" y="5381"/>
                </a:cubicBezTo>
                <a:cubicBezTo>
                  <a:pt x="3569742" y="5289"/>
                  <a:pt x="3570651" y="5244"/>
                  <a:pt x="3571740" y="5244"/>
                </a:cubicBezTo>
                <a:cubicBezTo>
                  <a:pt x="3572874" y="5244"/>
                  <a:pt x="3573806" y="5289"/>
                  <a:pt x="3574532" y="5381"/>
                </a:cubicBezTo>
                <a:cubicBezTo>
                  <a:pt x="3575260" y="5469"/>
                  <a:pt x="3575826" y="5606"/>
                  <a:pt x="3576235" y="5789"/>
                </a:cubicBezTo>
                <a:cubicBezTo>
                  <a:pt x="3576643" y="5969"/>
                  <a:pt x="3576938" y="6198"/>
                  <a:pt x="3577121" y="6469"/>
                </a:cubicBezTo>
                <a:cubicBezTo>
                  <a:pt x="3577303" y="6741"/>
                  <a:pt x="3577392" y="7058"/>
                  <a:pt x="3577392" y="7424"/>
                </a:cubicBezTo>
                <a:lnTo>
                  <a:pt x="3577392" y="44131"/>
                </a:lnTo>
                <a:cubicBezTo>
                  <a:pt x="3579209" y="42268"/>
                  <a:pt x="3580958" y="40702"/>
                  <a:pt x="3582638" y="39431"/>
                </a:cubicBezTo>
                <a:cubicBezTo>
                  <a:pt x="3584361" y="38159"/>
                  <a:pt x="3586042" y="37139"/>
                  <a:pt x="3587676" y="36367"/>
                </a:cubicBezTo>
                <a:cubicBezTo>
                  <a:pt x="3589311" y="35550"/>
                  <a:pt x="3590945" y="34959"/>
                  <a:pt x="3592580" y="34596"/>
                </a:cubicBezTo>
                <a:cubicBezTo>
                  <a:pt x="3594214" y="34233"/>
                  <a:pt x="3595940" y="34053"/>
                  <a:pt x="3597757" y="34053"/>
                </a:cubicBezTo>
                <a:cubicBezTo>
                  <a:pt x="3602207" y="34053"/>
                  <a:pt x="3605996" y="34936"/>
                  <a:pt x="3609130" y="36707"/>
                </a:cubicBezTo>
                <a:cubicBezTo>
                  <a:pt x="3612308" y="38479"/>
                  <a:pt x="3614874" y="40862"/>
                  <a:pt x="3616825" y="43860"/>
                </a:cubicBezTo>
                <a:cubicBezTo>
                  <a:pt x="3618823" y="46809"/>
                  <a:pt x="3620274" y="50283"/>
                  <a:pt x="3621183" y="54278"/>
                </a:cubicBezTo>
                <a:cubicBezTo>
                  <a:pt x="3622092" y="58273"/>
                  <a:pt x="3622546" y="62496"/>
                  <a:pt x="3622546" y="66946"/>
                </a:cubicBezTo>
                <a:close/>
                <a:moveTo>
                  <a:pt x="3610696" y="68240"/>
                </a:moveTo>
                <a:cubicBezTo>
                  <a:pt x="3610696" y="65108"/>
                  <a:pt x="3610448" y="62065"/>
                  <a:pt x="3609947" y="59113"/>
                </a:cubicBezTo>
                <a:cubicBezTo>
                  <a:pt x="3609493" y="56161"/>
                  <a:pt x="3608676" y="53552"/>
                  <a:pt x="3607496" y="51281"/>
                </a:cubicBezTo>
                <a:cubicBezTo>
                  <a:pt x="3606316" y="49012"/>
                  <a:pt x="3604750" y="47194"/>
                  <a:pt x="3602795" y="45834"/>
                </a:cubicBezTo>
                <a:cubicBezTo>
                  <a:pt x="3600843" y="44426"/>
                  <a:pt x="3598415" y="43723"/>
                  <a:pt x="3595509" y="43723"/>
                </a:cubicBezTo>
                <a:cubicBezTo>
                  <a:pt x="3594057" y="43723"/>
                  <a:pt x="3592625" y="43925"/>
                  <a:pt x="3591219" y="44334"/>
                </a:cubicBezTo>
                <a:cubicBezTo>
                  <a:pt x="3589811" y="44743"/>
                  <a:pt x="3588379" y="45426"/>
                  <a:pt x="3586927" y="46377"/>
                </a:cubicBezTo>
                <a:cubicBezTo>
                  <a:pt x="3585476" y="47332"/>
                  <a:pt x="3583953" y="48557"/>
                  <a:pt x="3582364" y="50055"/>
                </a:cubicBezTo>
                <a:cubicBezTo>
                  <a:pt x="3580821" y="51555"/>
                  <a:pt x="3579164" y="53438"/>
                  <a:pt x="3577392" y="55710"/>
                </a:cubicBezTo>
                <a:lnTo>
                  <a:pt x="3577392" y="80159"/>
                </a:lnTo>
                <a:cubicBezTo>
                  <a:pt x="3580481" y="83928"/>
                  <a:pt x="3583433" y="86811"/>
                  <a:pt x="3586247" y="88808"/>
                </a:cubicBezTo>
                <a:cubicBezTo>
                  <a:pt x="3589062" y="90760"/>
                  <a:pt x="3591991" y="91737"/>
                  <a:pt x="3595031" y="91737"/>
                </a:cubicBezTo>
                <a:cubicBezTo>
                  <a:pt x="3597846" y="91737"/>
                  <a:pt x="3600252" y="91054"/>
                  <a:pt x="3602252" y="89694"/>
                </a:cubicBezTo>
                <a:cubicBezTo>
                  <a:pt x="3604250" y="88331"/>
                  <a:pt x="3605861" y="86537"/>
                  <a:pt x="3607087" y="84313"/>
                </a:cubicBezTo>
                <a:cubicBezTo>
                  <a:pt x="3608359" y="82042"/>
                  <a:pt x="3609265" y="79521"/>
                  <a:pt x="3609810" y="76752"/>
                </a:cubicBezTo>
                <a:cubicBezTo>
                  <a:pt x="3610402" y="73938"/>
                  <a:pt x="3610696" y="71100"/>
                  <a:pt x="3610696" y="68240"/>
                </a:cubicBezTo>
                <a:close/>
                <a:moveTo>
                  <a:pt x="3691741" y="65108"/>
                </a:moveTo>
                <a:cubicBezTo>
                  <a:pt x="3691741" y="66877"/>
                  <a:pt x="3691286" y="68149"/>
                  <a:pt x="3690378" y="68920"/>
                </a:cubicBezTo>
                <a:cubicBezTo>
                  <a:pt x="3689515" y="69649"/>
                  <a:pt x="3688517" y="70012"/>
                  <a:pt x="3687383" y="70012"/>
                </a:cubicBezTo>
                <a:lnTo>
                  <a:pt x="3647201" y="70012"/>
                </a:lnTo>
                <a:cubicBezTo>
                  <a:pt x="3647201" y="73415"/>
                  <a:pt x="3647541" y="76481"/>
                  <a:pt x="3648221" y="79204"/>
                </a:cubicBezTo>
                <a:cubicBezTo>
                  <a:pt x="3648904" y="81930"/>
                  <a:pt x="3650038" y="84268"/>
                  <a:pt x="3651627" y="86219"/>
                </a:cubicBezTo>
                <a:cubicBezTo>
                  <a:pt x="3653216" y="88171"/>
                  <a:pt x="3655282" y="89671"/>
                  <a:pt x="3657825" y="90714"/>
                </a:cubicBezTo>
                <a:cubicBezTo>
                  <a:pt x="3660368" y="91760"/>
                  <a:pt x="3663477" y="92280"/>
                  <a:pt x="3667155" y="92280"/>
                </a:cubicBezTo>
                <a:cubicBezTo>
                  <a:pt x="3670061" y="92280"/>
                  <a:pt x="3672650" y="92054"/>
                  <a:pt x="3674918" y="91600"/>
                </a:cubicBezTo>
                <a:cubicBezTo>
                  <a:pt x="3677187" y="91100"/>
                  <a:pt x="3679142" y="90554"/>
                  <a:pt x="3680776" y="89966"/>
                </a:cubicBezTo>
                <a:cubicBezTo>
                  <a:pt x="3682457" y="89374"/>
                  <a:pt x="3683817" y="88854"/>
                  <a:pt x="3684863" y="88400"/>
                </a:cubicBezTo>
                <a:cubicBezTo>
                  <a:pt x="3685951" y="87900"/>
                  <a:pt x="3686769" y="87651"/>
                  <a:pt x="3687314" y="87651"/>
                </a:cubicBezTo>
                <a:cubicBezTo>
                  <a:pt x="3687631" y="87651"/>
                  <a:pt x="3687903" y="87740"/>
                  <a:pt x="3688132" y="87922"/>
                </a:cubicBezTo>
                <a:cubicBezTo>
                  <a:pt x="3688403" y="88060"/>
                  <a:pt x="3688609" y="88285"/>
                  <a:pt x="3688743" y="88603"/>
                </a:cubicBezTo>
                <a:cubicBezTo>
                  <a:pt x="3688880" y="88920"/>
                  <a:pt x="3688972" y="89374"/>
                  <a:pt x="3689017" y="89966"/>
                </a:cubicBezTo>
                <a:cubicBezTo>
                  <a:pt x="3689106" y="90511"/>
                  <a:pt x="3689152" y="91191"/>
                  <a:pt x="3689152" y="92009"/>
                </a:cubicBezTo>
                <a:cubicBezTo>
                  <a:pt x="3689152" y="92597"/>
                  <a:pt x="3689129" y="93120"/>
                  <a:pt x="3689083" y="93575"/>
                </a:cubicBezTo>
                <a:cubicBezTo>
                  <a:pt x="3689040" y="93983"/>
                  <a:pt x="3688972" y="94369"/>
                  <a:pt x="3688880" y="94732"/>
                </a:cubicBezTo>
                <a:cubicBezTo>
                  <a:pt x="3688834" y="95049"/>
                  <a:pt x="3688720" y="95346"/>
                  <a:pt x="3688540" y="95618"/>
                </a:cubicBezTo>
                <a:cubicBezTo>
                  <a:pt x="3688403" y="95889"/>
                  <a:pt x="3688200" y="96163"/>
                  <a:pt x="3687926" y="96435"/>
                </a:cubicBezTo>
                <a:cubicBezTo>
                  <a:pt x="3687700" y="96664"/>
                  <a:pt x="3686974" y="97072"/>
                  <a:pt x="3685748" y="97661"/>
                </a:cubicBezTo>
                <a:cubicBezTo>
                  <a:pt x="3684523" y="98207"/>
                  <a:pt x="3682934" y="98749"/>
                  <a:pt x="3680979" y="99295"/>
                </a:cubicBezTo>
                <a:cubicBezTo>
                  <a:pt x="3679028" y="99841"/>
                  <a:pt x="3676759" y="100318"/>
                  <a:pt x="3674170" y="100727"/>
                </a:cubicBezTo>
                <a:cubicBezTo>
                  <a:pt x="3671627" y="101178"/>
                  <a:pt x="3668903" y="101407"/>
                  <a:pt x="3665997" y="101407"/>
                </a:cubicBezTo>
                <a:cubicBezTo>
                  <a:pt x="3660957" y="101407"/>
                  <a:pt x="3656530" y="100704"/>
                  <a:pt x="3652716" y="99295"/>
                </a:cubicBezTo>
                <a:cubicBezTo>
                  <a:pt x="3648949" y="97889"/>
                  <a:pt x="3645769" y="95801"/>
                  <a:pt x="3643183" y="93029"/>
                </a:cubicBezTo>
                <a:cubicBezTo>
                  <a:pt x="3640594" y="90260"/>
                  <a:pt x="3638642" y="86788"/>
                  <a:pt x="3637325" y="82610"/>
                </a:cubicBezTo>
                <a:cubicBezTo>
                  <a:pt x="3636008" y="78433"/>
                  <a:pt x="3635351" y="73575"/>
                  <a:pt x="3635351" y="68034"/>
                </a:cubicBezTo>
                <a:cubicBezTo>
                  <a:pt x="3635351" y="62768"/>
                  <a:pt x="3636031" y="58047"/>
                  <a:pt x="3637394" y="53870"/>
                </a:cubicBezTo>
                <a:cubicBezTo>
                  <a:pt x="3638754" y="49646"/>
                  <a:pt x="3640708" y="46083"/>
                  <a:pt x="3643249" y="43177"/>
                </a:cubicBezTo>
                <a:cubicBezTo>
                  <a:pt x="3645838" y="40225"/>
                  <a:pt x="3648949" y="37979"/>
                  <a:pt x="3652581" y="36436"/>
                </a:cubicBezTo>
                <a:cubicBezTo>
                  <a:pt x="3656213" y="34847"/>
                  <a:pt x="3660277" y="34053"/>
                  <a:pt x="3664771" y="34053"/>
                </a:cubicBezTo>
                <a:cubicBezTo>
                  <a:pt x="3669583" y="34053"/>
                  <a:pt x="3673670" y="34824"/>
                  <a:pt x="3677030" y="36367"/>
                </a:cubicBezTo>
                <a:cubicBezTo>
                  <a:pt x="3680436" y="37910"/>
                  <a:pt x="3683228" y="39999"/>
                  <a:pt x="3685405" y="42634"/>
                </a:cubicBezTo>
                <a:cubicBezTo>
                  <a:pt x="3687586" y="45220"/>
                  <a:pt x="3689175" y="48286"/>
                  <a:pt x="3690175" y="51826"/>
                </a:cubicBezTo>
                <a:cubicBezTo>
                  <a:pt x="3691218" y="55324"/>
                  <a:pt x="3691741" y="59067"/>
                  <a:pt x="3691741" y="63065"/>
                </a:cubicBezTo>
                <a:lnTo>
                  <a:pt x="3691741" y="65108"/>
                </a:lnTo>
                <a:close/>
                <a:moveTo>
                  <a:pt x="3680436" y="61771"/>
                </a:moveTo>
                <a:cubicBezTo>
                  <a:pt x="3680571" y="55867"/>
                  <a:pt x="3679253" y="51238"/>
                  <a:pt x="3676484" y="47877"/>
                </a:cubicBezTo>
                <a:cubicBezTo>
                  <a:pt x="3673761" y="44517"/>
                  <a:pt x="3669698" y="42837"/>
                  <a:pt x="3664294" y="42837"/>
                </a:cubicBezTo>
                <a:cubicBezTo>
                  <a:pt x="3661525" y="42837"/>
                  <a:pt x="3659096" y="43360"/>
                  <a:pt x="3657008" y="44403"/>
                </a:cubicBezTo>
                <a:cubicBezTo>
                  <a:pt x="3654919" y="45449"/>
                  <a:pt x="3653170" y="46832"/>
                  <a:pt x="3651764" y="48557"/>
                </a:cubicBezTo>
                <a:cubicBezTo>
                  <a:pt x="3650355" y="50283"/>
                  <a:pt x="3649267" y="52304"/>
                  <a:pt x="3648495" y="54618"/>
                </a:cubicBezTo>
                <a:cubicBezTo>
                  <a:pt x="3647724" y="56890"/>
                  <a:pt x="3647292" y="59273"/>
                  <a:pt x="3647201" y="61771"/>
                </a:cubicBezTo>
                <a:lnTo>
                  <a:pt x="3680436" y="61771"/>
                </a:lnTo>
                <a:close/>
                <a:moveTo>
                  <a:pt x="3747313" y="81724"/>
                </a:moveTo>
                <a:cubicBezTo>
                  <a:pt x="3747313" y="84856"/>
                  <a:pt x="3746725" y="87651"/>
                  <a:pt x="3745542" y="90103"/>
                </a:cubicBezTo>
                <a:cubicBezTo>
                  <a:pt x="3744407" y="92554"/>
                  <a:pt x="3742773" y="94620"/>
                  <a:pt x="3740638" y="96298"/>
                </a:cubicBezTo>
                <a:cubicBezTo>
                  <a:pt x="3738506" y="97978"/>
                  <a:pt x="3735963" y="99250"/>
                  <a:pt x="3733011" y="100113"/>
                </a:cubicBezTo>
                <a:cubicBezTo>
                  <a:pt x="3730060" y="100975"/>
                  <a:pt x="3726814" y="101407"/>
                  <a:pt x="3723273" y="101407"/>
                </a:cubicBezTo>
                <a:cubicBezTo>
                  <a:pt x="3721093" y="101407"/>
                  <a:pt x="3719004" y="101224"/>
                  <a:pt x="3717007" y="100861"/>
                </a:cubicBezTo>
                <a:cubicBezTo>
                  <a:pt x="3715055" y="100544"/>
                  <a:pt x="3713283" y="100135"/>
                  <a:pt x="3711694" y="99635"/>
                </a:cubicBezTo>
                <a:cubicBezTo>
                  <a:pt x="3710151" y="99092"/>
                  <a:pt x="3708834" y="98547"/>
                  <a:pt x="3707745" y="98001"/>
                </a:cubicBezTo>
                <a:cubicBezTo>
                  <a:pt x="3706657" y="97412"/>
                  <a:pt x="3705859" y="96889"/>
                  <a:pt x="3705362" y="96435"/>
                </a:cubicBezTo>
                <a:cubicBezTo>
                  <a:pt x="3704862" y="95981"/>
                  <a:pt x="3704499" y="95346"/>
                  <a:pt x="3704271" y="94529"/>
                </a:cubicBezTo>
                <a:cubicBezTo>
                  <a:pt x="3704045" y="93712"/>
                  <a:pt x="3703931" y="92597"/>
                  <a:pt x="3703931" y="91191"/>
                </a:cubicBezTo>
                <a:cubicBezTo>
                  <a:pt x="3703931" y="90328"/>
                  <a:pt x="3703976" y="89603"/>
                  <a:pt x="3704068" y="89011"/>
                </a:cubicBezTo>
                <a:cubicBezTo>
                  <a:pt x="3704159" y="88422"/>
                  <a:pt x="3704271" y="87945"/>
                  <a:pt x="3704408" y="87582"/>
                </a:cubicBezTo>
                <a:cubicBezTo>
                  <a:pt x="3704545" y="87219"/>
                  <a:pt x="3704725" y="86968"/>
                  <a:pt x="3704954" y="86834"/>
                </a:cubicBezTo>
                <a:cubicBezTo>
                  <a:pt x="3705225" y="86651"/>
                  <a:pt x="3705519" y="86559"/>
                  <a:pt x="3705839" y="86559"/>
                </a:cubicBezTo>
                <a:cubicBezTo>
                  <a:pt x="3706337" y="86559"/>
                  <a:pt x="3707062" y="86877"/>
                  <a:pt x="3708017" y="87514"/>
                </a:cubicBezTo>
                <a:cubicBezTo>
                  <a:pt x="3709017" y="88102"/>
                  <a:pt x="3710220" y="88763"/>
                  <a:pt x="3711626" y="89488"/>
                </a:cubicBezTo>
                <a:cubicBezTo>
                  <a:pt x="3713080" y="90214"/>
                  <a:pt x="3714783" y="90897"/>
                  <a:pt x="3716735" y="91531"/>
                </a:cubicBezTo>
                <a:cubicBezTo>
                  <a:pt x="3718687" y="92123"/>
                  <a:pt x="3720936" y="92417"/>
                  <a:pt x="3723476" y="92417"/>
                </a:cubicBezTo>
                <a:cubicBezTo>
                  <a:pt x="3725385" y="92417"/>
                  <a:pt x="3727108" y="92212"/>
                  <a:pt x="3728654" y="91803"/>
                </a:cubicBezTo>
                <a:cubicBezTo>
                  <a:pt x="3730197" y="91394"/>
                  <a:pt x="3731537" y="90806"/>
                  <a:pt x="3732671" y="90034"/>
                </a:cubicBezTo>
                <a:cubicBezTo>
                  <a:pt x="3733806" y="89217"/>
                  <a:pt x="3734669" y="88194"/>
                  <a:pt x="3735260" y="86968"/>
                </a:cubicBezTo>
                <a:cubicBezTo>
                  <a:pt x="3735895" y="85742"/>
                  <a:pt x="3736212" y="84291"/>
                  <a:pt x="3736212" y="82610"/>
                </a:cubicBezTo>
                <a:cubicBezTo>
                  <a:pt x="3736212" y="80884"/>
                  <a:pt x="3735757" y="79433"/>
                  <a:pt x="3734852" y="78253"/>
                </a:cubicBezTo>
                <a:cubicBezTo>
                  <a:pt x="3733989" y="77070"/>
                  <a:pt x="3732831" y="76027"/>
                  <a:pt x="3731377" y="75118"/>
                </a:cubicBezTo>
                <a:cubicBezTo>
                  <a:pt x="3729925" y="74209"/>
                  <a:pt x="3728291" y="73415"/>
                  <a:pt x="3726473" y="72735"/>
                </a:cubicBezTo>
                <a:cubicBezTo>
                  <a:pt x="3724656" y="72009"/>
                  <a:pt x="3722773" y="71260"/>
                  <a:pt x="3720821" y="70486"/>
                </a:cubicBezTo>
                <a:cubicBezTo>
                  <a:pt x="3718915" y="69714"/>
                  <a:pt x="3717029" y="68851"/>
                  <a:pt x="3715169" y="67900"/>
                </a:cubicBezTo>
                <a:cubicBezTo>
                  <a:pt x="3713352" y="66900"/>
                  <a:pt x="3711717" y="65697"/>
                  <a:pt x="3710266" y="64291"/>
                </a:cubicBezTo>
                <a:cubicBezTo>
                  <a:pt x="3708811" y="62882"/>
                  <a:pt x="3707631" y="61202"/>
                  <a:pt x="3706722" y="59250"/>
                </a:cubicBezTo>
                <a:cubicBezTo>
                  <a:pt x="3705859" y="57299"/>
                  <a:pt x="3705428" y="54958"/>
                  <a:pt x="3705428" y="52235"/>
                </a:cubicBezTo>
                <a:cubicBezTo>
                  <a:pt x="3705428" y="49829"/>
                  <a:pt x="3705882" y="47537"/>
                  <a:pt x="3706791" y="45357"/>
                </a:cubicBezTo>
                <a:cubicBezTo>
                  <a:pt x="3707745" y="43131"/>
                  <a:pt x="3709151" y="41202"/>
                  <a:pt x="3711014" y="39568"/>
                </a:cubicBezTo>
                <a:cubicBezTo>
                  <a:pt x="3712875" y="37888"/>
                  <a:pt x="3715192" y="36547"/>
                  <a:pt x="3717961" y="35550"/>
                </a:cubicBezTo>
                <a:cubicBezTo>
                  <a:pt x="3720776" y="34550"/>
                  <a:pt x="3724045" y="34053"/>
                  <a:pt x="3727768" y="34053"/>
                </a:cubicBezTo>
                <a:cubicBezTo>
                  <a:pt x="3729402" y="34053"/>
                  <a:pt x="3731037" y="34187"/>
                  <a:pt x="3732671" y="34461"/>
                </a:cubicBezTo>
                <a:cubicBezTo>
                  <a:pt x="3734306" y="34733"/>
                  <a:pt x="3735780" y="35073"/>
                  <a:pt x="3737098" y="35482"/>
                </a:cubicBezTo>
                <a:cubicBezTo>
                  <a:pt x="3738415" y="35890"/>
                  <a:pt x="3739527" y="36345"/>
                  <a:pt x="3740435" y="36845"/>
                </a:cubicBezTo>
                <a:cubicBezTo>
                  <a:pt x="3741390" y="37299"/>
                  <a:pt x="3742093" y="37708"/>
                  <a:pt x="3742547" y="38070"/>
                </a:cubicBezTo>
                <a:cubicBezTo>
                  <a:pt x="3743047" y="38433"/>
                  <a:pt x="3743364" y="38751"/>
                  <a:pt x="3743498" y="39022"/>
                </a:cubicBezTo>
                <a:cubicBezTo>
                  <a:pt x="3743681" y="39296"/>
                  <a:pt x="3743796" y="39614"/>
                  <a:pt x="3743841" y="39976"/>
                </a:cubicBezTo>
                <a:cubicBezTo>
                  <a:pt x="3743930" y="40294"/>
                  <a:pt x="3743999" y="40702"/>
                  <a:pt x="3744044" y="41202"/>
                </a:cubicBezTo>
                <a:cubicBezTo>
                  <a:pt x="3744136" y="41702"/>
                  <a:pt x="3744181" y="42314"/>
                  <a:pt x="3744181" y="43043"/>
                </a:cubicBezTo>
                <a:cubicBezTo>
                  <a:pt x="3744181" y="43814"/>
                  <a:pt x="3744136" y="44494"/>
                  <a:pt x="3744044" y="45086"/>
                </a:cubicBezTo>
                <a:cubicBezTo>
                  <a:pt x="3743999" y="45629"/>
                  <a:pt x="3743884" y="46083"/>
                  <a:pt x="3743704" y="46446"/>
                </a:cubicBezTo>
                <a:cubicBezTo>
                  <a:pt x="3743567" y="46809"/>
                  <a:pt x="3743387" y="47083"/>
                  <a:pt x="3743158" y="47263"/>
                </a:cubicBezTo>
                <a:cubicBezTo>
                  <a:pt x="3742933" y="47400"/>
                  <a:pt x="3742681" y="47469"/>
                  <a:pt x="3742410" y="47469"/>
                </a:cubicBezTo>
                <a:cubicBezTo>
                  <a:pt x="3742001" y="47469"/>
                  <a:pt x="3741412" y="47217"/>
                  <a:pt x="3740638" y="46720"/>
                </a:cubicBezTo>
                <a:cubicBezTo>
                  <a:pt x="3739867" y="46220"/>
                  <a:pt x="3738869" y="45697"/>
                  <a:pt x="3737643" y="45151"/>
                </a:cubicBezTo>
                <a:cubicBezTo>
                  <a:pt x="3736418" y="44563"/>
                  <a:pt x="3734963" y="44017"/>
                  <a:pt x="3733283" y="43517"/>
                </a:cubicBezTo>
                <a:cubicBezTo>
                  <a:pt x="3731648" y="43020"/>
                  <a:pt x="3729765" y="42768"/>
                  <a:pt x="3727631" y="42768"/>
                </a:cubicBezTo>
                <a:cubicBezTo>
                  <a:pt x="3725725" y="42768"/>
                  <a:pt x="3724045" y="42997"/>
                  <a:pt x="3722593" y="43451"/>
                </a:cubicBezTo>
                <a:cubicBezTo>
                  <a:pt x="3721139" y="43860"/>
                  <a:pt x="3719936" y="44471"/>
                  <a:pt x="3718981" y="45289"/>
                </a:cubicBezTo>
                <a:cubicBezTo>
                  <a:pt x="3718075" y="46060"/>
                  <a:pt x="3717369" y="46992"/>
                  <a:pt x="3716869" y="48080"/>
                </a:cubicBezTo>
                <a:cubicBezTo>
                  <a:pt x="3716418" y="49172"/>
                  <a:pt x="3716189" y="50352"/>
                  <a:pt x="3716189" y="51624"/>
                </a:cubicBezTo>
                <a:cubicBezTo>
                  <a:pt x="3716189" y="53392"/>
                  <a:pt x="3716644" y="54893"/>
                  <a:pt x="3717552" y="56118"/>
                </a:cubicBezTo>
                <a:cubicBezTo>
                  <a:pt x="3718461" y="57299"/>
                  <a:pt x="3719641" y="58342"/>
                  <a:pt x="3721093" y="59250"/>
                </a:cubicBezTo>
                <a:cubicBezTo>
                  <a:pt x="3722547" y="60159"/>
                  <a:pt x="3724205" y="60976"/>
                  <a:pt x="3726065" y="61702"/>
                </a:cubicBezTo>
                <a:cubicBezTo>
                  <a:pt x="3727925" y="62428"/>
                  <a:pt x="3729811" y="63176"/>
                  <a:pt x="3731717" y="63948"/>
                </a:cubicBezTo>
                <a:cubicBezTo>
                  <a:pt x="3733669" y="64722"/>
                  <a:pt x="3735577" y="65582"/>
                  <a:pt x="3737438" y="66537"/>
                </a:cubicBezTo>
                <a:cubicBezTo>
                  <a:pt x="3739347" y="67491"/>
                  <a:pt x="3741027" y="68649"/>
                  <a:pt x="3742478" y="70012"/>
                </a:cubicBezTo>
                <a:cubicBezTo>
                  <a:pt x="3743930" y="71372"/>
                  <a:pt x="3745090" y="73006"/>
                  <a:pt x="3745950" y="74915"/>
                </a:cubicBezTo>
                <a:cubicBezTo>
                  <a:pt x="3746859" y="76821"/>
                  <a:pt x="3747313" y="79090"/>
                  <a:pt x="3747313" y="81724"/>
                </a:cubicBezTo>
                <a:close/>
                <a:moveTo>
                  <a:pt x="3826792" y="93915"/>
                </a:moveTo>
                <a:cubicBezTo>
                  <a:pt x="3826792" y="95232"/>
                  <a:pt x="3826700" y="96275"/>
                  <a:pt x="3826520" y="97049"/>
                </a:cubicBezTo>
                <a:cubicBezTo>
                  <a:pt x="3826337" y="97821"/>
                  <a:pt x="3826066" y="98387"/>
                  <a:pt x="3825703" y="98749"/>
                </a:cubicBezTo>
                <a:cubicBezTo>
                  <a:pt x="3825340" y="99115"/>
                  <a:pt x="3824794" y="99455"/>
                  <a:pt x="3824069" y="99772"/>
                </a:cubicBezTo>
                <a:cubicBezTo>
                  <a:pt x="3823340" y="100090"/>
                  <a:pt x="3822500" y="100341"/>
                  <a:pt x="3821548" y="100521"/>
                </a:cubicBezTo>
                <a:cubicBezTo>
                  <a:pt x="3820640" y="100750"/>
                  <a:pt x="3819662" y="100930"/>
                  <a:pt x="3818619" y="101067"/>
                </a:cubicBezTo>
                <a:cubicBezTo>
                  <a:pt x="3817573" y="101201"/>
                  <a:pt x="3816530" y="101270"/>
                  <a:pt x="3815487" y="101270"/>
                </a:cubicBezTo>
                <a:cubicBezTo>
                  <a:pt x="3812307" y="101270"/>
                  <a:pt x="3809584" y="100861"/>
                  <a:pt x="3807315" y="100044"/>
                </a:cubicBezTo>
                <a:cubicBezTo>
                  <a:pt x="3805043" y="99181"/>
                  <a:pt x="3803183" y="97909"/>
                  <a:pt x="3801729" y="96232"/>
                </a:cubicBezTo>
                <a:cubicBezTo>
                  <a:pt x="3800277" y="94506"/>
                  <a:pt x="3799208" y="92349"/>
                  <a:pt x="3798528" y="89760"/>
                </a:cubicBezTo>
                <a:cubicBezTo>
                  <a:pt x="3797894" y="87128"/>
                  <a:pt x="3797574" y="84039"/>
                  <a:pt x="3797574" y="80499"/>
                </a:cubicBezTo>
                <a:lnTo>
                  <a:pt x="3797574" y="44677"/>
                </a:lnTo>
                <a:lnTo>
                  <a:pt x="3788993" y="44677"/>
                </a:lnTo>
                <a:cubicBezTo>
                  <a:pt x="3788313" y="44677"/>
                  <a:pt x="3787767" y="44311"/>
                  <a:pt x="3787358" y="43585"/>
                </a:cubicBezTo>
                <a:cubicBezTo>
                  <a:pt x="3786950" y="42860"/>
                  <a:pt x="3786747" y="41679"/>
                  <a:pt x="3786747" y="40045"/>
                </a:cubicBezTo>
                <a:cubicBezTo>
                  <a:pt x="3786747" y="39182"/>
                  <a:pt x="3786792" y="38456"/>
                  <a:pt x="3786881" y="37865"/>
                </a:cubicBezTo>
                <a:cubicBezTo>
                  <a:pt x="3787018" y="37276"/>
                  <a:pt x="3787178" y="36799"/>
                  <a:pt x="3787358" y="36436"/>
                </a:cubicBezTo>
                <a:cubicBezTo>
                  <a:pt x="3787541" y="36027"/>
                  <a:pt x="3787767" y="35753"/>
                  <a:pt x="3788041" y="35619"/>
                </a:cubicBezTo>
                <a:cubicBezTo>
                  <a:pt x="3788358" y="35436"/>
                  <a:pt x="3788698" y="35344"/>
                  <a:pt x="3789061" y="35344"/>
                </a:cubicBezTo>
                <a:lnTo>
                  <a:pt x="3797574" y="35344"/>
                </a:lnTo>
                <a:lnTo>
                  <a:pt x="3797574" y="20771"/>
                </a:lnTo>
                <a:cubicBezTo>
                  <a:pt x="3797574" y="20454"/>
                  <a:pt x="3797642" y="20157"/>
                  <a:pt x="3797780" y="19885"/>
                </a:cubicBezTo>
                <a:cubicBezTo>
                  <a:pt x="3797960" y="19614"/>
                  <a:pt x="3798257" y="19385"/>
                  <a:pt x="3798665" y="19205"/>
                </a:cubicBezTo>
                <a:cubicBezTo>
                  <a:pt x="3799120" y="18977"/>
                  <a:pt x="3799708" y="18819"/>
                  <a:pt x="3800434" y="18728"/>
                </a:cubicBezTo>
                <a:cubicBezTo>
                  <a:pt x="3801163" y="18637"/>
                  <a:pt x="3802069" y="18591"/>
                  <a:pt x="3803160" y="18591"/>
                </a:cubicBezTo>
                <a:cubicBezTo>
                  <a:pt x="3804295" y="18591"/>
                  <a:pt x="3805226" y="18637"/>
                  <a:pt x="3805952" y="18728"/>
                </a:cubicBezTo>
                <a:cubicBezTo>
                  <a:pt x="3806678" y="18819"/>
                  <a:pt x="3807246" y="18977"/>
                  <a:pt x="3807655" y="19205"/>
                </a:cubicBezTo>
                <a:cubicBezTo>
                  <a:pt x="3808064" y="19385"/>
                  <a:pt x="3808358" y="19614"/>
                  <a:pt x="3808541" y="19885"/>
                </a:cubicBezTo>
                <a:cubicBezTo>
                  <a:pt x="3808721" y="20157"/>
                  <a:pt x="3808812" y="20454"/>
                  <a:pt x="3808812" y="20771"/>
                </a:cubicBezTo>
                <a:lnTo>
                  <a:pt x="3808812" y="35344"/>
                </a:lnTo>
                <a:lnTo>
                  <a:pt x="3824543" y="35344"/>
                </a:lnTo>
                <a:cubicBezTo>
                  <a:pt x="3824909" y="35344"/>
                  <a:pt x="3825226" y="35436"/>
                  <a:pt x="3825497" y="35619"/>
                </a:cubicBezTo>
                <a:cubicBezTo>
                  <a:pt x="3825769" y="35753"/>
                  <a:pt x="3825997" y="36027"/>
                  <a:pt x="3826177" y="36436"/>
                </a:cubicBezTo>
                <a:cubicBezTo>
                  <a:pt x="3826406" y="36799"/>
                  <a:pt x="3826563" y="37276"/>
                  <a:pt x="3826655" y="37865"/>
                </a:cubicBezTo>
                <a:cubicBezTo>
                  <a:pt x="3826746" y="38456"/>
                  <a:pt x="3826792" y="39182"/>
                  <a:pt x="3826792" y="40045"/>
                </a:cubicBezTo>
                <a:cubicBezTo>
                  <a:pt x="3826792" y="41679"/>
                  <a:pt x="3826586" y="42860"/>
                  <a:pt x="3826177" y="43585"/>
                </a:cubicBezTo>
                <a:cubicBezTo>
                  <a:pt x="3825769" y="44311"/>
                  <a:pt x="3825226" y="44677"/>
                  <a:pt x="3824543" y="44677"/>
                </a:cubicBezTo>
                <a:lnTo>
                  <a:pt x="3808812" y="44677"/>
                </a:lnTo>
                <a:lnTo>
                  <a:pt x="3808812" y="78864"/>
                </a:lnTo>
                <a:cubicBezTo>
                  <a:pt x="3808812" y="83088"/>
                  <a:pt x="3809424" y="86288"/>
                  <a:pt x="3810650" y="88468"/>
                </a:cubicBezTo>
                <a:cubicBezTo>
                  <a:pt x="3811921" y="90600"/>
                  <a:pt x="3814170" y="91669"/>
                  <a:pt x="3817393" y="91669"/>
                </a:cubicBezTo>
                <a:cubicBezTo>
                  <a:pt x="3818436" y="91669"/>
                  <a:pt x="3819368" y="91577"/>
                  <a:pt x="3820185" y="91394"/>
                </a:cubicBezTo>
                <a:cubicBezTo>
                  <a:pt x="3821002" y="91169"/>
                  <a:pt x="3821728" y="90940"/>
                  <a:pt x="3822365" y="90714"/>
                </a:cubicBezTo>
                <a:cubicBezTo>
                  <a:pt x="3823000" y="90488"/>
                  <a:pt x="3823546" y="90283"/>
                  <a:pt x="3824000" y="90103"/>
                </a:cubicBezTo>
                <a:cubicBezTo>
                  <a:pt x="3824454" y="89874"/>
                  <a:pt x="3824863" y="89760"/>
                  <a:pt x="3825226" y="89760"/>
                </a:cubicBezTo>
                <a:cubicBezTo>
                  <a:pt x="3825452" y="89760"/>
                  <a:pt x="3825657" y="89828"/>
                  <a:pt x="3825837" y="89966"/>
                </a:cubicBezTo>
                <a:cubicBezTo>
                  <a:pt x="3826066" y="90057"/>
                  <a:pt x="3826223" y="90260"/>
                  <a:pt x="3826315" y="90577"/>
                </a:cubicBezTo>
                <a:cubicBezTo>
                  <a:pt x="3826452" y="90897"/>
                  <a:pt x="3826566" y="91329"/>
                  <a:pt x="3826655" y="91871"/>
                </a:cubicBezTo>
                <a:cubicBezTo>
                  <a:pt x="3826746" y="92417"/>
                  <a:pt x="3826792" y="93097"/>
                  <a:pt x="3826792" y="93915"/>
                </a:cubicBezTo>
                <a:close/>
                <a:moveTo>
                  <a:pt x="3894420" y="98409"/>
                </a:moveTo>
                <a:cubicBezTo>
                  <a:pt x="3894420" y="98772"/>
                  <a:pt x="3894329" y="99092"/>
                  <a:pt x="3894146" y="99364"/>
                </a:cubicBezTo>
                <a:cubicBezTo>
                  <a:pt x="3893966" y="99590"/>
                  <a:pt x="3893672" y="99795"/>
                  <a:pt x="3893263" y="99975"/>
                </a:cubicBezTo>
                <a:cubicBezTo>
                  <a:pt x="3892854" y="100158"/>
                  <a:pt x="3892286" y="100295"/>
                  <a:pt x="3891560" y="100384"/>
                </a:cubicBezTo>
                <a:cubicBezTo>
                  <a:pt x="3890831" y="100475"/>
                  <a:pt x="3889925" y="100521"/>
                  <a:pt x="3888834" y="100521"/>
                </a:cubicBezTo>
                <a:cubicBezTo>
                  <a:pt x="3887699" y="100521"/>
                  <a:pt x="3886768" y="100475"/>
                  <a:pt x="3886042" y="100384"/>
                </a:cubicBezTo>
                <a:cubicBezTo>
                  <a:pt x="3885316" y="100295"/>
                  <a:pt x="3884748" y="100158"/>
                  <a:pt x="3884339" y="99975"/>
                </a:cubicBezTo>
                <a:cubicBezTo>
                  <a:pt x="3883930" y="99795"/>
                  <a:pt x="3883636" y="99590"/>
                  <a:pt x="3883456" y="99364"/>
                </a:cubicBezTo>
                <a:cubicBezTo>
                  <a:pt x="3883273" y="99092"/>
                  <a:pt x="3883182" y="98772"/>
                  <a:pt x="3883182" y="98409"/>
                </a:cubicBezTo>
                <a:lnTo>
                  <a:pt x="3883182" y="62519"/>
                </a:lnTo>
                <a:cubicBezTo>
                  <a:pt x="3883182" y="59022"/>
                  <a:pt x="3882910" y="56207"/>
                  <a:pt x="3882364" y="54075"/>
                </a:cubicBezTo>
                <a:cubicBezTo>
                  <a:pt x="3881821" y="51941"/>
                  <a:pt x="3881024" y="50101"/>
                  <a:pt x="3879981" y="48557"/>
                </a:cubicBezTo>
                <a:cubicBezTo>
                  <a:pt x="3878938" y="47014"/>
                  <a:pt x="3877575" y="45834"/>
                  <a:pt x="3875895" y="45017"/>
                </a:cubicBezTo>
                <a:cubicBezTo>
                  <a:pt x="3874261" y="44200"/>
                  <a:pt x="3872355" y="43791"/>
                  <a:pt x="3870174" y="43791"/>
                </a:cubicBezTo>
                <a:cubicBezTo>
                  <a:pt x="3867360" y="43791"/>
                  <a:pt x="3864545" y="44788"/>
                  <a:pt x="3861730" y="46786"/>
                </a:cubicBezTo>
                <a:cubicBezTo>
                  <a:pt x="3858916" y="48786"/>
                  <a:pt x="3855964" y="51712"/>
                  <a:pt x="3852875" y="55573"/>
                </a:cubicBezTo>
                <a:lnTo>
                  <a:pt x="3852875" y="98409"/>
                </a:lnTo>
                <a:cubicBezTo>
                  <a:pt x="3852875" y="98772"/>
                  <a:pt x="3852784" y="99092"/>
                  <a:pt x="3852604" y="99364"/>
                </a:cubicBezTo>
                <a:cubicBezTo>
                  <a:pt x="3852421" y="99590"/>
                  <a:pt x="3852126" y="99795"/>
                  <a:pt x="3851718" y="99975"/>
                </a:cubicBezTo>
                <a:cubicBezTo>
                  <a:pt x="3851309" y="100158"/>
                  <a:pt x="3850740" y="100295"/>
                  <a:pt x="3850015" y="100384"/>
                </a:cubicBezTo>
                <a:cubicBezTo>
                  <a:pt x="3849289" y="100475"/>
                  <a:pt x="3848357" y="100521"/>
                  <a:pt x="3847223" y="100521"/>
                </a:cubicBezTo>
                <a:cubicBezTo>
                  <a:pt x="3846134" y="100521"/>
                  <a:pt x="3845225" y="100475"/>
                  <a:pt x="3844500" y="100384"/>
                </a:cubicBezTo>
                <a:cubicBezTo>
                  <a:pt x="3843771" y="100295"/>
                  <a:pt x="3843182" y="100158"/>
                  <a:pt x="3842728" y="99975"/>
                </a:cubicBezTo>
                <a:cubicBezTo>
                  <a:pt x="3842319" y="99795"/>
                  <a:pt x="3842025" y="99590"/>
                  <a:pt x="3841842" y="99364"/>
                </a:cubicBezTo>
                <a:cubicBezTo>
                  <a:pt x="3841708" y="99092"/>
                  <a:pt x="3841639" y="98772"/>
                  <a:pt x="3841639" y="98409"/>
                </a:cubicBezTo>
                <a:lnTo>
                  <a:pt x="3841639" y="7424"/>
                </a:lnTo>
                <a:cubicBezTo>
                  <a:pt x="3841639" y="7058"/>
                  <a:pt x="3841708" y="6741"/>
                  <a:pt x="3841842" y="6469"/>
                </a:cubicBezTo>
                <a:cubicBezTo>
                  <a:pt x="3842025" y="6198"/>
                  <a:pt x="3842319" y="5969"/>
                  <a:pt x="3842728" y="5789"/>
                </a:cubicBezTo>
                <a:cubicBezTo>
                  <a:pt x="3843182" y="5606"/>
                  <a:pt x="3843774" y="5469"/>
                  <a:pt x="3844500" y="5381"/>
                </a:cubicBezTo>
                <a:cubicBezTo>
                  <a:pt x="3845225" y="5289"/>
                  <a:pt x="3846134" y="5244"/>
                  <a:pt x="3847223" y="5244"/>
                </a:cubicBezTo>
                <a:cubicBezTo>
                  <a:pt x="3848357" y="5244"/>
                  <a:pt x="3849289" y="5289"/>
                  <a:pt x="3850015" y="5381"/>
                </a:cubicBezTo>
                <a:cubicBezTo>
                  <a:pt x="3850740" y="5469"/>
                  <a:pt x="3851309" y="5606"/>
                  <a:pt x="3851718" y="5789"/>
                </a:cubicBezTo>
                <a:cubicBezTo>
                  <a:pt x="3852126" y="5969"/>
                  <a:pt x="3852421" y="6198"/>
                  <a:pt x="3852604" y="6469"/>
                </a:cubicBezTo>
                <a:cubicBezTo>
                  <a:pt x="3852784" y="6741"/>
                  <a:pt x="3852875" y="7058"/>
                  <a:pt x="3852875" y="7424"/>
                </a:cubicBezTo>
                <a:lnTo>
                  <a:pt x="3852875" y="44131"/>
                </a:lnTo>
                <a:cubicBezTo>
                  <a:pt x="3856098" y="40725"/>
                  <a:pt x="3859344" y="38205"/>
                  <a:pt x="3862613" y="36570"/>
                </a:cubicBezTo>
                <a:cubicBezTo>
                  <a:pt x="3865882" y="34890"/>
                  <a:pt x="3869174" y="34053"/>
                  <a:pt x="3872489" y="34053"/>
                </a:cubicBezTo>
                <a:cubicBezTo>
                  <a:pt x="3876575" y="34053"/>
                  <a:pt x="3880004" y="34756"/>
                  <a:pt x="3882773" y="36162"/>
                </a:cubicBezTo>
                <a:cubicBezTo>
                  <a:pt x="3885588" y="37525"/>
                  <a:pt x="3887859" y="39365"/>
                  <a:pt x="3889582" y="41679"/>
                </a:cubicBezTo>
                <a:cubicBezTo>
                  <a:pt x="3891308" y="43994"/>
                  <a:pt x="3892534" y="46720"/>
                  <a:pt x="3893263" y="49852"/>
                </a:cubicBezTo>
                <a:cubicBezTo>
                  <a:pt x="3894034" y="52938"/>
                  <a:pt x="3894420" y="56684"/>
                  <a:pt x="3894420" y="61088"/>
                </a:cubicBezTo>
                <a:lnTo>
                  <a:pt x="3894420" y="98409"/>
                </a:lnTo>
                <a:close/>
                <a:moveTo>
                  <a:pt x="3967224" y="65108"/>
                </a:moveTo>
                <a:cubicBezTo>
                  <a:pt x="3967224" y="66877"/>
                  <a:pt x="3966769" y="68149"/>
                  <a:pt x="3965861" y="68920"/>
                </a:cubicBezTo>
                <a:cubicBezTo>
                  <a:pt x="3964998" y="69649"/>
                  <a:pt x="3964000" y="70012"/>
                  <a:pt x="3962863" y="70012"/>
                </a:cubicBezTo>
                <a:lnTo>
                  <a:pt x="3922684" y="70012"/>
                </a:lnTo>
                <a:cubicBezTo>
                  <a:pt x="3922684" y="73415"/>
                  <a:pt x="3923024" y="76481"/>
                  <a:pt x="3923704" y="79204"/>
                </a:cubicBezTo>
                <a:cubicBezTo>
                  <a:pt x="3924384" y="81930"/>
                  <a:pt x="3925521" y="84268"/>
                  <a:pt x="3927110" y="86219"/>
                </a:cubicBezTo>
                <a:cubicBezTo>
                  <a:pt x="3928699" y="88171"/>
                  <a:pt x="3930765" y="89671"/>
                  <a:pt x="3933308" y="90714"/>
                </a:cubicBezTo>
                <a:cubicBezTo>
                  <a:pt x="3935848" y="91760"/>
                  <a:pt x="3938960" y="92280"/>
                  <a:pt x="3942638" y="92280"/>
                </a:cubicBezTo>
                <a:cubicBezTo>
                  <a:pt x="3945544" y="92280"/>
                  <a:pt x="3948133" y="92054"/>
                  <a:pt x="3950401" y="91600"/>
                </a:cubicBezTo>
                <a:cubicBezTo>
                  <a:pt x="3952670" y="91100"/>
                  <a:pt x="3954625" y="90554"/>
                  <a:pt x="3956259" y="89966"/>
                </a:cubicBezTo>
                <a:cubicBezTo>
                  <a:pt x="3957940" y="89374"/>
                  <a:pt x="3959300" y="88854"/>
                  <a:pt x="3960346" y="88400"/>
                </a:cubicBezTo>
                <a:cubicBezTo>
                  <a:pt x="3961434" y="87900"/>
                  <a:pt x="3962252" y="87651"/>
                  <a:pt x="3962797" y="87651"/>
                </a:cubicBezTo>
                <a:cubicBezTo>
                  <a:pt x="3963114" y="87651"/>
                  <a:pt x="3963386" y="87740"/>
                  <a:pt x="3963615" y="87922"/>
                </a:cubicBezTo>
                <a:cubicBezTo>
                  <a:pt x="3963886" y="88060"/>
                  <a:pt x="3964092" y="88285"/>
                  <a:pt x="3964226" y="88603"/>
                </a:cubicBezTo>
                <a:cubicBezTo>
                  <a:pt x="3964363" y="88920"/>
                  <a:pt x="3964455" y="89374"/>
                  <a:pt x="3964498" y="89966"/>
                </a:cubicBezTo>
                <a:cubicBezTo>
                  <a:pt x="3964589" y="90511"/>
                  <a:pt x="3964635" y="91191"/>
                  <a:pt x="3964635" y="92009"/>
                </a:cubicBezTo>
                <a:cubicBezTo>
                  <a:pt x="3964635" y="92597"/>
                  <a:pt x="3964612" y="93120"/>
                  <a:pt x="3964566" y="93575"/>
                </a:cubicBezTo>
                <a:cubicBezTo>
                  <a:pt x="3964520" y="93983"/>
                  <a:pt x="3964455" y="94369"/>
                  <a:pt x="3964363" y="94732"/>
                </a:cubicBezTo>
                <a:cubicBezTo>
                  <a:pt x="3964317" y="95049"/>
                  <a:pt x="3964203" y="95346"/>
                  <a:pt x="3964023" y="95618"/>
                </a:cubicBezTo>
                <a:cubicBezTo>
                  <a:pt x="3963886" y="95889"/>
                  <a:pt x="3963680" y="96163"/>
                  <a:pt x="3963409" y="96435"/>
                </a:cubicBezTo>
                <a:cubicBezTo>
                  <a:pt x="3963183" y="96664"/>
                  <a:pt x="3962457" y="97072"/>
                  <a:pt x="3961229" y="97661"/>
                </a:cubicBezTo>
                <a:cubicBezTo>
                  <a:pt x="3960006" y="98207"/>
                  <a:pt x="3958414" y="98749"/>
                  <a:pt x="3956462" y="99295"/>
                </a:cubicBezTo>
                <a:cubicBezTo>
                  <a:pt x="3954511" y="99841"/>
                  <a:pt x="3952239" y="100318"/>
                  <a:pt x="3949653" y="100727"/>
                </a:cubicBezTo>
                <a:cubicBezTo>
                  <a:pt x="3947110" y="101178"/>
                  <a:pt x="3944386" y="101407"/>
                  <a:pt x="3941480" y="101407"/>
                </a:cubicBezTo>
                <a:cubicBezTo>
                  <a:pt x="3936440" y="101407"/>
                  <a:pt x="3932013" y="100704"/>
                  <a:pt x="3928199" y="99295"/>
                </a:cubicBezTo>
                <a:cubicBezTo>
                  <a:pt x="3924430" y="97889"/>
                  <a:pt x="3921252" y="95801"/>
                  <a:pt x="3918663" y="93029"/>
                </a:cubicBezTo>
                <a:cubicBezTo>
                  <a:pt x="3916077" y="90260"/>
                  <a:pt x="3914125" y="86788"/>
                  <a:pt x="3912808" y="82610"/>
                </a:cubicBezTo>
                <a:cubicBezTo>
                  <a:pt x="3911491" y="78433"/>
                  <a:pt x="3910834" y="73575"/>
                  <a:pt x="3910834" y="68034"/>
                </a:cubicBezTo>
                <a:cubicBezTo>
                  <a:pt x="3910834" y="62768"/>
                  <a:pt x="3911514" y="58047"/>
                  <a:pt x="3912877" y="53870"/>
                </a:cubicBezTo>
                <a:cubicBezTo>
                  <a:pt x="3914237" y="49646"/>
                  <a:pt x="3916191" y="46083"/>
                  <a:pt x="3918732" y="43177"/>
                </a:cubicBezTo>
                <a:cubicBezTo>
                  <a:pt x="3921321" y="40225"/>
                  <a:pt x="3924430" y="37979"/>
                  <a:pt x="3928064" y="36436"/>
                </a:cubicBezTo>
                <a:cubicBezTo>
                  <a:pt x="3931696" y="34847"/>
                  <a:pt x="3935760" y="34053"/>
                  <a:pt x="3940254" y="34053"/>
                </a:cubicBezTo>
                <a:cubicBezTo>
                  <a:pt x="3945067" y="34053"/>
                  <a:pt x="3949153" y="34824"/>
                  <a:pt x="3952513" y="36367"/>
                </a:cubicBezTo>
                <a:cubicBezTo>
                  <a:pt x="3955916" y="37910"/>
                  <a:pt x="3958711" y="39999"/>
                  <a:pt x="3960888" y="42634"/>
                </a:cubicBezTo>
                <a:cubicBezTo>
                  <a:pt x="3963069" y="45220"/>
                  <a:pt x="3964658" y="48286"/>
                  <a:pt x="3965658" y="51826"/>
                </a:cubicBezTo>
                <a:cubicBezTo>
                  <a:pt x="3966701" y="55324"/>
                  <a:pt x="3967224" y="59067"/>
                  <a:pt x="3967224" y="63065"/>
                </a:cubicBezTo>
                <a:lnTo>
                  <a:pt x="3967224" y="65108"/>
                </a:lnTo>
                <a:close/>
                <a:moveTo>
                  <a:pt x="3955916" y="61771"/>
                </a:moveTo>
                <a:cubicBezTo>
                  <a:pt x="3956054" y="55867"/>
                  <a:pt x="3954736" y="51238"/>
                  <a:pt x="3951967" y="47877"/>
                </a:cubicBezTo>
                <a:cubicBezTo>
                  <a:pt x="3949244" y="44517"/>
                  <a:pt x="3945181" y="42837"/>
                  <a:pt x="3939777" y="42837"/>
                </a:cubicBezTo>
                <a:cubicBezTo>
                  <a:pt x="3937008" y="42837"/>
                  <a:pt x="3934579" y="43360"/>
                  <a:pt x="3932491" y="44403"/>
                </a:cubicBezTo>
                <a:cubicBezTo>
                  <a:pt x="3930402" y="45449"/>
                  <a:pt x="3928653" y="46832"/>
                  <a:pt x="3927247" y="48557"/>
                </a:cubicBezTo>
                <a:cubicBezTo>
                  <a:pt x="3925838" y="50283"/>
                  <a:pt x="3924750" y="52304"/>
                  <a:pt x="3923975" y="54618"/>
                </a:cubicBezTo>
                <a:cubicBezTo>
                  <a:pt x="3923204" y="56890"/>
                  <a:pt x="3922772" y="59273"/>
                  <a:pt x="3922684" y="61771"/>
                </a:cubicBezTo>
                <a:lnTo>
                  <a:pt x="3955916" y="61771"/>
                </a:lnTo>
                <a:close/>
                <a:moveTo>
                  <a:pt x="4059912" y="89080"/>
                </a:moveTo>
                <a:cubicBezTo>
                  <a:pt x="4059912" y="89851"/>
                  <a:pt x="4059889" y="90534"/>
                  <a:pt x="4059844" y="91123"/>
                </a:cubicBezTo>
                <a:cubicBezTo>
                  <a:pt x="4059801" y="91669"/>
                  <a:pt x="4059709" y="92146"/>
                  <a:pt x="4059572" y="92554"/>
                </a:cubicBezTo>
                <a:cubicBezTo>
                  <a:pt x="4059481" y="92917"/>
                  <a:pt x="4059346" y="93257"/>
                  <a:pt x="4059164" y="93575"/>
                </a:cubicBezTo>
                <a:cubicBezTo>
                  <a:pt x="4059026" y="93846"/>
                  <a:pt x="4058664" y="94277"/>
                  <a:pt x="4058075" y="94869"/>
                </a:cubicBezTo>
                <a:cubicBezTo>
                  <a:pt x="4057529" y="95415"/>
                  <a:pt x="4056575" y="96118"/>
                  <a:pt x="4055215" y="96981"/>
                </a:cubicBezTo>
                <a:cubicBezTo>
                  <a:pt x="4053852" y="97798"/>
                  <a:pt x="4052308" y="98547"/>
                  <a:pt x="4050583" y="99227"/>
                </a:cubicBezTo>
                <a:cubicBezTo>
                  <a:pt x="4048902" y="99864"/>
                  <a:pt x="4047065" y="100384"/>
                  <a:pt x="4045068" y="100793"/>
                </a:cubicBezTo>
                <a:cubicBezTo>
                  <a:pt x="4043070" y="101201"/>
                  <a:pt x="4041004" y="101407"/>
                  <a:pt x="4038870" y="101407"/>
                </a:cubicBezTo>
                <a:cubicBezTo>
                  <a:pt x="4034466" y="101407"/>
                  <a:pt x="4030560" y="100681"/>
                  <a:pt x="4027154" y="99227"/>
                </a:cubicBezTo>
                <a:cubicBezTo>
                  <a:pt x="4023751" y="97775"/>
                  <a:pt x="4020890" y="95663"/>
                  <a:pt x="4018573" y="92894"/>
                </a:cubicBezTo>
                <a:cubicBezTo>
                  <a:pt x="4016304" y="90080"/>
                  <a:pt x="4014555" y="86651"/>
                  <a:pt x="4013329" y="82610"/>
                </a:cubicBezTo>
                <a:cubicBezTo>
                  <a:pt x="4012149" y="78524"/>
                  <a:pt x="4011558" y="73824"/>
                  <a:pt x="4011558" y="68511"/>
                </a:cubicBezTo>
                <a:cubicBezTo>
                  <a:pt x="4011558" y="62474"/>
                  <a:pt x="4012286" y="57299"/>
                  <a:pt x="4013738" y="52984"/>
                </a:cubicBezTo>
                <a:cubicBezTo>
                  <a:pt x="4015238" y="48626"/>
                  <a:pt x="4017258" y="45063"/>
                  <a:pt x="4019799" y="42291"/>
                </a:cubicBezTo>
                <a:cubicBezTo>
                  <a:pt x="4022388" y="39522"/>
                  <a:pt x="4025408" y="37479"/>
                  <a:pt x="4028857" y="36162"/>
                </a:cubicBezTo>
                <a:cubicBezTo>
                  <a:pt x="4032355" y="34801"/>
                  <a:pt x="4036121" y="34119"/>
                  <a:pt x="4040164" y="34119"/>
                </a:cubicBezTo>
                <a:cubicBezTo>
                  <a:pt x="4042116" y="34119"/>
                  <a:pt x="4043999" y="34301"/>
                  <a:pt x="4045816" y="34664"/>
                </a:cubicBezTo>
                <a:cubicBezTo>
                  <a:pt x="4047676" y="35027"/>
                  <a:pt x="4049380" y="35504"/>
                  <a:pt x="4050923" y="36096"/>
                </a:cubicBezTo>
                <a:cubicBezTo>
                  <a:pt x="4052468" y="36685"/>
                  <a:pt x="4053829" y="37365"/>
                  <a:pt x="4055009" y="38139"/>
                </a:cubicBezTo>
                <a:cubicBezTo>
                  <a:pt x="4056235" y="38911"/>
                  <a:pt x="4057121" y="39568"/>
                  <a:pt x="4057666" y="40114"/>
                </a:cubicBezTo>
                <a:cubicBezTo>
                  <a:pt x="4058209" y="40657"/>
                  <a:pt x="4058575" y="41088"/>
                  <a:pt x="4058755" y="41408"/>
                </a:cubicBezTo>
                <a:cubicBezTo>
                  <a:pt x="4058984" y="41725"/>
                  <a:pt x="4059164" y="42111"/>
                  <a:pt x="4059301" y="42565"/>
                </a:cubicBezTo>
                <a:cubicBezTo>
                  <a:pt x="4059438" y="42974"/>
                  <a:pt x="4059527" y="43451"/>
                  <a:pt x="4059572" y="43994"/>
                </a:cubicBezTo>
                <a:cubicBezTo>
                  <a:pt x="4059618" y="44540"/>
                  <a:pt x="4059641" y="45220"/>
                  <a:pt x="4059641" y="46037"/>
                </a:cubicBezTo>
                <a:cubicBezTo>
                  <a:pt x="4059641" y="47809"/>
                  <a:pt x="4059438" y="49058"/>
                  <a:pt x="4059026" y="49783"/>
                </a:cubicBezTo>
                <a:cubicBezTo>
                  <a:pt x="4058621" y="50463"/>
                  <a:pt x="4058121" y="50806"/>
                  <a:pt x="4057529" y="50806"/>
                </a:cubicBezTo>
                <a:cubicBezTo>
                  <a:pt x="4056849" y="50806"/>
                  <a:pt x="4056055" y="50441"/>
                  <a:pt x="4055146" y="49715"/>
                </a:cubicBezTo>
                <a:cubicBezTo>
                  <a:pt x="4054283" y="48943"/>
                  <a:pt x="4053171" y="48103"/>
                  <a:pt x="4051808" y="47194"/>
                </a:cubicBezTo>
                <a:cubicBezTo>
                  <a:pt x="4050448" y="46289"/>
                  <a:pt x="4048791" y="45471"/>
                  <a:pt x="4046836" y="44743"/>
                </a:cubicBezTo>
                <a:cubicBezTo>
                  <a:pt x="4044930" y="43971"/>
                  <a:pt x="4042662" y="43585"/>
                  <a:pt x="4040027" y="43585"/>
                </a:cubicBezTo>
                <a:cubicBezTo>
                  <a:pt x="4034623" y="43585"/>
                  <a:pt x="4030469" y="45674"/>
                  <a:pt x="4027563" y="49852"/>
                </a:cubicBezTo>
                <a:cubicBezTo>
                  <a:pt x="4024702" y="53984"/>
                  <a:pt x="4023273" y="59999"/>
                  <a:pt x="4023273" y="67900"/>
                </a:cubicBezTo>
                <a:cubicBezTo>
                  <a:pt x="4023273" y="71849"/>
                  <a:pt x="4023636" y="75324"/>
                  <a:pt x="4024362" y="78318"/>
                </a:cubicBezTo>
                <a:cubicBezTo>
                  <a:pt x="4025134" y="81270"/>
                  <a:pt x="4026248" y="83745"/>
                  <a:pt x="4027700" y="85742"/>
                </a:cubicBezTo>
                <a:cubicBezTo>
                  <a:pt x="4029151" y="87740"/>
                  <a:pt x="4030923" y="89240"/>
                  <a:pt x="4033012" y="90237"/>
                </a:cubicBezTo>
                <a:cubicBezTo>
                  <a:pt x="4035146" y="91191"/>
                  <a:pt x="4037575" y="91669"/>
                  <a:pt x="4040298" y="91669"/>
                </a:cubicBezTo>
                <a:cubicBezTo>
                  <a:pt x="4042887" y="91669"/>
                  <a:pt x="4045156" y="91260"/>
                  <a:pt x="4047111" y="90443"/>
                </a:cubicBezTo>
                <a:cubicBezTo>
                  <a:pt x="4049062" y="89625"/>
                  <a:pt x="4050743" y="88740"/>
                  <a:pt x="4052148" y="87785"/>
                </a:cubicBezTo>
                <a:cubicBezTo>
                  <a:pt x="4053603" y="86788"/>
                  <a:pt x="4054806" y="85902"/>
                  <a:pt x="4055757" y="85131"/>
                </a:cubicBezTo>
                <a:cubicBezTo>
                  <a:pt x="4056758" y="84313"/>
                  <a:pt x="4057529" y="83905"/>
                  <a:pt x="4058075" y="83905"/>
                </a:cubicBezTo>
                <a:cubicBezTo>
                  <a:pt x="4058392" y="83905"/>
                  <a:pt x="4058664" y="83993"/>
                  <a:pt x="4058892" y="84176"/>
                </a:cubicBezTo>
                <a:cubicBezTo>
                  <a:pt x="4059118" y="84359"/>
                  <a:pt x="4059301" y="84676"/>
                  <a:pt x="4059438" y="85131"/>
                </a:cubicBezTo>
                <a:cubicBezTo>
                  <a:pt x="4059618" y="85539"/>
                  <a:pt x="4059732" y="86082"/>
                  <a:pt x="4059778" y="86765"/>
                </a:cubicBezTo>
                <a:cubicBezTo>
                  <a:pt x="4059867" y="87399"/>
                  <a:pt x="4059912" y="88171"/>
                  <a:pt x="4059912" y="89080"/>
                </a:cubicBezTo>
                <a:close/>
                <a:moveTo>
                  <a:pt x="4130673" y="67083"/>
                </a:moveTo>
                <a:cubicBezTo>
                  <a:pt x="4130673" y="72078"/>
                  <a:pt x="4130015" y="76684"/>
                  <a:pt x="4128698" y="80907"/>
                </a:cubicBezTo>
                <a:cubicBezTo>
                  <a:pt x="4127384" y="85085"/>
                  <a:pt x="4125406" y="88694"/>
                  <a:pt x="4122774" y="91737"/>
                </a:cubicBezTo>
                <a:cubicBezTo>
                  <a:pt x="4120186" y="94778"/>
                  <a:pt x="4116917" y="97161"/>
                  <a:pt x="4112967" y="98887"/>
                </a:cubicBezTo>
                <a:cubicBezTo>
                  <a:pt x="4109061" y="100567"/>
                  <a:pt x="4104521" y="101407"/>
                  <a:pt x="4099346" y="101407"/>
                </a:cubicBezTo>
                <a:cubicBezTo>
                  <a:pt x="4094305" y="101407"/>
                  <a:pt x="4089902" y="100658"/>
                  <a:pt x="4086133" y="99158"/>
                </a:cubicBezTo>
                <a:cubicBezTo>
                  <a:pt x="4082409" y="97661"/>
                  <a:pt x="4079300" y="95481"/>
                  <a:pt x="4076803" y="92620"/>
                </a:cubicBezTo>
                <a:cubicBezTo>
                  <a:pt x="4074306" y="89760"/>
                  <a:pt x="4072445" y="86288"/>
                  <a:pt x="4071219" y="82202"/>
                </a:cubicBezTo>
                <a:cubicBezTo>
                  <a:pt x="4069994" y="78115"/>
                  <a:pt x="4069379" y="73483"/>
                  <a:pt x="4069379" y="68309"/>
                </a:cubicBezTo>
                <a:cubicBezTo>
                  <a:pt x="4069379" y="63314"/>
                  <a:pt x="4070016" y="58727"/>
                  <a:pt x="4071288" y="54550"/>
                </a:cubicBezTo>
                <a:cubicBezTo>
                  <a:pt x="4072602" y="50329"/>
                  <a:pt x="4074557" y="46697"/>
                  <a:pt x="4077143" y="43654"/>
                </a:cubicBezTo>
                <a:cubicBezTo>
                  <a:pt x="4079778" y="40611"/>
                  <a:pt x="4083047" y="38250"/>
                  <a:pt x="4086950" y="36570"/>
                </a:cubicBezTo>
                <a:cubicBezTo>
                  <a:pt x="4090856" y="34890"/>
                  <a:pt x="4095420" y="34053"/>
                  <a:pt x="4100640" y="34053"/>
                </a:cubicBezTo>
                <a:cubicBezTo>
                  <a:pt x="4105681" y="34053"/>
                  <a:pt x="4110061" y="34801"/>
                  <a:pt x="4113785" y="36299"/>
                </a:cubicBezTo>
                <a:cubicBezTo>
                  <a:pt x="4117554" y="37796"/>
                  <a:pt x="4120686" y="39976"/>
                  <a:pt x="4123183" y="42837"/>
                </a:cubicBezTo>
                <a:cubicBezTo>
                  <a:pt x="4125681" y="45697"/>
                  <a:pt x="4127541" y="49172"/>
                  <a:pt x="4128767" y="53258"/>
                </a:cubicBezTo>
                <a:cubicBezTo>
                  <a:pt x="4130038" y="57344"/>
                  <a:pt x="4130673" y="61951"/>
                  <a:pt x="4130673" y="67083"/>
                </a:cubicBezTo>
                <a:close/>
                <a:moveTo>
                  <a:pt x="4118823" y="67831"/>
                </a:moveTo>
                <a:cubicBezTo>
                  <a:pt x="4118823" y="64517"/>
                  <a:pt x="4118505" y="61385"/>
                  <a:pt x="4117871" y="58433"/>
                </a:cubicBezTo>
                <a:cubicBezTo>
                  <a:pt x="4117279" y="55481"/>
                  <a:pt x="4116282" y="52892"/>
                  <a:pt x="4114873" y="50669"/>
                </a:cubicBezTo>
                <a:cubicBezTo>
                  <a:pt x="4113465" y="48443"/>
                  <a:pt x="4111559" y="46697"/>
                  <a:pt x="4109153" y="45426"/>
                </a:cubicBezTo>
                <a:cubicBezTo>
                  <a:pt x="4106747" y="44108"/>
                  <a:pt x="4103749" y="43451"/>
                  <a:pt x="4100163" y="43451"/>
                </a:cubicBezTo>
                <a:cubicBezTo>
                  <a:pt x="4096848" y="43451"/>
                  <a:pt x="4093988" y="44040"/>
                  <a:pt x="4091582" y="45220"/>
                </a:cubicBezTo>
                <a:cubicBezTo>
                  <a:pt x="4089222" y="46400"/>
                  <a:pt x="4087267" y="48080"/>
                  <a:pt x="4085724" y="50261"/>
                </a:cubicBezTo>
                <a:cubicBezTo>
                  <a:pt x="4084181" y="52395"/>
                  <a:pt x="4083024" y="54935"/>
                  <a:pt x="4082252" y="57887"/>
                </a:cubicBezTo>
                <a:cubicBezTo>
                  <a:pt x="4081526" y="60839"/>
                  <a:pt x="4081161" y="64062"/>
                  <a:pt x="4081161" y="67560"/>
                </a:cubicBezTo>
                <a:cubicBezTo>
                  <a:pt x="4081161" y="70917"/>
                  <a:pt x="4081458" y="74075"/>
                  <a:pt x="4082046" y="77027"/>
                </a:cubicBezTo>
                <a:cubicBezTo>
                  <a:pt x="4082684" y="79976"/>
                  <a:pt x="4083704" y="82565"/>
                  <a:pt x="4085113" y="84791"/>
                </a:cubicBezTo>
                <a:cubicBezTo>
                  <a:pt x="4086564" y="86968"/>
                  <a:pt x="4088493" y="88717"/>
                  <a:pt x="4090902" y="90034"/>
                </a:cubicBezTo>
                <a:cubicBezTo>
                  <a:pt x="4093308" y="91306"/>
                  <a:pt x="4096303" y="91940"/>
                  <a:pt x="4099892" y="91940"/>
                </a:cubicBezTo>
                <a:cubicBezTo>
                  <a:pt x="4103161" y="91940"/>
                  <a:pt x="4105998" y="91351"/>
                  <a:pt x="4108404" y="90168"/>
                </a:cubicBezTo>
                <a:cubicBezTo>
                  <a:pt x="4110810" y="88988"/>
                  <a:pt x="4112785" y="87331"/>
                  <a:pt x="4114328" y="85199"/>
                </a:cubicBezTo>
                <a:cubicBezTo>
                  <a:pt x="4115874" y="83065"/>
                  <a:pt x="4117008" y="80521"/>
                  <a:pt x="4117734" y="77570"/>
                </a:cubicBezTo>
                <a:cubicBezTo>
                  <a:pt x="4118460" y="74618"/>
                  <a:pt x="4118823" y="71372"/>
                  <a:pt x="4118823" y="67831"/>
                </a:cubicBezTo>
                <a:close/>
                <a:moveTo>
                  <a:pt x="4183045" y="41134"/>
                </a:moveTo>
                <a:cubicBezTo>
                  <a:pt x="4183045" y="42134"/>
                  <a:pt x="4183025" y="42974"/>
                  <a:pt x="4182979" y="43654"/>
                </a:cubicBezTo>
                <a:cubicBezTo>
                  <a:pt x="4182933" y="44334"/>
                  <a:pt x="4182842" y="44880"/>
                  <a:pt x="4182705" y="45289"/>
                </a:cubicBezTo>
                <a:cubicBezTo>
                  <a:pt x="4182570" y="45651"/>
                  <a:pt x="4182388" y="45946"/>
                  <a:pt x="4182162" y="46174"/>
                </a:cubicBezTo>
                <a:cubicBezTo>
                  <a:pt x="4181979" y="46354"/>
                  <a:pt x="4181708" y="46446"/>
                  <a:pt x="4181345" y="46446"/>
                </a:cubicBezTo>
                <a:cubicBezTo>
                  <a:pt x="4180982" y="46446"/>
                  <a:pt x="4180527" y="46354"/>
                  <a:pt x="4179982" y="46174"/>
                </a:cubicBezTo>
                <a:cubicBezTo>
                  <a:pt x="4179482" y="45946"/>
                  <a:pt x="4178893" y="45743"/>
                  <a:pt x="4178210" y="45560"/>
                </a:cubicBezTo>
                <a:cubicBezTo>
                  <a:pt x="4177576" y="45334"/>
                  <a:pt x="4176850" y="45128"/>
                  <a:pt x="4176033" y="44948"/>
                </a:cubicBezTo>
                <a:cubicBezTo>
                  <a:pt x="4175215" y="44766"/>
                  <a:pt x="4174329" y="44677"/>
                  <a:pt x="4173375" y="44677"/>
                </a:cubicBezTo>
                <a:cubicBezTo>
                  <a:pt x="4172241" y="44677"/>
                  <a:pt x="4171129" y="44903"/>
                  <a:pt x="4170037" y="45357"/>
                </a:cubicBezTo>
                <a:cubicBezTo>
                  <a:pt x="4168949" y="45811"/>
                  <a:pt x="4167791" y="46560"/>
                  <a:pt x="4166566" y="47603"/>
                </a:cubicBezTo>
                <a:cubicBezTo>
                  <a:pt x="4165385" y="48649"/>
                  <a:pt x="4164137" y="50032"/>
                  <a:pt x="4162819" y="51758"/>
                </a:cubicBezTo>
                <a:cubicBezTo>
                  <a:pt x="4161502" y="53484"/>
                  <a:pt x="4160051" y="55596"/>
                  <a:pt x="4158462" y="58093"/>
                </a:cubicBezTo>
                <a:lnTo>
                  <a:pt x="4158462" y="98409"/>
                </a:lnTo>
                <a:cubicBezTo>
                  <a:pt x="4158462" y="98772"/>
                  <a:pt x="4158370" y="99092"/>
                  <a:pt x="4158187" y="99364"/>
                </a:cubicBezTo>
                <a:cubicBezTo>
                  <a:pt x="4158007" y="99590"/>
                  <a:pt x="4157710" y="99795"/>
                  <a:pt x="4157302" y="99975"/>
                </a:cubicBezTo>
                <a:cubicBezTo>
                  <a:pt x="4156893" y="100158"/>
                  <a:pt x="4156327" y="100295"/>
                  <a:pt x="4155601" y="100384"/>
                </a:cubicBezTo>
                <a:cubicBezTo>
                  <a:pt x="4154873" y="100475"/>
                  <a:pt x="4153941" y="100521"/>
                  <a:pt x="4152807" y="100521"/>
                </a:cubicBezTo>
                <a:cubicBezTo>
                  <a:pt x="4151718" y="100521"/>
                  <a:pt x="4150809" y="100475"/>
                  <a:pt x="4150084" y="100384"/>
                </a:cubicBezTo>
                <a:cubicBezTo>
                  <a:pt x="4149358" y="100295"/>
                  <a:pt x="4148766" y="100158"/>
                  <a:pt x="4148312" y="99975"/>
                </a:cubicBezTo>
                <a:cubicBezTo>
                  <a:pt x="4147903" y="99795"/>
                  <a:pt x="4147609" y="99590"/>
                  <a:pt x="4147429" y="99364"/>
                </a:cubicBezTo>
                <a:cubicBezTo>
                  <a:pt x="4147292" y="99092"/>
                  <a:pt x="4147223" y="98772"/>
                  <a:pt x="4147223" y="98409"/>
                </a:cubicBezTo>
                <a:lnTo>
                  <a:pt x="4147223" y="37116"/>
                </a:lnTo>
                <a:cubicBezTo>
                  <a:pt x="4147223" y="36753"/>
                  <a:pt x="4147292" y="36459"/>
                  <a:pt x="4147429" y="36230"/>
                </a:cubicBezTo>
                <a:cubicBezTo>
                  <a:pt x="4147563" y="35959"/>
                  <a:pt x="4147835" y="35730"/>
                  <a:pt x="4148246" y="35550"/>
                </a:cubicBezTo>
                <a:cubicBezTo>
                  <a:pt x="4148652" y="35322"/>
                  <a:pt x="4149175" y="35187"/>
                  <a:pt x="4149812" y="35142"/>
                </a:cubicBezTo>
                <a:cubicBezTo>
                  <a:pt x="4150446" y="35050"/>
                  <a:pt x="4151287" y="35004"/>
                  <a:pt x="4152332" y="35004"/>
                </a:cubicBezTo>
                <a:cubicBezTo>
                  <a:pt x="4153330" y="35004"/>
                  <a:pt x="4154147" y="35050"/>
                  <a:pt x="4154784" y="35142"/>
                </a:cubicBezTo>
                <a:cubicBezTo>
                  <a:pt x="4155464" y="35187"/>
                  <a:pt x="4155987" y="35322"/>
                  <a:pt x="4156350" y="35550"/>
                </a:cubicBezTo>
                <a:cubicBezTo>
                  <a:pt x="4156713" y="35730"/>
                  <a:pt x="4156962" y="35959"/>
                  <a:pt x="4157099" y="36230"/>
                </a:cubicBezTo>
                <a:cubicBezTo>
                  <a:pt x="4157279" y="36459"/>
                  <a:pt x="4157370" y="36753"/>
                  <a:pt x="4157370" y="37116"/>
                </a:cubicBezTo>
                <a:lnTo>
                  <a:pt x="4157370" y="46037"/>
                </a:lnTo>
                <a:cubicBezTo>
                  <a:pt x="4159050" y="43585"/>
                  <a:pt x="4160616" y="41588"/>
                  <a:pt x="4162071" y="40045"/>
                </a:cubicBezTo>
                <a:cubicBezTo>
                  <a:pt x="4163568" y="38502"/>
                  <a:pt x="4164977" y="37299"/>
                  <a:pt x="4166291" y="36436"/>
                </a:cubicBezTo>
                <a:cubicBezTo>
                  <a:pt x="4167609" y="35527"/>
                  <a:pt x="4168903" y="34913"/>
                  <a:pt x="4170175" y="34596"/>
                </a:cubicBezTo>
                <a:cubicBezTo>
                  <a:pt x="4171492" y="34233"/>
                  <a:pt x="4172806" y="34053"/>
                  <a:pt x="4174124" y="34053"/>
                </a:cubicBezTo>
                <a:cubicBezTo>
                  <a:pt x="4174715" y="34053"/>
                  <a:pt x="4175372" y="34096"/>
                  <a:pt x="4176098" y="34187"/>
                </a:cubicBezTo>
                <a:cubicBezTo>
                  <a:pt x="4176873" y="34233"/>
                  <a:pt x="4177667" y="34347"/>
                  <a:pt x="4178484" y="34527"/>
                </a:cubicBezTo>
                <a:cubicBezTo>
                  <a:pt x="4179301" y="34710"/>
                  <a:pt x="4180027" y="34913"/>
                  <a:pt x="4180662" y="35142"/>
                </a:cubicBezTo>
                <a:cubicBezTo>
                  <a:pt x="4181345" y="35367"/>
                  <a:pt x="4181819" y="35596"/>
                  <a:pt x="4182093" y="35822"/>
                </a:cubicBezTo>
                <a:cubicBezTo>
                  <a:pt x="4182365" y="36050"/>
                  <a:pt x="4182548" y="36276"/>
                  <a:pt x="4182636" y="36505"/>
                </a:cubicBezTo>
                <a:cubicBezTo>
                  <a:pt x="4182728" y="36685"/>
                  <a:pt x="4182796" y="36933"/>
                  <a:pt x="4182842" y="37253"/>
                </a:cubicBezTo>
                <a:cubicBezTo>
                  <a:pt x="4182933" y="37570"/>
                  <a:pt x="4182979" y="38048"/>
                  <a:pt x="4182979" y="38682"/>
                </a:cubicBezTo>
                <a:cubicBezTo>
                  <a:pt x="4183025" y="39273"/>
                  <a:pt x="4183045" y="40091"/>
                  <a:pt x="4183045" y="41134"/>
                </a:cubicBezTo>
                <a:close/>
                <a:moveTo>
                  <a:pt x="4246316" y="65108"/>
                </a:moveTo>
                <a:cubicBezTo>
                  <a:pt x="4246316" y="66877"/>
                  <a:pt x="4245861" y="68149"/>
                  <a:pt x="4244953" y="68920"/>
                </a:cubicBezTo>
                <a:cubicBezTo>
                  <a:pt x="4244090" y="69649"/>
                  <a:pt x="4243092" y="70012"/>
                  <a:pt x="4241958" y="70012"/>
                </a:cubicBezTo>
                <a:lnTo>
                  <a:pt x="4201776" y="70012"/>
                </a:lnTo>
                <a:cubicBezTo>
                  <a:pt x="4201776" y="73415"/>
                  <a:pt x="4202116" y="76481"/>
                  <a:pt x="4202796" y="79204"/>
                </a:cubicBezTo>
                <a:cubicBezTo>
                  <a:pt x="4203479" y="81930"/>
                  <a:pt x="4204613" y="84268"/>
                  <a:pt x="4206202" y="86219"/>
                </a:cubicBezTo>
                <a:cubicBezTo>
                  <a:pt x="4207791" y="88171"/>
                  <a:pt x="4209857" y="89671"/>
                  <a:pt x="4212400" y="90714"/>
                </a:cubicBezTo>
                <a:cubicBezTo>
                  <a:pt x="4214943" y="91760"/>
                  <a:pt x="4218052" y="92280"/>
                  <a:pt x="4221730" y="92280"/>
                </a:cubicBezTo>
                <a:cubicBezTo>
                  <a:pt x="4224636" y="92280"/>
                  <a:pt x="4227225" y="92054"/>
                  <a:pt x="4229493" y="91600"/>
                </a:cubicBezTo>
                <a:cubicBezTo>
                  <a:pt x="4231762" y="91100"/>
                  <a:pt x="4233717" y="90554"/>
                  <a:pt x="4235351" y="89966"/>
                </a:cubicBezTo>
                <a:cubicBezTo>
                  <a:pt x="4237032" y="89374"/>
                  <a:pt x="4238392" y="88854"/>
                  <a:pt x="4239438" y="88400"/>
                </a:cubicBezTo>
                <a:cubicBezTo>
                  <a:pt x="4240526" y="87900"/>
                  <a:pt x="4241344" y="87651"/>
                  <a:pt x="4241889" y="87651"/>
                </a:cubicBezTo>
                <a:cubicBezTo>
                  <a:pt x="4242206" y="87651"/>
                  <a:pt x="4242478" y="87740"/>
                  <a:pt x="4242707" y="87922"/>
                </a:cubicBezTo>
                <a:cubicBezTo>
                  <a:pt x="4242978" y="88060"/>
                  <a:pt x="4243184" y="88285"/>
                  <a:pt x="4243318" y="88603"/>
                </a:cubicBezTo>
                <a:cubicBezTo>
                  <a:pt x="4243455" y="88920"/>
                  <a:pt x="4243547" y="89374"/>
                  <a:pt x="4243592" y="89966"/>
                </a:cubicBezTo>
                <a:cubicBezTo>
                  <a:pt x="4243681" y="90511"/>
                  <a:pt x="4243727" y="91191"/>
                  <a:pt x="4243727" y="92009"/>
                </a:cubicBezTo>
                <a:cubicBezTo>
                  <a:pt x="4243727" y="92597"/>
                  <a:pt x="4243704" y="93120"/>
                  <a:pt x="4243658" y="93575"/>
                </a:cubicBezTo>
                <a:cubicBezTo>
                  <a:pt x="4243612" y="93983"/>
                  <a:pt x="4243547" y="94369"/>
                  <a:pt x="4243455" y="94732"/>
                </a:cubicBezTo>
                <a:cubicBezTo>
                  <a:pt x="4243410" y="95049"/>
                  <a:pt x="4243295" y="95346"/>
                  <a:pt x="4243115" y="95618"/>
                </a:cubicBezTo>
                <a:cubicBezTo>
                  <a:pt x="4242978" y="95889"/>
                  <a:pt x="4242775" y="96163"/>
                  <a:pt x="4242501" y="96435"/>
                </a:cubicBezTo>
                <a:cubicBezTo>
                  <a:pt x="4242275" y="96664"/>
                  <a:pt x="4241549" y="97072"/>
                  <a:pt x="4240323" y="97661"/>
                </a:cubicBezTo>
                <a:cubicBezTo>
                  <a:pt x="4239095" y="98207"/>
                  <a:pt x="4237506" y="98749"/>
                  <a:pt x="4235554" y="99295"/>
                </a:cubicBezTo>
                <a:cubicBezTo>
                  <a:pt x="4233603" y="99841"/>
                  <a:pt x="4231334" y="100318"/>
                  <a:pt x="4228745" y="100727"/>
                </a:cubicBezTo>
                <a:cubicBezTo>
                  <a:pt x="4226202" y="101178"/>
                  <a:pt x="4223478" y="101407"/>
                  <a:pt x="4220572" y="101407"/>
                </a:cubicBezTo>
                <a:cubicBezTo>
                  <a:pt x="4215532" y="101407"/>
                  <a:pt x="4211105" y="100704"/>
                  <a:pt x="4207291" y="99295"/>
                </a:cubicBezTo>
                <a:cubicBezTo>
                  <a:pt x="4203525" y="97889"/>
                  <a:pt x="4200344" y="95801"/>
                  <a:pt x="4197758" y="93029"/>
                </a:cubicBezTo>
                <a:cubicBezTo>
                  <a:pt x="4195169" y="90260"/>
                  <a:pt x="4193218" y="86788"/>
                  <a:pt x="4191900" y="82610"/>
                </a:cubicBezTo>
                <a:cubicBezTo>
                  <a:pt x="4190583" y="78433"/>
                  <a:pt x="4189926" y="73575"/>
                  <a:pt x="4189926" y="68034"/>
                </a:cubicBezTo>
                <a:cubicBezTo>
                  <a:pt x="4189926" y="62768"/>
                  <a:pt x="4190606" y="58047"/>
                  <a:pt x="4191969" y="53870"/>
                </a:cubicBezTo>
                <a:cubicBezTo>
                  <a:pt x="4193329" y="49646"/>
                  <a:pt x="4195283" y="46083"/>
                  <a:pt x="4197824" y="43177"/>
                </a:cubicBezTo>
                <a:cubicBezTo>
                  <a:pt x="4200413" y="40225"/>
                  <a:pt x="4203525" y="37979"/>
                  <a:pt x="4207156" y="36436"/>
                </a:cubicBezTo>
                <a:cubicBezTo>
                  <a:pt x="4210788" y="34847"/>
                  <a:pt x="4214852" y="34053"/>
                  <a:pt x="4219346" y="34053"/>
                </a:cubicBezTo>
                <a:cubicBezTo>
                  <a:pt x="4224159" y="34053"/>
                  <a:pt x="4228245" y="34824"/>
                  <a:pt x="4231605" y="36367"/>
                </a:cubicBezTo>
                <a:cubicBezTo>
                  <a:pt x="4235008" y="37910"/>
                  <a:pt x="4237803" y="39999"/>
                  <a:pt x="4239981" y="42634"/>
                </a:cubicBezTo>
                <a:cubicBezTo>
                  <a:pt x="4242161" y="45220"/>
                  <a:pt x="4243750" y="48286"/>
                  <a:pt x="4244750" y="51826"/>
                </a:cubicBezTo>
                <a:cubicBezTo>
                  <a:pt x="4245793" y="55324"/>
                  <a:pt x="4246316" y="59067"/>
                  <a:pt x="4246316" y="63065"/>
                </a:cubicBezTo>
                <a:lnTo>
                  <a:pt x="4246316" y="65108"/>
                </a:lnTo>
                <a:close/>
                <a:moveTo>
                  <a:pt x="4235008" y="61771"/>
                </a:moveTo>
                <a:cubicBezTo>
                  <a:pt x="4235146" y="55867"/>
                  <a:pt x="4233828" y="51238"/>
                  <a:pt x="4231059" y="47877"/>
                </a:cubicBezTo>
                <a:cubicBezTo>
                  <a:pt x="4228336" y="44517"/>
                  <a:pt x="4224273" y="42837"/>
                  <a:pt x="4218869" y="42837"/>
                </a:cubicBezTo>
                <a:cubicBezTo>
                  <a:pt x="4216100" y="42837"/>
                  <a:pt x="4213672" y="43360"/>
                  <a:pt x="4211583" y="44403"/>
                </a:cubicBezTo>
                <a:cubicBezTo>
                  <a:pt x="4209494" y="45449"/>
                  <a:pt x="4207745" y="46832"/>
                  <a:pt x="4206339" y="48557"/>
                </a:cubicBezTo>
                <a:cubicBezTo>
                  <a:pt x="4204930" y="50283"/>
                  <a:pt x="4203842" y="52304"/>
                  <a:pt x="4203070" y="54618"/>
                </a:cubicBezTo>
                <a:cubicBezTo>
                  <a:pt x="4202296" y="56890"/>
                  <a:pt x="4201867" y="59273"/>
                  <a:pt x="4201776" y="61771"/>
                </a:cubicBezTo>
                <a:lnTo>
                  <a:pt x="4235008" y="61771"/>
                </a:lnTo>
                <a:close/>
                <a:moveTo>
                  <a:pt x="4351946" y="67083"/>
                </a:moveTo>
                <a:cubicBezTo>
                  <a:pt x="4351946" y="72078"/>
                  <a:pt x="4351286" y="76684"/>
                  <a:pt x="4349971" y="80907"/>
                </a:cubicBezTo>
                <a:cubicBezTo>
                  <a:pt x="4348654" y="85085"/>
                  <a:pt x="4346680" y="88694"/>
                  <a:pt x="4344045" y="91737"/>
                </a:cubicBezTo>
                <a:cubicBezTo>
                  <a:pt x="4341456" y="94778"/>
                  <a:pt x="4338187" y="97161"/>
                  <a:pt x="4334238" y="98887"/>
                </a:cubicBezTo>
                <a:cubicBezTo>
                  <a:pt x="4330335" y="100567"/>
                  <a:pt x="4325794" y="101407"/>
                  <a:pt x="4320616" y="101407"/>
                </a:cubicBezTo>
                <a:cubicBezTo>
                  <a:pt x="4315579" y="101407"/>
                  <a:pt x="4311172" y="100658"/>
                  <a:pt x="4307406" y="99158"/>
                </a:cubicBezTo>
                <a:cubicBezTo>
                  <a:pt x="4303683" y="97661"/>
                  <a:pt x="4300571" y="95481"/>
                  <a:pt x="4298073" y="92620"/>
                </a:cubicBezTo>
                <a:cubicBezTo>
                  <a:pt x="4295579" y="89760"/>
                  <a:pt x="4293716" y="86288"/>
                  <a:pt x="4292490" y="82202"/>
                </a:cubicBezTo>
                <a:cubicBezTo>
                  <a:pt x="4291264" y="78115"/>
                  <a:pt x="4290653" y="73483"/>
                  <a:pt x="4290653" y="68309"/>
                </a:cubicBezTo>
                <a:cubicBezTo>
                  <a:pt x="4290653" y="63314"/>
                  <a:pt x="4291287" y="58727"/>
                  <a:pt x="4292559" y="54550"/>
                </a:cubicBezTo>
                <a:cubicBezTo>
                  <a:pt x="4293876" y="50329"/>
                  <a:pt x="4295827" y="46697"/>
                  <a:pt x="4298416" y="43654"/>
                </a:cubicBezTo>
                <a:cubicBezTo>
                  <a:pt x="4301048" y="40611"/>
                  <a:pt x="4304317" y="38250"/>
                  <a:pt x="4308223" y="36570"/>
                </a:cubicBezTo>
                <a:cubicBezTo>
                  <a:pt x="4312127" y="34890"/>
                  <a:pt x="4316690" y="34053"/>
                  <a:pt x="4321911" y="34053"/>
                </a:cubicBezTo>
                <a:cubicBezTo>
                  <a:pt x="4326951" y="34053"/>
                  <a:pt x="4331332" y="34801"/>
                  <a:pt x="4335055" y="36299"/>
                </a:cubicBezTo>
                <a:cubicBezTo>
                  <a:pt x="4338824" y="37796"/>
                  <a:pt x="4341956" y="39976"/>
                  <a:pt x="4344454" y="42837"/>
                </a:cubicBezTo>
                <a:cubicBezTo>
                  <a:pt x="4346951" y="45697"/>
                  <a:pt x="4348811" y="49172"/>
                  <a:pt x="4350037" y="53258"/>
                </a:cubicBezTo>
                <a:cubicBezTo>
                  <a:pt x="4351309" y="57344"/>
                  <a:pt x="4351946" y="61951"/>
                  <a:pt x="4351946" y="67083"/>
                </a:cubicBezTo>
                <a:close/>
                <a:moveTo>
                  <a:pt x="4340096" y="67831"/>
                </a:moveTo>
                <a:cubicBezTo>
                  <a:pt x="4340096" y="64517"/>
                  <a:pt x="4339776" y="61385"/>
                  <a:pt x="4339141" y="58433"/>
                </a:cubicBezTo>
                <a:cubicBezTo>
                  <a:pt x="4338550" y="55481"/>
                  <a:pt x="4337553" y="52892"/>
                  <a:pt x="4336144" y="50669"/>
                </a:cubicBezTo>
                <a:cubicBezTo>
                  <a:pt x="4334738" y="48443"/>
                  <a:pt x="4332829" y="46697"/>
                  <a:pt x="4330423" y="45426"/>
                </a:cubicBezTo>
                <a:cubicBezTo>
                  <a:pt x="4328017" y="44108"/>
                  <a:pt x="4325023" y="43451"/>
                  <a:pt x="4321434" y="43451"/>
                </a:cubicBezTo>
                <a:cubicBezTo>
                  <a:pt x="4318119" y="43451"/>
                  <a:pt x="4315258" y="44040"/>
                  <a:pt x="4312852" y="45220"/>
                </a:cubicBezTo>
                <a:cubicBezTo>
                  <a:pt x="4310492" y="46400"/>
                  <a:pt x="4308541" y="48080"/>
                  <a:pt x="4306997" y="50261"/>
                </a:cubicBezTo>
                <a:cubicBezTo>
                  <a:pt x="4305452" y="52395"/>
                  <a:pt x="4304294" y="54935"/>
                  <a:pt x="4303523" y="57887"/>
                </a:cubicBezTo>
                <a:cubicBezTo>
                  <a:pt x="4302797" y="60839"/>
                  <a:pt x="4302434" y="64062"/>
                  <a:pt x="4302434" y="67560"/>
                </a:cubicBezTo>
                <a:cubicBezTo>
                  <a:pt x="4302434" y="70917"/>
                  <a:pt x="4302728" y="74075"/>
                  <a:pt x="4303320" y="77027"/>
                </a:cubicBezTo>
                <a:cubicBezTo>
                  <a:pt x="4303954" y="79976"/>
                  <a:pt x="4304977" y="82565"/>
                  <a:pt x="4306383" y="84791"/>
                </a:cubicBezTo>
                <a:cubicBezTo>
                  <a:pt x="4307838" y="86968"/>
                  <a:pt x="4309766" y="88717"/>
                  <a:pt x="4312172" y="90034"/>
                </a:cubicBezTo>
                <a:cubicBezTo>
                  <a:pt x="4314578" y="91306"/>
                  <a:pt x="4317576" y="91940"/>
                  <a:pt x="4321162" y="91940"/>
                </a:cubicBezTo>
                <a:cubicBezTo>
                  <a:pt x="4324431" y="91940"/>
                  <a:pt x="4327269" y="91351"/>
                  <a:pt x="4329675" y="90168"/>
                </a:cubicBezTo>
                <a:cubicBezTo>
                  <a:pt x="4332081" y="88988"/>
                  <a:pt x="4334055" y="87331"/>
                  <a:pt x="4335601" y="85199"/>
                </a:cubicBezTo>
                <a:cubicBezTo>
                  <a:pt x="4337144" y="83065"/>
                  <a:pt x="4338279" y="80521"/>
                  <a:pt x="4339004" y="77570"/>
                </a:cubicBezTo>
                <a:cubicBezTo>
                  <a:pt x="4339733" y="74618"/>
                  <a:pt x="4340096" y="71372"/>
                  <a:pt x="4340096" y="67831"/>
                </a:cubicBezTo>
                <a:close/>
                <a:moveTo>
                  <a:pt x="4424886" y="66946"/>
                </a:moveTo>
                <a:cubicBezTo>
                  <a:pt x="4424886" y="72258"/>
                  <a:pt x="4424295" y="77047"/>
                  <a:pt x="4423115" y="81316"/>
                </a:cubicBezTo>
                <a:cubicBezTo>
                  <a:pt x="4421980" y="85539"/>
                  <a:pt x="4420277" y="89148"/>
                  <a:pt x="4418006" y="92146"/>
                </a:cubicBezTo>
                <a:cubicBezTo>
                  <a:pt x="4415782" y="95140"/>
                  <a:pt x="4413036" y="97435"/>
                  <a:pt x="4409767" y="99024"/>
                </a:cubicBezTo>
                <a:cubicBezTo>
                  <a:pt x="4406498" y="100613"/>
                  <a:pt x="4402752" y="101407"/>
                  <a:pt x="4398529" y="101407"/>
                </a:cubicBezTo>
                <a:cubicBezTo>
                  <a:pt x="4396577" y="101407"/>
                  <a:pt x="4394760" y="101201"/>
                  <a:pt x="4393080" y="100793"/>
                </a:cubicBezTo>
                <a:cubicBezTo>
                  <a:pt x="4391445" y="100430"/>
                  <a:pt x="4389834" y="99818"/>
                  <a:pt x="4388245" y="98955"/>
                </a:cubicBezTo>
                <a:cubicBezTo>
                  <a:pt x="4386656" y="98092"/>
                  <a:pt x="4385067" y="97004"/>
                  <a:pt x="4383478" y="95686"/>
                </a:cubicBezTo>
                <a:cubicBezTo>
                  <a:pt x="4381890" y="94369"/>
                  <a:pt x="4380209" y="92780"/>
                  <a:pt x="4378438" y="90920"/>
                </a:cubicBezTo>
                <a:lnTo>
                  <a:pt x="4378438" y="98409"/>
                </a:lnTo>
                <a:cubicBezTo>
                  <a:pt x="4378438" y="98772"/>
                  <a:pt x="4378346" y="99092"/>
                  <a:pt x="4378166" y="99364"/>
                </a:cubicBezTo>
                <a:cubicBezTo>
                  <a:pt x="4377983" y="99635"/>
                  <a:pt x="4377689" y="99864"/>
                  <a:pt x="4377281" y="100044"/>
                </a:cubicBezTo>
                <a:cubicBezTo>
                  <a:pt x="4376872" y="100181"/>
                  <a:pt x="4376349" y="100295"/>
                  <a:pt x="4375715" y="100384"/>
                </a:cubicBezTo>
                <a:cubicBezTo>
                  <a:pt x="4375123" y="100475"/>
                  <a:pt x="4374352" y="100521"/>
                  <a:pt x="4373397" y="100521"/>
                </a:cubicBezTo>
                <a:cubicBezTo>
                  <a:pt x="4372491" y="100521"/>
                  <a:pt x="4371720" y="100475"/>
                  <a:pt x="4371083" y="100384"/>
                </a:cubicBezTo>
                <a:cubicBezTo>
                  <a:pt x="4370448" y="100295"/>
                  <a:pt x="4369925" y="100181"/>
                  <a:pt x="4369517" y="100044"/>
                </a:cubicBezTo>
                <a:cubicBezTo>
                  <a:pt x="4369108" y="99864"/>
                  <a:pt x="4368837" y="99635"/>
                  <a:pt x="4368699" y="99364"/>
                </a:cubicBezTo>
                <a:cubicBezTo>
                  <a:pt x="4368562" y="99092"/>
                  <a:pt x="4368494" y="98772"/>
                  <a:pt x="4368494" y="98409"/>
                </a:cubicBezTo>
                <a:lnTo>
                  <a:pt x="4368494" y="7424"/>
                </a:lnTo>
                <a:cubicBezTo>
                  <a:pt x="4368494" y="7058"/>
                  <a:pt x="4368562" y="6741"/>
                  <a:pt x="4368699" y="6469"/>
                </a:cubicBezTo>
                <a:cubicBezTo>
                  <a:pt x="4368879" y="6198"/>
                  <a:pt x="4369177" y="5969"/>
                  <a:pt x="4369585" y="5789"/>
                </a:cubicBezTo>
                <a:cubicBezTo>
                  <a:pt x="4370040" y="5606"/>
                  <a:pt x="4370628" y="5469"/>
                  <a:pt x="4371354" y="5381"/>
                </a:cubicBezTo>
                <a:cubicBezTo>
                  <a:pt x="4372083" y="5289"/>
                  <a:pt x="4372989" y="5244"/>
                  <a:pt x="4374080" y="5244"/>
                </a:cubicBezTo>
                <a:cubicBezTo>
                  <a:pt x="4375215" y="5244"/>
                  <a:pt x="4376146" y="5289"/>
                  <a:pt x="4376872" y="5381"/>
                </a:cubicBezTo>
                <a:cubicBezTo>
                  <a:pt x="4377598" y="5469"/>
                  <a:pt x="4378166" y="5606"/>
                  <a:pt x="4378575" y="5789"/>
                </a:cubicBezTo>
                <a:cubicBezTo>
                  <a:pt x="4378984" y="5969"/>
                  <a:pt x="4379278" y="6198"/>
                  <a:pt x="4379461" y="6469"/>
                </a:cubicBezTo>
                <a:cubicBezTo>
                  <a:pt x="4379641" y="6741"/>
                  <a:pt x="4379732" y="7058"/>
                  <a:pt x="4379732" y="7424"/>
                </a:cubicBezTo>
                <a:lnTo>
                  <a:pt x="4379732" y="44131"/>
                </a:lnTo>
                <a:cubicBezTo>
                  <a:pt x="4381550" y="42268"/>
                  <a:pt x="4383296" y="40702"/>
                  <a:pt x="4384976" y="39431"/>
                </a:cubicBezTo>
                <a:cubicBezTo>
                  <a:pt x="4386702" y="38159"/>
                  <a:pt x="4388382" y="37139"/>
                  <a:pt x="4390016" y="36367"/>
                </a:cubicBezTo>
                <a:cubicBezTo>
                  <a:pt x="4391651" y="35550"/>
                  <a:pt x="4393285" y="34959"/>
                  <a:pt x="4394920" y="34596"/>
                </a:cubicBezTo>
                <a:cubicBezTo>
                  <a:pt x="4396554" y="34233"/>
                  <a:pt x="4398280" y="34053"/>
                  <a:pt x="4400095" y="34053"/>
                </a:cubicBezTo>
                <a:cubicBezTo>
                  <a:pt x="4404544" y="34053"/>
                  <a:pt x="4408336" y="34936"/>
                  <a:pt x="4411468" y="36707"/>
                </a:cubicBezTo>
                <a:cubicBezTo>
                  <a:pt x="4414648" y="38479"/>
                  <a:pt x="4417211" y="40862"/>
                  <a:pt x="4419166" y="43860"/>
                </a:cubicBezTo>
                <a:cubicBezTo>
                  <a:pt x="4421163" y="46809"/>
                  <a:pt x="4422615" y="50283"/>
                  <a:pt x="4423523" y="54278"/>
                </a:cubicBezTo>
                <a:cubicBezTo>
                  <a:pt x="4424432" y="58273"/>
                  <a:pt x="4424886" y="62496"/>
                  <a:pt x="4424886" y="66946"/>
                </a:cubicBezTo>
                <a:close/>
                <a:moveTo>
                  <a:pt x="4413036" y="68240"/>
                </a:moveTo>
                <a:cubicBezTo>
                  <a:pt x="4413036" y="65108"/>
                  <a:pt x="4412785" y="62065"/>
                  <a:pt x="4412285" y="59113"/>
                </a:cubicBezTo>
                <a:cubicBezTo>
                  <a:pt x="4411831" y="56161"/>
                  <a:pt x="4411013" y="53552"/>
                  <a:pt x="4409833" y="51281"/>
                </a:cubicBezTo>
                <a:cubicBezTo>
                  <a:pt x="4408653" y="49012"/>
                  <a:pt x="4407087" y="47194"/>
                  <a:pt x="4405135" y="45834"/>
                </a:cubicBezTo>
                <a:cubicBezTo>
                  <a:pt x="4403184" y="44426"/>
                  <a:pt x="4400752" y="43723"/>
                  <a:pt x="4397849" y="43723"/>
                </a:cubicBezTo>
                <a:cubicBezTo>
                  <a:pt x="4396394" y="43723"/>
                  <a:pt x="4394966" y="43925"/>
                  <a:pt x="4393557" y="44334"/>
                </a:cubicBezTo>
                <a:cubicBezTo>
                  <a:pt x="4392151" y="44743"/>
                  <a:pt x="4390719" y="45426"/>
                  <a:pt x="4389268" y="46377"/>
                </a:cubicBezTo>
                <a:cubicBezTo>
                  <a:pt x="4387813" y="47332"/>
                  <a:pt x="4386293" y="48557"/>
                  <a:pt x="4384704" y="50055"/>
                </a:cubicBezTo>
                <a:cubicBezTo>
                  <a:pt x="4383161" y="51555"/>
                  <a:pt x="4381504" y="53438"/>
                  <a:pt x="4379732" y="55710"/>
                </a:cubicBezTo>
                <a:lnTo>
                  <a:pt x="4379732" y="80159"/>
                </a:lnTo>
                <a:cubicBezTo>
                  <a:pt x="4382818" y="83928"/>
                  <a:pt x="4385770" y="86811"/>
                  <a:pt x="4388585" y="88808"/>
                </a:cubicBezTo>
                <a:cubicBezTo>
                  <a:pt x="4391399" y="90760"/>
                  <a:pt x="4394328" y="91737"/>
                  <a:pt x="4397372" y="91737"/>
                </a:cubicBezTo>
                <a:cubicBezTo>
                  <a:pt x="4400186" y="91737"/>
                  <a:pt x="4402592" y="91054"/>
                  <a:pt x="4404590" y="89694"/>
                </a:cubicBezTo>
                <a:cubicBezTo>
                  <a:pt x="4406587" y="88331"/>
                  <a:pt x="4408199" y="86537"/>
                  <a:pt x="4409425" y="84313"/>
                </a:cubicBezTo>
                <a:cubicBezTo>
                  <a:pt x="4410696" y="82042"/>
                  <a:pt x="4411605" y="79521"/>
                  <a:pt x="4412151" y="76752"/>
                </a:cubicBezTo>
                <a:cubicBezTo>
                  <a:pt x="4412739" y="73938"/>
                  <a:pt x="4413036" y="71100"/>
                  <a:pt x="4413036" y="68240"/>
                </a:cubicBezTo>
                <a:close/>
                <a:moveTo>
                  <a:pt x="4454307" y="101135"/>
                </a:moveTo>
                <a:cubicBezTo>
                  <a:pt x="4454307" y="105673"/>
                  <a:pt x="4453967" y="109331"/>
                  <a:pt x="4453284" y="112100"/>
                </a:cubicBezTo>
                <a:cubicBezTo>
                  <a:pt x="4452604" y="114914"/>
                  <a:pt x="4451536" y="117275"/>
                  <a:pt x="4450084" y="119181"/>
                </a:cubicBezTo>
                <a:cubicBezTo>
                  <a:pt x="4448629" y="121089"/>
                  <a:pt x="4446769" y="122518"/>
                  <a:pt x="4444500" y="123473"/>
                </a:cubicBezTo>
                <a:cubicBezTo>
                  <a:pt x="4442229" y="124473"/>
                  <a:pt x="4439483" y="124970"/>
                  <a:pt x="4436259" y="124970"/>
                </a:cubicBezTo>
                <a:cubicBezTo>
                  <a:pt x="4434805" y="124970"/>
                  <a:pt x="4433556" y="124881"/>
                  <a:pt x="4432513" y="124698"/>
                </a:cubicBezTo>
                <a:cubicBezTo>
                  <a:pt x="4431513" y="124516"/>
                  <a:pt x="4430741" y="124313"/>
                  <a:pt x="4430199" y="124087"/>
                </a:cubicBezTo>
                <a:cubicBezTo>
                  <a:pt x="4429653" y="123858"/>
                  <a:pt x="4429290" y="123587"/>
                  <a:pt x="4429107" y="123270"/>
                </a:cubicBezTo>
                <a:cubicBezTo>
                  <a:pt x="4428881" y="122995"/>
                  <a:pt x="4428721" y="122655"/>
                  <a:pt x="4428630" y="122247"/>
                </a:cubicBezTo>
                <a:cubicBezTo>
                  <a:pt x="4428541" y="121884"/>
                  <a:pt x="4428495" y="121498"/>
                  <a:pt x="4428495" y="121089"/>
                </a:cubicBezTo>
                <a:cubicBezTo>
                  <a:pt x="4428450" y="120681"/>
                  <a:pt x="4428427" y="120181"/>
                  <a:pt x="4428427" y="119589"/>
                </a:cubicBezTo>
                <a:cubicBezTo>
                  <a:pt x="4428427" y="118772"/>
                  <a:pt x="4428473" y="118069"/>
                  <a:pt x="4428564" y="117480"/>
                </a:cubicBezTo>
                <a:cubicBezTo>
                  <a:pt x="4428607" y="116889"/>
                  <a:pt x="4428721" y="116412"/>
                  <a:pt x="4428904" y="116049"/>
                </a:cubicBezTo>
                <a:cubicBezTo>
                  <a:pt x="4429041" y="115686"/>
                  <a:pt x="4429221" y="115414"/>
                  <a:pt x="4429447" y="115232"/>
                </a:cubicBezTo>
                <a:cubicBezTo>
                  <a:pt x="4429630" y="115094"/>
                  <a:pt x="4429879" y="115029"/>
                  <a:pt x="4430199" y="115029"/>
                </a:cubicBezTo>
                <a:cubicBezTo>
                  <a:pt x="4430470" y="115029"/>
                  <a:pt x="4430993" y="115074"/>
                  <a:pt x="4431764" y="115163"/>
                </a:cubicBezTo>
                <a:cubicBezTo>
                  <a:pt x="4432582" y="115300"/>
                  <a:pt x="4433513" y="115369"/>
                  <a:pt x="4434556" y="115369"/>
                </a:cubicBezTo>
                <a:cubicBezTo>
                  <a:pt x="4436054" y="115369"/>
                  <a:pt x="4437325" y="115140"/>
                  <a:pt x="4438371" y="114686"/>
                </a:cubicBezTo>
                <a:cubicBezTo>
                  <a:pt x="4439460" y="114234"/>
                  <a:pt x="4440346" y="113483"/>
                  <a:pt x="4441026" y="112440"/>
                </a:cubicBezTo>
                <a:cubicBezTo>
                  <a:pt x="4441706" y="111440"/>
                  <a:pt x="4442206" y="110125"/>
                  <a:pt x="4442523" y="108491"/>
                </a:cubicBezTo>
                <a:cubicBezTo>
                  <a:pt x="4442843" y="106856"/>
                  <a:pt x="4443000" y="104382"/>
                  <a:pt x="4443000" y="101067"/>
                </a:cubicBezTo>
                <a:lnTo>
                  <a:pt x="4443000" y="37116"/>
                </a:lnTo>
                <a:cubicBezTo>
                  <a:pt x="4443000" y="36799"/>
                  <a:pt x="4443092" y="36505"/>
                  <a:pt x="4443274" y="36230"/>
                </a:cubicBezTo>
                <a:cubicBezTo>
                  <a:pt x="4443455" y="35959"/>
                  <a:pt x="4443752" y="35730"/>
                  <a:pt x="4444157" y="35550"/>
                </a:cubicBezTo>
                <a:cubicBezTo>
                  <a:pt x="4444612" y="35367"/>
                  <a:pt x="4445203" y="35233"/>
                  <a:pt x="4445929" y="35142"/>
                </a:cubicBezTo>
                <a:cubicBezTo>
                  <a:pt x="4446655" y="35050"/>
                  <a:pt x="4447564" y="35004"/>
                  <a:pt x="4448655" y="35004"/>
                </a:cubicBezTo>
                <a:cubicBezTo>
                  <a:pt x="4449744" y="35004"/>
                  <a:pt x="4450653" y="35050"/>
                  <a:pt x="4451378" y="35142"/>
                </a:cubicBezTo>
                <a:cubicBezTo>
                  <a:pt x="4452104" y="35233"/>
                  <a:pt x="4452673" y="35367"/>
                  <a:pt x="4453081" y="35550"/>
                </a:cubicBezTo>
                <a:cubicBezTo>
                  <a:pt x="4453536" y="35730"/>
                  <a:pt x="4453853" y="35959"/>
                  <a:pt x="4454033" y="36230"/>
                </a:cubicBezTo>
                <a:cubicBezTo>
                  <a:pt x="4454216" y="36505"/>
                  <a:pt x="4454307" y="36799"/>
                  <a:pt x="4454307" y="37116"/>
                </a:cubicBezTo>
                <a:lnTo>
                  <a:pt x="4454307" y="101135"/>
                </a:lnTo>
                <a:close/>
                <a:moveTo>
                  <a:pt x="4455602" y="16413"/>
                </a:moveTo>
                <a:cubicBezTo>
                  <a:pt x="4455602" y="19045"/>
                  <a:pt x="4455102" y="20840"/>
                  <a:pt x="4454102" y="21791"/>
                </a:cubicBezTo>
                <a:cubicBezTo>
                  <a:pt x="4453104" y="22746"/>
                  <a:pt x="4451264" y="23223"/>
                  <a:pt x="4448587" y="23223"/>
                </a:cubicBezTo>
                <a:cubicBezTo>
                  <a:pt x="4445952" y="23223"/>
                  <a:pt x="4444157" y="22769"/>
                  <a:pt x="4443206" y="21860"/>
                </a:cubicBezTo>
                <a:cubicBezTo>
                  <a:pt x="4442251" y="20908"/>
                  <a:pt x="4441774" y="19137"/>
                  <a:pt x="4441774" y="16548"/>
                </a:cubicBezTo>
                <a:cubicBezTo>
                  <a:pt x="4441774" y="13916"/>
                  <a:pt x="4442251" y="12122"/>
                  <a:pt x="4443206" y="11167"/>
                </a:cubicBezTo>
                <a:cubicBezTo>
                  <a:pt x="4444203" y="10216"/>
                  <a:pt x="4446043" y="9738"/>
                  <a:pt x="4448721" y="9738"/>
                </a:cubicBezTo>
                <a:cubicBezTo>
                  <a:pt x="4451401" y="9738"/>
                  <a:pt x="4453216" y="10216"/>
                  <a:pt x="4454170" y="11167"/>
                </a:cubicBezTo>
                <a:cubicBezTo>
                  <a:pt x="4455125" y="12076"/>
                  <a:pt x="4455602" y="13825"/>
                  <a:pt x="4455602" y="16413"/>
                </a:cubicBezTo>
                <a:close/>
                <a:moveTo>
                  <a:pt x="4527451" y="65108"/>
                </a:moveTo>
                <a:cubicBezTo>
                  <a:pt x="4527451" y="66877"/>
                  <a:pt x="4526996" y="68149"/>
                  <a:pt x="4526088" y="68920"/>
                </a:cubicBezTo>
                <a:cubicBezTo>
                  <a:pt x="4525225" y="69649"/>
                  <a:pt x="4524227" y="70012"/>
                  <a:pt x="4523093" y="70012"/>
                </a:cubicBezTo>
                <a:lnTo>
                  <a:pt x="4482911" y="70012"/>
                </a:lnTo>
                <a:cubicBezTo>
                  <a:pt x="4482911" y="73415"/>
                  <a:pt x="4483251" y="76481"/>
                  <a:pt x="4483931" y="79204"/>
                </a:cubicBezTo>
                <a:cubicBezTo>
                  <a:pt x="4484614" y="81930"/>
                  <a:pt x="4485748" y="84268"/>
                  <a:pt x="4487337" y="86219"/>
                </a:cubicBezTo>
                <a:cubicBezTo>
                  <a:pt x="4488926" y="88171"/>
                  <a:pt x="4490992" y="89671"/>
                  <a:pt x="4493535" y="90714"/>
                </a:cubicBezTo>
                <a:cubicBezTo>
                  <a:pt x="4496078" y="91760"/>
                  <a:pt x="4499187" y="92280"/>
                  <a:pt x="4502865" y="92280"/>
                </a:cubicBezTo>
                <a:cubicBezTo>
                  <a:pt x="4505771" y="92280"/>
                  <a:pt x="4508360" y="92054"/>
                  <a:pt x="4510629" y="91600"/>
                </a:cubicBezTo>
                <a:cubicBezTo>
                  <a:pt x="4512900" y="91100"/>
                  <a:pt x="4514852" y="90554"/>
                  <a:pt x="4516486" y="89966"/>
                </a:cubicBezTo>
                <a:cubicBezTo>
                  <a:pt x="4518167" y="89374"/>
                  <a:pt x="4519527" y="88854"/>
                  <a:pt x="4520573" y="88400"/>
                </a:cubicBezTo>
                <a:cubicBezTo>
                  <a:pt x="4521661" y="87900"/>
                  <a:pt x="4522479" y="87651"/>
                  <a:pt x="4523024" y="87651"/>
                </a:cubicBezTo>
                <a:cubicBezTo>
                  <a:pt x="4523342" y="87651"/>
                  <a:pt x="4523613" y="87740"/>
                  <a:pt x="4523842" y="87922"/>
                </a:cubicBezTo>
                <a:cubicBezTo>
                  <a:pt x="4524113" y="88060"/>
                  <a:pt x="4524319" y="88285"/>
                  <a:pt x="4524453" y="88603"/>
                </a:cubicBezTo>
                <a:cubicBezTo>
                  <a:pt x="4524590" y="88920"/>
                  <a:pt x="4524682" y="89374"/>
                  <a:pt x="4524728" y="89966"/>
                </a:cubicBezTo>
                <a:cubicBezTo>
                  <a:pt x="4524816" y="90511"/>
                  <a:pt x="4524862" y="91191"/>
                  <a:pt x="4524862" y="92009"/>
                </a:cubicBezTo>
                <a:cubicBezTo>
                  <a:pt x="4524862" y="92597"/>
                  <a:pt x="4524839" y="93120"/>
                  <a:pt x="4524793" y="93575"/>
                </a:cubicBezTo>
                <a:cubicBezTo>
                  <a:pt x="4524750" y="93983"/>
                  <a:pt x="4524682" y="94369"/>
                  <a:pt x="4524590" y="94732"/>
                </a:cubicBezTo>
                <a:cubicBezTo>
                  <a:pt x="4524545" y="95049"/>
                  <a:pt x="4524430" y="95346"/>
                  <a:pt x="4524250" y="95618"/>
                </a:cubicBezTo>
                <a:cubicBezTo>
                  <a:pt x="4524113" y="95889"/>
                  <a:pt x="4523910" y="96163"/>
                  <a:pt x="4523636" y="96435"/>
                </a:cubicBezTo>
                <a:cubicBezTo>
                  <a:pt x="4523410" y="96664"/>
                  <a:pt x="4522684" y="97072"/>
                  <a:pt x="4521459" y="97661"/>
                </a:cubicBezTo>
                <a:cubicBezTo>
                  <a:pt x="4520233" y="98207"/>
                  <a:pt x="4518641" y="98749"/>
                  <a:pt x="4516689" y="99295"/>
                </a:cubicBezTo>
                <a:cubicBezTo>
                  <a:pt x="4514738" y="99841"/>
                  <a:pt x="4512469" y="100318"/>
                  <a:pt x="4509880" y="100727"/>
                </a:cubicBezTo>
                <a:cubicBezTo>
                  <a:pt x="4507337" y="101178"/>
                  <a:pt x="4504614" y="101407"/>
                  <a:pt x="4501708" y="101407"/>
                </a:cubicBezTo>
                <a:cubicBezTo>
                  <a:pt x="4496667" y="101407"/>
                  <a:pt x="4492241" y="100704"/>
                  <a:pt x="4488426" y="99295"/>
                </a:cubicBezTo>
                <a:cubicBezTo>
                  <a:pt x="4484657" y="97889"/>
                  <a:pt x="4481479" y="95801"/>
                  <a:pt x="4478893" y="93029"/>
                </a:cubicBezTo>
                <a:cubicBezTo>
                  <a:pt x="4476304" y="90260"/>
                  <a:pt x="4474353" y="86788"/>
                  <a:pt x="4473035" y="82610"/>
                </a:cubicBezTo>
                <a:cubicBezTo>
                  <a:pt x="4471718" y="78433"/>
                  <a:pt x="4471061" y="73575"/>
                  <a:pt x="4471061" y="68034"/>
                </a:cubicBezTo>
                <a:cubicBezTo>
                  <a:pt x="4471061" y="62768"/>
                  <a:pt x="4471741" y="58047"/>
                  <a:pt x="4473104" y="53870"/>
                </a:cubicBezTo>
                <a:cubicBezTo>
                  <a:pt x="4474464" y="49646"/>
                  <a:pt x="4476419" y="46083"/>
                  <a:pt x="4478959" y="43177"/>
                </a:cubicBezTo>
                <a:cubicBezTo>
                  <a:pt x="4481548" y="40225"/>
                  <a:pt x="4484657" y="37979"/>
                  <a:pt x="4488292" y="36436"/>
                </a:cubicBezTo>
                <a:cubicBezTo>
                  <a:pt x="4491923" y="34847"/>
                  <a:pt x="4495987" y="34053"/>
                  <a:pt x="4500482" y="34053"/>
                </a:cubicBezTo>
                <a:cubicBezTo>
                  <a:pt x="4505294" y="34053"/>
                  <a:pt x="4509380" y="34824"/>
                  <a:pt x="4512740" y="36367"/>
                </a:cubicBezTo>
                <a:cubicBezTo>
                  <a:pt x="4516146" y="37910"/>
                  <a:pt x="4518938" y="39999"/>
                  <a:pt x="4521118" y="42634"/>
                </a:cubicBezTo>
                <a:cubicBezTo>
                  <a:pt x="4523296" y="45220"/>
                  <a:pt x="4524885" y="48286"/>
                  <a:pt x="4525885" y="51826"/>
                </a:cubicBezTo>
                <a:cubicBezTo>
                  <a:pt x="4526928" y="55324"/>
                  <a:pt x="4527451" y="59067"/>
                  <a:pt x="4527451" y="63065"/>
                </a:cubicBezTo>
                <a:lnTo>
                  <a:pt x="4527451" y="65108"/>
                </a:lnTo>
                <a:close/>
                <a:moveTo>
                  <a:pt x="4516146" y="61771"/>
                </a:moveTo>
                <a:cubicBezTo>
                  <a:pt x="4516281" y="55867"/>
                  <a:pt x="4514963" y="51238"/>
                  <a:pt x="4512195" y="47877"/>
                </a:cubicBezTo>
                <a:cubicBezTo>
                  <a:pt x="4509471" y="44517"/>
                  <a:pt x="4505408" y="42837"/>
                  <a:pt x="4500004" y="42837"/>
                </a:cubicBezTo>
                <a:cubicBezTo>
                  <a:pt x="4497236" y="42837"/>
                  <a:pt x="4494807" y="43360"/>
                  <a:pt x="4492718" y="44403"/>
                </a:cubicBezTo>
                <a:cubicBezTo>
                  <a:pt x="4490629" y="45449"/>
                  <a:pt x="4488880" y="46832"/>
                  <a:pt x="4487474" y="48557"/>
                </a:cubicBezTo>
                <a:cubicBezTo>
                  <a:pt x="4486066" y="50283"/>
                  <a:pt x="4484977" y="52304"/>
                  <a:pt x="4484205" y="54618"/>
                </a:cubicBezTo>
                <a:cubicBezTo>
                  <a:pt x="4483434" y="56890"/>
                  <a:pt x="4482999" y="59273"/>
                  <a:pt x="4482911" y="61771"/>
                </a:cubicBezTo>
                <a:lnTo>
                  <a:pt x="4516146" y="61771"/>
                </a:lnTo>
                <a:close/>
                <a:moveTo>
                  <a:pt x="4588610" y="89080"/>
                </a:moveTo>
                <a:cubicBezTo>
                  <a:pt x="4588610" y="89851"/>
                  <a:pt x="4588587" y="90534"/>
                  <a:pt x="4588541" y="91123"/>
                </a:cubicBezTo>
                <a:cubicBezTo>
                  <a:pt x="4588495" y="91669"/>
                  <a:pt x="4588404" y="92146"/>
                  <a:pt x="4588267" y="92554"/>
                </a:cubicBezTo>
                <a:cubicBezTo>
                  <a:pt x="4588175" y="92917"/>
                  <a:pt x="4588041" y="93257"/>
                  <a:pt x="4587858" y="93575"/>
                </a:cubicBezTo>
                <a:cubicBezTo>
                  <a:pt x="4587724" y="93846"/>
                  <a:pt x="4587358" y="94277"/>
                  <a:pt x="4586770" y="94869"/>
                </a:cubicBezTo>
                <a:cubicBezTo>
                  <a:pt x="4586224" y="95415"/>
                  <a:pt x="4585272" y="96118"/>
                  <a:pt x="4583909" y="96981"/>
                </a:cubicBezTo>
                <a:cubicBezTo>
                  <a:pt x="4582546" y="97798"/>
                  <a:pt x="4581003" y="98547"/>
                  <a:pt x="4579277" y="99227"/>
                </a:cubicBezTo>
                <a:cubicBezTo>
                  <a:pt x="4577597" y="99864"/>
                  <a:pt x="4575760" y="100384"/>
                  <a:pt x="4573762" y="100793"/>
                </a:cubicBezTo>
                <a:cubicBezTo>
                  <a:pt x="4571765" y="101201"/>
                  <a:pt x="4569699" y="101407"/>
                  <a:pt x="4567564" y="101407"/>
                </a:cubicBezTo>
                <a:cubicBezTo>
                  <a:pt x="4563161" y="101407"/>
                  <a:pt x="4559255" y="100681"/>
                  <a:pt x="4555851" y="99227"/>
                </a:cubicBezTo>
                <a:cubicBezTo>
                  <a:pt x="4552445" y="97775"/>
                  <a:pt x="4549585" y="95663"/>
                  <a:pt x="4547270" y="92894"/>
                </a:cubicBezTo>
                <a:cubicBezTo>
                  <a:pt x="4544999" y="90080"/>
                  <a:pt x="4543250" y="86651"/>
                  <a:pt x="4542024" y="82610"/>
                </a:cubicBezTo>
                <a:cubicBezTo>
                  <a:pt x="4540844" y="78524"/>
                  <a:pt x="4540255" y="73824"/>
                  <a:pt x="4540255" y="68511"/>
                </a:cubicBezTo>
                <a:cubicBezTo>
                  <a:pt x="4540255" y="62474"/>
                  <a:pt x="4540981" y="57299"/>
                  <a:pt x="4542433" y="52984"/>
                </a:cubicBezTo>
                <a:cubicBezTo>
                  <a:pt x="4543933" y="48626"/>
                  <a:pt x="4545953" y="45063"/>
                  <a:pt x="4548496" y="42291"/>
                </a:cubicBezTo>
                <a:cubicBezTo>
                  <a:pt x="4551082" y="39522"/>
                  <a:pt x="4554103" y="37479"/>
                  <a:pt x="4557552" y="36162"/>
                </a:cubicBezTo>
                <a:cubicBezTo>
                  <a:pt x="4561049" y="34801"/>
                  <a:pt x="4564818" y="34119"/>
                  <a:pt x="4568859" y="34119"/>
                </a:cubicBezTo>
                <a:cubicBezTo>
                  <a:pt x="4570810" y="34119"/>
                  <a:pt x="4572694" y="34301"/>
                  <a:pt x="4574511" y="34664"/>
                </a:cubicBezTo>
                <a:cubicBezTo>
                  <a:pt x="4576374" y="35027"/>
                  <a:pt x="4578074" y="35504"/>
                  <a:pt x="4579617" y="36096"/>
                </a:cubicBezTo>
                <a:cubicBezTo>
                  <a:pt x="4581163" y="36685"/>
                  <a:pt x="4582523" y="37365"/>
                  <a:pt x="4583703" y="38139"/>
                </a:cubicBezTo>
                <a:cubicBezTo>
                  <a:pt x="4584932" y="38911"/>
                  <a:pt x="4585815" y="39568"/>
                  <a:pt x="4586361" y="40114"/>
                </a:cubicBezTo>
                <a:cubicBezTo>
                  <a:pt x="4586907" y="40657"/>
                  <a:pt x="4587270" y="41088"/>
                  <a:pt x="4587450" y="41408"/>
                </a:cubicBezTo>
                <a:cubicBezTo>
                  <a:pt x="4587678" y="41725"/>
                  <a:pt x="4587858" y="42111"/>
                  <a:pt x="4587995" y="42565"/>
                </a:cubicBezTo>
                <a:cubicBezTo>
                  <a:pt x="4588133" y="42974"/>
                  <a:pt x="4588224" y="43451"/>
                  <a:pt x="4588267" y="43994"/>
                </a:cubicBezTo>
                <a:cubicBezTo>
                  <a:pt x="4588313" y="44540"/>
                  <a:pt x="4588335" y="45220"/>
                  <a:pt x="4588335" y="46037"/>
                </a:cubicBezTo>
                <a:cubicBezTo>
                  <a:pt x="4588335" y="47809"/>
                  <a:pt x="4588133" y="49058"/>
                  <a:pt x="4587724" y="49783"/>
                </a:cubicBezTo>
                <a:cubicBezTo>
                  <a:pt x="4587315" y="50463"/>
                  <a:pt x="4586815" y="50806"/>
                  <a:pt x="4586224" y="50806"/>
                </a:cubicBezTo>
                <a:cubicBezTo>
                  <a:pt x="4585544" y="50806"/>
                  <a:pt x="4584749" y="50441"/>
                  <a:pt x="4583841" y="49715"/>
                </a:cubicBezTo>
                <a:cubicBezTo>
                  <a:pt x="4582978" y="48943"/>
                  <a:pt x="4581866" y="48103"/>
                  <a:pt x="4580503" y="47194"/>
                </a:cubicBezTo>
                <a:cubicBezTo>
                  <a:pt x="4579143" y="46289"/>
                  <a:pt x="4577486" y="45471"/>
                  <a:pt x="4575531" y="44743"/>
                </a:cubicBezTo>
                <a:cubicBezTo>
                  <a:pt x="4573625" y="43971"/>
                  <a:pt x="4571356" y="43585"/>
                  <a:pt x="4568722" y="43585"/>
                </a:cubicBezTo>
                <a:cubicBezTo>
                  <a:pt x="4563318" y="43585"/>
                  <a:pt x="4559163" y="45674"/>
                  <a:pt x="4556260" y="49852"/>
                </a:cubicBezTo>
                <a:cubicBezTo>
                  <a:pt x="4553400" y="53984"/>
                  <a:pt x="4551968" y="59999"/>
                  <a:pt x="4551968" y="67900"/>
                </a:cubicBezTo>
                <a:cubicBezTo>
                  <a:pt x="4551968" y="71849"/>
                  <a:pt x="4552331" y="75324"/>
                  <a:pt x="4553057" y="78318"/>
                </a:cubicBezTo>
                <a:cubicBezTo>
                  <a:pt x="4553831" y="81270"/>
                  <a:pt x="4554943" y="83745"/>
                  <a:pt x="4556394" y="85742"/>
                </a:cubicBezTo>
                <a:cubicBezTo>
                  <a:pt x="4557849" y="87740"/>
                  <a:pt x="4559618" y="89240"/>
                  <a:pt x="4561706" y="90237"/>
                </a:cubicBezTo>
                <a:cubicBezTo>
                  <a:pt x="4563841" y="91191"/>
                  <a:pt x="4566270" y="91669"/>
                  <a:pt x="4568993" y="91669"/>
                </a:cubicBezTo>
                <a:cubicBezTo>
                  <a:pt x="4571582" y="91669"/>
                  <a:pt x="4573854" y="91260"/>
                  <a:pt x="4575805" y="90443"/>
                </a:cubicBezTo>
                <a:cubicBezTo>
                  <a:pt x="4577757" y="89625"/>
                  <a:pt x="4579437" y="88740"/>
                  <a:pt x="4580846" y="87785"/>
                </a:cubicBezTo>
                <a:cubicBezTo>
                  <a:pt x="4582298" y="86788"/>
                  <a:pt x="4583501" y="85902"/>
                  <a:pt x="4584455" y="85131"/>
                </a:cubicBezTo>
                <a:cubicBezTo>
                  <a:pt x="4585452" y="84313"/>
                  <a:pt x="4586224" y="83905"/>
                  <a:pt x="4586770" y="83905"/>
                </a:cubicBezTo>
                <a:cubicBezTo>
                  <a:pt x="4587087" y="83905"/>
                  <a:pt x="4587358" y="83993"/>
                  <a:pt x="4587587" y="84176"/>
                </a:cubicBezTo>
                <a:cubicBezTo>
                  <a:pt x="4587815" y="84359"/>
                  <a:pt x="4587995" y="84676"/>
                  <a:pt x="4588133" y="85131"/>
                </a:cubicBezTo>
                <a:cubicBezTo>
                  <a:pt x="4588313" y="85539"/>
                  <a:pt x="4588427" y="86082"/>
                  <a:pt x="4588473" y="86765"/>
                </a:cubicBezTo>
                <a:cubicBezTo>
                  <a:pt x="4588564" y="87399"/>
                  <a:pt x="4588610" y="88171"/>
                  <a:pt x="4588610" y="89080"/>
                </a:cubicBezTo>
                <a:close/>
                <a:moveTo>
                  <a:pt x="4635396" y="93915"/>
                </a:moveTo>
                <a:cubicBezTo>
                  <a:pt x="4635396" y="95232"/>
                  <a:pt x="4635304" y="96275"/>
                  <a:pt x="4635124" y="97049"/>
                </a:cubicBezTo>
                <a:cubicBezTo>
                  <a:pt x="4634941" y="97821"/>
                  <a:pt x="4634670" y="98387"/>
                  <a:pt x="4634307" y="98749"/>
                </a:cubicBezTo>
                <a:cubicBezTo>
                  <a:pt x="4633944" y="99115"/>
                  <a:pt x="4633398" y="99455"/>
                  <a:pt x="4632672" y="99772"/>
                </a:cubicBezTo>
                <a:cubicBezTo>
                  <a:pt x="4631947" y="100090"/>
                  <a:pt x="4631107" y="100341"/>
                  <a:pt x="4630152" y="100521"/>
                </a:cubicBezTo>
                <a:cubicBezTo>
                  <a:pt x="4629243" y="100750"/>
                  <a:pt x="4628269" y="100930"/>
                  <a:pt x="4627223" y="101067"/>
                </a:cubicBezTo>
                <a:cubicBezTo>
                  <a:pt x="4626180" y="101201"/>
                  <a:pt x="4625134" y="101270"/>
                  <a:pt x="4624091" y="101270"/>
                </a:cubicBezTo>
                <a:cubicBezTo>
                  <a:pt x="4620914" y="101270"/>
                  <a:pt x="4618188" y="100861"/>
                  <a:pt x="4615919" y="100044"/>
                </a:cubicBezTo>
                <a:cubicBezTo>
                  <a:pt x="4613647" y="99181"/>
                  <a:pt x="4611787" y="97909"/>
                  <a:pt x="4610333" y="96232"/>
                </a:cubicBezTo>
                <a:cubicBezTo>
                  <a:pt x="4608881" y="94506"/>
                  <a:pt x="4607815" y="92349"/>
                  <a:pt x="4607132" y="89760"/>
                </a:cubicBezTo>
                <a:cubicBezTo>
                  <a:pt x="4606498" y="87128"/>
                  <a:pt x="4606181" y="84039"/>
                  <a:pt x="4606181" y="80499"/>
                </a:cubicBezTo>
                <a:lnTo>
                  <a:pt x="4606181" y="44677"/>
                </a:lnTo>
                <a:lnTo>
                  <a:pt x="4597599" y="44677"/>
                </a:lnTo>
                <a:cubicBezTo>
                  <a:pt x="4596917" y="44677"/>
                  <a:pt x="4596374" y="44311"/>
                  <a:pt x="4595965" y="43585"/>
                </a:cubicBezTo>
                <a:cubicBezTo>
                  <a:pt x="4595556" y="42860"/>
                  <a:pt x="4595351" y="41679"/>
                  <a:pt x="4595351" y="40045"/>
                </a:cubicBezTo>
                <a:cubicBezTo>
                  <a:pt x="4595351" y="39182"/>
                  <a:pt x="4595396" y="38456"/>
                  <a:pt x="4595488" y="37865"/>
                </a:cubicBezTo>
                <a:cubicBezTo>
                  <a:pt x="4595622" y="37276"/>
                  <a:pt x="4595782" y="36799"/>
                  <a:pt x="4595965" y="36436"/>
                </a:cubicBezTo>
                <a:cubicBezTo>
                  <a:pt x="4596145" y="36027"/>
                  <a:pt x="4596374" y="35753"/>
                  <a:pt x="4596645" y="35619"/>
                </a:cubicBezTo>
                <a:cubicBezTo>
                  <a:pt x="4596962" y="35436"/>
                  <a:pt x="4597302" y="35344"/>
                  <a:pt x="4597665" y="35344"/>
                </a:cubicBezTo>
                <a:lnTo>
                  <a:pt x="4606181" y="35344"/>
                </a:lnTo>
                <a:lnTo>
                  <a:pt x="4606181" y="20771"/>
                </a:lnTo>
                <a:cubicBezTo>
                  <a:pt x="4606181" y="20454"/>
                  <a:pt x="4606246" y="20157"/>
                  <a:pt x="4606383" y="19885"/>
                </a:cubicBezTo>
                <a:cubicBezTo>
                  <a:pt x="4606566" y="19614"/>
                  <a:pt x="4606861" y="19385"/>
                  <a:pt x="4607269" y="19205"/>
                </a:cubicBezTo>
                <a:cubicBezTo>
                  <a:pt x="4607724" y="18977"/>
                  <a:pt x="4608312" y="18819"/>
                  <a:pt x="4609041" y="18728"/>
                </a:cubicBezTo>
                <a:cubicBezTo>
                  <a:pt x="4609767" y="18637"/>
                  <a:pt x="4610675" y="18591"/>
                  <a:pt x="4611764" y="18591"/>
                </a:cubicBezTo>
                <a:cubicBezTo>
                  <a:pt x="4612899" y="18591"/>
                  <a:pt x="4613830" y="18637"/>
                  <a:pt x="4614556" y="18728"/>
                </a:cubicBezTo>
                <a:cubicBezTo>
                  <a:pt x="4615282" y="18819"/>
                  <a:pt x="4615850" y="18977"/>
                  <a:pt x="4616259" y="19205"/>
                </a:cubicBezTo>
                <a:cubicBezTo>
                  <a:pt x="4616668" y="19385"/>
                  <a:pt x="4616962" y="19614"/>
                  <a:pt x="4617145" y="19885"/>
                </a:cubicBezTo>
                <a:cubicBezTo>
                  <a:pt x="4617325" y="20157"/>
                  <a:pt x="4617416" y="20454"/>
                  <a:pt x="4617416" y="20771"/>
                </a:cubicBezTo>
                <a:lnTo>
                  <a:pt x="4617416" y="35344"/>
                </a:lnTo>
                <a:lnTo>
                  <a:pt x="4633150" y="35344"/>
                </a:lnTo>
                <a:cubicBezTo>
                  <a:pt x="4633513" y="35344"/>
                  <a:pt x="4633830" y="35436"/>
                  <a:pt x="4634101" y="35619"/>
                </a:cubicBezTo>
                <a:cubicBezTo>
                  <a:pt x="4634376" y="35753"/>
                  <a:pt x="4634601" y="36027"/>
                  <a:pt x="4634784" y="36436"/>
                </a:cubicBezTo>
                <a:cubicBezTo>
                  <a:pt x="4635010" y="36799"/>
                  <a:pt x="4635170" y="37276"/>
                  <a:pt x="4635258" y="37865"/>
                </a:cubicBezTo>
                <a:cubicBezTo>
                  <a:pt x="4635350" y="38456"/>
                  <a:pt x="4635396" y="39182"/>
                  <a:pt x="4635396" y="40045"/>
                </a:cubicBezTo>
                <a:cubicBezTo>
                  <a:pt x="4635396" y="41679"/>
                  <a:pt x="4635193" y="42860"/>
                  <a:pt x="4634784" y="43585"/>
                </a:cubicBezTo>
                <a:cubicBezTo>
                  <a:pt x="4634376" y="44311"/>
                  <a:pt x="4633830" y="44677"/>
                  <a:pt x="4633150" y="44677"/>
                </a:cubicBezTo>
                <a:lnTo>
                  <a:pt x="4617416" y="44677"/>
                </a:lnTo>
                <a:lnTo>
                  <a:pt x="4617416" y="78864"/>
                </a:lnTo>
                <a:cubicBezTo>
                  <a:pt x="4617416" y="83088"/>
                  <a:pt x="4618031" y="86288"/>
                  <a:pt x="4619256" y="88468"/>
                </a:cubicBezTo>
                <a:cubicBezTo>
                  <a:pt x="4620525" y="90600"/>
                  <a:pt x="4622774" y="91669"/>
                  <a:pt x="4625997" y="91669"/>
                </a:cubicBezTo>
                <a:cubicBezTo>
                  <a:pt x="4627043" y="91669"/>
                  <a:pt x="4627972" y="91577"/>
                  <a:pt x="4628789" y="91394"/>
                </a:cubicBezTo>
                <a:cubicBezTo>
                  <a:pt x="4629606" y="91169"/>
                  <a:pt x="4630335" y="90940"/>
                  <a:pt x="4630969" y="90714"/>
                </a:cubicBezTo>
                <a:cubicBezTo>
                  <a:pt x="4631604" y="90488"/>
                  <a:pt x="4632150" y="90283"/>
                  <a:pt x="4632604" y="90103"/>
                </a:cubicBezTo>
                <a:cubicBezTo>
                  <a:pt x="4633058" y="89874"/>
                  <a:pt x="4633467" y="89760"/>
                  <a:pt x="4633830" y="89760"/>
                </a:cubicBezTo>
                <a:cubicBezTo>
                  <a:pt x="4634055" y="89760"/>
                  <a:pt x="4634261" y="89828"/>
                  <a:pt x="4634444" y="89966"/>
                </a:cubicBezTo>
                <a:cubicBezTo>
                  <a:pt x="4634670" y="90057"/>
                  <a:pt x="4634830" y="90260"/>
                  <a:pt x="4634918" y="90577"/>
                </a:cubicBezTo>
                <a:cubicBezTo>
                  <a:pt x="4635056" y="90897"/>
                  <a:pt x="4635170" y="91329"/>
                  <a:pt x="4635258" y="91871"/>
                </a:cubicBezTo>
                <a:cubicBezTo>
                  <a:pt x="4635350" y="92417"/>
                  <a:pt x="4635396" y="93097"/>
                  <a:pt x="4635396" y="93915"/>
                </a:cubicBezTo>
                <a:close/>
                <a:moveTo>
                  <a:pt x="4651263" y="116526"/>
                </a:moveTo>
                <a:cubicBezTo>
                  <a:pt x="4651083" y="117117"/>
                  <a:pt x="4650835" y="117569"/>
                  <a:pt x="4650515" y="117889"/>
                </a:cubicBezTo>
                <a:cubicBezTo>
                  <a:pt x="4650243" y="118252"/>
                  <a:pt x="4649880" y="118523"/>
                  <a:pt x="4649426" y="118706"/>
                </a:cubicBezTo>
                <a:cubicBezTo>
                  <a:pt x="4648972" y="118886"/>
                  <a:pt x="4648403" y="119023"/>
                  <a:pt x="4647723" y="119115"/>
                </a:cubicBezTo>
                <a:cubicBezTo>
                  <a:pt x="4647089" y="119203"/>
                  <a:pt x="4646294" y="119249"/>
                  <a:pt x="4645340" y="119249"/>
                </a:cubicBezTo>
                <a:cubicBezTo>
                  <a:pt x="4644205" y="119249"/>
                  <a:pt x="4643251" y="119161"/>
                  <a:pt x="4642479" y="118978"/>
                </a:cubicBezTo>
                <a:cubicBezTo>
                  <a:pt x="4641754" y="118841"/>
                  <a:pt x="4641185" y="118615"/>
                  <a:pt x="4640776" y="118298"/>
                </a:cubicBezTo>
                <a:cubicBezTo>
                  <a:pt x="4640368" y="118023"/>
                  <a:pt x="4640119" y="117660"/>
                  <a:pt x="4640028" y="117206"/>
                </a:cubicBezTo>
                <a:cubicBezTo>
                  <a:pt x="4639936" y="116797"/>
                  <a:pt x="4640028" y="116300"/>
                  <a:pt x="4640299" y="115709"/>
                </a:cubicBezTo>
                <a:lnTo>
                  <a:pt x="4681504" y="2723"/>
                </a:lnTo>
                <a:cubicBezTo>
                  <a:pt x="4681684" y="2132"/>
                  <a:pt x="4681913" y="1680"/>
                  <a:pt x="4682184" y="1360"/>
                </a:cubicBezTo>
                <a:cubicBezTo>
                  <a:pt x="4682502" y="997"/>
                  <a:pt x="4682864" y="726"/>
                  <a:pt x="4683273" y="543"/>
                </a:cubicBezTo>
                <a:cubicBezTo>
                  <a:pt x="4683727" y="317"/>
                  <a:pt x="4684296" y="180"/>
                  <a:pt x="4684976" y="134"/>
                </a:cubicBezTo>
                <a:cubicBezTo>
                  <a:pt x="4685656" y="46"/>
                  <a:pt x="4686473" y="0"/>
                  <a:pt x="4687428" y="0"/>
                </a:cubicBezTo>
                <a:cubicBezTo>
                  <a:pt x="4688562" y="0"/>
                  <a:pt x="4689494" y="89"/>
                  <a:pt x="4690220" y="271"/>
                </a:cubicBezTo>
                <a:cubicBezTo>
                  <a:pt x="4690948" y="409"/>
                  <a:pt x="4691514" y="612"/>
                  <a:pt x="4691923" y="886"/>
                </a:cubicBezTo>
                <a:cubicBezTo>
                  <a:pt x="4692331" y="1157"/>
                  <a:pt x="4692583" y="1520"/>
                  <a:pt x="4692671" y="1975"/>
                </a:cubicBezTo>
                <a:cubicBezTo>
                  <a:pt x="4692763" y="2429"/>
                  <a:pt x="4692694" y="2952"/>
                  <a:pt x="4692468" y="3540"/>
                </a:cubicBezTo>
                <a:lnTo>
                  <a:pt x="4651263" y="116526"/>
                </a:lnTo>
                <a:close/>
                <a:moveTo>
                  <a:pt x="4739937" y="81724"/>
                </a:moveTo>
                <a:cubicBezTo>
                  <a:pt x="4739937" y="84856"/>
                  <a:pt x="4739346" y="87651"/>
                  <a:pt x="4738166" y="90103"/>
                </a:cubicBezTo>
                <a:cubicBezTo>
                  <a:pt x="4737031" y="92554"/>
                  <a:pt x="4735397" y="94620"/>
                  <a:pt x="4733262" y="96298"/>
                </a:cubicBezTo>
                <a:cubicBezTo>
                  <a:pt x="4731128" y="97978"/>
                  <a:pt x="4728584" y="99250"/>
                  <a:pt x="4725635" y="100113"/>
                </a:cubicBezTo>
                <a:cubicBezTo>
                  <a:pt x="4722684" y="100975"/>
                  <a:pt x="4719438" y="101407"/>
                  <a:pt x="4715894" y="101407"/>
                </a:cubicBezTo>
                <a:cubicBezTo>
                  <a:pt x="4713717" y="101407"/>
                  <a:pt x="4711628" y="101224"/>
                  <a:pt x="4709631" y="100861"/>
                </a:cubicBezTo>
                <a:cubicBezTo>
                  <a:pt x="4707679" y="100544"/>
                  <a:pt x="4705907" y="100135"/>
                  <a:pt x="4704319" y="99635"/>
                </a:cubicBezTo>
                <a:cubicBezTo>
                  <a:pt x="4702775" y="99092"/>
                  <a:pt x="4701458" y="98547"/>
                  <a:pt x="4700369" y="98001"/>
                </a:cubicBezTo>
                <a:cubicBezTo>
                  <a:pt x="4699278" y="97412"/>
                  <a:pt x="4698484" y="96889"/>
                  <a:pt x="4697983" y="96435"/>
                </a:cubicBezTo>
                <a:cubicBezTo>
                  <a:pt x="4697486" y="95981"/>
                  <a:pt x="4697120" y="95346"/>
                  <a:pt x="4696895" y="94529"/>
                </a:cubicBezTo>
                <a:cubicBezTo>
                  <a:pt x="4696669" y="93712"/>
                  <a:pt x="4696555" y="92597"/>
                  <a:pt x="4696555" y="91191"/>
                </a:cubicBezTo>
                <a:cubicBezTo>
                  <a:pt x="4696555" y="90328"/>
                  <a:pt x="4696600" y="89603"/>
                  <a:pt x="4696689" y="89011"/>
                </a:cubicBezTo>
                <a:cubicBezTo>
                  <a:pt x="4696780" y="88422"/>
                  <a:pt x="4696895" y="87945"/>
                  <a:pt x="4697032" y="87582"/>
                </a:cubicBezTo>
                <a:cubicBezTo>
                  <a:pt x="4697166" y="87219"/>
                  <a:pt x="4697349" y="86968"/>
                  <a:pt x="4697575" y="86834"/>
                </a:cubicBezTo>
                <a:cubicBezTo>
                  <a:pt x="4697849" y="86651"/>
                  <a:pt x="4698143" y="86559"/>
                  <a:pt x="4698461" y="86559"/>
                </a:cubicBezTo>
                <a:cubicBezTo>
                  <a:pt x="4698961" y="86559"/>
                  <a:pt x="4699687" y="86877"/>
                  <a:pt x="4700641" y="87514"/>
                </a:cubicBezTo>
                <a:cubicBezTo>
                  <a:pt x="4701638" y="88102"/>
                  <a:pt x="4702841" y="88763"/>
                  <a:pt x="4704250" y="89488"/>
                </a:cubicBezTo>
                <a:cubicBezTo>
                  <a:pt x="4705702" y="90214"/>
                  <a:pt x="4707405" y="90897"/>
                  <a:pt x="4709356" y="91531"/>
                </a:cubicBezTo>
                <a:cubicBezTo>
                  <a:pt x="4711311" y="92123"/>
                  <a:pt x="4713557" y="92417"/>
                  <a:pt x="4716100" y="92417"/>
                </a:cubicBezTo>
                <a:cubicBezTo>
                  <a:pt x="4718006" y="92417"/>
                  <a:pt x="4719732" y="92212"/>
                  <a:pt x="4721275" y="91803"/>
                </a:cubicBezTo>
                <a:cubicBezTo>
                  <a:pt x="4722821" y="91394"/>
                  <a:pt x="4724158" y="90806"/>
                  <a:pt x="4725295" y="90034"/>
                </a:cubicBezTo>
                <a:cubicBezTo>
                  <a:pt x="4726430" y="89217"/>
                  <a:pt x="4727293" y="88194"/>
                  <a:pt x="4727881" y="86968"/>
                </a:cubicBezTo>
                <a:cubicBezTo>
                  <a:pt x="4728519" y="85742"/>
                  <a:pt x="4728836" y="84291"/>
                  <a:pt x="4728836" y="82610"/>
                </a:cubicBezTo>
                <a:cubicBezTo>
                  <a:pt x="4728836" y="80884"/>
                  <a:pt x="4728382" y="79433"/>
                  <a:pt x="4727473" y="78253"/>
                </a:cubicBezTo>
                <a:cubicBezTo>
                  <a:pt x="4726610" y="77070"/>
                  <a:pt x="4725453" y="76027"/>
                  <a:pt x="4724001" y="75118"/>
                </a:cubicBezTo>
                <a:cubicBezTo>
                  <a:pt x="4722547" y="74209"/>
                  <a:pt x="4720912" y="73415"/>
                  <a:pt x="4719098" y="72735"/>
                </a:cubicBezTo>
                <a:cubicBezTo>
                  <a:pt x="4717280" y="72009"/>
                  <a:pt x="4715397" y="71260"/>
                  <a:pt x="4713445" y="70486"/>
                </a:cubicBezTo>
                <a:cubicBezTo>
                  <a:pt x="4711537" y="69714"/>
                  <a:pt x="4709653" y="68851"/>
                  <a:pt x="4707790" y="67900"/>
                </a:cubicBezTo>
                <a:cubicBezTo>
                  <a:pt x="4705976" y="66900"/>
                  <a:pt x="4704341" y="65697"/>
                  <a:pt x="4702887" y="64291"/>
                </a:cubicBezTo>
                <a:cubicBezTo>
                  <a:pt x="4701435" y="62882"/>
                  <a:pt x="4700255" y="61202"/>
                  <a:pt x="4699346" y="59250"/>
                </a:cubicBezTo>
                <a:cubicBezTo>
                  <a:pt x="4698484" y="57299"/>
                  <a:pt x="4698052" y="54958"/>
                  <a:pt x="4698052" y="52235"/>
                </a:cubicBezTo>
                <a:cubicBezTo>
                  <a:pt x="4698052" y="49829"/>
                  <a:pt x="4698506" y="47537"/>
                  <a:pt x="4699415" y="45357"/>
                </a:cubicBezTo>
                <a:cubicBezTo>
                  <a:pt x="4700369" y="43131"/>
                  <a:pt x="4701775" y="41202"/>
                  <a:pt x="4703638" y="39568"/>
                </a:cubicBezTo>
                <a:cubicBezTo>
                  <a:pt x="4705499" y="37888"/>
                  <a:pt x="4707813" y="36547"/>
                  <a:pt x="4710585" y="35550"/>
                </a:cubicBezTo>
                <a:cubicBezTo>
                  <a:pt x="4713400" y="34550"/>
                  <a:pt x="4716669" y="34053"/>
                  <a:pt x="4720392" y="34053"/>
                </a:cubicBezTo>
                <a:cubicBezTo>
                  <a:pt x="4722026" y="34053"/>
                  <a:pt x="4723661" y="34187"/>
                  <a:pt x="4725295" y="34461"/>
                </a:cubicBezTo>
                <a:cubicBezTo>
                  <a:pt x="4726930" y="34733"/>
                  <a:pt x="4728404" y="35073"/>
                  <a:pt x="4729722" y="35482"/>
                </a:cubicBezTo>
                <a:cubicBezTo>
                  <a:pt x="4731039" y="35890"/>
                  <a:pt x="4732151" y="36345"/>
                  <a:pt x="4733059" y="36845"/>
                </a:cubicBezTo>
                <a:cubicBezTo>
                  <a:pt x="4734011" y="37299"/>
                  <a:pt x="4734717" y="37708"/>
                  <a:pt x="4735168" y="38070"/>
                </a:cubicBezTo>
                <a:cubicBezTo>
                  <a:pt x="4735668" y="38433"/>
                  <a:pt x="4735985" y="38751"/>
                  <a:pt x="4736123" y="39022"/>
                </a:cubicBezTo>
                <a:cubicBezTo>
                  <a:pt x="4736305" y="39296"/>
                  <a:pt x="4736417" y="39614"/>
                  <a:pt x="4736463" y="39976"/>
                </a:cubicBezTo>
                <a:cubicBezTo>
                  <a:pt x="4736554" y="40294"/>
                  <a:pt x="4736623" y="40702"/>
                  <a:pt x="4736668" y="41202"/>
                </a:cubicBezTo>
                <a:cubicBezTo>
                  <a:pt x="4736760" y="41702"/>
                  <a:pt x="4736803" y="42314"/>
                  <a:pt x="4736803" y="43043"/>
                </a:cubicBezTo>
                <a:cubicBezTo>
                  <a:pt x="4736803" y="43814"/>
                  <a:pt x="4736760" y="44494"/>
                  <a:pt x="4736668" y="45086"/>
                </a:cubicBezTo>
                <a:cubicBezTo>
                  <a:pt x="4736623" y="45629"/>
                  <a:pt x="4736508" y="46083"/>
                  <a:pt x="4736328" y="46446"/>
                </a:cubicBezTo>
                <a:cubicBezTo>
                  <a:pt x="4736191" y="46809"/>
                  <a:pt x="4736008" y="47083"/>
                  <a:pt x="4735782" y="47263"/>
                </a:cubicBezTo>
                <a:cubicBezTo>
                  <a:pt x="4735554" y="47400"/>
                  <a:pt x="4735305" y="47469"/>
                  <a:pt x="4735034" y="47469"/>
                </a:cubicBezTo>
                <a:cubicBezTo>
                  <a:pt x="4734625" y="47469"/>
                  <a:pt x="4734034" y="47217"/>
                  <a:pt x="4733262" y="46720"/>
                </a:cubicBezTo>
                <a:cubicBezTo>
                  <a:pt x="4732491" y="46220"/>
                  <a:pt x="4731491" y="45697"/>
                  <a:pt x="4730265" y="45151"/>
                </a:cubicBezTo>
                <a:cubicBezTo>
                  <a:pt x="4729039" y="44563"/>
                  <a:pt x="4727587" y="44017"/>
                  <a:pt x="4725907" y="43517"/>
                </a:cubicBezTo>
                <a:cubicBezTo>
                  <a:pt x="4724272" y="43020"/>
                  <a:pt x="4722389" y="42768"/>
                  <a:pt x="4720255" y="42768"/>
                </a:cubicBezTo>
                <a:cubicBezTo>
                  <a:pt x="4718349" y="42768"/>
                  <a:pt x="4716669" y="42997"/>
                  <a:pt x="4715214" y="43451"/>
                </a:cubicBezTo>
                <a:cubicBezTo>
                  <a:pt x="4713763" y="43860"/>
                  <a:pt x="4712560" y="44471"/>
                  <a:pt x="4711605" y="45289"/>
                </a:cubicBezTo>
                <a:cubicBezTo>
                  <a:pt x="4710696" y="46060"/>
                  <a:pt x="4709994" y="46992"/>
                  <a:pt x="4709493" y="48080"/>
                </a:cubicBezTo>
                <a:cubicBezTo>
                  <a:pt x="4709039" y="49172"/>
                  <a:pt x="4708813" y="50352"/>
                  <a:pt x="4708813" y="51624"/>
                </a:cubicBezTo>
                <a:cubicBezTo>
                  <a:pt x="4708813" y="53392"/>
                  <a:pt x="4709268" y="54893"/>
                  <a:pt x="4710176" y="56118"/>
                </a:cubicBezTo>
                <a:cubicBezTo>
                  <a:pt x="4711082" y="57299"/>
                  <a:pt x="4712265" y="58342"/>
                  <a:pt x="4713717" y="59250"/>
                </a:cubicBezTo>
                <a:cubicBezTo>
                  <a:pt x="4715168" y="60159"/>
                  <a:pt x="4716826" y="60976"/>
                  <a:pt x="4718689" y="61702"/>
                </a:cubicBezTo>
                <a:cubicBezTo>
                  <a:pt x="4720549" y="62428"/>
                  <a:pt x="4722432" y="63176"/>
                  <a:pt x="4724341" y="63948"/>
                </a:cubicBezTo>
                <a:cubicBezTo>
                  <a:pt x="4726293" y="64722"/>
                  <a:pt x="4728199" y="65582"/>
                  <a:pt x="4730062" y="66537"/>
                </a:cubicBezTo>
                <a:cubicBezTo>
                  <a:pt x="4731968" y="67491"/>
                  <a:pt x="4733648" y="68649"/>
                  <a:pt x="4735102" y="70012"/>
                </a:cubicBezTo>
                <a:cubicBezTo>
                  <a:pt x="4736554" y="71372"/>
                  <a:pt x="4737711" y="73006"/>
                  <a:pt x="4738574" y="74915"/>
                </a:cubicBezTo>
                <a:cubicBezTo>
                  <a:pt x="4739483" y="76821"/>
                  <a:pt x="4739937" y="79090"/>
                  <a:pt x="4739937" y="81724"/>
                </a:cubicBezTo>
                <a:close/>
                <a:moveTo>
                  <a:pt x="4808517" y="98409"/>
                </a:moveTo>
                <a:cubicBezTo>
                  <a:pt x="4808517" y="98772"/>
                  <a:pt x="4808426" y="99092"/>
                  <a:pt x="4808246" y="99364"/>
                </a:cubicBezTo>
                <a:cubicBezTo>
                  <a:pt x="4808109" y="99590"/>
                  <a:pt x="4807837" y="99795"/>
                  <a:pt x="4807429" y="99975"/>
                </a:cubicBezTo>
                <a:cubicBezTo>
                  <a:pt x="4807020" y="100158"/>
                  <a:pt x="4806474" y="100295"/>
                  <a:pt x="4805794" y="100384"/>
                </a:cubicBezTo>
                <a:cubicBezTo>
                  <a:pt x="4805157" y="100475"/>
                  <a:pt x="4804362" y="100521"/>
                  <a:pt x="4803411" y="100521"/>
                </a:cubicBezTo>
                <a:cubicBezTo>
                  <a:pt x="4802365" y="100521"/>
                  <a:pt x="4801502" y="100475"/>
                  <a:pt x="4800822" y="100384"/>
                </a:cubicBezTo>
                <a:cubicBezTo>
                  <a:pt x="4800188" y="100295"/>
                  <a:pt x="4799665" y="100158"/>
                  <a:pt x="4799256" y="99975"/>
                </a:cubicBezTo>
                <a:cubicBezTo>
                  <a:pt x="4798893" y="99795"/>
                  <a:pt x="4798642" y="99590"/>
                  <a:pt x="4798507" y="99364"/>
                </a:cubicBezTo>
                <a:cubicBezTo>
                  <a:pt x="4798370" y="99092"/>
                  <a:pt x="4798302" y="98772"/>
                  <a:pt x="4798302" y="98409"/>
                </a:cubicBezTo>
                <a:lnTo>
                  <a:pt x="4798302" y="90306"/>
                </a:lnTo>
                <a:cubicBezTo>
                  <a:pt x="4794807" y="94166"/>
                  <a:pt x="4791355" y="96981"/>
                  <a:pt x="4787949" y="98749"/>
                </a:cubicBezTo>
                <a:cubicBezTo>
                  <a:pt x="4784546" y="100521"/>
                  <a:pt x="4781094" y="101407"/>
                  <a:pt x="4777599" y="101407"/>
                </a:cubicBezTo>
                <a:cubicBezTo>
                  <a:pt x="4773513" y="101407"/>
                  <a:pt x="4770061" y="100727"/>
                  <a:pt x="4767246" y="99364"/>
                </a:cubicBezTo>
                <a:cubicBezTo>
                  <a:pt x="4764477" y="98001"/>
                  <a:pt x="4762229" y="96163"/>
                  <a:pt x="4760503" y="93846"/>
                </a:cubicBezTo>
                <a:cubicBezTo>
                  <a:pt x="4758780" y="91486"/>
                  <a:pt x="4757531" y="88763"/>
                  <a:pt x="4756759" y="85674"/>
                </a:cubicBezTo>
                <a:cubicBezTo>
                  <a:pt x="4756031" y="82542"/>
                  <a:pt x="4755668" y="78750"/>
                  <a:pt x="4755668" y="74301"/>
                </a:cubicBezTo>
                <a:lnTo>
                  <a:pt x="4755668" y="37116"/>
                </a:lnTo>
                <a:cubicBezTo>
                  <a:pt x="4755668" y="36753"/>
                  <a:pt x="4755736" y="36459"/>
                  <a:pt x="4755874" y="36230"/>
                </a:cubicBezTo>
                <a:cubicBezTo>
                  <a:pt x="4756054" y="35959"/>
                  <a:pt x="4756371" y="35730"/>
                  <a:pt x="4756828" y="35550"/>
                </a:cubicBezTo>
                <a:cubicBezTo>
                  <a:pt x="4757279" y="35322"/>
                  <a:pt x="4757871" y="35187"/>
                  <a:pt x="4758597" y="35142"/>
                </a:cubicBezTo>
                <a:cubicBezTo>
                  <a:pt x="4759323" y="35050"/>
                  <a:pt x="4760231" y="35004"/>
                  <a:pt x="4761320" y="35004"/>
                </a:cubicBezTo>
                <a:cubicBezTo>
                  <a:pt x="4762412" y="35004"/>
                  <a:pt x="4763320" y="35050"/>
                  <a:pt x="4764046" y="35142"/>
                </a:cubicBezTo>
                <a:cubicBezTo>
                  <a:pt x="4764772" y="35187"/>
                  <a:pt x="4765340" y="35322"/>
                  <a:pt x="4765749" y="35550"/>
                </a:cubicBezTo>
                <a:cubicBezTo>
                  <a:pt x="4766203" y="35730"/>
                  <a:pt x="4766521" y="35959"/>
                  <a:pt x="4766701" y="36230"/>
                </a:cubicBezTo>
                <a:cubicBezTo>
                  <a:pt x="4766884" y="36459"/>
                  <a:pt x="4766975" y="36753"/>
                  <a:pt x="4766975" y="37116"/>
                </a:cubicBezTo>
                <a:lnTo>
                  <a:pt x="4766975" y="72803"/>
                </a:lnTo>
                <a:cubicBezTo>
                  <a:pt x="4766975" y="76390"/>
                  <a:pt x="4767224" y="79273"/>
                  <a:pt x="4767724" y="81453"/>
                </a:cubicBezTo>
                <a:cubicBezTo>
                  <a:pt x="4768269" y="83585"/>
                  <a:pt x="4769064" y="85425"/>
                  <a:pt x="4770107" y="86968"/>
                </a:cubicBezTo>
                <a:cubicBezTo>
                  <a:pt x="4771195" y="88468"/>
                  <a:pt x="4772558" y="89648"/>
                  <a:pt x="4774193" y="90511"/>
                </a:cubicBezTo>
                <a:cubicBezTo>
                  <a:pt x="4775827" y="91329"/>
                  <a:pt x="4777736" y="91737"/>
                  <a:pt x="4779914" y="91737"/>
                </a:cubicBezTo>
                <a:cubicBezTo>
                  <a:pt x="4782728" y="91737"/>
                  <a:pt x="4785520" y="90737"/>
                  <a:pt x="4788292" y="88740"/>
                </a:cubicBezTo>
                <a:cubicBezTo>
                  <a:pt x="4791107" y="86742"/>
                  <a:pt x="4794081" y="83813"/>
                  <a:pt x="4797213" y="79953"/>
                </a:cubicBezTo>
                <a:lnTo>
                  <a:pt x="4797213" y="37116"/>
                </a:lnTo>
                <a:cubicBezTo>
                  <a:pt x="4797213" y="36753"/>
                  <a:pt x="4797282" y="36459"/>
                  <a:pt x="4797416" y="36230"/>
                </a:cubicBezTo>
                <a:cubicBezTo>
                  <a:pt x="4797599" y="35959"/>
                  <a:pt x="4797916" y="35730"/>
                  <a:pt x="4798370" y="35550"/>
                </a:cubicBezTo>
                <a:cubicBezTo>
                  <a:pt x="4798825" y="35322"/>
                  <a:pt x="4799393" y="35187"/>
                  <a:pt x="4800073" y="35142"/>
                </a:cubicBezTo>
                <a:cubicBezTo>
                  <a:pt x="4800799" y="35050"/>
                  <a:pt x="4801731" y="35004"/>
                  <a:pt x="4802865" y="35004"/>
                </a:cubicBezTo>
                <a:cubicBezTo>
                  <a:pt x="4803954" y="35004"/>
                  <a:pt x="4804863" y="35050"/>
                  <a:pt x="4805588" y="35142"/>
                </a:cubicBezTo>
                <a:cubicBezTo>
                  <a:pt x="4806317" y="35187"/>
                  <a:pt x="4806883" y="35322"/>
                  <a:pt x="4807291" y="35550"/>
                </a:cubicBezTo>
                <a:cubicBezTo>
                  <a:pt x="4807700" y="35730"/>
                  <a:pt x="4807997" y="35959"/>
                  <a:pt x="4808177" y="36230"/>
                </a:cubicBezTo>
                <a:cubicBezTo>
                  <a:pt x="4808403" y="36459"/>
                  <a:pt x="4808517" y="36753"/>
                  <a:pt x="4808517" y="37116"/>
                </a:cubicBezTo>
                <a:lnTo>
                  <a:pt x="4808517" y="98409"/>
                </a:lnTo>
                <a:close/>
                <a:moveTo>
                  <a:pt x="4885681" y="66946"/>
                </a:moveTo>
                <a:cubicBezTo>
                  <a:pt x="4885681" y="72258"/>
                  <a:pt x="4885090" y="77047"/>
                  <a:pt x="4883910" y="81316"/>
                </a:cubicBezTo>
                <a:cubicBezTo>
                  <a:pt x="4882775" y="85539"/>
                  <a:pt x="4881072" y="89148"/>
                  <a:pt x="4878800" y="92146"/>
                </a:cubicBezTo>
                <a:cubicBezTo>
                  <a:pt x="4876577" y="95140"/>
                  <a:pt x="4873831" y="97435"/>
                  <a:pt x="4870562" y="99024"/>
                </a:cubicBezTo>
                <a:cubicBezTo>
                  <a:pt x="4867293" y="100613"/>
                  <a:pt x="4863547" y="101407"/>
                  <a:pt x="4859324" y="101407"/>
                </a:cubicBezTo>
                <a:cubicBezTo>
                  <a:pt x="4857372" y="101407"/>
                  <a:pt x="4855555" y="101201"/>
                  <a:pt x="4853874" y="100793"/>
                </a:cubicBezTo>
                <a:cubicBezTo>
                  <a:pt x="4852240" y="100430"/>
                  <a:pt x="4850628" y="99818"/>
                  <a:pt x="4849039" y="98955"/>
                </a:cubicBezTo>
                <a:cubicBezTo>
                  <a:pt x="4847451" y="98092"/>
                  <a:pt x="4845862" y="97004"/>
                  <a:pt x="4844273" y="95686"/>
                </a:cubicBezTo>
                <a:cubicBezTo>
                  <a:pt x="4842684" y="94369"/>
                  <a:pt x="4841004" y="92780"/>
                  <a:pt x="4839233" y="90920"/>
                </a:cubicBezTo>
                <a:lnTo>
                  <a:pt x="4839233" y="98409"/>
                </a:lnTo>
                <a:cubicBezTo>
                  <a:pt x="4839233" y="98772"/>
                  <a:pt x="4839141" y="99092"/>
                  <a:pt x="4838961" y="99364"/>
                </a:cubicBezTo>
                <a:cubicBezTo>
                  <a:pt x="4838778" y="99635"/>
                  <a:pt x="4838484" y="99864"/>
                  <a:pt x="4838075" y="100044"/>
                </a:cubicBezTo>
                <a:cubicBezTo>
                  <a:pt x="4837667" y="100181"/>
                  <a:pt x="4837144" y="100295"/>
                  <a:pt x="4836509" y="100384"/>
                </a:cubicBezTo>
                <a:cubicBezTo>
                  <a:pt x="4835918" y="100475"/>
                  <a:pt x="4835146" y="100521"/>
                  <a:pt x="4834195" y="100521"/>
                </a:cubicBezTo>
                <a:cubicBezTo>
                  <a:pt x="4833286" y="100521"/>
                  <a:pt x="4832512" y="100475"/>
                  <a:pt x="4831877" y="100384"/>
                </a:cubicBezTo>
                <a:cubicBezTo>
                  <a:pt x="4831243" y="100295"/>
                  <a:pt x="4830720" y="100181"/>
                  <a:pt x="4830311" y="100044"/>
                </a:cubicBezTo>
                <a:cubicBezTo>
                  <a:pt x="4829903" y="99864"/>
                  <a:pt x="4829631" y="99635"/>
                  <a:pt x="4829494" y="99364"/>
                </a:cubicBezTo>
                <a:cubicBezTo>
                  <a:pt x="4829357" y="99092"/>
                  <a:pt x="4829291" y="98772"/>
                  <a:pt x="4829291" y="98409"/>
                </a:cubicBezTo>
                <a:lnTo>
                  <a:pt x="4829291" y="7424"/>
                </a:lnTo>
                <a:cubicBezTo>
                  <a:pt x="4829291" y="7058"/>
                  <a:pt x="4829357" y="6741"/>
                  <a:pt x="4829494" y="6469"/>
                </a:cubicBezTo>
                <a:cubicBezTo>
                  <a:pt x="4829674" y="6198"/>
                  <a:pt x="4829971" y="5969"/>
                  <a:pt x="4830380" y="5789"/>
                </a:cubicBezTo>
                <a:cubicBezTo>
                  <a:pt x="4830834" y="5606"/>
                  <a:pt x="4831423" y="5469"/>
                  <a:pt x="4832149" y="5381"/>
                </a:cubicBezTo>
                <a:cubicBezTo>
                  <a:pt x="4832877" y="5289"/>
                  <a:pt x="4833783" y="5244"/>
                  <a:pt x="4834875" y="5244"/>
                </a:cubicBezTo>
                <a:cubicBezTo>
                  <a:pt x="4836009" y="5244"/>
                  <a:pt x="4836941" y="5289"/>
                  <a:pt x="4837667" y="5381"/>
                </a:cubicBezTo>
                <a:cubicBezTo>
                  <a:pt x="4838392" y="5469"/>
                  <a:pt x="4838961" y="5606"/>
                  <a:pt x="4839370" y="5789"/>
                </a:cubicBezTo>
                <a:cubicBezTo>
                  <a:pt x="4839778" y="5969"/>
                  <a:pt x="4840073" y="6198"/>
                  <a:pt x="4840256" y="6469"/>
                </a:cubicBezTo>
                <a:cubicBezTo>
                  <a:pt x="4840436" y="6741"/>
                  <a:pt x="4840527" y="7058"/>
                  <a:pt x="4840527" y="7424"/>
                </a:cubicBezTo>
                <a:lnTo>
                  <a:pt x="4840527" y="44131"/>
                </a:lnTo>
                <a:cubicBezTo>
                  <a:pt x="4842342" y="42268"/>
                  <a:pt x="4844090" y="40702"/>
                  <a:pt x="4845771" y="39431"/>
                </a:cubicBezTo>
                <a:cubicBezTo>
                  <a:pt x="4847496" y="38159"/>
                  <a:pt x="4849177" y="37139"/>
                  <a:pt x="4850811" y="36367"/>
                </a:cubicBezTo>
                <a:cubicBezTo>
                  <a:pt x="4852446" y="35550"/>
                  <a:pt x="4854080" y="34959"/>
                  <a:pt x="4855715" y="34596"/>
                </a:cubicBezTo>
                <a:cubicBezTo>
                  <a:pt x="4857349" y="34233"/>
                  <a:pt x="4859075" y="34053"/>
                  <a:pt x="4860890" y="34053"/>
                </a:cubicBezTo>
                <a:cubicBezTo>
                  <a:pt x="4865339" y="34053"/>
                  <a:pt x="4869131" y="34936"/>
                  <a:pt x="4872262" y="36707"/>
                </a:cubicBezTo>
                <a:cubicBezTo>
                  <a:pt x="4875443" y="38479"/>
                  <a:pt x="4878006" y="40862"/>
                  <a:pt x="4879960" y="43860"/>
                </a:cubicBezTo>
                <a:cubicBezTo>
                  <a:pt x="4881958" y="46809"/>
                  <a:pt x="4883409" y="50283"/>
                  <a:pt x="4884318" y="54278"/>
                </a:cubicBezTo>
                <a:cubicBezTo>
                  <a:pt x="4885227" y="58273"/>
                  <a:pt x="4885681" y="62496"/>
                  <a:pt x="4885681" y="66946"/>
                </a:cubicBezTo>
                <a:close/>
                <a:moveTo>
                  <a:pt x="4873831" y="68240"/>
                </a:moveTo>
                <a:cubicBezTo>
                  <a:pt x="4873831" y="65108"/>
                  <a:pt x="4873580" y="62065"/>
                  <a:pt x="4873082" y="59113"/>
                </a:cubicBezTo>
                <a:cubicBezTo>
                  <a:pt x="4872628" y="56161"/>
                  <a:pt x="4871811" y="53552"/>
                  <a:pt x="4870628" y="51281"/>
                </a:cubicBezTo>
                <a:cubicBezTo>
                  <a:pt x="4869448" y="49012"/>
                  <a:pt x="4867882" y="47194"/>
                  <a:pt x="4865930" y="45834"/>
                </a:cubicBezTo>
                <a:cubicBezTo>
                  <a:pt x="4863978" y="44426"/>
                  <a:pt x="4861550" y="43723"/>
                  <a:pt x="4858644" y="43723"/>
                </a:cubicBezTo>
                <a:cubicBezTo>
                  <a:pt x="4857189" y="43723"/>
                  <a:pt x="4855760" y="43925"/>
                  <a:pt x="4854352" y="44334"/>
                </a:cubicBezTo>
                <a:cubicBezTo>
                  <a:pt x="4852946" y="44743"/>
                  <a:pt x="4851514" y="45426"/>
                  <a:pt x="4850062" y="46377"/>
                </a:cubicBezTo>
                <a:cubicBezTo>
                  <a:pt x="4848608" y="47332"/>
                  <a:pt x="4847088" y="48557"/>
                  <a:pt x="4845499" y="50055"/>
                </a:cubicBezTo>
                <a:cubicBezTo>
                  <a:pt x="4843956" y="51555"/>
                  <a:pt x="4842299" y="53438"/>
                  <a:pt x="4840527" y="55710"/>
                </a:cubicBezTo>
                <a:lnTo>
                  <a:pt x="4840527" y="80159"/>
                </a:lnTo>
                <a:cubicBezTo>
                  <a:pt x="4843616" y="83928"/>
                  <a:pt x="4846565" y="86811"/>
                  <a:pt x="4849380" y="88808"/>
                </a:cubicBezTo>
                <a:cubicBezTo>
                  <a:pt x="4852197" y="90760"/>
                  <a:pt x="4855123" y="91737"/>
                  <a:pt x="4858166" y="91737"/>
                </a:cubicBezTo>
                <a:cubicBezTo>
                  <a:pt x="4860981" y="91737"/>
                  <a:pt x="4863387" y="91054"/>
                  <a:pt x="4865384" y="89694"/>
                </a:cubicBezTo>
                <a:cubicBezTo>
                  <a:pt x="4867382" y="88331"/>
                  <a:pt x="4868993" y="86537"/>
                  <a:pt x="4870219" y="84313"/>
                </a:cubicBezTo>
                <a:cubicBezTo>
                  <a:pt x="4871491" y="82042"/>
                  <a:pt x="4872400" y="79521"/>
                  <a:pt x="4872945" y="76752"/>
                </a:cubicBezTo>
                <a:cubicBezTo>
                  <a:pt x="4873534" y="73938"/>
                  <a:pt x="4873831" y="71100"/>
                  <a:pt x="4873831" y="68240"/>
                </a:cubicBezTo>
                <a:close/>
                <a:moveTo>
                  <a:pt x="4915102" y="101135"/>
                </a:moveTo>
                <a:cubicBezTo>
                  <a:pt x="4915102" y="105673"/>
                  <a:pt x="4914762" y="109331"/>
                  <a:pt x="4914079" y="112100"/>
                </a:cubicBezTo>
                <a:cubicBezTo>
                  <a:pt x="4913399" y="114914"/>
                  <a:pt x="4912333" y="117275"/>
                  <a:pt x="4910879" y="119181"/>
                </a:cubicBezTo>
                <a:cubicBezTo>
                  <a:pt x="4909427" y="121089"/>
                  <a:pt x="4907564" y="122518"/>
                  <a:pt x="4905295" y="123473"/>
                </a:cubicBezTo>
                <a:cubicBezTo>
                  <a:pt x="4903023" y="124473"/>
                  <a:pt x="4900277" y="124970"/>
                  <a:pt x="4897054" y="124970"/>
                </a:cubicBezTo>
                <a:cubicBezTo>
                  <a:pt x="4895600" y="124970"/>
                  <a:pt x="4894351" y="124881"/>
                  <a:pt x="4893308" y="124698"/>
                </a:cubicBezTo>
                <a:cubicBezTo>
                  <a:pt x="4892308" y="124516"/>
                  <a:pt x="4891536" y="124313"/>
                  <a:pt x="4890993" y="124087"/>
                </a:cubicBezTo>
                <a:cubicBezTo>
                  <a:pt x="4890448" y="123858"/>
                  <a:pt x="4890085" y="123587"/>
                  <a:pt x="4889902" y="123270"/>
                </a:cubicBezTo>
                <a:cubicBezTo>
                  <a:pt x="4889676" y="122995"/>
                  <a:pt x="4889516" y="122655"/>
                  <a:pt x="4889427" y="122247"/>
                </a:cubicBezTo>
                <a:cubicBezTo>
                  <a:pt x="4889336" y="121884"/>
                  <a:pt x="4889290" y="121498"/>
                  <a:pt x="4889290" y="121089"/>
                </a:cubicBezTo>
                <a:cubicBezTo>
                  <a:pt x="4889245" y="120681"/>
                  <a:pt x="4889222" y="120181"/>
                  <a:pt x="4889222" y="119589"/>
                </a:cubicBezTo>
                <a:cubicBezTo>
                  <a:pt x="4889222" y="118772"/>
                  <a:pt x="4889267" y="118069"/>
                  <a:pt x="4889359" y="117480"/>
                </a:cubicBezTo>
                <a:cubicBezTo>
                  <a:pt x="4889405" y="116889"/>
                  <a:pt x="4889516" y="116412"/>
                  <a:pt x="4889699" y="116049"/>
                </a:cubicBezTo>
                <a:cubicBezTo>
                  <a:pt x="4889836" y="115686"/>
                  <a:pt x="4890016" y="115414"/>
                  <a:pt x="4890242" y="115232"/>
                </a:cubicBezTo>
                <a:cubicBezTo>
                  <a:pt x="4890425" y="115094"/>
                  <a:pt x="4890673" y="115029"/>
                  <a:pt x="4890993" y="115029"/>
                </a:cubicBezTo>
                <a:cubicBezTo>
                  <a:pt x="4891265" y="115029"/>
                  <a:pt x="4891788" y="115074"/>
                  <a:pt x="4892559" y="115163"/>
                </a:cubicBezTo>
                <a:cubicBezTo>
                  <a:pt x="4893376" y="115300"/>
                  <a:pt x="4894308" y="115369"/>
                  <a:pt x="4895351" y="115369"/>
                </a:cubicBezTo>
                <a:cubicBezTo>
                  <a:pt x="4896848" y="115369"/>
                  <a:pt x="4898120" y="115140"/>
                  <a:pt x="4899166" y="114686"/>
                </a:cubicBezTo>
                <a:cubicBezTo>
                  <a:pt x="4900254" y="114234"/>
                  <a:pt x="4901140" y="113483"/>
                  <a:pt x="4901820" y="112440"/>
                </a:cubicBezTo>
                <a:cubicBezTo>
                  <a:pt x="4902503" y="111440"/>
                  <a:pt x="4903001" y="110125"/>
                  <a:pt x="4903321" y="108491"/>
                </a:cubicBezTo>
                <a:cubicBezTo>
                  <a:pt x="4903638" y="106856"/>
                  <a:pt x="4903795" y="104382"/>
                  <a:pt x="4903795" y="101067"/>
                </a:cubicBezTo>
                <a:lnTo>
                  <a:pt x="4903795" y="37116"/>
                </a:lnTo>
                <a:cubicBezTo>
                  <a:pt x="4903795" y="36799"/>
                  <a:pt x="4903886" y="36505"/>
                  <a:pt x="4904069" y="36230"/>
                </a:cubicBezTo>
                <a:cubicBezTo>
                  <a:pt x="4904249" y="35959"/>
                  <a:pt x="4904546" y="35730"/>
                  <a:pt x="4904955" y="35550"/>
                </a:cubicBezTo>
                <a:cubicBezTo>
                  <a:pt x="4905407" y="35367"/>
                  <a:pt x="4905998" y="35233"/>
                  <a:pt x="4906724" y="35142"/>
                </a:cubicBezTo>
                <a:cubicBezTo>
                  <a:pt x="4907450" y="35050"/>
                  <a:pt x="4908358" y="35004"/>
                  <a:pt x="4909450" y="35004"/>
                </a:cubicBezTo>
                <a:cubicBezTo>
                  <a:pt x="4910539" y="35004"/>
                  <a:pt x="4911447" y="35050"/>
                  <a:pt x="4912173" y="35142"/>
                </a:cubicBezTo>
                <a:cubicBezTo>
                  <a:pt x="4912899" y="35233"/>
                  <a:pt x="4913468" y="35367"/>
                  <a:pt x="4913876" y="35550"/>
                </a:cubicBezTo>
                <a:cubicBezTo>
                  <a:pt x="4914331" y="35730"/>
                  <a:pt x="4914648" y="35959"/>
                  <a:pt x="4914828" y="36230"/>
                </a:cubicBezTo>
                <a:cubicBezTo>
                  <a:pt x="4915011" y="36505"/>
                  <a:pt x="4915102" y="36799"/>
                  <a:pt x="4915102" y="37116"/>
                </a:cubicBezTo>
                <a:lnTo>
                  <a:pt x="4915102" y="101135"/>
                </a:lnTo>
                <a:close/>
                <a:moveTo>
                  <a:pt x="4916396" y="16413"/>
                </a:moveTo>
                <a:cubicBezTo>
                  <a:pt x="4916396" y="19045"/>
                  <a:pt x="4915896" y="20840"/>
                  <a:pt x="4914896" y="21791"/>
                </a:cubicBezTo>
                <a:cubicBezTo>
                  <a:pt x="4913899" y="22746"/>
                  <a:pt x="4912059" y="23223"/>
                  <a:pt x="4909381" y="23223"/>
                </a:cubicBezTo>
                <a:cubicBezTo>
                  <a:pt x="4906747" y="23223"/>
                  <a:pt x="4904955" y="22769"/>
                  <a:pt x="4904001" y="21860"/>
                </a:cubicBezTo>
                <a:cubicBezTo>
                  <a:pt x="4903046" y="20908"/>
                  <a:pt x="4902569" y="19137"/>
                  <a:pt x="4902569" y="16548"/>
                </a:cubicBezTo>
                <a:cubicBezTo>
                  <a:pt x="4902569" y="13916"/>
                  <a:pt x="4903046" y="12122"/>
                  <a:pt x="4904001" y="11167"/>
                </a:cubicBezTo>
                <a:cubicBezTo>
                  <a:pt x="4904998" y="10216"/>
                  <a:pt x="4906838" y="9738"/>
                  <a:pt x="4909516" y="9738"/>
                </a:cubicBezTo>
                <a:cubicBezTo>
                  <a:pt x="4912196" y="9738"/>
                  <a:pt x="4914010" y="10216"/>
                  <a:pt x="4914965" y="11167"/>
                </a:cubicBezTo>
                <a:cubicBezTo>
                  <a:pt x="4915919" y="12076"/>
                  <a:pt x="4916396" y="13825"/>
                  <a:pt x="4916396" y="16413"/>
                </a:cubicBezTo>
                <a:close/>
                <a:moveTo>
                  <a:pt x="4988245" y="65108"/>
                </a:moveTo>
                <a:cubicBezTo>
                  <a:pt x="4988245" y="66877"/>
                  <a:pt x="4987791" y="68149"/>
                  <a:pt x="4986882" y="68920"/>
                </a:cubicBezTo>
                <a:cubicBezTo>
                  <a:pt x="4986019" y="69649"/>
                  <a:pt x="4985022" y="70012"/>
                  <a:pt x="4983888" y="70012"/>
                </a:cubicBezTo>
                <a:lnTo>
                  <a:pt x="4943706" y="70012"/>
                </a:lnTo>
                <a:cubicBezTo>
                  <a:pt x="4943706" y="73415"/>
                  <a:pt x="4944046" y="76481"/>
                  <a:pt x="4944726" y="79204"/>
                </a:cubicBezTo>
                <a:cubicBezTo>
                  <a:pt x="4945409" y="81930"/>
                  <a:pt x="4946543" y="84268"/>
                  <a:pt x="4948132" y="86219"/>
                </a:cubicBezTo>
                <a:cubicBezTo>
                  <a:pt x="4949721" y="88171"/>
                  <a:pt x="4951787" y="89671"/>
                  <a:pt x="4954330" y="90714"/>
                </a:cubicBezTo>
                <a:cubicBezTo>
                  <a:pt x="4956873" y="91760"/>
                  <a:pt x="4959982" y="92280"/>
                  <a:pt x="4963660" y="92280"/>
                </a:cubicBezTo>
                <a:cubicBezTo>
                  <a:pt x="4966566" y="92280"/>
                  <a:pt x="4969154" y="92054"/>
                  <a:pt x="4971423" y="91600"/>
                </a:cubicBezTo>
                <a:cubicBezTo>
                  <a:pt x="4973695" y="91100"/>
                  <a:pt x="4975647" y="90554"/>
                  <a:pt x="4977281" y="89966"/>
                </a:cubicBezTo>
                <a:cubicBezTo>
                  <a:pt x="4978961" y="89374"/>
                  <a:pt x="4980322" y="88854"/>
                  <a:pt x="4981367" y="88400"/>
                </a:cubicBezTo>
                <a:cubicBezTo>
                  <a:pt x="4982456" y="87900"/>
                  <a:pt x="4983273" y="87651"/>
                  <a:pt x="4983819" y="87651"/>
                </a:cubicBezTo>
                <a:cubicBezTo>
                  <a:pt x="4984136" y="87651"/>
                  <a:pt x="4984408" y="87740"/>
                  <a:pt x="4984636" y="87922"/>
                </a:cubicBezTo>
                <a:cubicBezTo>
                  <a:pt x="4984908" y="88060"/>
                  <a:pt x="4985114" y="88285"/>
                  <a:pt x="4985248" y="88603"/>
                </a:cubicBezTo>
                <a:cubicBezTo>
                  <a:pt x="4985385" y="88920"/>
                  <a:pt x="4985477" y="89374"/>
                  <a:pt x="4985522" y="89966"/>
                </a:cubicBezTo>
                <a:cubicBezTo>
                  <a:pt x="4985614" y="90511"/>
                  <a:pt x="4985657" y="91191"/>
                  <a:pt x="4985657" y="92009"/>
                </a:cubicBezTo>
                <a:cubicBezTo>
                  <a:pt x="4985657" y="92597"/>
                  <a:pt x="4985634" y="93120"/>
                  <a:pt x="4985588" y="93575"/>
                </a:cubicBezTo>
                <a:cubicBezTo>
                  <a:pt x="4985545" y="93983"/>
                  <a:pt x="4985477" y="94369"/>
                  <a:pt x="4985385" y="94732"/>
                </a:cubicBezTo>
                <a:cubicBezTo>
                  <a:pt x="4985339" y="95049"/>
                  <a:pt x="4985228" y="95346"/>
                  <a:pt x="4985045" y="95618"/>
                </a:cubicBezTo>
                <a:cubicBezTo>
                  <a:pt x="4984908" y="95889"/>
                  <a:pt x="4984705" y="96163"/>
                  <a:pt x="4984431" y="96435"/>
                </a:cubicBezTo>
                <a:cubicBezTo>
                  <a:pt x="4984205" y="96664"/>
                  <a:pt x="4983479" y="97072"/>
                  <a:pt x="4982253" y="97661"/>
                </a:cubicBezTo>
                <a:cubicBezTo>
                  <a:pt x="4981027" y="98207"/>
                  <a:pt x="4979439" y="98749"/>
                  <a:pt x="4977484" y="99295"/>
                </a:cubicBezTo>
                <a:cubicBezTo>
                  <a:pt x="4975532" y="99841"/>
                  <a:pt x="4973264" y="100318"/>
                  <a:pt x="4970675" y="100727"/>
                </a:cubicBezTo>
                <a:cubicBezTo>
                  <a:pt x="4968132" y="101178"/>
                  <a:pt x="4965408" y="101407"/>
                  <a:pt x="4962502" y="101407"/>
                </a:cubicBezTo>
                <a:cubicBezTo>
                  <a:pt x="4957462" y="101407"/>
                  <a:pt x="4953035" y="100704"/>
                  <a:pt x="4949221" y="99295"/>
                </a:cubicBezTo>
                <a:cubicBezTo>
                  <a:pt x="4945454" y="97889"/>
                  <a:pt x="4942274" y="95801"/>
                  <a:pt x="4939688" y="93029"/>
                </a:cubicBezTo>
                <a:cubicBezTo>
                  <a:pt x="4937099" y="90260"/>
                  <a:pt x="4935147" y="86788"/>
                  <a:pt x="4933830" y="82610"/>
                </a:cubicBezTo>
                <a:cubicBezTo>
                  <a:pt x="4932513" y="78433"/>
                  <a:pt x="4931856" y="73575"/>
                  <a:pt x="4931856" y="68034"/>
                </a:cubicBezTo>
                <a:cubicBezTo>
                  <a:pt x="4931856" y="62768"/>
                  <a:pt x="4932536" y="58047"/>
                  <a:pt x="4933899" y="53870"/>
                </a:cubicBezTo>
                <a:cubicBezTo>
                  <a:pt x="4935262" y="49646"/>
                  <a:pt x="4937213" y="46083"/>
                  <a:pt x="4939757" y="43177"/>
                </a:cubicBezTo>
                <a:cubicBezTo>
                  <a:pt x="4942343" y="40225"/>
                  <a:pt x="4945454" y="37979"/>
                  <a:pt x="4949086" y="36436"/>
                </a:cubicBezTo>
                <a:cubicBezTo>
                  <a:pt x="4952718" y="34847"/>
                  <a:pt x="4956782" y="34053"/>
                  <a:pt x="4961276" y="34053"/>
                </a:cubicBezTo>
                <a:cubicBezTo>
                  <a:pt x="4966088" y="34053"/>
                  <a:pt x="4970175" y="34824"/>
                  <a:pt x="4973535" y="36367"/>
                </a:cubicBezTo>
                <a:cubicBezTo>
                  <a:pt x="4976941" y="37910"/>
                  <a:pt x="4979733" y="39999"/>
                  <a:pt x="4981913" y="42634"/>
                </a:cubicBezTo>
                <a:cubicBezTo>
                  <a:pt x="4984091" y="45220"/>
                  <a:pt x="4985679" y="48286"/>
                  <a:pt x="4986680" y="51826"/>
                </a:cubicBezTo>
                <a:cubicBezTo>
                  <a:pt x="4987723" y="55324"/>
                  <a:pt x="4988245" y="59067"/>
                  <a:pt x="4988245" y="63065"/>
                </a:cubicBezTo>
                <a:lnTo>
                  <a:pt x="4988245" y="65108"/>
                </a:lnTo>
                <a:close/>
                <a:moveTo>
                  <a:pt x="4976941" y="61771"/>
                </a:moveTo>
                <a:cubicBezTo>
                  <a:pt x="4977075" y="55867"/>
                  <a:pt x="4975761" y="51238"/>
                  <a:pt x="4972989" y="47877"/>
                </a:cubicBezTo>
                <a:cubicBezTo>
                  <a:pt x="4970266" y="44517"/>
                  <a:pt x="4966203" y="42837"/>
                  <a:pt x="4960799" y="42837"/>
                </a:cubicBezTo>
                <a:cubicBezTo>
                  <a:pt x="4958030" y="42837"/>
                  <a:pt x="4955601" y="43360"/>
                  <a:pt x="4953513" y="44403"/>
                </a:cubicBezTo>
                <a:cubicBezTo>
                  <a:pt x="4951424" y="45449"/>
                  <a:pt x="4949675" y="46832"/>
                  <a:pt x="4948269" y="48557"/>
                </a:cubicBezTo>
                <a:cubicBezTo>
                  <a:pt x="4946860" y="50283"/>
                  <a:pt x="4945772" y="52304"/>
                  <a:pt x="4945000" y="54618"/>
                </a:cubicBezTo>
                <a:cubicBezTo>
                  <a:pt x="4944229" y="56890"/>
                  <a:pt x="4943797" y="59273"/>
                  <a:pt x="4943706" y="61771"/>
                </a:cubicBezTo>
                <a:lnTo>
                  <a:pt x="4976941" y="61771"/>
                </a:lnTo>
                <a:close/>
                <a:moveTo>
                  <a:pt x="5049405" y="89080"/>
                </a:moveTo>
                <a:cubicBezTo>
                  <a:pt x="5049405" y="89851"/>
                  <a:pt x="5049382" y="90534"/>
                  <a:pt x="5049336" y="91123"/>
                </a:cubicBezTo>
                <a:cubicBezTo>
                  <a:pt x="5049290" y="91669"/>
                  <a:pt x="5049199" y="92146"/>
                  <a:pt x="5049064" y="92554"/>
                </a:cubicBezTo>
                <a:cubicBezTo>
                  <a:pt x="5048973" y="92917"/>
                  <a:pt x="5048836" y="93257"/>
                  <a:pt x="5048653" y="93575"/>
                </a:cubicBezTo>
                <a:cubicBezTo>
                  <a:pt x="5048519" y="93846"/>
                  <a:pt x="5048156" y="94277"/>
                  <a:pt x="5047564" y="94869"/>
                </a:cubicBezTo>
                <a:cubicBezTo>
                  <a:pt x="5047019" y="95415"/>
                  <a:pt x="5046067" y="96118"/>
                  <a:pt x="5044704" y="96981"/>
                </a:cubicBezTo>
                <a:cubicBezTo>
                  <a:pt x="5043341" y="97798"/>
                  <a:pt x="5041798" y="98547"/>
                  <a:pt x="5040072" y="99227"/>
                </a:cubicBezTo>
                <a:cubicBezTo>
                  <a:pt x="5038395" y="99864"/>
                  <a:pt x="5036554" y="100384"/>
                  <a:pt x="5034557" y="100793"/>
                </a:cubicBezTo>
                <a:cubicBezTo>
                  <a:pt x="5032560" y="101201"/>
                  <a:pt x="5030494" y="101407"/>
                  <a:pt x="5028359" y="101407"/>
                </a:cubicBezTo>
                <a:cubicBezTo>
                  <a:pt x="5023956" y="101407"/>
                  <a:pt x="5020049" y="100681"/>
                  <a:pt x="5016646" y="99227"/>
                </a:cubicBezTo>
                <a:cubicBezTo>
                  <a:pt x="5013240" y="97775"/>
                  <a:pt x="5010380" y="95663"/>
                  <a:pt x="5008065" y="92894"/>
                </a:cubicBezTo>
                <a:cubicBezTo>
                  <a:pt x="5005793" y="90080"/>
                  <a:pt x="5004045" y="86651"/>
                  <a:pt x="5002822" y="82610"/>
                </a:cubicBezTo>
                <a:cubicBezTo>
                  <a:pt x="5001639" y="78524"/>
                  <a:pt x="5001050" y="73824"/>
                  <a:pt x="5001050" y="68511"/>
                </a:cubicBezTo>
                <a:cubicBezTo>
                  <a:pt x="5001050" y="62474"/>
                  <a:pt x="5001776" y="57299"/>
                  <a:pt x="5003227" y="52984"/>
                </a:cubicBezTo>
                <a:cubicBezTo>
                  <a:pt x="5004728" y="48626"/>
                  <a:pt x="5006748" y="45063"/>
                  <a:pt x="5009291" y="42291"/>
                </a:cubicBezTo>
                <a:cubicBezTo>
                  <a:pt x="5011877" y="39522"/>
                  <a:pt x="5014897" y="37479"/>
                  <a:pt x="5018349" y="36162"/>
                </a:cubicBezTo>
                <a:cubicBezTo>
                  <a:pt x="5021844" y="34801"/>
                  <a:pt x="5025613" y="34119"/>
                  <a:pt x="5029653" y="34119"/>
                </a:cubicBezTo>
                <a:cubicBezTo>
                  <a:pt x="5031605" y="34119"/>
                  <a:pt x="5033488" y="34301"/>
                  <a:pt x="5035306" y="34664"/>
                </a:cubicBezTo>
                <a:cubicBezTo>
                  <a:pt x="5037169" y="35027"/>
                  <a:pt x="5038869" y="35504"/>
                  <a:pt x="5040415" y="36096"/>
                </a:cubicBezTo>
                <a:cubicBezTo>
                  <a:pt x="5041958" y="36685"/>
                  <a:pt x="5043318" y="37365"/>
                  <a:pt x="5044501" y="38139"/>
                </a:cubicBezTo>
                <a:cubicBezTo>
                  <a:pt x="5045727" y="38911"/>
                  <a:pt x="5046610" y="39568"/>
                  <a:pt x="5047156" y="40114"/>
                </a:cubicBezTo>
                <a:cubicBezTo>
                  <a:pt x="5047701" y="40657"/>
                  <a:pt x="5048064" y="41088"/>
                  <a:pt x="5048244" y="41408"/>
                </a:cubicBezTo>
                <a:cubicBezTo>
                  <a:pt x="5048473" y="41725"/>
                  <a:pt x="5048653" y="42111"/>
                  <a:pt x="5048790" y="42565"/>
                </a:cubicBezTo>
                <a:cubicBezTo>
                  <a:pt x="5048927" y="42974"/>
                  <a:pt x="5049019" y="43451"/>
                  <a:pt x="5049064" y="43994"/>
                </a:cubicBezTo>
                <a:cubicBezTo>
                  <a:pt x="5049107" y="44540"/>
                  <a:pt x="5049130" y="45220"/>
                  <a:pt x="5049130" y="46037"/>
                </a:cubicBezTo>
                <a:cubicBezTo>
                  <a:pt x="5049130" y="47809"/>
                  <a:pt x="5048927" y="49058"/>
                  <a:pt x="5048519" y="49783"/>
                </a:cubicBezTo>
                <a:cubicBezTo>
                  <a:pt x="5048110" y="50463"/>
                  <a:pt x="5047610" y="50806"/>
                  <a:pt x="5047019" y="50806"/>
                </a:cubicBezTo>
                <a:cubicBezTo>
                  <a:pt x="5046338" y="50806"/>
                  <a:pt x="5045544" y="50441"/>
                  <a:pt x="5044635" y="49715"/>
                </a:cubicBezTo>
                <a:cubicBezTo>
                  <a:pt x="5043772" y="48943"/>
                  <a:pt x="5042661" y="48103"/>
                  <a:pt x="5041298" y="47194"/>
                </a:cubicBezTo>
                <a:cubicBezTo>
                  <a:pt x="5039938" y="46289"/>
                  <a:pt x="5038280" y="45471"/>
                  <a:pt x="5036329" y="44743"/>
                </a:cubicBezTo>
                <a:cubicBezTo>
                  <a:pt x="5034420" y="43971"/>
                  <a:pt x="5032151" y="43585"/>
                  <a:pt x="5029516" y="43585"/>
                </a:cubicBezTo>
                <a:cubicBezTo>
                  <a:pt x="5024113" y="43585"/>
                  <a:pt x="5019958" y="45674"/>
                  <a:pt x="5017055" y="49852"/>
                </a:cubicBezTo>
                <a:cubicBezTo>
                  <a:pt x="5014194" y="53984"/>
                  <a:pt x="5012763" y="59999"/>
                  <a:pt x="5012763" y="67900"/>
                </a:cubicBezTo>
                <a:cubicBezTo>
                  <a:pt x="5012763" y="71849"/>
                  <a:pt x="5013126" y="75324"/>
                  <a:pt x="5013852" y="78318"/>
                </a:cubicBezTo>
                <a:cubicBezTo>
                  <a:pt x="5014626" y="81270"/>
                  <a:pt x="5015737" y="83745"/>
                  <a:pt x="5017189" y="85742"/>
                </a:cubicBezTo>
                <a:cubicBezTo>
                  <a:pt x="5018644" y="87740"/>
                  <a:pt x="5020415" y="89240"/>
                  <a:pt x="5022501" y="90237"/>
                </a:cubicBezTo>
                <a:cubicBezTo>
                  <a:pt x="5024636" y="91191"/>
                  <a:pt x="5027065" y="91669"/>
                  <a:pt x="5029791" y="91669"/>
                </a:cubicBezTo>
                <a:cubicBezTo>
                  <a:pt x="5032377" y="91669"/>
                  <a:pt x="5034648" y="91260"/>
                  <a:pt x="5036600" y="90443"/>
                </a:cubicBezTo>
                <a:cubicBezTo>
                  <a:pt x="5038552" y="89625"/>
                  <a:pt x="5040232" y="88740"/>
                  <a:pt x="5041641" y="87785"/>
                </a:cubicBezTo>
                <a:cubicBezTo>
                  <a:pt x="5043092" y="86788"/>
                  <a:pt x="5044295" y="85902"/>
                  <a:pt x="5045250" y="85131"/>
                </a:cubicBezTo>
                <a:cubicBezTo>
                  <a:pt x="5046247" y="84313"/>
                  <a:pt x="5047019" y="83905"/>
                  <a:pt x="5047564" y="83905"/>
                </a:cubicBezTo>
                <a:cubicBezTo>
                  <a:pt x="5047881" y="83905"/>
                  <a:pt x="5048156" y="83993"/>
                  <a:pt x="5048382" y="84176"/>
                </a:cubicBezTo>
                <a:cubicBezTo>
                  <a:pt x="5048610" y="84359"/>
                  <a:pt x="5048790" y="84676"/>
                  <a:pt x="5048927" y="85131"/>
                </a:cubicBezTo>
                <a:cubicBezTo>
                  <a:pt x="5049107" y="85539"/>
                  <a:pt x="5049222" y="86082"/>
                  <a:pt x="5049267" y="86765"/>
                </a:cubicBezTo>
                <a:cubicBezTo>
                  <a:pt x="5049359" y="87399"/>
                  <a:pt x="5049405" y="88171"/>
                  <a:pt x="5049405" y="89080"/>
                </a:cubicBezTo>
                <a:close/>
                <a:moveTo>
                  <a:pt x="5096190" y="93915"/>
                </a:moveTo>
                <a:cubicBezTo>
                  <a:pt x="5096190" y="95232"/>
                  <a:pt x="5096102" y="96275"/>
                  <a:pt x="5095919" y="97049"/>
                </a:cubicBezTo>
                <a:cubicBezTo>
                  <a:pt x="5095736" y="97821"/>
                  <a:pt x="5095465" y="98387"/>
                  <a:pt x="5095102" y="98749"/>
                </a:cubicBezTo>
                <a:cubicBezTo>
                  <a:pt x="5094739" y="99115"/>
                  <a:pt x="5094193" y="99455"/>
                  <a:pt x="5093467" y="99772"/>
                </a:cubicBezTo>
                <a:cubicBezTo>
                  <a:pt x="5092741" y="100090"/>
                  <a:pt x="5091901" y="100341"/>
                  <a:pt x="5090947" y="100521"/>
                </a:cubicBezTo>
                <a:cubicBezTo>
                  <a:pt x="5090038" y="100750"/>
                  <a:pt x="5089064" y="100930"/>
                  <a:pt x="5088018" y="101067"/>
                </a:cubicBezTo>
                <a:cubicBezTo>
                  <a:pt x="5086975" y="101201"/>
                  <a:pt x="5085929" y="101270"/>
                  <a:pt x="5084886" y="101270"/>
                </a:cubicBezTo>
                <a:cubicBezTo>
                  <a:pt x="5081709" y="101270"/>
                  <a:pt x="5078983" y="100861"/>
                  <a:pt x="5076714" y="100044"/>
                </a:cubicBezTo>
                <a:cubicBezTo>
                  <a:pt x="5074442" y="99181"/>
                  <a:pt x="5072582" y="97909"/>
                  <a:pt x="5071127" y="96232"/>
                </a:cubicBezTo>
                <a:cubicBezTo>
                  <a:pt x="5069676" y="94506"/>
                  <a:pt x="5068610" y="92349"/>
                  <a:pt x="5067927" y="89760"/>
                </a:cubicBezTo>
                <a:cubicBezTo>
                  <a:pt x="5067292" y="87128"/>
                  <a:pt x="5066975" y="84039"/>
                  <a:pt x="5066975" y="80499"/>
                </a:cubicBezTo>
                <a:lnTo>
                  <a:pt x="5066975" y="44677"/>
                </a:lnTo>
                <a:lnTo>
                  <a:pt x="5058394" y="44677"/>
                </a:lnTo>
                <a:cubicBezTo>
                  <a:pt x="5057711" y="44677"/>
                  <a:pt x="5057168" y="44311"/>
                  <a:pt x="5056760" y="43585"/>
                </a:cubicBezTo>
                <a:cubicBezTo>
                  <a:pt x="5056351" y="42860"/>
                  <a:pt x="5056145" y="41679"/>
                  <a:pt x="5056145" y="40045"/>
                </a:cubicBezTo>
                <a:cubicBezTo>
                  <a:pt x="5056145" y="39182"/>
                  <a:pt x="5056191" y="38456"/>
                  <a:pt x="5056283" y="37865"/>
                </a:cubicBezTo>
                <a:cubicBezTo>
                  <a:pt x="5056417" y="37276"/>
                  <a:pt x="5056577" y="36799"/>
                  <a:pt x="5056760" y="36436"/>
                </a:cubicBezTo>
                <a:cubicBezTo>
                  <a:pt x="5056940" y="36027"/>
                  <a:pt x="5057168" y="35753"/>
                  <a:pt x="5057440" y="35619"/>
                </a:cubicBezTo>
                <a:cubicBezTo>
                  <a:pt x="5057757" y="35436"/>
                  <a:pt x="5058097" y="35344"/>
                  <a:pt x="5058463" y="35344"/>
                </a:cubicBezTo>
                <a:lnTo>
                  <a:pt x="5066975" y="35344"/>
                </a:lnTo>
                <a:lnTo>
                  <a:pt x="5066975" y="20771"/>
                </a:lnTo>
                <a:cubicBezTo>
                  <a:pt x="5066975" y="20454"/>
                  <a:pt x="5067044" y="20157"/>
                  <a:pt x="5067178" y="19885"/>
                </a:cubicBezTo>
                <a:cubicBezTo>
                  <a:pt x="5067361" y="19614"/>
                  <a:pt x="5067655" y="19385"/>
                  <a:pt x="5068064" y="19205"/>
                </a:cubicBezTo>
                <a:cubicBezTo>
                  <a:pt x="5068518" y="18977"/>
                  <a:pt x="5069107" y="18819"/>
                  <a:pt x="5069836" y="18728"/>
                </a:cubicBezTo>
                <a:cubicBezTo>
                  <a:pt x="5070561" y="18637"/>
                  <a:pt x="5071470" y="18591"/>
                  <a:pt x="5072559" y="18591"/>
                </a:cubicBezTo>
                <a:cubicBezTo>
                  <a:pt x="5073693" y="18591"/>
                  <a:pt x="5074625" y="18637"/>
                  <a:pt x="5075351" y="18728"/>
                </a:cubicBezTo>
                <a:cubicBezTo>
                  <a:pt x="5076076" y="18819"/>
                  <a:pt x="5076645" y="18977"/>
                  <a:pt x="5077054" y="19205"/>
                </a:cubicBezTo>
                <a:cubicBezTo>
                  <a:pt x="5077462" y="19385"/>
                  <a:pt x="5077757" y="19614"/>
                  <a:pt x="5077940" y="19885"/>
                </a:cubicBezTo>
                <a:cubicBezTo>
                  <a:pt x="5078120" y="20157"/>
                  <a:pt x="5078211" y="20454"/>
                  <a:pt x="5078211" y="20771"/>
                </a:cubicBezTo>
                <a:lnTo>
                  <a:pt x="5078211" y="35344"/>
                </a:lnTo>
                <a:lnTo>
                  <a:pt x="5093944" y="35344"/>
                </a:lnTo>
                <a:cubicBezTo>
                  <a:pt x="5094307" y="35344"/>
                  <a:pt x="5094624" y="35436"/>
                  <a:pt x="5094899" y="35619"/>
                </a:cubicBezTo>
                <a:cubicBezTo>
                  <a:pt x="5095170" y="35753"/>
                  <a:pt x="5095396" y="36027"/>
                  <a:pt x="5095579" y="36436"/>
                </a:cubicBezTo>
                <a:cubicBezTo>
                  <a:pt x="5095805" y="36799"/>
                  <a:pt x="5095965" y="37276"/>
                  <a:pt x="5096056" y="37865"/>
                </a:cubicBezTo>
                <a:cubicBezTo>
                  <a:pt x="5096148" y="38456"/>
                  <a:pt x="5096190" y="39182"/>
                  <a:pt x="5096190" y="40045"/>
                </a:cubicBezTo>
                <a:cubicBezTo>
                  <a:pt x="5096190" y="41679"/>
                  <a:pt x="5095987" y="42860"/>
                  <a:pt x="5095579" y="43585"/>
                </a:cubicBezTo>
                <a:cubicBezTo>
                  <a:pt x="5095170" y="44311"/>
                  <a:pt x="5094624" y="44677"/>
                  <a:pt x="5093944" y="44677"/>
                </a:cubicBezTo>
                <a:lnTo>
                  <a:pt x="5078211" y="44677"/>
                </a:lnTo>
                <a:lnTo>
                  <a:pt x="5078211" y="78864"/>
                </a:lnTo>
                <a:cubicBezTo>
                  <a:pt x="5078211" y="83088"/>
                  <a:pt x="5078825" y="86288"/>
                  <a:pt x="5080051" y="88468"/>
                </a:cubicBezTo>
                <a:cubicBezTo>
                  <a:pt x="5081323" y="90600"/>
                  <a:pt x="5083569" y="91669"/>
                  <a:pt x="5086792" y="91669"/>
                </a:cubicBezTo>
                <a:cubicBezTo>
                  <a:pt x="5087838" y="91669"/>
                  <a:pt x="5088767" y="91577"/>
                  <a:pt x="5089584" y="91394"/>
                </a:cubicBezTo>
                <a:cubicBezTo>
                  <a:pt x="5090401" y="91169"/>
                  <a:pt x="5091130" y="90940"/>
                  <a:pt x="5091764" y="90714"/>
                </a:cubicBezTo>
                <a:cubicBezTo>
                  <a:pt x="5092401" y="90488"/>
                  <a:pt x="5092944" y="90283"/>
                  <a:pt x="5093399" y="90103"/>
                </a:cubicBezTo>
                <a:cubicBezTo>
                  <a:pt x="5093853" y="89874"/>
                  <a:pt x="5094262" y="89760"/>
                  <a:pt x="5094624" y="89760"/>
                </a:cubicBezTo>
                <a:cubicBezTo>
                  <a:pt x="5094853" y="89760"/>
                  <a:pt x="5095056" y="89828"/>
                  <a:pt x="5095239" y="89966"/>
                </a:cubicBezTo>
                <a:cubicBezTo>
                  <a:pt x="5095465" y="90057"/>
                  <a:pt x="5095625" y="90260"/>
                  <a:pt x="5095716" y="90577"/>
                </a:cubicBezTo>
                <a:cubicBezTo>
                  <a:pt x="5095850" y="90897"/>
                  <a:pt x="5095965" y="91329"/>
                  <a:pt x="5096056" y="91871"/>
                </a:cubicBezTo>
                <a:cubicBezTo>
                  <a:pt x="5096148" y="92417"/>
                  <a:pt x="5096190" y="93097"/>
                  <a:pt x="5096190" y="93915"/>
                </a:cubicBezTo>
                <a:close/>
                <a:moveTo>
                  <a:pt x="5188745" y="98478"/>
                </a:moveTo>
                <a:cubicBezTo>
                  <a:pt x="5188745" y="99024"/>
                  <a:pt x="5188565" y="99432"/>
                  <a:pt x="5188199" y="99704"/>
                </a:cubicBezTo>
                <a:cubicBezTo>
                  <a:pt x="5187836" y="99975"/>
                  <a:pt x="5187336" y="100181"/>
                  <a:pt x="5186702" y="100318"/>
                </a:cubicBezTo>
                <a:cubicBezTo>
                  <a:pt x="5186067" y="100453"/>
                  <a:pt x="5185136" y="100521"/>
                  <a:pt x="5183910" y="100521"/>
                </a:cubicBezTo>
                <a:cubicBezTo>
                  <a:pt x="5182730" y="100521"/>
                  <a:pt x="5181775" y="100453"/>
                  <a:pt x="5181050" y="100318"/>
                </a:cubicBezTo>
                <a:cubicBezTo>
                  <a:pt x="5180369" y="100181"/>
                  <a:pt x="5179869" y="99975"/>
                  <a:pt x="5179552" y="99704"/>
                </a:cubicBezTo>
                <a:cubicBezTo>
                  <a:pt x="5179235" y="99432"/>
                  <a:pt x="5179075" y="99024"/>
                  <a:pt x="5179075" y="98478"/>
                </a:cubicBezTo>
                <a:lnTo>
                  <a:pt x="5179075" y="92349"/>
                </a:lnTo>
                <a:cubicBezTo>
                  <a:pt x="5176395" y="95209"/>
                  <a:pt x="5173400" y="97435"/>
                  <a:pt x="5170085" y="99024"/>
                </a:cubicBezTo>
                <a:cubicBezTo>
                  <a:pt x="5166816" y="100613"/>
                  <a:pt x="5163342" y="101407"/>
                  <a:pt x="5159664" y="101407"/>
                </a:cubicBezTo>
                <a:cubicBezTo>
                  <a:pt x="5156441" y="101407"/>
                  <a:pt x="5153512" y="100975"/>
                  <a:pt x="5150880" y="100113"/>
                </a:cubicBezTo>
                <a:cubicBezTo>
                  <a:pt x="5148291" y="99295"/>
                  <a:pt x="5146068" y="98092"/>
                  <a:pt x="5144205" y="96503"/>
                </a:cubicBezTo>
                <a:cubicBezTo>
                  <a:pt x="5142388" y="94915"/>
                  <a:pt x="5140959" y="92963"/>
                  <a:pt x="5139913" y="90646"/>
                </a:cubicBezTo>
                <a:cubicBezTo>
                  <a:pt x="5138916" y="88331"/>
                  <a:pt x="5138416" y="85696"/>
                  <a:pt x="5138416" y="82747"/>
                </a:cubicBezTo>
                <a:cubicBezTo>
                  <a:pt x="5138416" y="79296"/>
                  <a:pt x="5139119" y="76298"/>
                  <a:pt x="5140527" y="73755"/>
                </a:cubicBezTo>
                <a:cubicBezTo>
                  <a:pt x="5141933" y="71215"/>
                  <a:pt x="5143953" y="69103"/>
                  <a:pt x="5146588" y="67423"/>
                </a:cubicBezTo>
                <a:cubicBezTo>
                  <a:pt x="5149223" y="65743"/>
                  <a:pt x="5152446" y="64494"/>
                  <a:pt x="5156261" y="63677"/>
                </a:cubicBezTo>
                <a:cubicBezTo>
                  <a:pt x="5160073" y="62814"/>
                  <a:pt x="5164365" y="62382"/>
                  <a:pt x="5169131" y="62382"/>
                </a:cubicBezTo>
                <a:lnTo>
                  <a:pt x="5177575" y="62382"/>
                </a:lnTo>
                <a:lnTo>
                  <a:pt x="5177575" y="57616"/>
                </a:lnTo>
                <a:cubicBezTo>
                  <a:pt x="5177575" y="55255"/>
                  <a:pt x="5177326" y="53167"/>
                  <a:pt x="5176826" y="51349"/>
                </a:cubicBezTo>
                <a:cubicBezTo>
                  <a:pt x="5176326" y="49535"/>
                  <a:pt x="5175509" y="48035"/>
                  <a:pt x="5174374" y="46854"/>
                </a:cubicBezTo>
                <a:cubicBezTo>
                  <a:pt x="5173286" y="45629"/>
                  <a:pt x="5171854" y="44720"/>
                  <a:pt x="5170085" y="44131"/>
                </a:cubicBezTo>
                <a:cubicBezTo>
                  <a:pt x="5168314" y="43494"/>
                  <a:pt x="5166133" y="43177"/>
                  <a:pt x="5163547" y="43177"/>
                </a:cubicBezTo>
                <a:cubicBezTo>
                  <a:pt x="5160778" y="43177"/>
                  <a:pt x="5158281" y="43517"/>
                  <a:pt x="5156055" y="44200"/>
                </a:cubicBezTo>
                <a:cubicBezTo>
                  <a:pt x="5153875" y="44834"/>
                  <a:pt x="5151946" y="45560"/>
                  <a:pt x="5150266" y="46377"/>
                </a:cubicBezTo>
                <a:cubicBezTo>
                  <a:pt x="5148631" y="47152"/>
                  <a:pt x="5147248" y="47877"/>
                  <a:pt x="5146111" y="48557"/>
                </a:cubicBezTo>
                <a:cubicBezTo>
                  <a:pt x="5145022" y="49195"/>
                  <a:pt x="5144205" y="49512"/>
                  <a:pt x="5143659" y="49512"/>
                </a:cubicBezTo>
                <a:cubicBezTo>
                  <a:pt x="5143296" y="49512"/>
                  <a:pt x="5142979" y="49420"/>
                  <a:pt x="5142708" y="49238"/>
                </a:cubicBezTo>
                <a:cubicBezTo>
                  <a:pt x="5142433" y="49058"/>
                  <a:pt x="5142185" y="48786"/>
                  <a:pt x="5141956" y="48420"/>
                </a:cubicBezTo>
                <a:cubicBezTo>
                  <a:pt x="5141776" y="48057"/>
                  <a:pt x="5141639" y="47603"/>
                  <a:pt x="5141547" y="47060"/>
                </a:cubicBezTo>
                <a:cubicBezTo>
                  <a:pt x="5141459" y="46469"/>
                  <a:pt x="5141413" y="45834"/>
                  <a:pt x="5141413" y="45151"/>
                </a:cubicBezTo>
                <a:cubicBezTo>
                  <a:pt x="5141413" y="44017"/>
                  <a:pt x="5141482" y="43131"/>
                  <a:pt x="5141616" y="42497"/>
                </a:cubicBezTo>
                <a:cubicBezTo>
                  <a:pt x="5141799" y="41817"/>
                  <a:pt x="5142185" y="41179"/>
                  <a:pt x="5142776" y="40591"/>
                </a:cubicBezTo>
                <a:cubicBezTo>
                  <a:pt x="5143411" y="39999"/>
                  <a:pt x="5144476" y="39319"/>
                  <a:pt x="5145977" y="38548"/>
                </a:cubicBezTo>
                <a:cubicBezTo>
                  <a:pt x="5147474" y="37730"/>
                  <a:pt x="5149200" y="37002"/>
                  <a:pt x="5151152" y="36367"/>
                </a:cubicBezTo>
                <a:cubicBezTo>
                  <a:pt x="5153103" y="35687"/>
                  <a:pt x="5155238" y="35142"/>
                  <a:pt x="5157552" y="34733"/>
                </a:cubicBezTo>
                <a:cubicBezTo>
                  <a:pt x="5159870" y="34279"/>
                  <a:pt x="5162207" y="34053"/>
                  <a:pt x="5164567" y="34053"/>
                </a:cubicBezTo>
                <a:cubicBezTo>
                  <a:pt x="5168971" y="34053"/>
                  <a:pt x="5172717" y="34550"/>
                  <a:pt x="5175806" y="35550"/>
                </a:cubicBezTo>
                <a:cubicBezTo>
                  <a:pt x="5178892" y="36547"/>
                  <a:pt x="5181390" y="38025"/>
                  <a:pt x="5183296" y="39976"/>
                </a:cubicBezTo>
                <a:cubicBezTo>
                  <a:pt x="5185204" y="41882"/>
                  <a:pt x="5186590" y="44268"/>
                  <a:pt x="5187450" y="47129"/>
                </a:cubicBezTo>
                <a:cubicBezTo>
                  <a:pt x="5188313" y="49989"/>
                  <a:pt x="5188745" y="53324"/>
                  <a:pt x="5188745" y="57139"/>
                </a:cubicBezTo>
                <a:lnTo>
                  <a:pt x="5188745" y="98478"/>
                </a:lnTo>
                <a:close/>
                <a:moveTo>
                  <a:pt x="5177575" y="70486"/>
                </a:moveTo>
                <a:lnTo>
                  <a:pt x="5167974" y="70486"/>
                </a:lnTo>
                <a:cubicBezTo>
                  <a:pt x="5164885" y="70486"/>
                  <a:pt x="5162207" y="70760"/>
                  <a:pt x="5159935" y="71303"/>
                </a:cubicBezTo>
                <a:cubicBezTo>
                  <a:pt x="5157667" y="71803"/>
                  <a:pt x="5155784" y="72575"/>
                  <a:pt x="5154283" y="73621"/>
                </a:cubicBezTo>
                <a:cubicBezTo>
                  <a:pt x="5152786" y="74618"/>
                  <a:pt x="5151674" y="75844"/>
                  <a:pt x="5150949" y="77298"/>
                </a:cubicBezTo>
                <a:cubicBezTo>
                  <a:pt x="5150266" y="78704"/>
                  <a:pt x="5149926" y="80339"/>
                  <a:pt x="5149926" y="82202"/>
                </a:cubicBezTo>
                <a:cubicBezTo>
                  <a:pt x="5149926" y="85379"/>
                  <a:pt x="5150926" y="87922"/>
                  <a:pt x="5152923" y="89828"/>
                </a:cubicBezTo>
                <a:cubicBezTo>
                  <a:pt x="5154966" y="91691"/>
                  <a:pt x="5157804" y="92620"/>
                  <a:pt x="5161436" y="92620"/>
                </a:cubicBezTo>
                <a:cubicBezTo>
                  <a:pt x="5164387" y="92620"/>
                  <a:pt x="5167111" y="91871"/>
                  <a:pt x="5169608" y="90374"/>
                </a:cubicBezTo>
                <a:cubicBezTo>
                  <a:pt x="5172151" y="88877"/>
                  <a:pt x="5174806" y="86582"/>
                  <a:pt x="5177575" y="83496"/>
                </a:cubicBezTo>
                <a:lnTo>
                  <a:pt x="5177575" y="70486"/>
                </a:lnTo>
                <a:close/>
                <a:moveTo>
                  <a:pt x="5262163" y="98409"/>
                </a:moveTo>
                <a:cubicBezTo>
                  <a:pt x="5262163" y="98772"/>
                  <a:pt x="5262071" y="99092"/>
                  <a:pt x="5261888" y="99364"/>
                </a:cubicBezTo>
                <a:cubicBezTo>
                  <a:pt x="5261708" y="99590"/>
                  <a:pt x="5261414" y="99795"/>
                  <a:pt x="5261005" y="99975"/>
                </a:cubicBezTo>
                <a:cubicBezTo>
                  <a:pt x="5260597" y="100158"/>
                  <a:pt x="5260028" y="100295"/>
                  <a:pt x="5259302" y="100384"/>
                </a:cubicBezTo>
                <a:cubicBezTo>
                  <a:pt x="5258576" y="100475"/>
                  <a:pt x="5257668" y="100521"/>
                  <a:pt x="5256576" y="100521"/>
                </a:cubicBezTo>
                <a:cubicBezTo>
                  <a:pt x="5255442" y="100521"/>
                  <a:pt x="5254513" y="100475"/>
                  <a:pt x="5253784" y="100384"/>
                </a:cubicBezTo>
                <a:cubicBezTo>
                  <a:pt x="5253059" y="100295"/>
                  <a:pt x="5252490" y="100158"/>
                  <a:pt x="5252081" y="99975"/>
                </a:cubicBezTo>
                <a:cubicBezTo>
                  <a:pt x="5251673" y="99795"/>
                  <a:pt x="5251378" y="99590"/>
                  <a:pt x="5251198" y="99364"/>
                </a:cubicBezTo>
                <a:cubicBezTo>
                  <a:pt x="5251015" y="99092"/>
                  <a:pt x="5250924" y="98772"/>
                  <a:pt x="5250924" y="98409"/>
                </a:cubicBezTo>
                <a:lnTo>
                  <a:pt x="5250924" y="62519"/>
                </a:lnTo>
                <a:cubicBezTo>
                  <a:pt x="5250924" y="59022"/>
                  <a:pt x="5250653" y="56207"/>
                  <a:pt x="5250107" y="54075"/>
                </a:cubicBezTo>
                <a:cubicBezTo>
                  <a:pt x="5249564" y="51941"/>
                  <a:pt x="5248769" y="50101"/>
                  <a:pt x="5247724" y="48557"/>
                </a:cubicBezTo>
                <a:cubicBezTo>
                  <a:pt x="5246681" y="47014"/>
                  <a:pt x="5245318" y="45834"/>
                  <a:pt x="5243637" y="45017"/>
                </a:cubicBezTo>
                <a:cubicBezTo>
                  <a:pt x="5242003" y="44200"/>
                  <a:pt x="5240097" y="43791"/>
                  <a:pt x="5237917" y="43791"/>
                </a:cubicBezTo>
                <a:cubicBezTo>
                  <a:pt x="5235102" y="43791"/>
                  <a:pt x="5232287" y="44788"/>
                  <a:pt x="5229473" y="46786"/>
                </a:cubicBezTo>
                <a:cubicBezTo>
                  <a:pt x="5226655" y="48786"/>
                  <a:pt x="5223706" y="51712"/>
                  <a:pt x="5220617" y="55573"/>
                </a:cubicBezTo>
                <a:lnTo>
                  <a:pt x="5220617" y="98409"/>
                </a:lnTo>
                <a:cubicBezTo>
                  <a:pt x="5220617" y="98772"/>
                  <a:pt x="5220529" y="99092"/>
                  <a:pt x="5220346" y="99364"/>
                </a:cubicBezTo>
                <a:cubicBezTo>
                  <a:pt x="5220163" y="99590"/>
                  <a:pt x="5219869" y="99795"/>
                  <a:pt x="5219460" y="99975"/>
                </a:cubicBezTo>
                <a:cubicBezTo>
                  <a:pt x="5219051" y="100158"/>
                  <a:pt x="5218483" y="100295"/>
                  <a:pt x="5217757" y="100384"/>
                </a:cubicBezTo>
                <a:cubicBezTo>
                  <a:pt x="5217031" y="100475"/>
                  <a:pt x="5216100" y="100521"/>
                  <a:pt x="5214965" y="100521"/>
                </a:cubicBezTo>
                <a:cubicBezTo>
                  <a:pt x="5213877" y="100521"/>
                  <a:pt x="5212968" y="100475"/>
                  <a:pt x="5212242" y="100384"/>
                </a:cubicBezTo>
                <a:cubicBezTo>
                  <a:pt x="5211516" y="100295"/>
                  <a:pt x="5210925" y="100158"/>
                  <a:pt x="5210470" y="99975"/>
                </a:cubicBezTo>
                <a:cubicBezTo>
                  <a:pt x="5210062" y="99795"/>
                  <a:pt x="5209767" y="99590"/>
                  <a:pt x="5209585" y="99364"/>
                </a:cubicBezTo>
                <a:cubicBezTo>
                  <a:pt x="5209450" y="99092"/>
                  <a:pt x="5209382" y="98772"/>
                  <a:pt x="5209382" y="98409"/>
                </a:cubicBezTo>
                <a:lnTo>
                  <a:pt x="5209382" y="37116"/>
                </a:lnTo>
                <a:cubicBezTo>
                  <a:pt x="5209382" y="36753"/>
                  <a:pt x="5209450" y="36459"/>
                  <a:pt x="5209585" y="36230"/>
                </a:cubicBezTo>
                <a:cubicBezTo>
                  <a:pt x="5209722" y="35959"/>
                  <a:pt x="5209993" y="35730"/>
                  <a:pt x="5210402" y="35550"/>
                </a:cubicBezTo>
                <a:cubicBezTo>
                  <a:pt x="5210810" y="35322"/>
                  <a:pt x="5211333" y="35187"/>
                  <a:pt x="5211971" y="35142"/>
                </a:cubicBezTo>
                <a:cubicBezTo>
                  <a:pt x="5212605" y="35050"/>
                  <a:pt x="5213445" y="35004"/>
                  <a:pt x="5214488" y="35004"/>
                </a:cubicBezTo>
                <a:cubicBezTo>
                  <a:pt x="5215488" y="35004"/>
                  <a:pt x="5216305" y="35050"/>
                  <a:pt x="5216940" y="35142"/>
                </a:cubicBezTo>
                <a:cubicBezTo>
                  <a:pt x="5217623" y="35187"/>
                  <a:pt x="5218143" y="35322"/>
                  <a:pt x="5218509" y="35550"/>
                </a:cubicBezTo>
                <a:cubicBezTo>
                  <a:pt x="5218871" y="35730"/>
                  <a:pt x="5219120" y="35959"/>
                  <a:pt x="5219257" y="36230"/>
                </a:cubicBezTo>
                <a:cubicBezTo>
                  <a:pt x="5219437" y="36459"/>
                  <a:pt x="5219529" y="36753"/>
                  <a:pt x="5219529" y="37116"/>
                </a:cubicBezTo>
                <a:lnTo>
                  <a:pt x="5219529" y="45220"/>
                </a:lnTo>
                <a:cubicBezTo>
                  <a:pt x="5222981" y="41362"/>
                  <a:pt x="5226407" y="38548"/>
                  <a:pt x="5229813" y="36776"/>
                </a:cubicBezTo>
                <a:cubicBezTo>
                  <a:pt x="5233262" y="34959"/>
                  <a:pt x="5236737" y="34053"/>
                  <a:pt x="5240231" y="34053"/>
                </a:cubicBezTo>
                <a:cubicBezTo>
                  <a:pt x="5244317" y="34053"/>
                  <a:pt x="5247746" y="34756"/>
                  <a:pt x="5250515" y="36162"/>
                </a:cubicBezTo>
                <a:cubicBezTo>
                  <a:pt x="5253330" y="37525"/>
                  <a:pt x="5255602" y="39365"/>
                  <a:pt x="5257328" y="41679"/>
                </a:cubicBezTo>
                <a:cubicBezTo>
                  <a:pt x="5259051" y="43994"/>
                  <a:pt x="5260277" y="46720"/>
                  <a:pt x="5261005" y="49852"/>
                </a:cubicBezTo>
                <a:cubicBezTo>
                  <a:pt x="5261777" y="52938"/>
                  <a:pt x="5262163" y="56661"/>
                  <a:pt x="5262163" y="61022"/>
                </a:cubicBezTo>
                <a:lnTo>
                  <a:pt x="5262163" y="98409"/>
                </a:lnTo>
                <a:close/>
                <a:moveTo>
                  <a:pt x="5335169" y="98409"/>
                </a:moveTo>
                <a:cubicBezTo>
                  <a:pt x="5335169" y="98772"/>
                  <a:pt x="5335080" y="99092"/>
                  <a:pt x="5334897" y="99364"/>
                </a:cubicBezTo>
                <a:cubicBezTo>
                  <a:pt x="5334760" y="99635"/>
                  <a:pt x="5334489" y="99864"/>
                  <a:pt x="5334080" y="100044"/>
                </a:cubicBezTo>
                <a:cubicBezTo>
                  <a:pt x="5333717" y="100181"/>
                  <a:pt x="5333217" y="100295"/>
                  <a:pt x="5332583" y="100384"/>
                </a:cubicBezTo>
                <a:cubicBezTo>
                  <a:pt x="5331946" y="100475"/>
                  <a:pt x="5331174" y="100521"/>
                  <a:pt x="5330265" y="100521"/>
                </a:cubicBezTo>
                <a:cubicBezTo>
                  <a:pt x="5329314" y="100521"/>
                  <a:pt x="5328519" y="100475"/>
                  <a:pt x="5327882" y="100384"/>
                </a:cubicBezTo>
                <a:cubicBezTo>
                  <a:pt x="5327248" y="100295"/>
                  <a:pt x="5326725" y="100181"/>
                  <a:pt x="5326316" y="100044"/>
                </a:cubicBezTo>
                <a:cubicBezTo>
                  <a:pt x="5325908" y="99864"/>
                  <a:pt x="5325613" y="99635"/>
                  <a:pt x="5325430" y="99364"/>
                </a:cubicBezTo>
                <a:cubicBezTo>
                  <a:pt x="5325250" y="99092"/>
                  <a:pt x="5325159" y="98772"/>
                  <a:pt x="5325159" y="98409"/>
                </a:cubicBezTo>
                <a:lnTo>
                  <a:pt x="5325159" y="90306"/>
                </a:lnTo>
                <a:cubicBezTo>
                  <a:pt x="5321936" y="93803"/>
                  <a:pt x="5318575" y="96526"/>
                  <a:pt x="5315078" y="98478"/>
                </a:cubicBezTo>
                <a:cubicBezTo>
                  <a:pt x="5311629" y="100430"/>
                  <a:pt x="5307837" y="101407"/>
                  <a:pt x="5303705" y="101407"/>
                </a:cubicBezTo>
                <a:cubicBezTo>
                  <a:pt x="5299210" y="101407"/>
                  <a:pt x="5295375" y="100544"/>
                  <a:pt x="5292195" y="98818"/>
                </a:cubicBezTo>
                <a:cubicBezTo>
                  <a:pt x="5289017" y="97049"/>
                  <a:pt x="5286431" y="94686"/>
                  <a:pt x="5284431" y="91737"/>
                </a:cubicBezTo>
                <a:cubicBezTo>
                  <a:pt x="5282479" y="88740"/>
                  <a:pt x="5281051" y="85242"/>
                  <a:pt x="5280142" y="81247"/>
                </a:cubicBezTo>
                <a:cubicBezTo>
                  <a:pt x="5279233" y="77207"/>
                  <a:pt x="5278779" y="72961"/>
                  <a:pt x="5278779" y="68511"/>
                </a:cubicBezTo>
                <a:cubicBezTo>
                  <a:pt x="5278779" y="63245"/>
                  <a:pt x="5279348" y="58502"/>
                  <a:pt x="5280482" y="54278"/>
                </a:cubicBezTo>
                <a:cubicBezTo>
                  <a:pt x="5281616" y="50012"/>
                  <a:pt x="5283297" y="46377"/>
                  <a:pt x="5285523" y="43383"/>
                </a:cubicBezTo>
                <a:cubicBezTo>
                  <a:pt x="5287746" y="40385"/>
                  <a:pt x="5290495" y="38093"/>
                  <a:pt x="5293764" y="36505"/>
                </a:cubicBezTo>
                <a:cubicBezTo>
                  <a:pt x="5297075" y="34870"/>
                  <a:pt x="5300890" y="34053"/>
                  <a:pt x="5305205" y="34053"/>
                </a:cubicBezTo>
                <a:cubicBezTo>
                  <a:pt x="5308791" y="34053"/>
                  <a:pt x="5312060" y="34847"/>
                  <a:pt x="5315012" y="36436"/>
                </a:cubicBezTo>
                <a:cubicBezTo>
                  <a:pt x="5318007" y="37979"/>
                  <a:pt x="5320958" y="40271"/>
                  <a:pt x="5323865" y="43314"/>
                </a:cubicBezTo>
                <a:lnTo>
                  <a:pt x="5323865" y="7695"/>
                </a:lnTo>
                <a:cubicBezTo>
                  <a:pt x="5323865" y="7378"/>
                  <a:pt x="5323933" y="7081"/>
                  <a:pt x="5324070" y="6809"/>
                </a:cubicBezTo>
                <a:cubicBezTo>
                  <a:pt x="5324250" y="6492"/>
                  <a:pt x="5324567" y="6264"/>
                  <a:pt x="5325022" y="6129"/>
                </a:cubicBezTo>
                <a:cubicBezTo>
                  <a:pt x="5325476" y="5946"/>
                  <a:pt x="5326045" y="5812"/>
                  <a:pt x="5326725" y="5721"/>
                </a:cubicBezTo>
                <a:cubicBezTo>
                  <a:pt x="5327451" y="5584"/>
                  <a:pt x="5328359" y="5515"/>
                  <a:pt x="5329448" y="5515"/>
                </a:cubicBezTo>
                <a:cubicBezTo>
                  <a:pt x="5330585" y="5515"/>
                  <a:pt x="5331514" y="5584"/>
                  <a:pt x="5332243" y="5721"/>
                </a:cubicBezTo>
                <a:cubicBezTo>
                  <a:pt x="5332969" y="5812"/>
                  <a:pt x="5333534" y="5946"/>
                  <a:pt x="5333943" y="6129"/>
                </a:cubicBezTo>
                <a:cubicBezTo>
                  <a:pt x="5334352" y="6264"/>
                  <a:pt x="5334649" y="6492"/>
                  <a:pt x="5334829" y="6809"/>
                </a:cubicBezTo>
                <a:cubicBezTo>
                  <a:pt x="5335057" y="7081"/>
                  <a:pt x="5335169" y="7378"/>
                  <a:pt x="5335169" y="7695"/>
                </a:cubicBezTo>
                <a:lnTo>
                  <a:pt x="5335169" y="98409"/>
                </a:lnTo>
                <a:close/>
                <a:moveTo>
                  <a:pt x="5323865" y="55301"/>
                </a:moveTo>
                <a:cubicBezTo>
                  <a:pt x="5320821" y="51532"/>
                  <a:pt x="5317872" y="48672"/>
                  <a:pt x="5315012" y="46720"/>
                </a:cubicBezTo>
                <a:cubicBezTo>
                  <a:pt x="5312195" y="44720"/>
                  <a:pt x="5309246" y="43723"/>
                  <a:pt x="5306157" y="43723"/>
                </a:cubicBezTo>
                <a:cubicBezTo>
                  <a:pt x="5303296" y="43723"/>
                  <a:pt x="5300867" y="44403"/>
                  <a:pt x="5298870" y="45766"/>
                </a:cubicBezTo>
                <a:cubicBezTo>
                  <a:pt x="5296873" y="47129"/>
                  <a:pt x="5295238" y="48920"/>
                  <a:pt x="5293967" y="51146"/>
                </a:cubicBezTo>
                <a:cubicBezTo>
                  <a:pt x="5292741" y="53370"/>
                  <a:pt x="5291832" y="55890"/>
                  <a:pt x="5291243" y="58704"/>
                </a:cubicBezTo>
                <a:cubicBezTo>
                  <a:pt x="5290698" y="61519"/>
                  <a:pt x="5290426" y="64379"/>
                  <a:pt x="5290426" y="67286"/>
                </a:cubicBezTo>
                <a:cubicBezTo>
                  <a:pt x="5290426" y="70375"/>
                  <a:pt x="5290652" y="73392"/>
                  <a:pt x="5291106" y="76344"/>
                </a:cubicBezTo>
                <a:cubicBezTo>
                  <a:pt x="5291606" y="79296"/>
                  <a:pt x="5292446" y="81930"/>
                  <a:pt x="5293626" y="84245"/>
                </a:cubicBezTo>
                <a:cubicBezTo>
                  <a:pt x="5294807" y="86514"/>
                  <a:pt x="5296373" y="88354"/>
                  <a:pt x="5298324" y="89760"/>
                </a:cubicBezTo>
                <a:cubicBezTo>
                  <a:pt x="5300279" y="91123"/>
                  <a:pt x="5302730" y="91803"/>
                  <a:pt x="5305682" y="91803"/>
                </a:cubicBezTo>
                <a:cubicBezTo>
                  <a:pt x="5307180" y="91803"/>
                  <a:pt x="5308608" y="91600"/>
                  <a:pt x="5309971" y="91191"/>
                </a:cubicBezTo>
                <a:cubicBezTo>
                  <a:pt x="5311377" y="90783"/>
                  <a:pt x="5312809" y="90103"/>
                  <a:pt x="5314260" y="89148"/>
                </a:cubicBezTo>
                <a:cubicBezTo>
                  <a:pt x="5315715" y="88194"/>
                  <a:pt x="5317235" y="86968"/>
                  <a:pt x="5318824" y="85471"/>
                </a:cubicBezTo>
                <a:cubicBezTo>
                  <a:pt x="5320416" y="83928"/>
                  <a:pt x="5322093" y="82042"/>
                  <a:pt x="5323865" y="79819"/>
                </a:cubicBezTo>
                <a:lnTo>
                  <a:pt x="5323865" y="55301"/>
                </a:lnTo>
                <a:close/>
                <a:moveTo>
                  <a:pt x="5398711" y="98409"/>
                </a:moveTo>
                <a:cubicBezTo>
                  <a:pt x="5398711" y="98772"/>
                  <a:pt x="5398620" y="99092"/>
                  <a:pt x="5398440" y="99364"/>
                </a:cubicBezTo>
                <a:cubicBezTo>
                  <a:pt x="5398257" y="99590"/>
                  <a:pt x="5397962" y="99795"/>
                  <a:pt x="5397554" y="99975"/>
                </a:cubicBezTo>
                <a:cubicBezTo>
                  <a:pt x="5397145" y="100158"/>
                  <a:pt x="5396576" y="100295"/>
                  <a:pt x="5395851" y="100384"/>
                </a:cubicBezTo>
                <a:cubicBezTo>
                  <a:pt x="5395125" y="100475"/>
                  <a:pt x="5394193" y="100521"/>
                  <a:pt x="5393059" y="100521"/>
                </a:cubicBezTo>
                <a:cubicBezTo>
                  <a:pt x="5391970" y="100521"/>
                  <a:pt x="5391062" y="100475"/>
                  <a:pt x="5390336" y="100384"/>
                </a:cubicBezTo>
                <a:cubicBezTo>
                  <a:pt x="5389607" y="100295"/>
                  <a:pt x="5389018" y="100158"/>
                  <a:pt x="5388564" y="99975"/>
                </a:cubicBezTo>
                <a:cubicBezTo>
                  <a:pt x="5388155" y="99795"/>
                  <a:pt x="5387861" y="99590"/>
                  <a:pt x="5387678" y="99364"/>
                </a:cubicBezTo>
                <a:cubicBezTo>
                  <a:pt x="5387541" y="99092"/>
                  <a:pt x="5387475" y="98772"/>
                  <a:pt x="5387475" y="98409"/>
                </a:cubicBezTo>
                <a:lnTo>
                  <a:pt x="5387475" y="37116"/>
                </a:lnTo>
                <a:cubicBezTo>
                  <a:pt x="5387475" y="36799"/>
                  <a:pt x="5387541" y="36505"/>
                  <a:pt x="5387678" y="36230"/>
                </a:cubicBezTo>
                <a:cubicBezTo>
                  <a:pt x="5387861" y="35959"/>
                  <a:pt x="5388155" y="35730"/>
                  <a:pt x="5388564" y="35550"/>
                </a:cubicBezTo>
                <a:cubicBezTo>
                  <a:pt x="5389018" y="35367"/>
                  <a:pt x="5389607" y="35233"/>
                  <a:pt x="5390336" y="35142"/>
                </a:cubicBezTo>
                <a:cubicBezTo>
                  <a:pt x="5391062" y="35050"/>
                  <a:pt x="5391970" y="35004"/>
                  <a:pt x="5393059" y="35004"/>
                </a:cubicBezTo>
                <a:cubicBezTo>
                  <a:pt x="5394193" y="35004"/>
                  <a:pt x="5395125" y="35050"/>
                  <a:pt x="5395851" y="35142"/>
                </a:cubicBezTo>
                <a:cubicBezTo>
                  <a:pt x="5396576" y="35233"/>
                  <a:pt x="5397145" y="35367"/>
                  <a:pt x="5397554" y="35550"/>
                </a:cubicBezTo>
                <a:cubicBezTo>
                  <a:pt x="5397962" y="35730"/>
                  <a:pt x="5398257" y="35959"/>
                  <a:pt x="5398440" y="36230"/>
                </a:cubicBezTo>
                <a:cubicBezTo>
                  <a:pt x="5398620" y="36505"/>
                  <a:pt x="5398711" y="36799"/>
                  <a:pt x="5398711" y="37116"/>
                </a:cubicBezTo>
                <a:lnTo>
                  <a:pt x="5398711" y="98409"/>
                </a:lnTo>
                <a:close/>
                <a:moveTo>
                  <a:pt x="5400005" y="16413"/>
                </a:moveTo>
                <a:cubicBezTo>
                  <a:pt x="5400005" y="19045"/>
                  <a:pt x="5399505" y="20840"/>
                  <a:pt x="5398508" y="21791"/>
                </a:cubicBezTo>
                <a:cubicBezTo>
                  <a:pt x="5397508" y="22746"/>
                  <a:pt x="5395671" y="23223"/>
                  <a:pt x="5392990" y="23223"/>
                </a:cubicBezTo>
                <a:cubicBezTo>
                  <a:pt x="5390359" y="23223"/>
                  <a:pt x="5388541" y="22769"/>
                  <a:pt x="5387541" y="21860"/>
                </a:cubicBezTo>
                <a:cubicBezTo>
                  <a:pt x="5386590" y="20908"/>
                  <a:pt x="5386112" y="19137"/>
                  <a:pt x="5386112" y="16548"/>
                </a:cubicBezTo>
                <a:cubicBezTo>
                  <a:pt x="5386112" y="13916"/>
                  <a:pt x="5386612" y="12122"/>
                  <a:pt x="5387610" y="11167"/>
                </a:cubicBezTo>
                <a:cubicBezTo>
                  <a:pt x="5388610" y="10216"/>
                  <a:pt x="5390447" y="9738"/>
                  <a:pt x="5393127" y="9738"/>
                </a:cubicBezTo>
                <a:cubicBezTo>
                  <a:pt x="5395759" y="9738"/>
                  <a:pt x="5397554" y="10216"/>
                  <a:pt x="5398508" y="11167"/>
                </a:cubicBezTo>
                <a:cubicBezTo>
                  <a:pt x="5399505" y="12076"/>
                  <a:pt x="5400005" y="13825"/>
                  <a:pt x="5400005" y="16413"/>
                </a:cubicBezTo>
                <a:close/>
                <a:moveTo>
                  <a:pt x="5451355" y="93915"/>
                </a:moveTo>
                <a:cubicBezTo>
                  <a:pt x="5451355" y="95232"/>
                  <a:pt x="5451266" y="96275"/>
                  <a:pt x="5451083" y="97049"/>
                </a:cubicBezTo>
                <a:cubicBezTo>
                  <a:pt x="5450903" y="97821"/>
                  <a:pt x="5450629" y="98387"/>
                  <a:pt x="5450266" y="98749"/>
                </a:cubicBezTo>
                <a:cubicBezTo>
                  <a:pt x="5449903" y="99115"/>
                  <a:pt x="5449357" y="99455"/>
                  <a:pt x="5448632" y="99772"/>
                </a:cubicBezTo>
                <a:cubicBezTo>
                  <a:pt x="5447906" y="100090"/>
                  <a:pt x="5447066" y="100341"/>
                  <a:pt x="5446111" y="100521"/>
                </a:cubicBezTo>
                <a:cubicBezTo>
                  <a:pt x="5445203" y="100750"/>
                  <a:pt x="5444228" y="100930"/>
                  <a:pt x="5443182" y="101067"/>
                </a:cubicBezTo>
                <a:cubicBezTo>
                  <a:pt x="5442139" y="101201"/>
                  <a:pt x="5441093" y="101270"/>
                  <a:pt x="5440050" y="101270"/>
                </a:cubicBezTo>
                <a:cubicBezTo>
                  <a:pt x="5436873" y="101270"/>
                  <a:pt x="5434150" y="100861"/>
                  <a:pt x="5431878" y="100044"/>
                </a:cubicBezTo>
                <a:cubicBezTo>
                  <a:pt x="5429609" y="99181"/>
                  <a:pt x="5427746" y="97909"/>
                  <a:pt x="5426294" y="96232"/>
                </a:cubicBezTo>
                <a:cubicBezTo>
                  <a:pt x="5424840" y="94506"/>
                  <a:pt x="5423774" y="92349"/>
                  <a:pt x="5423091" y="89760"/>
                </a:cubicBezTo>
                <a:cubicBezTo>
                  <a:pt x="5422457" y="87128"/>
                  <a:pt x="5422140" y="84039"/>
                  <a:pt x="5422140" y="80499"/>
                </a:cubicBezTo>
                <a:lnTo>
                  <a:pt x="5422140" y="44677"/>
                </a:lnTo>
                <a:lnTo>
                  <a:pt x="5413559" y="44677"/>
                </a:lnTo>
                <a:cubicBezTo>
                  <a:pt x="5412879" y="44677"/>
                  <a:pt x="5412333" y="44311"/>
                  <a:pt x="5411924" y="43585"/>
                </a:cubicBezTo>
                <a:cubicBezTo>
                  <a:pt x="5411515" y="42860"/>
                  <a:pt x="5411310" y="41679"/>
                  <a:pt x="5411310" y="40045"/>
                </a:cubicBezTo>
                <a:cubicBezTo>
                  <a:pt x="5411310" y="39182"/>
                  <a:pt x="5411355" y="38456"/>
                  <a:pt x="5411447" y="37865"/>
                </a:cubicBezTo>
                <a:cubicBezTo>
                  <a:pt x="5411584" y="37276"/>
                  <a:pt x="5411741" y="36799"/>
                  <a:pt x="5411924" y="36436"/>
                </a:cubicBezTo>
                <a:cubicBezTo>
                  <a:pt x="5412104" y="36027"/>
                  <a:pt x="5412333" y="35753"/>
                  <a:pt x="5412604" y="35619"/>
                </a:cubicBezTo>
                <a:cubicBezTo>
                  <a:pt x="5412921" y="35436"/>
                  <a:pt x="5413264" y="35344"/>
                  <a:pt x="5413627" y="35344"/>
                </a:cubicBezTo>
                <a:lnTo>
                  <a:pt x="5422140" y="35344"/>
                </a:lnTo>
                <a:lnTo>
                  <a:pt x="5422140" y="20771"/>
                </a:lnTo>
                <a:cubicBezTo>
                  <a:pt x="5422140" y="20454"/>
                  <a:pt x="5422208" y="20157"/>
                  <a:pt x="5422343" y="19885"/>
                </a:cubicBezTo>
                <a:cubicBezTo>
                  <a:pt x="5422525" y="19614"/>
                  <a:pt x="5422820" y="19385"/>
                  <a:pt x="5423228" y="19205"/>
                </a:cubicBezTo>
                <a:cubicBezTo>
                  <a:pt x="5423683" y="18977"/>
                  <a:pt x="5424274" y="18819"/>
                  <a:pt x="5425000" y="18728"/>
                </a:cubicBezTo>
                <a:cubicBezTo>
                  <a:pt x="5425726" y="18637"/>
                  <a:pt x="5426635" y="18591"/>
                  <a:pt x="5427723" y="18591"/>
                </a:cubicBezTo>
                <a:cubicBezTo>
                  <a:pt x="5428858" y="18591"/>
                  <a:pt x="5429789" y="18637"/>
                  <a:pt x="5430515" y="18728"/>
                </a:cubicBezTo>
                <a:cubicBezTo>
                  <a:pt x="5431244" y="18819"/>
                  <a:pt x="5431809" y="18977"/>
                  <a:pt x="5432218" y="19205"/>
                </a:cubicBezTo>
                <a:cubicBezTo>
                  <a:pt x="5432627" y="19385"/>
                  <a:pt x="5432924" y="19614"/>
                  <a:pt x="5433104" y="19885"/>
                </a:cubicBezTo>
                <a:cubicBezTo>
                  <a:pt x="5433287" y="20157"/>
                  <a:pt x="5433375" y="20454"/>
                  <a:pt x="5433375" y="20771"/>
                </a:cubicBezTo>
                <a:lnTo>
                  <a:pt x="5433375" y="35344"/>
                </a:lnTo>
                <a:lnTo>
                  <a:pt x="5449109" y="35344"/>
                </a:lnTo>
                <a:cubicBezTo>
                  <a:pt x="5449472" y="35344"/>
                  <a:pt x="5449789" y="35436"/>
                  <a:pt x="5450063" y="35619"/>
                </a:cubicBezTo>
                <a:cubicBezTo>
                  <a:pt x="5450335" y="35753"/>
                  <a:pt x="5450563" y="36027"/>
                  <a:pt x="5450743" y="36436"/>
                </a:cubicBezTo>
                <a:cubicBezTo>
                  <a:pt x="5450969" y="36799"/>
                  <a:pt x="5451129" y="37276"/>
                  <a:pt x="5451220" y="37865"/>
                </a:cubicBezTo>
                <a:cubicBezTo>
                  <a:pt x="5451312" y="38456"/>
                  <a:pt x="5451355" y="39182"/>
                  <a:pt x="5451355" y="40045"/>
                </a:cubicBezTo>
                <a:cubicBezTo>
                  <a:pt x="5451355" y="41679"/>
                  <a:pt x="5451152" y="42860"/>
                  <a:pt x="5450743" y="43585"/>
                </a:cubicBezTo>
                <a:cubicBezTo>
                  <a:pt x="5450335" y="44311"/>
                  <a:pt x="5449789" y="44677"/>
                  <a:pt x="5449109" y="44677"/>
                </a:cubicBezTo>
                <a:lnTo>
                  <a:pt x="5433375" y="44677"/>
                </a:lnTo>
                <a:lnTo>
                  <a:pt x="5433375" y="78864"/>
                </a:lnTo>
                <a:cubicBezTo>
                  <a:pt x="5433375" y="83088"/>
                  <a:pt x="5433990" y="86288"/>
                  <a:pt x="5435216" y="88468"/>
                </a:cubicBezTo>
                <a:cubicBezTo>
                  <a:pt x="5436487" y="90600"/>
                  <a:pt x="5438733" y="91669"/>
                  <a:pt x="5441959" y="91669"/>
                </a:cubicBezTo>
                <a:cubicBezTo>
                  <a:pt x="5443002" y="91669"/>
                  <a:pt x="5443934" y="91577"/>
                  <a:pt x="5444751" y="91394"/>
                </a:cubicBezTo>
                <a:cubicBezTo>
                  <a:pt x="5445568" y="91169"/>
                  <a:pt x="5446294" y="90940"/>
                  <a:pt x="5446928" y="90714"/>
                </a:cubicBezTo>
                <a:cubicBezTo>
                  <a:pt x="5447566" y="90488"/>
                  <a:pt x="5448112" y="90283"/>
                  <a:pt x="5448563" y="90103"/>
                </a:cubicBezTo>
                <a:cubicBezTo>
                  <a:pt x="5449017" y="89874"/>
                  <a:pt x="5449426" y="89760"/>
                  <a:pt x="5449789" y="89760"/>
                </a:cubicBezTo>
                <a:cubicBezTo>
                  <a:pt x="5450017" y="89760"/>
                  <a:pt x="5450220" y="89828"/>
                  <a:pt x="5450403" y="89966"/>
                </a:cubicBezTo>
                <a:cubicBezTo>
                  <a:pt x="5450629" y="90057"/>
                  <a:pt x="5450789" y="90260"/>
                  <a:pt x="5450880" y="90577"/>
                </a:cubicBezTo>
                <a:cubicBezTo>
                  <a:pt x="5451015" y="90897"/>
                  <a:pt x="5451129" y="91329"/>
                  <a:pt x="5451220" y="91871"/>
                </a:cubicBezTo>
                <a:cubicBezTo>
                  <a:pt x="5451312" y="92417"/>
                  <a:pt x="5451355" y="93097"/>
                  <a:pt x="5451355" y="93915"/>
                </a:cubicBezTo>
                <a:close/>
                <a:moveTo>
                  <a:pt x="5504681" y="81724"/>
                </a:moveTo>
                <a:cubicBezTo>
                  <a:pt x="5504681" y="84856"/>
                  <a:pt x="5504093" y="87651"/>
                  <a:pt x="5502913" y="90103"/>
                </a:cubicBezTo>
                <a:cubicBezTo>
                  <a:pt x="5501775" y="92554"/>
                  <a:pt x="5500141" y="94620"/>
                  <a:pt x="5498009" y="96298"/>
                </a:cubicBezTo>
                <a:cubicBezTo>
                  <a:pt x="5495875" y="97978"/>
                  <a:pt x="5493331" y="99250"/>
                  <a:pt x="5490380" y="100113"/>
                </a:cubicBezTo>
                <a:cubicBezTo>
                  <a:pt x="5487428" y="100975"/>
                  <a:pt x="5484182" y="101407"/>
                  <a:pt x="5480641" y="101407"/>
                </a:cubicBezTo>
                <a:cubicBezTo>
                  <a:pt x="5478461" y="101407"/>
                  <a:pt x="5476372" y="101224"/>
                  <a:pt x="5474375" y="100861"/>
                </a:cubicBezTo>
                <a:cubicBezTo>
                  <a:pt x="5472423" y="100544"/>
                  <a:pt x="5470651" y="100135"/>
                  <a:pt x="5469063" y="99635"/>
                </a:cubicBezTo>
                <a:cubicBezTo>
                  <a:pt x="5467520" y="99092"/>
                  <a:pt x="5466202" y="98547"/>
                  <a:pt x="5465114" y="98001"/>
                </a:cubicBezTo>
                <a:cubicBezTo>
                  <a:pt x="5464025" y="97412"/>
                  <a:pt x="5463231" y="96889"/>
                  <a:pt x="5462730" y="96435"/>
                </a:cubicBezTo>
                <a:cubicBezTo>
                  <a:pt x="5462230" y="95981"/>
                  <a:pt x="5461868" y="95346"/>
                  <a:pt x="5461639" y="94529"/>
                </a:cubicBezTo>
                <a:cubicBezTo>
                  <a:pt x="5461413" y="93712"/>
                  <a:pt x="5461299" y="92597"/>
                  <a:pt x="5461299" y="91191"/>
                </a:cubicBezTo>
                <a:cubicBezTo>
                  <a:pt x="5461299" y="90328"/>
                  <a:pt x="5461345" y="89603"/>
                  <a:pt x="5461436" y="89011"/>
                </a:cubicBezTo>
                <a:cubicBezTo>
                  <a:pt x="5461527" y="88422"/>
                  <a:pt x="5461639" y="87945"/>
                  <a:pt x="5461776" y="87582"/>
                </a:cubicBezTo>
                <a:cubicBezTo>
                  <a:pt x="5461913" y="87219"/>
                  <a:pt x="5462093" y="86968"/>
                  <a:pt x="5462322" y="86834"/>
                </a:cubicBezTo>
                <a:cubicBezTo>
                  <a:pt x="5462593" y="86651"/>
                  <a:pt x="5462888" y="86559"/>
                  <a:pt x="5463208" y="86559"/>
                </a:cubicBezTo>
                <a:cubicBezTo>
                  <a:pt x="5463705" y="86559"/>
                  <a:pt x="5464434" y="86877"/>
                  <a:pt x="5465385" y="87514"/>
                </a:cubicBezTo>
                <a:cubicBezTo>
                  <a:pt x="5466385" y="88102"/>
                  <a:pt x="5467588" y="88763"/>
                  <a:pt x="5468994" y="89488"/>
                </a:cubicBezTo>
                <a:cubicBezTo>
                  <a:pt x="5470449" y="90214"/>
                  <a:pt x="5472152" y="90897"/>
                  <a:pt x="5474103" y="91531"/>
                </a:cubicBezTo>
                <a:cubicBezTo>
                  <a:pt x="5476055" y="92123"/>
                  <a:pt x="5478304" y="92417"/>
                  <a:pt x="5480844" y="92417"/>
                </a:cubicBezTo>
                <a:cubicBezTo>
                  <a:pt x="5482753" y="92417"/>
                  <a:pt x="5484479" y="92212"/>
                  <a:pt x="5486022" y="91803"/>
                </a:cubicBezTo>
                <a:cubicBezTo>
                  <a:pt x="5487565" y="91394"/>
                  <a:pt x="5488905" y="90806"/>
                  <a:pt x="5490040" y="90034"/>
                </a:cubicBezTo>
                <a:cubicBezTo>
                  <a:pt x="5491174" y="89217"/>
                  <a:pt x="5492037" y="88194"/>
                  <a:pt x="5492628" y="86968"/>
                </a:cubicBezTo>
                <a:cubicBezTo>
                  <a:pt x="5493263" y="85742"/>
                  <a:pt x="5493580" y="84291"/>
                  <a:pt x="5493580" y="82610"/>
                </a:cubicBezTo>
                <a:cubicBezTo>
                  <a:pt x="5493580" y="80884"/>
                  <a:pt x="5493129" y="79433"/>
                  <a:pt x="5492220" y="78253"/>
                </a:cubicBezTo>
                <a:cubicBezTo>
                  <a:pt x="5491357" y="77070"/>
                  <a:pt x="5490200" y="76027"/>
                  <a:pt x="5488745" y="75118"/>
                </a:cubicBezTo>
                <a:cubicBezTo>
                  <a:pt x="5487294" y="74209"/>
                  <a:pt x="5485659" y="73415"/>
                  <a:pt x="5483842" y="72735"/>
                </a:cubicBezTo>
                <a:cubicBezTo>
                  <a:pt x="5482027" y="72009"/>
                  <a:pt x="5480141" y="71260"/>
                  <a:pt x="5478190" y="70486"/>
                </a:cubicBezTo>
                <a:cubicBezTo>
                  <a:pt x="5476284" y="69714"/>
                  <a:pt x="5474398" y="68851"/>
                  <a:pt x="5472537" y="67900"/>
                </a:cubicBezTo>
                <a:cubicBezTo>
                  <a:pt x="5470720" y="66900"/>
                  <a:pt x="5469086" y="65697"/>
                  <a:pt x="5467634" y="64291"/>
                </a:cubicBezTo>
                <a:cubicBezTo>
                  <a:pt x="5466179" y="62882"/>
                  <a:pt x="5464999" y="61202"/>
                  <a:pt x="5464091" y="59250"/>
                </a:cubicBezTo>
                <a:cubicBezTo>
                  <a:pt x="5463231" y="57299"/>
                  <a:pt x="5462799" y="54958"/>
                  <a:pt x="5462799" y="52235"/>
                </a:cubicBezTo>
                <a:cubicBezTo>
                  <a:pt x="5462799" y="49829"/>
                  <a:pt x="5463251" y="47537"/>
                  <a:pt x="5464159" y="45357"/>
                </a:cubicBezTo>
                <a:cubicBezTo>
                  <a:pt x="5465114" y="43131"/>
                  <a:pt x="5466520" y="41202"/>
                  <a:pt x="5468383" y="39568"/>
                </a:cubicBezTo>
                <a:cubicBezTo>
                  <a:pt x="5470243" y="37888"/>
                  <a:pt x="5472560" y="36547"/>
                  <a:pt x="5475329" y="35550"/>
                </a:cubicBezTo>
                <a:cubicBezTo>
                  <a:pt x="5478144" y="34550"/>
                  <a:pt x="5481413" y="34053"/>
                  <a:pt x="5485136" y="34053"/>
                </a:cubicBezTo>
                <a:cubicBezTo>
                  <a:pt x="5486771" y="34053"/>
                  <a:pt x="5488405" y="34187"/>
                  <a:pt x="5490040" y="34461"/>
                </a:cubicBezTo>
                <a:cubicBezTo>
                  <a:pt x="5491674" y="34733"/>
                  <a:pt x="5493149" y="35073"/>
                  <a:pt x="5494466" y="35482"/>
                </a:cubicBezTo>
                <a:cubicBezTo>
                  <a:pt x="5495783" y="35890"/>
                  <a:pt x="5496895" y="36345"/>
                  <a:pt x="5497803" y="36845"/>
                </a:cubicBezTo>
                <a:cubicBezTo>
                  <a:pt x="5498758" y="37299"/>
                  <a:pt x="5499461" y="37708"/>
                  <a:pt x="5499915" y="38070"/>
                </a:cubicBezTo>
                <a:cubicBezTo>
                  <a:pt x="5500415" y="38433"/>
                  <a:pt x="5500732" y="38751"/>
                  <a:pt x="5500870" y="39022"/>
                </a:cubicBezTo>
                <a:cubicBezTo>
                  <a:pt x="5501050" y="39296"/>
                  <a:pt x="5501164" y="39614"/>
                  <a:pt x="5501210" y="39976"/>
                </a:cubicBezTo>
                <a:cubicBezTo>
                  <a:pt x="5501301" y="40294"/>
                  <a:pt x="5501367" y="40702"/>
                  <a:pt x="5501412" y="41202"/>
                </a:cubicBezTo>
                <a:cubicBezTo>
                  <a:pt x="5501504" y="41702"/>
                  <a:pt x="5501550" y="42314"/>
                  <a:pt x="5501550" y="43043"/>
                </a:cubicBezTo>
                <a:cubicBezTo>
                  <a:pt x="5501550" y="43814"/>
                  <a:pt x="5501504" y="44494"/>
                  <a:pt x="5501412" y="45086"/>
                </a:cubicBezTo>
                <a:cubicBezTo>
                  <a:pt x="5501367" y="45629"/>
                  <a:pt x="5501255" y="46083"/>
                  <a:pt x="5501072" y="46446"/>
                </a:cubicBezTo>
                <a:cubicBezTo>
                  <a:pt x="5500935" y="46809"/>
                  <a:pt x="5500755" y="47083"/>
                  <a:pt x="5500527" y="47263"/>
                </a:cubicBezTo>
                <a:cubicBezTo>
                  <a:pt x="5500301" y="47400"/>
                  <a:pt x="5500052" y="47469"/>
                  <a:pt x="5499778" y="47469"/>
                </a:cubicBezTo>
                <a:cubicBezTo>
                  <a:pt x="5499369" y="47469"/>
                  <a:pt x="5498781" y="47217"/>
                  <a:pt x="5498009" y="46720"/>
                </a:cubicBezTo>
                <a:cubicBezTo>
                  <a:pt x="5497235" y="46220"/>
                  <a:pt x="5496238" y="45697"/>
                  <a:pt x="5495012" y="45151"/>
                </a:cubicBezTo>
                <a:cubicBezTo>
                  <a:pt x="5493786" y="44563"/>
                  <a:pt x="5492331" y="44017"/>
                  <a:pt x="5490651" y="43517"/>
                </a:cubicBezTo>
                <a:cubicBezTo>
                  <a:pt x="5489017" y="43020"/>
                  <a:pt x="5487134" y="42768"/>
                  <a:pt x="5484999" y="42768"/>
                </a:cubicBezTo>
                <a:cubicBezTo>
                  <a:pt x="5483093" y="42768"/>
                  <a:pt x="5481413" y="42997"/>
                  <a:pt x="5479961" y="43451"/>
                </a:cubicBezTo>
                <a:cubicBezTo>
                  <a:pt x="5478507" y="43860"/>
                  <a:pt x="5477304" y="44471"/>
                  <a:pt x="5476349" y="45289"/>
                </a:cubicBezTo>
                <a:cubicBezTo>
                  <a:pt x="5475443" y="46060"/>
                  <a:pt x="5474738" y="46992"/>
                  <a:pt x="5474240" y="48080"/>
                </a:cubicBezTo>
                <a:cubicBezTo>
                  <a:pt x="5473786" y="49172"/>
                  <a:pt x="5473558" y="50352"/>
                  <a:pt x="5473558" y="51624"/>
                </a:cubicBezTo>
                <a:cubicBezTo>
                  <a:pt x="5473558" y="53392"/>
                  <a:pt x="5474012" y="54893"/>
                  <a:pt x="5474921" y="56118"/>
                </a:cubicBezTo>
                <a:cubicBezTo>
                  <a:pt x="5475829" y="57299"/>
                  <a:pt x="5477009" y="58342"/>
                  <a:pt x="5478461" y="59250"/>
                </a:cubicBezTo>
                <a:cubicBezTo>
                  <a:pt x="5479915" y="60159"/>
                  <a:pt x="5481573" y="60976"/>
                  <a:pt x="5483433" y="61702"/>
                </a:cubicBezTo>
                <a:cubicBezTo>
                  <a:pt x="5485296" y="62428"/>
                  <a:pt x="5487179" y="63176"/>
                  <a:pt x="5489085" y="63948"/>
                </a:cubicBezTo>
                <a:cubicBezTo>
                  <a:pt x="5491040" y="64722"/>
                  <a:pt x="5492946" y="65582"/>
                  <a:pt x="5494806" y="66537"/>
                </a:cubicBezTo>
                <a:cubicBezTo>
                  <a:pt x="5496715" y="67491"/>
                  <a:pt x="5498395" y="68649"/>
                  <a:pt x="5499847" y="70012"/>
                </a:cubicBezTo>
                <a:cubicBezTo>
                  <a:pt x="5501301" y="71372"/>
                  <a:pt x="5502458" y="73006"/>
                  <a:pt x="5503321" y="74915"/>
                </a:cubicBezTo>
                <a:cubicBezTo>
                  <a:pt x="5504227" y="76821"/>
                  <a:pt x="5504681" y="79090"/>
                  <a:pt x="5504681" y="81724"/>
                </a:cubicBezTo>
                <a:close/>
                <a:moveTo>
                  <a:pt x="5602617" y="98341"/>
                </a:moveTo>
                <a:cubicBezTo>
                  <a:pt x="5602617" y="98707"/>
                  <a:pt x="5602525" y="99024"/>
                  <a:pt x="5602345" y="99295"/>
                </a:cubicBezTo>
                <a:cubicBezTo>
                  <a:pt x="5602162" y="99567"/>
                  <a:pt x="5601845" y="99795"/>
                  <a:pt x="5601391" y="99975"/>
                </a:cubicBezTo>
                <a:cubicBezTo>
                  <a:pt x="5600982" y="100158"/>
                  <a:pt x="5600391" y="100295"/>
                  <a:pt x="5599619" y="100384"/>
                </a:cubicBezTo>
                <a:cubicBezTo>
                  <a:pt x="5598847" y="100475"/>
                  <a:pt x="5597870" y="100521"/>
                  <a:pt x="5596690" y="100521"/>
                </a:cubicBezTo>
                <a:cubicBezTo>
                  <a:pt x="5595464" y="100521"/>
                  <a:pt x="5594444" y="100475"/>
                  <a:pt x="5593627" y="100384"/>
                </a:cubicBezTo>
                <a:cubicBezTo>
                  <a:pt x="5592855" y="100341"/>
                  <a:pt x="5592195" y="100250"/>
                  <a:pt x="5591652" y="100113"/>
                </a:cubicBezTo>
                <a:cubicBezTo>
                  <a:pt x="5591107" y="99932"/>
                  <a:pt x="5590652" y="99704"/>
                  <a:pt x="5590289" y="99432"/>
                </a:cubicBezTo>
                <a:cubicBezTo>
                  <a:pt x="5589972" y="99115"/>
                  <a:pt x="5589678" y="98749"/>
                  <a:pt x="5589403" y="98341"/>
                </a:cubicBezTo>
                <a:lnTo>
                  <a:pt x="5563523" y="64425"/>
                </a:lnTo>
                <a:lnTo>
                  <a:pt x="5563523" y="98409"/>
                </a:lnTo>
                <a:cubicBezTo>
                  <a:pt x="5563523" y="98772"/>
                  <a:pt x="5563434" y="99092"/>
                  <a:pt x="5563252" y="99364"/>
                </a:cubicBezTo>
                <a:cubicBezTo>
                  <a:pt x="5563072" y="99590"/>
                  <a:pt x="5562774" y="99795"/>
                  <a:pt x="5562366" y="99975"/>
                </a:cubicBezTo>
                <a:cubicBezTo>
                  <a:pt x="5561957" y="100158"/>
                  <a:pt x="5561391" y="100295"/>
                  <a:pt x="5560666" y="100384"/>
                </a:cubicBezTo>
                <a:cubicBezTo>
                  <a:pt x="5559937" y="100475"/>
                  <a:pt x="5559008" y="100521"/>
                  <a:pt x="5557871" y="100521"/>
                </a:cubicBezTo>
                <a:cubicBezTo>
                  <a:pt x="5556782" y="100521"/>
                  <a:pt x="5555874" y="100475"/>
                  <a:pt x="5555148" y="100384"/>
                </a:cubicBezTo>
                <a:cubicBezTo>
                  <a:pt x="5554422" y="100295"/>
                  <a:pt x="5553830" y="100158"/>
                  <a:pt x="5553376" y="99975"/>
                </a:cubicBezTo>
                <a:cubicBezTo>
                  <a:pt x="5552967" y="99795"/>
                  <a:pt x="5552673" y="99590"/>
                  <a:pt x="5552490" y="99364"/>
                </a:cubicBezTo>
                <a:cubicBezTo>
                  <a:pt x="5552356" y="99092"/>
                  <a:pt x="5552287" y="98772"/>
                  <a:pt x="5552287" y="98409"/>
                </a:cubicBezTo>
                <a:lnTo>
                  <a:pt x="5552287" y="7424"/>
                </a:lnTo>
                <a:cubicBezTo>
                  <a:pt x="5552287" y="7058"/>
                  <a:pt x="5552356" y="6741"/>
                  <a:pt x="5552490" y="6469"/>
                </a:cubicBezTo>
                <a:cubicBezTo>
                  <a:pt x="5552673" y="6198"/>
                  <a:pt x="5552967" y="5969"/>
                  <a:pt x="5553376" y="5789"/>
                </a:cubicBezTo>
                <a:cubicBezTo>
                  <a:pt x="5553830" y="5606"/>
                  <a:pt x="5554422" y="5469"/>
                  <a:pt x="5555148" y="5381"/>
                </a:cubicBezTo>
                <a:cubicBezTo>
                  <a:pt x="5555874" y="5289"/>
                  <a:pt x="5556782" y="5244"/>
                  <a:pt x="5557871" y="5244"/>
                </a:cubicBezTo>
                <a:cubicBezTo>
                  <a:pt x="5559005" y="5244"/>
                  <a:pt x="5559937" y="5289"/>
                  <a:pt x="5560666" y="5381"/>
                </a:cubicBezTo>
                <a:cubicBezTo>
                  <a:pt x="5561391" y="5469"/>
                  <a:pt x="5561957" y="5606"/>
                  <a:pt x="5562366" y="5789"/>
                </a:cubicBezTo>
                <a:cubicBezTo>
                  <a:pt x="5562774" y="5969"/>
                  <a:pt x="5563072" y="6198"/>
                  <a:pt x="5563252" y="6469"/>
                </a:cubicBezTo>
                <a:cubicBezTo>
                  <a:pt x="5563434" y="6741"/>
                  <a:pt x="5563523" y="7058"/>
                  <a:pt x="5563523" y="7424"/>
                </a:cubicBezTo>
                <a:lnTo>
                  <a:pt x="5563523" y="62859"/>
                </a:lnTo>
                <a:lnTo>
                  <a:pt x="5586680" y="37388"/>
                </a:lnTo>
                <a:cubicBezTo>
                  <a:pt x="5587043" y="36933"/>
                  <a:pt x="5587429" y="36570"/>
                  <a:pt x="5587838" y="36299"/>
                </a:cubicBezTo>
                <a:cubicBezTo>
                  <a:pt x="5588246" y="35982"/>
                  <a:pt x="5588723" y="35730"/>
                  <a:pt x="5589266" y="35550"/>
                </a:cubicBezTo>
                <a:cubicBezTo>
                  <a:pt x="5589858" y="35322"/>
                  <a:pt x="5590538" y="35187"/>
                  <a:pt x="5591312" y="35142"/>
                </a:cubicBezTo>
                <a:cubicBezTo>
                  <a:pt x="5592084" y="35050"/>
                  <a:pt x="5593012" y="35004"/>
                  <a:pt x="5594104" y="35004"/>
                </a:cubicBezTo>
                <a:cubicBezTo>
                  <a:pt x="5595238" y="35004"/>
                  <a:pt x="5596193" y="35050"/>
                  <a:pt x="5596964" y="35142"/>
                </a:cubicBezTo>
                <a:cubicBezTo>
                  <a:pt x="5597736" y="35187"/>
                  <a:pt x="5598347" y="35299"/>
                  <a:pt x="5598802" y="35482"/>
                </a:cubicBezTo>
                <a:cubicBezTo>
                  <a:pt x="5599302" y="35619"/>
                  <a:pt x="5599642" y="35822"/>
                  <a:pt x="5599825" y="36096"/>
                </a:cubicBezTo>
                <a:cubicBezTo>
                  <a:pt x="5600050" y="36322"/>
                  <a:pt x="5600165" y="36639"/>
                  <a:pt x="5600165" y="37047"/>
                </a:cubicBezTo>
                <a:cubicBezTo>
                  <a:pt x="5600165" y="37593"/>
                  <a:pt x="5600005" y="38139"/>
                  <a:pt x="5599688" y="38682"/>
                </a:cubicBezTo>
                <a:cubicBezTo>
                  <a:pt x="5599416" y="39228"/>
                  <a:pt x="5598939" y="39862"/>
                  <a:pt x="5598259" y="40591"/>
                </a:cubicBezTo>
                <a:lnTo>
                  <a:pt x="5576056" y="62791"/>
                </a:lnTo>
                <a:lnTo>
                  <a:pt x="5600982" y="95140"/>
                </a:lnTo>
                <a:cubicBezTo>
                  <a:pt x="5601571" y="95912"/>
                  <a:pt x="5601979" y="96549"/>
                  <a:pt x="5602208" y="97049"/>
                </a:cubicBezTo>
                <a:cubicBezTo>
                  <a:pt x="5602479" y="97501"/>
                  <a:pt x="5602617" y="97932"/>
                  <a:pt x="5602617" y="98341"/>
                </a:cubicBezTo>
                <a:close/>
                <a:moveTo>
                  <a:pt x="5663501" y="65108"/>
                </a:moveTo>
                <a:cubicBezTo>
                  <a:pt x="5663501" y="66877"/>
                  <a:pt x="5663047" y="68149"/>
                  <a:pt x="5662138" y="68920"/>
                </a:cubicBezTo>
                <a:cubicBezTo>
                  <a:pt x="5661278" y="69649"/>
                  <a:pt x="5660278" y="70012"/>
                  <a:pt x="5659144" y="70012"/>
                </a:cubicBezTo>
                <a:lnTo>
                  <a:pt x="5618961" y="70012"/>
                </a:lnTo>
                <a:cubicBezTo>
                  <a:pt x="5618961" y="73415"/>
                  <a:pt x="5619301" y="76481"/>
                  <a:pt x="5619982" y="79204"/>
                </a:cubicBezTo>
                <a:cubicBezTo>
                  <a:pt x="5620664" y="81930"/>
                  <a:pt x="5621799" y="84268"/>
                  <a:pt x="5623388" y="86219"/>
                </a:cubicBezTo>
                <a:cubicBezTo>
                  <a:pt x="5624976" y="88171"/>
                  <a:pt x="5627042" y="89671"/>
                  <a:pt x="5629586" y="90714"/>
                </a:cubicBezTo>
                <a:cubicBezTo>
                  <a:pt x="5632129" y="91760"/>
                  <a:pt x="5635238" y="92280"/>
                  <a:pt x="5638915" y="92280"/>
                </a:cubicBezTo>
                <a:cubicBezTo>
                  <a:pt x="5641821" y="92280"/>
                  <a:pt x="5644410" y="92054"/>
                  <a:pt x="5646679" y="91600"/>
                </a:cubicBezTo>
                <a:cubicBezTo>
                  <a:pt x="5648951" y="91100"/>
                  <a:pt x="5650903" y="90554"/>
                  <a:pt x="5652537" y="89966"/>
                </a:cubicBezTo>
                <a:cubicBezTo>
                  <a:pt x="5654217" y="89374"/>
                  <a:pt x="5655580" y="88854"/>
                  <a:pt x="5656623" y="88400"/>
                </a:cubicBezTo>
                <a:cubicBezTo>
                  <a:pt x="5657712" y="87900"/>
                  <a:pt x="5658529" y="87651"/>
                  <a:pt x="5659075" y="87651"/>
                </a:cubicBezTo>
                <a:cubicBezTo>
                  <a:pt x="5659392" y="87651"/>
                  <a:pt x="5659667" y="87740"/>
                  <a:pt x="5659892" y="87922"/>
                </a:cubicBezTo>
                <a:cubicBezTo>
                  <a:pt x="5660164" y="88060"/>
                  <a:pt x="5660369" y="88285"/>
                  <a:pt x="5660504" y="88603"/>
                </a:cubicBezTo>
                <a:cubicBezTo>
                  <a:pt x="5660641" y="88920"/>
                  <a:pt x="5660732" y="89374"/>
                  <a:pt x="5660778" y="89966"/>
                </a:cubicBezTo>
                <a:cubicBezTo>
                  <a:pt x="5660870" y="90511"/>
                  <a:pt x="5660915" y="91191"/>
                  <a:pt x="5660915" y="92009"/>
                </a:cubicBezTo>
                <a:cubicBezTo>
                  <a:pt x="5660915" y="92597"/>
                  <a:pt x="5660890" y="93120"/>
                  <a:pt x="5660847" y="93575"/>
                </a:cubicBezTo>
                <a:cubicBezTo>
                  <a:pt x="5660801" y="93983"/>
                  <a:pt x="5660732" y="94369"/>
                  <a:pt x="5660641" y="94732"/>
                </a:cubicBezTo>
                <a:cubicBezTo>
                  <a:pt x="5660595" y="95049"/>
                  <a:pt x="5660484" y="95346"/>
                  <a:pt x="5660301" y="95618"/>
                </a:cubicBezTo>
                <a:cubicBezTo>
                  <a:pt x="5660164" y="95889"/>
                  <a:pt x="5659961" y="96163"/>
                  <a:pt x="5659687" y="96435"/>
                </a:cubicBezTo>
                <a:cubicBezTo>
                  <a:pt x="5659461" y="96664"/>
                  <a:pt x="5658735" y="97072"/>
                  <a:pt x="5657509" y="97661"/>
                </a:cubicBezTo>
                <a:cubicBezTo>
                  <a:pt x="5656283" y="98207"/>
                  <a:pt x="5654694" y="98749"/>
                  <a:pt x="5652743" y="99295"/>
                </a:cubicBezTo>
                <a:cubicBezTo>
                  <a:pt x="5650788" y="99841"/>
                  <a:pt x="5648519" y="100318"/>
                  <a:pt x="5645931" y="100727"/>
                </a:cubicBezTo>
                <a:cubicBezTo>
                  <a:pt x="5643387" y="101178"/>
                  <a:pt x="5640664" y="101407"/>
                  <a:pt x="5637758" y="101407"/>
                </a:cubicBezTo>
                <a:cubicBezTo>
                  <a:pt x="5632717" y="101407"/>
                  <a:pt x="5628291" y="100704"/>
                  <a:pt x="5624479" y="99295"/>
                </a:cubicBezTo>
                <a:cubicBezTo>
                  <a:pt x="5620710" y="97889"/>
                  <a:pt x="5617530" y="95801"/>
                  <a:pt x="5614944" y="93029"/>
                </a:cubicBezTo>
                <a:cubicBezTo>
                  <a:pt x="5612355" y="90260"/>
                  <a:pt x="5610403" y="86788"/>
                  <a:pt x="5609086" y="82610"/>
                </a:cubicBezTo>
                <a:cubicBezTo>
                  <a:pt x="5607769" y="78433"/>
                  <a:pt x="5607111" y="73575"/>
                  <a:pt x="5607111" y="68034"/>
                </a:cubicBezTo>
                <a:cubicBezTo>
                  <a:pt x="5607111" y="62768"/>
                  <a:pt x="5607791" y="58047"/>
                  <a:pt x="5609154" y="53870"/>
                </a:cubicBezTo>
                <a:cubicBezTo>
                  <a:pt x="5610518" y="49646"/>
                  <a:pt x="5612469" y="46083"/>
                  <a:pt x="5615012" y="43177"/>
                </a:cubicBezTo>
                <a:cubicBezTo>
                  <a:pt x="5617598" y="40225"/>
                  <a:pt x="5620710" y="37979"/>
                  <a:pt x="5624342" y="36436"/>
                </a:cubicBezTo>
                <a:cubicBezTo>
                  <a:pt x="5627974" y="34847"/>
                  <a:pt x="5632037" y="34053"/>
                  <a:pt x="5636532" y="34053"/>
                </a:cubicBezTo>
                <a:cubicBezTo>
                  <a:pt x="5641344" y="34053"/>
                  <a:pt x="5645430" y="34824"/>
                  <a:pt x="5648791" y="36367"/>
                </a:cubicBezTo>
                <a:cubicBezTo>
                  <a:pt x="5652197" y="37910"/>
                  <a:pt x="5654989" y="39999"/>
                  <a:pt x="5657169" y="42634"/>
                </a:cubicBezTo>
                <a:cubicBezTo>
                  <a:pt x="5659346" y="45220"/>
                  <a:pt x="5660935" y="48286"/>
                  <a:pt x="5661935" y="51826"/>
                </a:cubicBezTo>
                <a:cubicBezTo>
                  <a:pt x="5662978" y="55324"/>
                  <a:pt x="5663501" y="59067"/>
                  <a:pt x="5663501" y="63065"/>
                </a:cubicBezTo>
                <a:lnTo>
                  <a:pt x="5663501" y="65108"/>
                </a:lnTo>
                <a:close/>
                <a:moveTo>
                  <a:pt x="5652197" y="61771"/>
                </a:moveTo>
                <a:cubicBezTo>
                  <a:pt x="5652331" y="55867"/>
                  <a:pt x="5651017" y="51238"/>
                  <a:pt x="5648245" y="47877"/>
                </a:cubicBezTo>
                <a:cubicBezTo>
                  <a:pt x="5645522" y="44517"/>
                  <a:pt x="5641459" y="42837"/>
                  <a:pt x="5636055" y="42837"/>
                </a:cubicBezTo>
                <a:cubicBezTo>
                  <a:pt x="5633286" y="42837"/>
                  <a:pt x="5630857" y="43360"/>
                  <a:pt x="5628768" y="44403"/>
                </a:cubicBezTo>
                <a:cubicBezTo>
                  <a:pt x="5626680" y="45449"/>
                  <a:pt x="5624931" y="46832"/>
                  <a:pt x="5623525" y="48557"/>
                </a:cubicBezTo>
                <a:cubicBezTo>
                  <a:pt x="5622116" y="50283"/>
                  <a:pt x="5621027" y="52304"/>
                  <a:pt x="5620256" y="54618"/>
                </a:cubicBezTo>
                <a:cubicBezTo>
                  <a:pt x="5619484" y="56890"/>
                  <a:pt x="5619053" y="59273"/>
                  <a:pt x="5618961" y="61771"/>
                </a:cubicBezTo>
                <a:lnTo>
                  <a:pt x="5652197" y="61771"/>
                </a:lnTo>
                <a:close/>
                <a:moveTo>
                  <a:pt x="5707633" y="100113"/>
                </a:moveTo>
                <a:lnTo>
                  <a:pt x="5699460" y="122655"/>
                </a:lnTo>
                <a:cubicBezTo>
                  <a:pt x="5699189" y="123381"/>
                  <a:pt x="5698486" y="123927"/>
                  <a:pt x="5697348" y="124290"/>
                </a:cubicBezTo>
                <a:cubicBezTo>
                  <a:pt x="5696260" y="124698"/>
                  <a:pt x="5694579" y="124904"/>
                  <a:pt x="5692311" y="124904"/>
                </a:cubicBezTo>
                <a:cubicBezTo>
                  <a:pt x="5691130" y="124904"/>
                  <a:pt x="5690176" y="124836"/>
                  <a:pt x="5689450" y="124698"/>
                </a:cubicBezTo>
                <a:cubicBezTo>
                  <a:pt x="5688724" y="124607"/>
                  <a:pt x="5688156" y="124427"/>
                  <a:pt x="5687747" y="124153"/>
                </a:cubicBezTo>
                <a:cubicBezTo>
                  <a:pt x="5687384" y="123881"/>
                  <a:pt x="5687179" y="123518"/>
                  <a:pt x="5687133" y="123064"/>
                </a:cubicBezTo>
                <a:cubicBezTo>
                  <a:pt x="5687090" y="122610"/>
                  <a:pt x="5687201" y="122064"/>
                  <a:pt x="5687476" y="121429"/>
                </a:cubicBezTo>
                <a:lnTo>
                  <a:pt x="5695920" y="100113"/>
                </a:lnTo>
                <a:cubicBezTo>
                  <a:pt x="5695511" y="99932"/>
                  <a:pt x="5695125" y="99635"/>
                  <a:pt x="5694762" y="99227"/>
                </a:cubicBezTo>
                <a:cubicBezTo>
                  <a:pt x="5694399" y="98818"/>
                  <a:pt x="5694148" y="98387"/>
                  <a:pt x="5694014" y="97932"/>
                </a:cubicBezTo>
                <a:lnTo>
                  <a:pt x="5672151" y="39365"/>
                </a:lnTo>
                <a:cubicBezTo>
                  <a:pt x="5671788" y="38411"/>
                  <a:pt x="5671605" y="37662"/>
                  <a:pt x="5671605" y="37116"/>
                </a:cubicBezTo>
                <a:cubicBezTo>
                  <a:pt x="5671605" y="36570"/>
                  <a:pt x="5671788" y="36139"/>
                  <a:pt x="5672151" y="35822"/>
                </a:cubicBezTo>
                <a:cubicBezTo>
                  <a:pt x="5672514" y="35504"/>
                  <a:pt x="5673105" y="35299"/>
                  <a:pt x="5673923" y="35210"/>
                </a:cubicBezTo>
                <a:cubicBezTo>
                  <a:pt x="5674740" y="35073"/>
                  <a:pt x="5675829" y="35004"/>
                  <a:pt x="5677192" y="35004"/>
                </a:cubicBezTo>
                <a:cubicBezTo>
                  <a:pt x="5678552" y="35004"/>
                  <a:pt x="5679620" y="35050"/>
                  <a:pt x="5680392" y="35142"/>
                </a:cubicBezTo>
                <a:cubicBezTo>
                  <a:pt x="5681163" y="35187"/>
                  <a:pt x="5681775" y="35299"/>
                  <a:pt x="5682229" y="35482"/>
                </a:cubicBezTo>
                <a:cubicBezTo>
                  <a:pt x="5682684" y="35664"/>
                  <a:pt x="5683001" y="35936"/>
                  <a:pt x="5683184" y="36299"/>
                </a:cubicBezTo>
                <a:cubicBezTo>
                  <a:pt x="5683412" y="36616"/>
                  <a:pt x="5683638" y="37070"/>
                  <a:pt x="5683864" y="37662"/>
                </a:cubicBezTo>
                <a:lnTo>
                  <a:pt x="5701369" y="86834"/>
                </a:lnTo>
                <a:lnTo>
                  <a:pt x="5701572" y="86834"/>
                </a:lnTo>
                <a:lnTo>
                  <a:pt x="5718462" y="37388"/>
                </a:lnTo>
                <a:cubicBezTo>
                  <a:pt x="5718734" y="36525"/>
                  <a:pt x="5719051" y="35982"/>
                  <a:pt x="5719417" y="35753"/>
                </a:cubicBezTo>
                <a:cubicBezTo>
                  <a:pt x="5719825" y="35482"/>
                  <a:pt x="5720414" y="35299"/>
                  <a:pt x="5721186" y="35210"/>
                </a:cubicBezTo>
                <a:cubicBezTo>
                  <a:pt x="5721957" y="35073"/>
                  <a:pt x="5723072" y="35004"/>
                  <a:pt x="5724523" y="35004"/>
                </a:cubicBezTo>
                <a:cubicBezTo>
                  <a:pt x="5725795" y="35004"/>
                  <a:pt x="5726838" y="35073"/>
                  <a:pt x="5727655" y="35210"/>
                </a:cubicBezTo>
                <a:cubicBezTo>
                  <a:pt x="5728472" y="35299"/>
                  <a:pt x="5729064" y="35504"/>
                  <a:pt x="5729427" y="35822"/>
                </a:cubicBezTo>
                <a:cubicBezTo>
                  <a:pt x="5729835" y="36139"/>
                  <a:pt x="5730041" y="36570"/>
                  <a:pt x="5730041" y="37116"/>
                </a:cubicBezTo>
                <a:cubicBezTo>
                  <a:pt x="5730041" y="37662"/>
                  <a:pt x="5729904" y="38342"/>
                  <a:pt x="5729632" y="39159"/>
                </a:cubicBezTo>
                <a:lnTo>
                  <a:pt x="5707633" y="100113"/>
                </a:lnTo>
                <a:close/>
                <a:moveTo>
                  <a:pt x="5825590" y="39908"/>
                </a:moveTo>
                <a:cubicBezTo>
                  <a:pt x="5825590" y="41497"/>
                  <a:pt x="5825364" y="42654"/>
                  <a:pt x="5824910" y="43383"/>
                </a:cubicBezTo>
                <a:cubicBezTo>
                  <a:pt x="5824501" y="44063"/>
                  <a:pt x="5823956" y="44403"/>
                  <a:pt x="5823276" y="44403"/>
                </a:cubicBezTo>
                <a:lnTo>
                  <a:pt x="5814489" y="44403"/>
                </a:lnTo>
                <a:cubicBezTo>
                  <a:pt x="5816077" y="46037"/>
                  <a:pt x="5817192" y="47855"/>
                  <a:pt x="5817826" y="49852"/>
                </a:cubicBezTo>
                <a:cubicBezTo>
                  <a:pt x="5818464" y="51804"/>
                  <a:pt x="5818781" y="53847"/>
                  <a:pt x="5818781" y="55981"/>
                </a:cubicBezTo>
                <a:cubicBezTo>
                  <a:pt x="5818781" y="59522"/>
                  <a:pt x="5818212" y="62656"/>
                  <a:pt x="5817078" y="65380"/>
                </a:cubicBezTo>
                <a:cubicBezTo>
                  <a:pt x="5815943" y="68103"/>
                  <a:pt x="5814309" y="70420"/>
                  <a:pt x="5812174" y="72326"/>
                </a:cubicBezTo>
                <a:cubicBezTo>
                  <a:pt x="5810085" y="74186"/>
                  <a:pt x="5807588" y="75618"/>
                  <a:pt x="5804682" y="76618"/>
                </a:cubicBezTo>
                <a:cubicBezTo>
                  <a:pt x="5801776" y="77615"/>
                  <a:pt x="5798552" y="78115"/>
                  <a:pt x="5795012" y="78115"/>
                </a:cubicBezTo>
                <a:cubicBezTo>
                  <a:pt x="5792515" y="78115"/>
                  <a:pt x="5790131" y="77798"/>
                  <a:pt x="5787860" y="77161"/>
                </a:cubicBezTo>
                <a:cubicBezTo>
                  <a:pt x="5785637" y="76481"/>
                  <a:pt x="5783911" y="75641"/>
                  <a:pt x="5782685" y="74641"/>
                </a:cubicBezTo>
                <a:cubicBezTo>
                  <a:pt x="5781868" y="75458"/>
                  <a:pt x="5781187" y="76390"/>
                  <a:pt x="5780642" y="77435"/>
                </a:cubicBezTo>
                <a:cubicBezTo>
                  <a:pt x="5780142" y="78478"/>
                  <a:pt x="5779893" y="79681"/>
                  <a:pt x="5779893" y="81044"/>
                </a:cubicBezTo>
                <a:cubicBezTo>
                  <a:pt x="5779893" y="82633"/>
                  <a:pt x="5780619" y="83950"/>
                  <a:pt x="5782070" y="84993"/>
                </a:cubicBezTo>
                <a:cubicBezTo>
                  <a:pt x="5783571" y="86036"/>
                  <a:pt x="5785545" y="86605"/>
                  <a:pt x="5787997" y="86697"/>
                </a:cubicBezTo>
                <a:lnTo>
                  <a:pt x="5804002" y="87377"/>
                </a:lnTo>
                <a:cubicBezTo>
                  <a:pt x="5807042" y="87468"/>
                  <a:pt x="5809837" y="87900"/>
                  <a:pt x="5812377" y="88671"/>
                </a:cubicBezTo>
                <a:cubicBezTo>
                  <a:pt x="5814920" y="89397"/>
                  <a:pt x="5817123" y="90466"/>
                  <a:pt x="5818984" y="91871"/>
                </a:cubicBezTo>
                <a:cubicBezTo>
                  <a:pt x="5820847" y="93235"/>
                  <a:pt x="5822298" y="94938"/>
                  <a:pt x="5823344" y="96981"/>
                </a:cubicBezTo>
                <a:cubicBezTo>
                  <a:pt x="5824387" y="98978"/>
                  <a:pt x="5824910" y="101316"/>
                  <a:pt x="5824910" y="103996"/>
                </a:cubicBezTo>
                <a:cubicBezTo>
                  <a:pt x="5824910" y="106810"/>
                  <a:pt x="5824319" y="109488"/>
                  <a:pt x="5823138" y="112031"/>
                </a:cubicBezTo>
                <a:cubicBezTo>
                  <a:pt x="5821958" y="114574"/>
                  <a:pt x="5820141" y="116797"/>
                  <a:pt x="5817689" y="118706"/>
                </a:cubicBezTo>
                <a:cubicBezTo>
                  <a:pt x="5815283" y="120658"/>
                  <a:pt x="5812197" y="122178"/>
                  <a:pt x="5808428" y="123270"/>
                </a:cubicBezTo>
                <a:cubicBezTo>
                  <a:pt x="5804659" y="124404"/>
                  <a:pt x="5800210" y="124970"/>
                  <a:pt x="5795081" y="124970"/>
                </a:cubicBezTo>
                <a:cubicBezTo>
                  <a:pt x="5790131" y="124970"/>
                  <a:pt x="5785908" y="124538"/>
                  <a:pt x="5782413" y="123678"/>
                </a:cubicBezTo>
                <a:cubicBezTo>
                  <a:pt x="5778961" y="122861"/>
                  <a:pt x="5776124" y="121724"/>
                  <a:pt x="5773898" y="120272"/>
                </a:cubicBezTo>
                <a:cubicBezTo>
                  <a:pt x="5771675" y="118818"/>
                  <a:pt x="5770063" y="117072"/>
                  <a:pt x="5769063" y="115029"/>
                </a:cubicBezTo>
                <a:cubicBezTo>
                  <a:pt x="5768066" y="113031"/>
                  <a:pt x="5767566" y="110851"/>
                  <a:pt x="5767566" y="108491"/>
                </a:cubicBezTo>
                <a:cubicBezTo>
                  <a:pt x="5767566" y="106991"/>
                  <a:pt x="5767746" y="105539"/>
                  <a:pt x="5768111" y="104130"/>
                </a:cubicBezTo>
                <a:cubicBezTo>
                  <a:pt x="5768474" y="102724"/>
                  <a:pt x="5769017" y="101384"/>
                  <a:pt x="5769746" y="100113"/>
                </a:cubicBezTo>
                <a:cubicBezTo>
                  <a:pt x="5770518" y="98841"/>
                  <a:pt x="5771446" y="97638"/>
                  <a:pt x="5772538" y="96503"/>
                </a:cubicBezTo>
                <a:cubicBezTo>
                  <a:pt x="5773672" y="95323"/>
                  <a:pt x="5774967" y="94166"/>
                  <a:pt x="5776418" y="93029"/>
                </a:cubicBezTo>
                <a:cubicBezTo>
                  <a:pt x="5774195" y="91894"/>
                  <a:pt x="5772538" y="90466"/>
                  <a:pt x="5771446" y="88740"/>
                </a:cubicBezTo>
                <a:cubicBezTo>
                  <a:pt x="5770403" y="87014"/>
                  <a:pt x="5769880" y="85153"/>
                  <a:pt x="5769880" y="83156"/>
                </a:cubicBezTo>
                <a:cubicBezTo>
                  <a:pt x="5769880" y="80384"/>
                  <a:pt x="5770449" y="77910"/>
                  <a:pt x="5771583" y="75732"/>
                </a:cubicBezTo>
                <a:cubicBezTo>
                  <a:pt x="5772718" y="73552"/>
                  <a:pt x="5774127" y="71600"/>
                  <a:pt x="5775807" y="69874"/>
                </a:cubicBezTo>
                <a:cubicBezTo>
                  <a:pt x="5774398" y="68194"/>
                  <a:pt x="5773286" y="66311"/>
                  <a:pt x="5772469" y="64222"/>
                </a:cubicBezTo>
                <a:cubicBezTo>
                  <a:pt x="5771652" y="62088"/>
                  <a:pt x="5771243" y="59522"/>
                  <a:pt x="5771243" y="56527"/>
                </a:cubicBezTo>
                <a:cubicBezTo>
                  <a:pt x="5771243" y="53029"/>
                  <a:pt x="5771832" y="49898"/>
                  <a:pt x="5773015" y="47129"/>
                </a:cubicBezTo>
                <a:cubicBezTo>
                  <a:pt x="5774195" y="44357"/>
                  <a:pt x="5775830" y="42020"/>
                  <a:pt x="5777918" y="40114"/>
                </a:cubicBezTo>
                <a:cubicBezTo>
                  <a:pt x="5780004" y="38205"/>
                  <a:pt x="5782502" y="36753"/>
                  <a:pt x="5785408" y="35753"/>
                </a:cubicBezTo>
                <a:cubicBezTo>
                  <a:pt x="5788360" y="34710"/>
                  <a:pt x="5791560" y="34187"/>
                  <a:pt x="5795012" y="34187"/>
                </a:cubicBezTo>
                <a:cubicBezTo>
                  <a:pt x="5796872" y="34187"/>
                  <a:pt x="5798598" y="34301"/>
                  <a:pt x="5800187" y="34527"/>
                </a:cubicBezTo>
                <a:cubicBezTo>
                  <a:pt x="5801821" y="34710"/>
                  <a:pt x="5803344" y="34982"/>
                  <a:pt x="5804750" y="35344"/>
                </a:cubicBezTo>
                <a:lnTo>
                  <a:pt x="5823276" y="35344"/>
                </a:lnTo>
                <a:cubicBezTo>
                  <a:pt x="5824047" y="35344"/>
                  <a:pt x="5824616" y="35730"/>
                  <a:pt x="5824979" y="36505"/>
                </a:cubicBezTo>
                <a:cubicBezTo>
                  <a:pt x="5825387" y="37230"/>
                  <a:pt x="5825590" y="38365"/>
                  <a:pt x="5825590" y="39908"/>
                </a:cubicBezTo>
                <a:close/>
                <a:moveTo>
                  <a:pt x="5808019" y="56050"/>
                </a:moveTo>
                <a:cubicBezTo>
                  <a:pt x="5808019" y="51872"/>
                  <a:pt x="5806862" y="48626"/>
                  <a:pt x="5804547" y="46312"/>
                </a:cubicBezTo>
                <a:cubicBezTo>
                  <a:pt x="5802276" y="43948"/>
                  <a:pt x="5799030" y="42768"/>
                  <a:pt x="5794806" y="42768"/>
                </a:cubicBezTo>
                <a:cubicBezTo>
                  <a:pt x="5792629" y="42768"/>
                  <a:pt x="5790720" y="43131"/>
                  <a:pt x="5789086" y="43860"/>
                </a:cubicBezTo>
                <a:cubicBezTo>
                  <a:pt x="5787497" y="44586"/>
                  <a:pt x="5786157" y="45583"/>
                  <a:pt x="5785068" y="46854"/>
                </a:cubicBezTo>
                <a:cubicBezTo>
                  <a:pt x="5784025" y="48126"/>
                  <a:pt x="5783231" y="49603"/>
                  <a:pt x="5782685" y="51281"/>
                </a:cubicBezTo>
                <a:cubicBezTo>
                  <a:pt x="5782185" y="52915"/>
                  <a:pt x="5781936" y="54641"/>
                  <a:pt x="5781936" y="56458"/>
                </a:cubicBezTo>
                <a:cubicBezTo>
                  <a:pt x="5781936" y="60499"/>
                  <a:pt x="5783071" y="63677"/>
                  <a:pt x="5785339" y="65991"/>
                </a:cubicBezTo>
                <a:cubicBezTo>
                  <a:pt x="5787657" y="68309"/>
                  <a:pt x="5790880" y="69466"/>
                  <a:pt x="5795012" y="69466"/>
                </a:cubicBezTo>
                <a:cubicBezTo>
                  <a:pt x="5797235" y="69466"/>
                  <a:pt x="5799167" y="69126"/>
                  <a:pt x="5800801" y="68443"/>
                </a:cubicBezTo>
                <a:cubicBezTo>
                  <a:pt x="5802436" y="67717"/>
                  <a:pt x="5803773" y="66743"/>
                  <a:pt x="5804819" y="65517"/>
                </a:cubicBezTo>
                <a:cubicBezTo>
                  <a:pt x="5805908" y="64245"/>
                  <a:pt x="5806702" y="62791"/>
                  <a:pt x="5807202" y="61156"/>
                </a:cubicBezTo>
                <a:cubicBezTo>
                  <a:pt x="5807748" y="59522"/>
                  <a:pt x="5808019" y="57819"/>
                  <a:pt x="5808019" y="56050"/>
                </a:cubicBezTo>
                <a:close/>
                <a:moveTo>
                  <a:pt x="5813671" y="104607"/>
                </a:moveTo>
                <a:cubicBezTo>
                  <a:pt x="5813671" y="101976"/>
                  <a:pt x="5812583" y="99952"/>
                  <a:pt x="5810402" y="98547"/>
                </a:cubicBezTo>
                <a:cubicBezTo>
                  <a:pt x="5808268" y="97092"/>
                  <a:pt x="5805365" y="96321"/>
                  <a:pt x="5801684" y="96232"/>
                </a:cubicBezTo>
                <a:lnTo>
                  <a:pt x="5785817" y="95686"/>
                </a:lnTo>
                <a:cubicBezTo>
                  <a:pt x="5784365" y="96821"/>
                  <a:pt x="5783162" y="97909"/>
                  <a:pt x="5782208" y="98955"/>
                </a:cubicBezTo>
                <a:cubicBezTo>
                  <a:pt x="5781299" y="99952"/>
                  <a:pt x="5780573" y="100907"/>
                  <a:pt x="5780027" y="101816"/>
                </a:cubicBezTo>
                <a:cubicBezTo>
                  <a:pt x="5779484" y="102770"/>
                  <a:pt x="5779099" y="103699"/>
                  <a:pt x="5778870" y="104607"/>
                </a:cubicBezTo>
                <a:cubicBezTo>
                  <a:pt x="5778690" y="105516"/>
                  <a:pt x="5778599" y="106448"/>
                  <a:pt x="5778599" y="107399"/>
                </a:cubicBezTo>
                <a:cubicBezTo>
                  <a:pt x="5778599" y="110351"/>
                  <a:pt x="5780096" y="112577"/>
                  <a:pt x="5783093" y="114074"/>
                </a:cubicBezTo>
                <a:cubicBezTo>
                  <a:pt x="5786091" y="115617"/>
                  <a:pt x="5790269" y="116389"/>
                  <a:pt x="5795624" y="116389"/>
                </a:cubicBezTo>
                <a:cubicBezTo>
                  <a:pt x="5799030" y="116389"/>
                  <a:pt x="5801867" y="116049"/>
                  <a:pt x="5804136" y="115369"/>
                </a:cubicBezTo>
                <a:cubicBezTo>
                  <a:pt x="5806453" y="114731"/>
                  <a:pt x="5808314" y="113869"/>
                  <a:pt x="5809722" y="112780"/>
                </a:cubicBezTo>
                <a:cubicBezTo>
                  <a:pt x="5811128" y="111691"/>
                  <a:pt x="5812128" y="110442"/>
                  <a:pt x="5812720" y="109034"/>
                </a:cubicBezTo>
                <a:cubicBezTo>
                  <a:pt x="5813354" y="107628"/>
                  <a:pt x="5813671" y="106150"/>
                  <a:pt x="5813671" y="104607"/>
                </a:cubicBezTo>
                <a:close/>
                <a:moveTo>
                  <a:pt x="5891175" y="65108"/>
                </a:moveTo>
                <a:cubicBezTo>
                  <a:pt x="5891175" y="66877"/>
                  <a:pt x="5890721" y="68149"/>
                  <a:pt x="5889812" y="68920"/>
                </a:cubicBezTo>
                <a:cubicBezTo>
                  <a:pt x="5888949" y="69649"/>
                  <a:pt x="5887952" y="70012"/>
                  <a:pt x="5886818" y="70012"/>
                </a:cubicBezTo>
                <a:lnTo>
                  <a:pt x="5846636" y="70012"/>
                </a:lnTo>
                <a:cubicBezTo>
                  <a:pt x="5846636" y="73415"/>
                  <a:pt x="5846976" y="76481"/>
                  <a:pt x="5847656" y="79204"/>
                </a:cubicBezTo>
                <a:cubicBezTo>
                  <a:pt x="5848339" y="81930"/>
                  <a:pt x="5849473" y="84268"/>
                  <a:pt x="5851062" y="86219"/>
                </a:cubicBezTo>
                <a:cubicBezTo>
                  <a:pt x="5852651" y="88171"/>
                  <a:pt x="5854717" y="89671"/>
                  <a:pt x="5857260" y="90714"/>
                </a:cubicBezTo>
                <a:cubicBezTo>
                  <a:pt x="5859803" y="91760"/>
                  <a:pt x="5862912" y="92280"/>
                  <a:pt x="5866590" y="92280"/>
                </a:cubicBezTo>
                <a:cubicBezTo>
                  <a:pt x="5869496" y="92280"/>
                  <a:pt x="5872082" y="92054"/>
                  <a:pt x="5874353" y="91600"/>
                </a:cubicBezTo>
                <a:cubicBezTo>
                  <a:pt x="5876625" y="91100"/>
                  <a:pt x="5878577" y="90554"/>
                  <a:pt x="5880211" y="89966"/>
                </a:cubicBezTo>
                <a:cubicBezTo>
                  <a:pt x="5881889" y="89374"/>
                  <a:pt x="5883252" y="88854"/>
                  <a:pt x="5884297" y="88400"/>
                </a:cubicBezTo>
                <a:cubicBezTo>
                  <a:pt x="5885386" y="87900"/>
                  <a:pt x="5886203" y="87651"/>
                  <a:pt x="5886749" y="87651"/>
                </a:cubicBezTo>
                <a:cubicBezTo>
                  <a:pt x="5887066" y="87651"/>
                  <a:pt x="5887338" y="87740"/>
                  <a:pt x="5887566" y="87922"/>
                </a:cubicBezTo>
                <a:cubicBezTo>
                  <a:pt x="5887838" y="88060"/>
                  <a:pt x="5888041" y="88285"/>
                  <a:pt x="5888178" y="88603"/>
                </a:cubicBezTo>
                <a:cubicBezTo>
                  <a:pt x="5888315" y="88920"/>
                  <a:pt x="5888407" y="89374"/>
                  <a:pt x="5888452" y="89966"/>
                </a:cubicBezTo>
                <a:cubicBezTo>
                  <a:pt x="5888541" y="90511"/>
                  <a:pt x="5888587" y="91191"/>
                  <a:pt x="5888587" y="92009"/>
                </a:cubicBezTo>
                <a:cubicBezTo>
                  <a:pt x="5888587" y="92597"/>
                  <a:pt x="5888564" y="93120"/>
                  <a:pt x="5888518" y="93575"/>
                </a:cubicBezTo>
                <a:cubicBezTo>
                  <a:pt x="5888472" y="93983"/>
                  <a:pt x="5888407" y="94369"/>
                  <a:pt x="5888315" y="94732"/>
                </a:cubicBezTo>
                <a:cubicBezTo>
                  <a:pt x="5888269" y="95049"/>
                  <a:pt x="5888155" y="95346"/>
                  <a:pt x="5887975" y="95618"/>
                </a:cubicBezTo>
                <a:cubicBezTo>
                  <a:pt x="5887838" y="95889"/>
                  <a:pt x="5887635" y="96163"/>
                  <a:pt x="5887361" y="96435"/>
                </a:cubicBezTo>
                <a:cubicBezTo>
                  <a:pt x="5887135" y="96664"/>
                  <a:pt x="5886406" y="97072"/>
                  <a:pt x="5885183" y="97661"/>
                </a:cubicBezTo>
                <a:cubicBezTo>
                  <a:pt x="5883955" y="98207"/>
                  <a:pt x="5882366" y="98749"/>
                  <a:pt x="5880414" y="99295"/>
                </a:cubicBezTo>
                <a:cubicBezTo>
                  <a:pt x="5878462" y="99841"/>
                  <a:pt x="5876194" y="100318"/>
                  <a:pt x="5873605" y="100727"/>
                </a:cubicBezTo>
                <a:cubicBezTo>
                  <a:pt x="5871062" y="101178"/>
                  <a:pt x="5868338" y="101407"/>
                  <a:pt x="5865432" y="101407"/>
                </a:cubicBezTo>
                <a:cubicBezTo>
                  <a:pt x="5860392" y="101407"/>
                  <a:pt x="5855965" y="100704"/>
                  <a:pt x="5852151" y="99295"/>
                </a:cubicBezTo>
                <a:cubicBezTo>
                  <a:pt x="5848382" y="97889"/>
                  <a:pt x="5845204" y="95801"/>
                  <a:pt x="5842615" y="93029"/>
                </a:cubicBezTo>
                <a:cubicBezTo>
                  <a:pt x="5840029" y="90260"/>
                  <a:pt x="5838077" y="86788"/>
                  <a:pt x="5836760" y="82610"/>
                </a:cubicBezTo>
                <a:cubicBezTo>
                  <a:pt x="5835443" y="78433"/>
                  <a:pt x="5834786" y="73575"/>
                  <a:pt x="5834786" y="68034"/>
                </a:cubicBezTo>
                <a:cubicBezTo>
                  <a:pt x="5834786" y="62768"/>
                  <a:pt x="5835466" y="58047"/>
                  <a:pt x="5836829" y="53870"/>
                </a:cubicBezTo>
                <a:cubicBezTo>
                  <a:pt x="5838189" y="49646"/>
                  <a:pt x="5840143" y="46083"/>
                  <a:pt x="5842684" y="43177"/>
                </a:cubicBezTo>
                <a:cubicBezTo>
                  <a:pt x="5845273" y="40225"/>
                  <a:pt x="5848382" y="37979"/>
                  <a:pt x="5852016" y="36436"/>
                </a:cubicBezTo>
                <a:cubicBezTo>
                  <a:pt x="5855648" y="34847"/>
                  <a:pt x="5859712" y="34053"/>
                  <a:pt x="5864206" y="34053"/>
                </a:cubicBezTo>
                <a:cubicBezTo>
                  <a:pt x="5869018" y="34053"/>
                  <a:pt x="5873105" y="34824"/>
                  <a:pt x="5876465" y="36367"/>
                </a:cubicBezTo>
                <a:cubicBezTo>
                  <a:pt x="5879868" y="37910"/>
                  <a:pt x="5882663" y="39999"/>
                  <a:pt x="5884840" y="42634"/>
                </a:cubicBezTo>
                <a:cubicBezTo>
                  <a:pt x="5887021" y="45220"/>
                  <a:pt x="5888609" y="48286"/>
                  <a:pt x="5889610" y="51826"/>
                </a:cubicBezTo>
                <a:cubicBezTo>
                  <a:pt x="5890653" y="55324"/>
                  <a:pt x="5891175" y="59067"/>
                  <a:pt x="5891175" y="63065"/>
                </a:cubicBezTo>
                <a:lnTo>
                  <a:pt x="5891175" y="65108"/>
                </a:lnTo>
                <a:close/>
                <a:moveTo>
                  <a:pt x="5879868" y="61771"/>
                </a:moveTo>
                <a:cubicBezTo>
                  <a:pt x="5880005" y="55867"/>
                  <a:pt x="5878688" y="51238"/>
                  <a:pt x="5875919" y="47877"/>
                </a:cubicBezTo>
                <a:cubicBezTo>
                  <a:pt x="5873196" y="44517"/>
                  <a:pt x="5869133" y="42837"/>
                  <a:pt x="5863729" y="42837"/>
                </a:cubicBezTo>
                <a:cubicBezTo>
                  <a:pt x="5860960" y="42837"/>
                  <a:pt x="5858531" y="43360"/>
                  <a:pt x="5856443" y="44403"/>
                </a:cubicBezTo>
                <a:cubicBezTo>
                  <a:pt x="5854354" y="45449"/>
                  <a:pt x="5852605" y="46832"/>
                  <a:pt x="5851199" y="48557"/>
                </a:cubicBezTo>
                <a:cubicBezTo>
                  <a:pt x="5849790" y="50283"/>
                  <a:pt x="5848702" y="52304"/>
                  <a:pt x="5847930" y="54618"/>
                </a:cubicBezTo>
                <a:cubicBezTo>
                  <a:pt x="5847156" y="56890"/>
                  <a:pt x="5846724" y="59273"/>
                  <a:pt x="5846636" y="61771"/>
                </a:cubicBezTo>
                <a:lnTo>
                  <a:pt x="5879868" y="61771"/>
                </a:lnTo>
                <a:close/>
                <a:moveTo>
                  <a:pt x="5965273" y="67083"/>
                </a:moveTo>
                <a:cubicBezTo>
                  <a:pt x="5965273" y="72078"/>
                  <a:pt x="5964616" y="76684"/>
                  <a:pt x="5963299" y="80907"/>
                </a:cubicBezTo>
                <a:cubicBezTo>
                  <a:pt x="5961981" y="85085"/>
                  <a:pt x="5960007" y="88694"/>
                  <a:pt x="5957372" y="91737"/>
                </a:cubicBezTo>
                <a:cubicBezTo>
                  <a:pt x="5954783" y="94778"/>
                  <a:pt x="5951514" y="97161"/>
                  <a:pt x="5947565" y="98887"/>
                </a:cubicBezTo>
                <a:cubicBezTo>
                  <a:pt x="5943662" y="100567"/>
                  <a:pt x="5939121" y="101407"/>
                  <a:pt x="5933944" y="101407"/>
                </a:cubicBezTo>
                <a:cubicBezTo>
                  <a:pt x="5928906" y="101407"/>
                  <a:pt x="5924500" y="100658"/>
                  <a:pt x="5920733" y="99158"/>
                </a:cubicBezTo>
                <a:cubicBezTo>
                  <a:pt x="5917010" y="97661"/>
                  <a:pt x="5913898" y="95481"/>
                  <a:pt x="5911401" y="92620"/>
                </a:cubicBezTo>
                <a:cubicBezTo>
                  <a:pt x="5908906" y="89760"/>
                  <a:pt x="5907043" y="86288"/>
                  <a:pt x="5905817" y="82202"/>
                </a:cubicBezTo>
                <a:cubicBezTo>
                  <a:pt x="5904591" y="78115"/>
                  <a:pt x="5903980" y="73483"/>
                  <a:pt x="5903980" y="68309"/>
                </a:cubicBezTo>
                <a:cubicBezTo>
                  <a:pt x="5903980" y="63314"/>
                  <a:pt x="5904614" y="58727"/>
                  <a:pt x="5905886" y="54550"/>
                </a:cubicBezTo>
                <a:cubicBezTo>
                  <a:pt x="5907203" y="50329"/>
                  <a:pt x="5909155" y="46697"/>
                  <a:pt x="5911744" y="43654"/>
                </a:cubicBezTo>
                <a:cubicBezTo>
                  <a:pt x="5914375" y="40611"/>
                  <a:pt x="5917644" y="38250"/>
                  <a:pt x="5921551" y="36570"/>
                </a:cubicBezTo>
                <a:cubicBezTo>
                  <a:pt x="5925454" y="34890"/>
                  <a:pt x="5930017" y="34053"/>
                  <a:pt x="5935238" y="34053"/>
                </a:cubicBezTo>
                <a:cubicBezTo>
                  <a:pt x="5940279" y="34053"/>
                  <a:pt x="5944659" y="34801"/>
                  <a:pt x="5948383" y="36299"/>
                </a:cubicBezTo>
                <a:cubicBezTo>
                  <a:pt x="5952152" y="37796"/>
                  <a:pt x="5955283" y="39976"/>
                  <a:pt x="5957781" y="42837"/>
                </a:cubicBezTo>
                <a:cubicBezTo>
                  <a:pt x="5960278" y="45697"/>
                  <a:pt x="5962139" y="49172"/>
                  <a:pt x="5963367" y="53258"/>
                </a:cubicBezTo>
                <a:cubicBezTo>
                  <a:pt x="5964636" y="57344"/>
                  <a:pt x="5965273" y="61951"/>
                  <a:pt x="5965273" y="67083"/>
                </a:cubicBezTo>
                <a:close/>
                <a:moveTo>
                  <a:pt x="5953423" y="67831"/>
                </a:moveTo>
                <a:cubicBezTo>
                  <a:pt x="5953423" y="64517"/>
                  <a:pt x="5953106" y="61385"/>
                  <a:pt x="5952469" y="58433"/>
                </a:cubicBezTo>
                <a:cubicBezTo>
                  <a:pt x="5951880" y="55481"/>
                  <a:pt x="5950880" y="52892"/>
                  <a:pt x="5949471" y="50669"/>
                </a:cubicBezTo>
                <a:cubicBezTo>
                  <a:pt x="5948065" y="48443"/>
                  <a:pt x="5946159" y="46697"/>
                  <a:pt x="5943751" y="45426"/>
                </a:cubicBezTo>
                <a:cubicBezTo>
                  <a:pt x="5941345" y="44108"/>
                  <a:pt x="5938350" y="43451"/>
                  <a:pt x="5934761" y="43451"/>
                </a:cubicBezTo>
                <a:cubicBezTo>
                  <a:pt x="5931449" y="43451"/>
                  <a:pt x="5928586" y="44040"/>
                  <a:pt x="5926180" y="45220"/>
                </a:cubicBezTo>
                <a:cubicBezTo>
                  <a:pt x="5923820" y="46400"/>
                  <a:pt x="5921868" y="48080"/>
                  <a:pt x="5920325" y="50261"/>
                </a:cubicBezTo>
                <a:cubicBezTo>
                  <a:pt x="5918779" y="52395"/>
                  <a:pt x="5917622" y="54935"/>
                  <a:pt x="5916850" y="57887"/>
                </a:cubicBezTo>
                <a:cubicBezTo>
                  <a:pt x="5916124" y="60839"/>
                  <a:pt x="5915761" y="64062"/>
                  <a:pt x="5915761" y="67560"/>
                </a:cubicBezTo>
                <a:cubicBezTo>
                  <a:pt x="5915761" y="70917"/>
                  <a:pt x="5916056" y="74075"/>
                  <a:pt x="5916647" y="77027"/>
                </a:cubicBezTo>
                <a:cubicBezTo>
                  <a:pt x="5917282" y="79976"/>
                  <a:pt x="5918305" y="82565"/>
                  <a:pt x="5919710" y="84791"/>
                </a:cubicBezTo>
                <a:cubicBezTo>
                  <a:pt x="5921165" y="86968"/>
                  <a:pt x="5923094" y="88717"/>
                  <a:pt x="5925500" y="90034"/>
                </a:cubicBezTo>
                <a:cubicBezTo>
                  <a:pt x="5927906" y="91306"/>
                  <a:pt x="5930903" y="91940"/>
                  <a:pt x="5934489" y="91940"/>
                </a:cubicBezTo>
                <a:cubicBezTo>
                  <a:pt x="5937758" y="91940"/>
                  <a:pt x="5940596" y="91351"/>
                  <a:pt x="5943002" y="90168"/>
                </a:cubicBezTo>
                <a:cubicBezTo>
                  <a:pt x="5945408" y="88988"/>
                  <a:pt x="5947385" y="87331"/>
                  <a:pt x="5948928" y="85199"/>
                </a:cubicBezTo>
                <a:cubicBezTo>
                  <a:pt x="5950471" y="83065"/>
                  <a:pt x="5951606" y="80521"/>
                  <a:pt x="5952332" y="77570"/>
                </a:cubicBezTo>
                <a:cubicBezTo>
                  <a:pt x="5953060" y="74618"/>
                  <a:pt x="5953423" y="71372"/>
                  <a:pt x="5953423" y="67831"/>
                </a:cubicBezTo>
                <a:close/>
                <a:moveTo>
                  <a:pt x="6072741" y="98409"/>
                </a:moveTo>
                <a:cubicBezTo>
                  <a:pt x="6072741" y="98772"/>
                  <a:pt x="6072650" y="99092"/>
                  <a:pt x="6072470" y="99364"/>
                </a:cubicBezTo>
                <a:cubicBezTo>
                  <a:pt x="6072287" y="99590"/>
                  <a:pt x="6071992" y="99795"/>
                  <a:pt x="6071584" y="99975"/>
                </a:cubicBezTo>
                <a:cubicBezTo>
                  <a:pt x="6071175" y="100158"/>
                  <a:pt x="6070606" y="100295"/>
                  <a:pt x="6069881" y="100384"/>
                </a:cubicBezTo>
                <a:cubicBezTo>
                  <a:pt x="6069155" y="100475"/>
                  <a:pt x="6068246" y="100521"/>
                  <a:pt x="6067157" y="100521"/>
                </a:cubicBezTo>
                <a:cubicBezTo>
                  <a:pt x="6066023" y="100521"/>
                  <a:pt x="6065091" y="100475"/>
                  <a:pt x="6064366" y="100384"/>
                </a:cubicBezTo>
                <a:cubicBezTo>
                  <a:pt x="6063640" y="100295"/>
                  <a:pt x="6063048" y="100158"/>
                  <a:pt x="6062594" y="99975"/>
                </a:cubicBezTo>
                <a:cubicBezTo>
                  <a:pt x="6062185" y="99795"/>
                  <a:pt x="6061891" y="99590"/>
                  <a:pt x="6061708" y="99364"/>
                </a:cubicBezTo>
                <a:cubicBezTo>
                  <a:pt x="6061528" y="99092"/>
                  <a:pt x="6061437" y="98772"/>
                  <a:pt x="6061437" y="98409"/>
                </a:cubicBezTo>
                <a:lnTo>
                  <a:pt x="6061437" y="61156"/>
                </a:lnTo>
                <a:cubicBezTo>
                  <a:pt x="6061437" y="58570"/>
                  <a:pt x="6061208" y="56207"/>
                  <a:pt x="6060754" y="54075"/>
                </a:cubicBezTo>
                <a:cubicBezTo>
                  <a:pt x="6060302" y="51941"/>
                  <a:pt x="6059576" y="50101"/>
                  <a:pt x="6058576" y="48557"/>
                </a:cubicBezTo>
                <a:cubicBezTo>
                  <a:pt x="6057576" y="47014"/>
                  <a:pt x="6056308" y="45834"/>
                  <a:pt x="6054762" y="45017"/>
                </a:cubicBezTo>
                <a:cubicBezTo>
                  <a:pt x="6053219" y="44200"/>
                  <a:pt x="6051404" y="43791"/>
                  <a:pt x="6049312" y="43791"/>
                </a:cubicBezTo>
                <a:cubicBezTo>
                  <a:pt x="6046726" y="43791"/>
                  <a:pt x="6044115" y="44788"/>
                  <a:pt x="6041483" y="46786"/>
                </a:cubicBezTo>
                <a:cubicBezTo>
                  <a:pt x="6038894" y="48786"/>
                  <a:pt x="6036034" y="51712"/>
                  <a:pt x="6032902" y="55573"/>
                </a:cubicBezTo>
                <a:lnTo>
                  <a:pt x="6032902" y="98409"/>
                </a:lnTo>
                <a:cubicBezTo>
                  <a:pt x="6032902" y="98772"/>
                  <a:pt x="6032810" y="99092"/>
                  <a:pt x="6032627" y="99364"/>
                </a:cubicBezTo>
                <a:cubicBezTo>
                  <a:pt x="6032447" y="99590"/>
                  <a:pt x="6032130" y="99795"/>
                  <a:pt x="6031673" y="99975"/>
                </a:cubicBezTo>
                <a:cubicBezTo>
                  <a:pt x="6031267" y="100158"/>
                  <a:pt x="6030699" y="100295"/>
                  <a:pt x="6029973" y="100384"/>
                </a:cubicBezTo>
                <a:cubicBezTo>
                  <a:pt x="6029247" y="100475"/>
                  <a:pt x="6028338" y="100521"/>
                  <a:pt x="6027247" y="100521"/>
                </a:cubicBezTo>
                <a:cubicBezTo>
                  <a:pt x="6026204" y="100521"/>
                  <a:pt x="6025295" y="100475"/>
                  <a:pt x="6024524" y="100384"/>
                </a:cubicBezTo>
                <a:cubicBezTo>
                  <a:pt x="6023798" y="100295"/>
                  <a:pt x="6023206" y="100158"/>
                  <a:pt x="6022752" y="99975"/>
                </a:cubicBezTo>
                <a:cubicBezTo>
                  <a:pt x="6022343" y="99795"/>
                  <a:pt x="6022049" y="99590"/>
                  <a:pt x="6021866" y="99364"/>
                </a:cubicBezTo>
                <a:cubicBezTo>
                  <a:pt x="6021732" y="99092"/>
                  <a:pt x="6021663" y="98772"/>
                  <a:pt x="6021663" y="98409"/>
                </a:cubicBezTo>
                <a:lnTo>
                  <a:pt x="6021663" y="61156"/>
                </a:lnTo>
                <a:cubicBezTo>
                  <a:pt x="6021663" y="58570"/>
                  <a:pt x="6021415" y="56207"/>
                  <a:pt x="6020915" y="54075"/>
                </a:cubicBezTo>
                <a:cubicBezTo>
                  <a:pt x="6020414" y="51941"/>
                  <a:pt x="6019666" y="50101"/>
                  <a:pt x="6018666" y="48557"/>
                </a:cubicBezTo>
                <a:cubicBezTo>
                  <a:pt x="6017668" y="47014"/>
                  <a:pt x="6016397" y="45834"/>
                  <a:pt x="6014854" y="45017"/>
                </a:cubicBezTo>
                <a:cubicBezTo>
                  <a:pt x="6013354" y="44200"/>
                  <a:pt x="6011562" y="43791"/>
                  <a:pt x="6009473" y="43791"/>
                </a:cubicBezTo>
                <a:cubicBezTo>
                  <a:pt x="6006884" y="43791"/>
                  <a:pt x="6004275" y="44788"/>
                  <a:pt x="6001641" y="46786"/>
                </a:cubicBezTo>
                <a:cubicBezTo>
                  <a:pt x="5999006" y="48786"/>
                  <a:pt x="5996146" y="51712"/>
                  <a:pt x="5993060" y="55573"/>
                </a:cubicBezTo>
                <a:lnTo>
                  <a:pt x="5993060" y="98409"/>
                </a:lnTo>
                <a:cubicBezTo>
                  <a:pt x="5993060" y="98772"/>
                  <a:pt x="5992968" y="99092"/>
                  <a:pt x="5992788" y="99364"/>
                </a:cubicBezTo>
                <a:cubicBezTo>
                  <a:pt x="5992605" y="99590"/>
                  <a:pt x="5992311" y="99795"/>
                  <a:pt x="5991902" y="99975"/>
                </a:cubicBezTo>
                <a:cubicBezTo>
                  <a:pt x="5991494" y="100158"/>
                  <a:pt x="5990925" y="100295"/>
                  <a:pt x="5990199" y="100384"/>
                </a:cubicBezTo>
                <a:cubicBezTo>
                  <a:pt x="5989473" y="100475"/>
                  <a:pt x="5988542" y="100521"/>
                  <a:pt x="5987407" y="100521"/>
                </a:cubicBezTo>
                <a:cubicBezTo>
                  <a:pt x="5986316" y="100521"/>
                  <a:pt x="5985410" y="100475"/>
                  <a:pt x="5984681" y="100384"/>
                </a:cubicBezTo>
                <a:cubicBezTo>
                  <a:pt x="5983956" y="100295"/>
                  <a:pt x="5983367" y="100158"/>
                  <a:pt x="5982913" y="99975"/>
                </a:cubicBezTo>
                <a:cubicBezTo>
                  <a:pt x="5982504" y="99795"/>
                  <a:pt x="5982207" y="99590"/>
                  <a:pt x="5982027" y="99364"/>
                </a:cubicBezTo>
                <a:cubicBezTo>
                  <a:pt x="5981890" y="99092"/>
                  <a:pt x="5981821" y="98772"/>
                  <a:pt x="5981821" y="98409"/>
                </a:cubicBezTo>
                <a:lnTo>
                  <a:pt x="5981821" y="37116"/>
                </a:lnTo>
                <a:cubicBezTo>
                  <a:pt x="5981821" y="36753"/>
                  <a:pt x="5981890" y="36459"/>
                  <a:pt x="5982027" y="36230"/>
                </a:cubicBezTo>
                <a:cubicBezTo>
                  <a:pt x="5982164" y="35959"/>
                  <a:pt x="5982435" y="35730"/>
                  <a:pt x="5982844" y="35550"/>
                </a:cubicBezTo>
                <a:cubicBezTo>
                  <a:pt x="5983253" y="35322"/>
                  <a:pt x="5983776" y="35187"/>
                  <a:pt x="5984410" y="35142"/>
                </a:cubicBezTo>
                <a:cubicBezTo>
                  <a:pt x="5985047" y="35050"/>
                  <a:pt x="5985887" y="35004"/>
                  <a:pt x="5986930" y="35004"/>
                </a:cubicBezTo>
                <a:cubicBezTo>
                  <a:pt x="5987928" y="35004"/>
                  <a:pt x="5988745" y="35050"/>
                  <a:pt x="5989382" y="35142"/>
                </a:cubicBezTo>
                <a:cubicBezTo>
                  <a:pt x="5990062" y="35187"/>
                  <a:pt x="5990585" y="35322"/>
                  <a:pt x="5990948" y="35550"/>
                </a:cubicBezTo>
                <a:cubicBezTo>
                  <a:pt x="5991311" y="35730"/>
                  <a:pt x="5991562" y="35959"/>
                  <a:pt x="5991697" y="36230"/>
                </a:cubicBezTo>
                <a:cubicBezTo>
                  <a:pt x="5991879" y="36459"/>
                  <a:pt x="5991971" y="36753"/>
                  <a:pt x="5991971" y="37116"/>
                </a:cubicBezTo>
                <a:lnTo>
                  <a:pt x="5991971" y="45220"/>
                </a:lnTo>
                <a:cubicBezTo>
                  <a:pt x="5995420" y="41362"/>
                  <a:pt x="5998757" y="38548"/>
                  <a:pt x="6001981" y="36776"/>
                </a:cubicBezTo>
                <a:cubicBezTo>
                  <a:pt x="6005250" y="34959"/>
                  <a:pt x="6008542" y="34053"/>
                  <a:pt x="6011856" y="34053"/>
                </a:cubicBezTo>
                <a:cubicBezTo>
                  <a:pt x="6014399" y="34053"/>
                  <a:pt x="6016668" y="34347"/>
                  <a:pt x="6018666" y="34936"/>
                </a:cubicBezTo>
                <a:cubicBezTo>
                  <a:pt x="6020709" y="35527"/>
                  <a:pt x="6022503" y="36367"/>
                  <a:pt x="6024046" y="37456"/>
                </a:cubicBezTo>
                <a:cubicBezTo>
                  <a:pt x="6025589" y="38502"/>
                  <a:pt x="6026907" y="39774"/>
                  <a:pt x="6027998" y="41271"/>
                </a:cubicBezTo>
                <a:cubicBezTo>
                  <a:pt x="6029087" y="42722"/>
                  <a:pt x="6029996" y="44357"/>
                  <a:pt x="6030721" y="46174"/>
                </a:cubicBezTo>
                <a:cubicBezTo>
                  <a:pt x="6032765" y="43948"/>
                  <a:pt x="6034693" y="42065"/>
                  <a:pt x="6036511" y="40522"/>
                </a:cubicBezTo>
                <a:cubicBezTo>
                  <a:pt x="6038371" y="38976"/>
                  <a:pt x="6040143" y="37730"/>
                  <a:pt x="6041823" y="36776"/>
                </a:cubicBezTo>
                <a:cubicBezTo>
                  <a:pt x="6043549" y="35822"/>
                  <a:pt x="6045206" y="35142"/>
                  <a:pt x="6046795" y="34733"/>
                </a:cubicBezTo>
                <a:cubicBezTo>
                  <a:pt x="6048429" y="34279"/>
                  <a:pt x="6050064" y="34053"/>
                  <a:pt x="6051698" y="34053"/>
                </a:cubicBezTo>
                <a:cubicBezTo>
                  <a:pt x="6055647" y="34053"/>
                  <a:pt x="6058962" y="34756"/>
                  <a:pt x="6061640" y="36162"/>
                </a:cubicBezTo>
                <a:cubicBezTo>
                  <a:pt x="6064320" y="37525"/>
                  <a:pt x="6066477" y="39365"/>
                  <a:pt x="6068112" y="41679"/>
                </a:cubicBezTo>
                <a:cubicBezTo>
                  <a:pt x="6069789" y="43994"/>
                  <a:pt x="6070972" y="46720"/>
                  <a:pt x="6071652" y="49852"/>
                </a:cubicBezTo>
                <a:cubicBezTo>
                  <a:pt x="6072378" y="52938"/>
                  <a:pt x="6072741" y="56207"/>
                  <a:pt x="6072741" y="59659"/>
                </a:cubicBezTo>
                <a:lnTo>
                  <a:pt x="6072741" y="98409"/>
                </a:lnTo>
                <a:close/>
                <a:moveTo>
                  <a:pt x="6145544" y="65108"/>
                </a:moveTo>
                <a:cubicBezTo>
                  <a:pt x="6145544" y="66877"/>
                  <a:pt x="6145090" y="68149"/>
                  <a:pt x="6144184" y="68920"/>
                </a:cubicBezTo>
                <a:cubicBezTo>
                  <a:pt x="6143321" y="69649"/>
                  <a:pt x="6142321" y="70012"/>
                  <a:pt x="6141187" y="70012"/>
                </a:cubicBezTo>
                <a:lnTo>
                  <a:pt x="6101005" y="70012"/>
                </a:lnTo>
                <a:cubicBezTo>
                  <a:pt x="6101005" y="73415"/>
                  <a:pt x="6101345" y="76481"/>
                  <a:pt x="6102028" y="79204"/>
                </a:cubicBezTo>
                <a:cubicBezTo>
                  <a:pt x="6102708" y="81930"/>
                  <a:pt x="6103842" y="84268"/>
                  <a:pt x="6105431" y="86219"/>
                </a:cubicBezTo>
                <a:cubicBezTo>
                  <a:pt x="6107020" y="88171"/>
                  <a:pt x="6109086" y="89671"/>
                  <a:pt x="6111629" y="90714"/>
                </a:cubicBezTo>
                <a:cubicBezTo>
                  <a:pt x="6114172" y="91760"/>
                  <a:pt x="6117281" y="92280"/>
                  <a:pt x="6120958" y="92280"/>
                </a:cubicBezTo>
                <a:cubicBezTo>
                  <a:pt x="6123865" y="92280"/>
                  <a:pt x="6126453" y="92054"/>
                  <a:pt x="6128722" y="91600"/>
                </a:cubicBezTo>
                <a:cubicBezTo>
                  <a:pt x="6130994" y="91100"/>
                  <a:pt x="6132946" y="90554"/>
                  <a:pt x="6134580" y="89966"/>
                </a:cubicBezTo>
                <a:cubicBezTo>
                  <a:pt x="6136260" y="89374"/>
                  <a:pt x="6137623" y="88854"/>
                  <a:pt x="6138666" y="88400"/>
                </a:cubicBezTo>
                <a:cubicBezTo>
                  <a:pt x="6139755" y="87900"/>
                  <a:pt x="6140572" y="87651"/>
                  <a:pt x="6141118" y="87651"/>
                </a:cubicBezTo>
                <a:cubicBezTo>
                  <a:pt x="6141435" y="87651"/>
                  <a:pt x="6141710" y="87740"/>
                  <a:pt x="6141935" y="87922"/>
                </a:cubicBezTo>
                <a:cubicBezTo>
                  <a:pt x="6142207" y="88060"/>
                  <a:pt x="6142413" y="88285"/>
                  <a:pt x="6142550" y="88603"/>
                </a:cubicBezTo>
                <a:cubicBezTo>
                  <a:pt x="6142684" y="88920"/>
                  <a:pt x="6142775" y="89374"/>
                  <a:pt x="6142821" y="89966"/>
                </a:cubicBezTo>
                <a:cubicBezTo>
                  <a:pt x="6142913" y="90511"/>
                  <a:pt x="6142958" y="91191"/>
                  <a:pt x="6142958" y="92009"/>
                </a:cubicBezTo>
                <a:cubicBezTo>
                  <a:pt x="6142958" y="92597"/>
                  <a:pt x="6142935" y="93120"/>
                  <a:pt x="6142890" y="93575"/>
                </a:cubicBezTo>
                <a:cubicBezTo>
                  <a:pt x="6142844" y="93983"/>
                  <a:pt x="6142775" y="94369"/>
                  <a:pt x="6142684" y="94732"/>
                </a:cubicBezTo>
                <a:cubicBezTo>
                  <a:pt x="6142638" y="95049"/>
                  <a:pt x="6142527" y="95346"/>
                  <a:pt x="6142344" y="95618"/>
                </a:cubicBezTo>
                <a:cubicBezTo>
                  <a:pt x="6142207" y="95889"/>
                  <a:pt x="6142004" y="96163"/>
                  <a:pt x="6141732" y="96435"/>
                </a:cubicBezTo>
                <a:cubicBezTo>
                  <a:pt x="6141504" y="96664"/>
                  <a:pt x="6140778" y="97072"/>
                  <a:pt x="6139552" y="97661"/>
                </a:cubicBezTo>
                <a:cubicBezTo>
                  <a:pt x="6138326" y="98207"/>
                  <a:pt x="6136738" y="98749"/>
                  <a:pt x="6134786" y="99295"/>
                </a:cubicBezTo>
                <a:cubicBezTo>
                  <a:pt x="6132831" y="99841"/>
                  <a:pt x="6130563" y="100318"/>
                  <a:pt x="6127974" y="100727"/>
                </a:cubicBezTo>
                <a:cubicBezTo>
                  <a:pt x="6125430" y="101178"/>
                  <a:pt x="6122707" y="101407"/>
                  <a:pt x="6119801" y="101407"/>
                </a:cubicBezTo>
                <a:cubicBezTo>
                  <a:pt x="6114763" y="101407"/>
                  <a:pt x="6110334" y="100704"/>
                  <a:pt x="6106522" y="99295"/>
                </a:cubicBezTo>
                <a:cubicBezTo>
                  <a:pt x="6102753" y="97889"/>
                  <a:pt x="6099576" y="95801"/>
                  <a:pt x="6096987" y="93029"/>
                </a:cubicBezTo>
                <a:cubicBezTo>
                  <a:pt x="6094398" y="90260"/>
                  <a:pt x="6092446" y="86788"/>
                  <a:pt x="6091129" y="82610"/>
                </a:cubicBezTo>
                <a:cubicBezTo>
                  <a:pt x="6089815" y="78433"/>
                  <a:pt x="6089154" y="73575"/>
                  <a:pt x="6089154" y="68034"/>
                </a:cubicBezTo>
                <a:cubicBezTo>
                  <a:pt x="6089154" y="62768"/>
                  <a:pt x="6089835" y="58047"/>
                  <a:pt x="6091198" y="53870"/>
                </a:cubicBezTo>
                <a:cubicBezTo>
                  <a:pt x="6092561" y="49646"/>
                  <a:pt x="6094512" y="46083"/>
                  <a:pt x="6097055" y="43177"/>
                </a:cubicBezTo>
                <a:cubicBezTo>
                  <a:pt x="6099644" y="40225"/>
                  <a:pt x="6102753" y="37979"/>
                  <a:pt x="6106385" y="36436"/>
                </a:cubicBezTo>
                <a:cubicBezTo>
                  <a:pt x="6110017" y="34847"/>
                  <a:pt x="6114080" y="34053"/>
                  <a:pt x="6118575" y="34053"/>
                </a:cubicBezTo>
                <a:cubicBezTo>
                  <a:pt x="6123387" y="34053"/>
                  <a:pt x="6127474" y="34824"/>
                  <a:pt x="6130834" y="36367"/>
                </a:cubicBezTo>
                <a:cubicBezTo>
                  <a:pt x="6134240" y="37910"/>
                  <a:pt x="6137032" y="39999"/>
                  <a:pt x="6139212" y="42634"/>
                </a:cubicBezTo>
                <a:cubicBezTo>
                  <a:pt x="6141390" y="45220"/>
                  <a:pt x="6142981" y="48286"/>
                  <a:pt x="6143978" y="51826"/>
                </a:cubicBezTo>
                <a:cubicBezTo>
                  <a:pt x="6145024" y="55324"/>
                  <a:pt x="6145544" y="59067"/>
                  <a:pt x="6145544" y="63065"/>
                </a:cubicBezTo>
                <a:lnTo>
                  <a:pt x="6145544" y="65108"/>
                </a:lnTo>
                <a:close/>
                <a:moveTo>
                  <a:pt x="6134240" y="61771"/>
                </a:moveTo>
                <a:cubicBezTo>
                  <a:pt x="6134377" y="55867"/>
                  <a:pt x="6133060" y="51238"/>
                  <a:pt x="6130291" y="47877"/>
                </a:cubicBezTo>
                <a:cubicBezTo>
                  <a:pt x="6127565" y="44517"/>
                  <a:pt x="6123502" y="42837"/>
                  <a:pt x="6118098" y="42837"/>
                </a:cubicBezTo>
                <a:cubicBezTo>
                  <a:pt x="6115329" y="42837"/>
                  <a:pt x="6112900" y="43360"/>
                  <a:pt x="6110811" y="44403"/>
                </a:cubicBezTo>
                <a:cubicBezTo>
                  <a:pt x="6108723" y="45449"/>
                  <a:pt x="6106977" y="46832"/>
                  <a:pt x="6105568" y="48557"/>
                </a:cubicBezTo>
                <a:cubicBezTo>
                  <a:pt x="6104162" y="50283"/>
                  <a:pt x="6103071" y="52304"/>
                  <a:pt x="6102299" y="54618"/>
                </a:cubicBezTo>
                <a:cubicBezTo>
                  <a:pt x="6101527" y="56890"/>
                  <a:pt x="6101096" y="59273"/>
                  <a:pt x="6101005" y="61771"/>
                </a:cubicBezTo>
                <a:lnTo>
                  <a:pt x="6134240" y="61771"/>
                </a:lnTo>
                <a:close/>
                <a:moveTo>
                  <a:pt x="6193765" y="93915"/>
                </a:moveTo>
                <a:cubicBezTo>
                  <a:pt x="6193765" y="95232"/>
                  <a:pt x="6193673" y="96275"/>
                  <a:pt x="6193490" y="97049"/>
                </a:cubicBezTo>
                <a:cubicBezTo>
                  <a:pt x="6193310" y="97821"/>
                  <a:pt x="6193036" y="98387"/>
                  <a:pt x="6192673" y="98749"/>
                </a:cubicBezTo>
                <a:cubicBezTo>
                  <a:pt x="6192310" y="99115"/>
                  <a:pt x="6191764" y="99455"/>
                  <a:pt x="6191039" y="99772"/>
                </a:cubicBezTo>
                <a:cubicBezTo>
                  <a:pt x="6190313" y="100090"/>
                  <a:pt x="6189473" y="100341"/>
                  <a:pt x="6188518" y="100521"/>
                </a:cubicBezTo>
                <a:cubicBezTo>
                  <a:pt x="6187612" y="100750"/>
                  <a:pt x="6186635" y="100930"/>
                  <a:pt x="6185592" y="101067"/>
                </a:cubicBezTo>
                <a:cubicBezTo>
                  <a:pt x="6184546" y="101201"/>
                  <a:pt x="6183501" y="101270"/>
                  <a:pt x="6182458" y="101270"/>
                </a:cubicBezTo>
                <a:cubicBezTo>
                  <a:pt x="6179280" y="101270"/>
                  <a:pt x="6176557" y="100861"/>
                  <a:pt x="6174285" y="100044"/>
                </a:cubicBezTo>
                <a:cubicBezTo>
                  <a:pt x="6172016" y="99181"/>
                  <a:pt x="6170153" y="97909"/>
                  <a:pt x="6168702" y="96232"/>
                </a:cubicBezTo>
                <a:cubicBezTo>
                  <a:pt x="6167247" y="94506"/>
                  <a:pt x="6166181" y="92349"/>
                  <a:pt x="6165501" y="89760"/>
                </a:cubicBezTo>
                <a:cubicBezTo>
                  <a:pt x="6164864" y="87128"/>
                  <a:pt x="6164547" y="84039"/>
                  <a:pt x="6164547" y="80499"/>
                </a:cubicBezTo>
                <a:lnTo>
                  <a:pt x="6164547" y="44677"/>
                </a:lnTo>
                <a:lnTo>
                  <a:pt x="6155966" y="44677"/>
                </a:lnTo>
                <a:cubicBezTo>
                  <a:pt x="6155286" y="44677"/>
                  <a:pt x="6154740" y="44311"/>
                  <a:pt x="6154331" y="43585"/>
                </a:cubicBezTo>
                <a:cubicBezTo>
                  <a:pt x="6153923" y="42860"/>
                  <a:pt x="6153717" y="41679"/>
                  <a:pt x="6153717" y="40045"/>
                </a:cubicBezTo>
                <a:cubicBezTo>
                  <a:pt x="6153717" y="39182"/>
                  <a:pt x="6153763" y="38456"/>
                  <a:pt x="6153854" y="37865"/>
                </a:cubicBezTo>
                <a:cubicBezTo>
                  <a:pt x="6153991" y="37276"/>
                  <a:pt x="6154148" y="36799"/>
                  <a:pt x="6154331" y="36436"/>
                </a:cubicBezTo>
                <a:cubicBezTo>
                  <a:pt x="6154511" y="36027"/>
                  <a:pt x="6154740" y="35753"/>
                  <a:pt x="6155011" y="35619"/>
                </a:cubicBezTo>
                <a:cubicBezTo>
                  <a:pt x="6155328" y="35436"/>
                  <a:pt x="6155671" y="35344"/>
                  <a:pt x="6156034" y="35344"/>
                </a:cubicBezTo>
                <a:lnTo>
                  <a:pt x="6164547" y="35344"/>
                </a:lnTo>
                <a:lnTo>
                  <a:pt x="6164547" y="20771"/>
                </a:lnTo>
                <a:cubicBezTo>
                  <a:pt x="6164547" y="20454"/>
                  <a:pt x="6164615" y="20157"/>
                  <a:pt x="6164750" y="19885"/>
                </a:cubicBezTo>
                <a:cubicBezTo>
                  <a:pt x="6164933" y="19614"/>
                  <a:pt x="6165227" y="19385"/>
                  <a:pt x="6165635" y="19205"/>
                </a:cubicBezTo>
                <a:cubicBezTo>
                  <a:pt x="6166090" y="18977"/>
                  <a:pt x="6166681" y="18819"/>
                  <a:pt x="6167407" y="18728"/>
                </a:cubicBezTo>
                <a:cubicBezTo>
                  <a:pt x="6168133" y="18637"/>
                  <a:pt x="6169042" y="18591"/>
                  <a:pt x="6170130" y="18591"/>
                </a:cubicBezTo>
                <a:cubicBezTo>
                  <a:pt x="6171268" y="18591"/>
                  <a:pt x="6172196" y="18637"/>
                  <a:pt x="6172922" y="18728"/>
                </a:cubicBezTo>
                <a:cubicBezTo>
                  <a:pt x="6173651" y="18819"/>
                  <a:pt x="6174217" y="18977"/>
                  <a:pt x="6174625" y="19205"/>
                </a:cubicBezTo>
                <a:cubicBezTo>
                  <a:pt x="6175034" y="19385"/>
                  <a:pt x="6175331" y="19614"/>
                  <a:pt x="6175511" y="19885"/>
                </a:cubicBezTo>
                <a:cubicBezTo>
                  <a:pt x="6175694" y="20157"/>
                  <a:pt x="6175785" y="20454"/>
                  <a:pt x="6175785" y="20771"/>
                </a:cubicBezTo>
                <a:lnTo>
                  <a:pt x="6175785" y="35344"/>
                </a:lnTo>
                <a:lnTo>
                  <a:pt x="6191516" y="35344"/>
                </a:lnTo>
                <a:cubicBezTo>
                  <a:pt x="6191879" y="35344"/>
                  <a:pt x="6192196" y="35436"/>
                  <a:pt x="6192470" y="35619"/>
                </a:cubicBezTo>
                <a:cubicBezTo>
                  <a:pt x="6192742" y="35753"/>
                  <a:pt x="6192970" y="36027"/>
                  <a:pt x="6193150" y="36436"/>
                </a:cubicBezTo>
                <a:cubicBezTo>
                  <a:pt x="6193376" y="36799"/>
                  <a:pt x="6193536" y="37276"/>
                  <a:pt x="6193628" y="37865"/>
                </a:cubicBezTo>
                <a:cubicBezTo>
                  <a:pt x="6193719" y="38456"/>
                  <a:pt x="6193765" y="39182"/>
                  <a:pt x="6193765" y="40045"/>
                </a:cubicBezTo>
                <a:cubicBezTo>
                  <a:pt x="6193765" y="41679"/>
                  <a:pt x="6193559" y="42860"/>
                  <a:pt x="6193150" y="43585"/>
                </a:cubicBezTo>
                <a:cubicBezTo>
                  <a:pt x="6192742" y="44311"/>
                  <a:pt x="6192196" y="44677"/>
                  <a:pt x="6191516" y="44677"/>
                </a:cubicBezTo>
                <a:lnTo>
                  <a:pt x="6175785" y="44677"/>
                </a:lnTo>
                <a:lnTo>
                  <a:pt x="6175785" y="78864"/>
                </a:lnTo>
                <a:cubicBezTo>
                  <a:pt x="6175785" y="83088"/>
                  <a:pt x="6176397" y="86288"/>
                  <a:pt x="6177623" y="88468"/>
                </a:cubicBezTo>
                <a:cubicBezTo>
                  <a:pt x="6178894" y="90600"/>
                  <a:pt x="6181140" y="91669"/>
                  <a:pt x="6184364" y="91669"/>
                </a:cubicBezTo>
                <a:cubicBezTo>
                  <a:pt x="6185409" y="91669"/>
                  <a:pt x="6186341" y="91577"/>
                  <a:pt x="6187158" y="91394"/>
                </a:cubicBezTo>
                <a:cubicBezTo>
                  <a:pt x="6187975" y="91169"/>
                  <a:pt x="6188701" y="90940"/>
                  <a:pt x="6189336" y="90714"/>
                </a:cubicBezTo>
                <a:cubicBezTo>
                  <a:pt x="6189973" y="90488"/>
                  <a:pt x="6190519" y="90283"/>
                  <a:pt x="6190970" y="90103"/>
                </a:cubicBezTo>
                <a:cubicBezTo>
                  <a:pt x="6191424" y="89874"/>
                  <a:pt x="6191833" y="89760"/>
                  <a:pt x="6192196" y="89760"/>
                </a:cubicBezTo>
                <a:cubicBezTo>
                  <a:pt x="6192425" y="89760"/>
                  <a:pt x="6192627" y="89828"/>
                  <a:pt x="6192810" y="89966"/>
                </a:cubicBezTo>
                <a:cubicBezTo>
                  <a:pt x="6193036" y="90057"/>
                  <a:pt x="6193196" y="90260"/>
                  <a:pt x="6193287" y="90577"/>
                </a:cubicBezTo>
                <a:cubicBezTo>
                  <a:pt x="6193422" y="90897"/>
                  <a:pt x="6193536" y="91329"/>
                  <a:pt x="6193628" y="91871"/>
                </a:cubicBezTo>
                <a:cubicBezTo>
                  <a:pt x="6193719" y="92417"/>
                  <a:pt x="6193765" y="93097"/>
                  <a:pt x="6193765" y="93915"/>
                </a:cubicBezTo>
                <a:close/>
                <a:moveTo>
                  <a:pt x="6244434" y="41134"/>
                </a:moveTo>
                <a:cubicBezTo>
                  <a:pt x="6244434" y="42134"/>
                  <a:pt x="6244411" y="42974"/>
                  <a:pt x="6244365" y="43654"/>
                </a:cubicBezTo>
                <a:cubicBezTo>
                  <a:pt x="6244320" y="44334"/>
                  <a:pt x="6244228" y="44880"/>
                  <a:pt x="6244094" y="45289"/>
                </a:cubicBezTo>
                <a:cubicBezTo>
                  <a:pt x="6243957" y="45651"/>
                  <a:pt x="6243774" y="45946"/>
                  <a:pt x="6243548" y="46174"/>
                </a:cubicBezTo>
                <a:cubicBezTo>
                  <a:pt x="6243365" y="46354"/>
                  <a:pt x="6243094" y="46446"/>
                  <a:pt x="6242731" y="46446"/>
                </a:cubicBezTo>
                <a:cubicBezTo>
                  <a:pt x="6242368" y="46446"/>
                  <a:pt x="6241914" y="46354"/>
                  <a:pt x="6241368" y="46174"/>
                </a:cubicBezTo>
                <a:cubicBezTo>
                  <a:pt x="6240868" y="45946"/>
                  <a:pt x="6240279" y="45743"/>
                  <a:pt x="6239599" y="45560"/>
                </a:cubicBezTo>
                <a:cubicBezTo>
                  <a:pt x="6238962" y="45334"/>
                  <a:pt x="6238236" y="45128"/>
                  <a:pt x="6237419" y="44948"/>
                </a:cubicBezTo>
                <a:cubicBezTo>
                  <a:pt x="6236601" y="44766"/>
                  <a:pt x="6235716" y="44677"/>
                  <a:pt x="6234761" y="44677"/>
                </a:cubicBezTo>
                <a:cubicBezTo>
                  <a:pt x="6233627" y="44677"/>
                  <a:pt x="6232515" y="44903"/>
                  <a:pt x="6231427" y="45357"/>
                </a:cubicBezTo>
                <a:cubicBezTo>
                  <a:pt x="6230335" y="45811"/>
                  <a:pt x="6229178" y="46560"/>
                  <a:pt x="6227952" y="47603"/>
                </a:cubicBezTo>
                <a:cubicBezTo>
                  <a:pt x="6226772" y="48649"/>
                  <a:pt x="6225523" y="50032"/>
                  <a:pt x="6224206" y="51758"/>
                </a:cubicBezTo>
                <a:cubicBezTo>
                  <a:pt x="6222888" y="53484"/>
                  <a:pt x="6221437" y="55596"/>
                  <a:pt x="6219848" y="58093"/>
                </a:cubicBezTo>
                <a:lnTo>
                  <a:pt x="6219848" y="98409"/>
                </a:lnTo>
                <a:cubicBezTo>
                  <a:pt x="6219848" y="98772"/>
                  <a:pt x="6219757" y="99092"/>
                  <a:pt x="6219574" y="99364"/>
                </a:cubicBezTo>
                <a:cubicBezTo>
                  <a:pt x="6219394" y="99590"/>
                  <a:pt x="6219099" y="99795"/>
                  <a:pt x="6218691" y="99975"/>
                </a:cubicBezTo>
                <a:cubicBezTo>
                  <a:pt x="6218282" y="100158"/>
                  <a:pt x="6217713" y="100295"/>
                  <a:pt x="6216988" y="100384"/>
                </a:cubicBezTo>
                <a:cubicBezTo>
                  <a:pt x="6216262" y="100475"/>
                  <a:pt x="6215330" y="100521"/>
                  <a:pt x="6214196" y="100521"/>
                </a:cubicBezTo>
                <a:cubicBezTo>
                  <a:pt x="6213104" y="100521"/>
                  <a:pt x="6212196" y="100475"/>
                  <a:pt x="6211470" y="100384"/>
                </a:cubicBezTo>
                <a:cubicBezTo>
                  <a:pt x="6210744" y="100295"/>
                  <a:pt x="6210155" y="100158"/>
                  <a:pt x="6209701" y="99975"/>
                </a:cubicBezTo>
                <a:cubicBezTo>
                  <a:pt x="6209292" y="99795"/>
                  <a:pt x="6208995" y="99590"/>
                  <a:pt x="6208815" y="99364"/>
                </a:cubicBezTo>
                <a:cubicBezTo>
                  <a:pt x="6208678" y="99092"/>
                  <a:pt x="6208609" y="98772"/>
                  <a:pt x="6208609" y="98409"/>
                </a:cubicBezTo>
                <a:lnTo>
                  <a:pt x="6208609" y="37116"/>
                </a:lnTo>
                <a:cubicBezTo>
                  <a:pt x="6208609" y="36753"/>
                  <a:pt x="6208678" y="36459"/>
                  <a:pt x="6208815" y="36230"/>
                </a:cubicBezTo>
                <a:cubicBezTo>
                  <a:pt x="6208949" y="35959"/>
                  <a:pt x="6209224" y="35730"/>
                  <a:pt x="6209632" y="35550"/>
                </a:cubicBezTo>
                <a:cubicBezTo>
                  <a:pt x="6210041" y="35322"/>
                  <a:pt x="6210561" y="35187"/>
                  <a:pt x="6211198" y="35142"/>
                </a:cubicBezTo>
                <a:cubicBezTo>
                  <a:pt x="6211833" y="35050"/>
                  <a:pt x="6212673" y="35004"/>
                  <a:pt x="6213719" y="35004"/>
                </a:cubicBezTo>
                <a:cubicBezTo>
                  <a:pt x="6214716" y="35004"/>
                  <a:pt x="6215533" y="35050"/>
                  <a:pt x="6216170" y="35142"/>
                </a:cubicBezTo>
                <a:cubicBezTo>
                  <a:pt x="6216850" y="35187"/>
                  <a:pt x="6217373" y="35322"/>
                  <a:pt x="6217736" y="35550"/>
                </a:cubicBezTo>
                <a:cubicBezTo>
                  <a:pt x="6218099" y="35730"/>
                  <a:pt x="6218348" y="35959"/>
                  <a:pt x="6218485" y="36230"/>
                </a:cubicBezTo>
                <a:cubicBezTo>
                  <a:pt x="6218668" y="36459"/>
                  <a:pt x="6218756" y="36753"/>
                  <a:pt x="6218756" y="37116"/>
                </a:cubicBezTo>
                <a:lnTo>
                  <a:pt x="6218756" y="46037"/>
                </a:lnTo>
                <a:cubicBezTo>
                  <a:pt x="6220437" y="43585"/>
                  <a:pt x="6222005" y="41588"/>
                  <a:pt x="6223457" y="40045"/>
                </a:cubicBezTo>
                <a:cubicBezTo>
                  <a:pt x="6224954" y="38502"/>
                  <a:pt x="6226363" y="37299"/>
                  <a:pt x="6227680" y="36436"/>
                </a:cubicBezTo>
                <a:cubicBezTo>
                  <a:pt x="6228995" y="35527"/>
                  <a:pt x="6230289" y="34913"/>
                  <a:pt x="6231561" y="34596"/>
                </a:cubicBezTo>
                <a:cubicBezTo>
                  <a:pt x="6232878" y="34233"/>
                  <a:pt x="6234195" y="34053"/>
                  <a:pt x="6235513" y="34053"/>
                </a:cubicBezTo>
                <a:cubicBezTo>
                  <a:pt x="6236101" y="34053"/>
                  <a:pt x="6236759" y="34096"/>
                  <a:pt x="6237487" y="34187"/>
                </a:cubicBezTo>
                <a:cubicBezTo>
                  <a:pt x="6238259" y="34233"/>
                  <a:pt x="6239053" y="34347"/>
                  <a:pt x="6239870" y="34527"/>
                </a:cubicBezTo>
                <a:cubicBezTo>
                  <a:pt x="6240688" y="34710"/>
                  <a:pt x="6241414" y="34913"/>
                  <a:pt x="6242051" y="35142"/>
                </a:cubicBezTo>
                <a:cubicBezTo>
                  <a:pt x="6242731" y="35367"/>
                  <a:pt x="6243208" y="35596"/>
                  <a:pt x="6243479" y="35822"/>
                </a:cubicBezTo>
                <a:cubicBezTo>
                  <a:pt x="6243751" y="36050"/>
                  <a:pt x="6243934" y="36276"/>
                  <a:pt x="6244025" y="36505"/>
                </a:cubicBezTo>
                <a:cubicBezTo>
                  <a:pt x="6244117" y="36685"/>
                  <a:pt x="6244182" y="36933"/>
                  <a:pt x="6244228" y="37253"/>
                </a:cubicBezTo>
                <a:cubicBezTo>
                  <a:pt x="6244320" y="37570"/>
                  <a:pt x="6244365" y="38048"/>
                  <a:pt x="6244365" y="38682"/>
                </a:cubicBezTo>
                <a:cubicBezTo>
                  <a:pt x="6244411" y="39273"/>
                  <a:pt x="6244434" y="40091"/>
                  <a:pt x="6244434" y="41134"/>
                </a:cubicBezTo>
                <a:close/>
                <a:moveTo>
                  <a:pt x="6268474" y="98409"/>
                </a:moveTo>
                <a:cubicBezTo>
                  <a:pt x="6268474" y="98772"/>
                  <a:pt x="6268383" y="99092"/>
                  <a:pt x="6268203" y="99364"/>
                </a:cubicBezTo>
                <a:cubicBezTo>
                  <a:pt x="6268020" y="99590"/>
                  <a:pt x="6267725" y="99795"/>
                  <a:pt x="6267317" y="99975"/>
                </a:cubicBezTo>
                <a:cubicBezTo>
                  <a:pt x="6266908" y="100158"/>
                  <a:pt x="6266339" y="100295"/>
                  <a:pt x="6265614" y="100384"/>
                </a:cubicBezTo>
                <a:cubicBezTo>
                  <a:pt x="6264888" y="100475"/>
                  <a:pt x="6263956" y="100521"/>
                  <a:pt x="6262822" y="100521"/>
                </a:cubicBezTo>
                <a:cubicBezTo>
                  <a:pt x="6261730" y="100521"/>
                  <a:pt x="6260825" y="100475"/>
                  <a:pt x="6260096" y="100384"/>
                </a:cubicBezTo>
                <a:cubicBezTo>
                  <a:pt x="6259370" y="100295"/>
                  <a:pt x="6258781" y="100158"/>
                  <a:pt x="6258327" y="99975"/>
                </a:cubicBezTo>
                <a:cubicBezTo>
                  <a:pt x="6257918" y="99795"/>
                  <a:pt x="6257624" y="99590"/>
                  <a:pt x="6257441" y="99364"/>
                </a:cubicBezTo>
                <a:cubicBezTo>
                  <a:pt x="6257304" y="99092"/>
                  <a:pt x="6257235" y="98772"/>
                  <a:pt x="6257235" y="98409"/>
                </a:cubicBezTo>
                <a:lnTo>
                  <a:pt x="6257235" y="37116"/>
                </a:lnTo>
                <a:cubicBezTo>
                  <a:pt x="6257235" y="36799"/>
                  <a:pt x="6257304" y="36505"/>
                  <a:pt x="6257441" y="36230"/>
                </a:cubicBezTo>
                <a:cubicBezTo>
                  <a:pt x="6257624" y="35959"/>
                  <a:pt x="6257918" y="35730"/>
                  <a:pt x="6258327" y="35550"/>
                </a:cubicBezTo>
                <a:cubicBezTo>
                  <a:pt x="6258781" y="35367"/>
                  <a:pt x="6259370" y="35233"/>
                  <a:pt x="6260096" y="35142"/>
                </a:cubicBezTo>
                <a:cubicBezTo>
                  <a:pt x="6260825" y="35050"/>
                  <a:pt x="6261730" y="35004"/>
                  <a:pt x="6262822" y="35004"/>
                </a:cubicBezTo>
                <a:cubicBezTo>
                  <a:pt x="6263956" y="35004"/>
                  <a:pt x="6264888" y="35050"/>
                  <a:pt x="6265614" y="35142"/>
                </a:cubicBezTo>
                <a:cubicBezTo>
                  <a:pt x="6266339" y="35233"/>
                  <a:pt x="6266908" y="35367"/>
                  <a:pt x="6267317" y="35550"/>
                </a:cubicBezTo>
                <a:cubicBezTo>
                  <a:pt x="6267725" y="35730"/>
                  <a:pt x="6268020" y="35959"/>
                  <a:pt x="6268203" y="36230"/>
                </a:cubicBezTo>
                <a:cubicBezTo>
                  <a:pt x="6268383" y="36505"/>
                  <a:pt x="6268474" y="36799"/>
                  <a:pt x="6268474" y="37116"/>
                </a:cubicBezTo>
                <a:lnTo>
                  <a:pt x="6268474" y="98409"/>
                </a:lnTo>
                <a:close/>
                <a:moveTo>
                  <a:pt x="6269768" y="16413"/>
                </a:moveTo>
                <a:cubicBezTo>
                  <a:pt x="6269768" y="19045"/>
                  <a:pt x="6269268" y="20840"/>
                  <a:pt x="6268268" y="21791"/>
                </a:cubicBezTo>
                <a:cubicBezTo>
                  <a:pt x="6267271" y="22746"/>
                  <a:pt x="6265431" y="23223"/>
                  <a:pt x="6262753" y="23223"/>
                </a:cubicBezTo>
                <a:cubicBezTo>
                  <a:pt x="6260119" y="23223"/>
                  <a:pt x="6258304" y="22769"/>
                  <a:pt x="6257304" y="21860"/>
                </a:cubicBezTo>
                <a:cubicBezTo>
                  <a:pt x="6256353" y="20908"/>
                  <a:pt x="6255875" y="19137"/>
                  <a:pt x="6255875" y="16548"/>
                </a:cubicBezTo>
                <a:cubicBezTo>
                  <a:pt x="6255875" y="13916"/>
                  <a:pt x="6256375" y="12122"/>
                  <a:pt x="6257373" y="11167"/>
                </a:cubicBezTo>
                <a:cubicBezTo>
                  <a:pt x="6258373" y="10216"/>
                  <a:pt x="6260210" y="9738"/>
                  <a:pt x="6262890" y="9738"/>
                </a:cubicBezTo>
                <a:cubicBezTo>
                  <a:pt x="6265522" y="9738"/>
                  <a:pt x="6267317" y="10216"/>
                  <a:pt x="6268268" y="11167"/>
                </a:cubicBezTo>
                <a:cubicBezTo>
                  <a:pt x="6269268" y="12076"/>
                  <a:pt x="6269768" y="13825"/>
                  <a:pt x="6269768" y="16413"/>
                </a:cubicBezTo>
                <a:close/>
                <a:moveTo>
                  <a:pt x="6333311" y="89080"/>
                </a:moveTo>
                <a:cubicBezTo>
                  <a:pt x="6333311" y="89851"/>
                  <a:pt x="6333288" y="90534"/>
                  <a:pt x="6333242" y="91123"/>
                </a:cubicBezTo>
                <a:cubicBezTo>
                  <a:pt x="6333196" y="91669"/>
                  <a:pt x="6333105" y="92146"/>
                  <a:pt x="6332968" y="92554"/>
                </a:cubicBezTo>
                <a:cubicBezTo>
                  <a:pt x="6332879" y="92917"/>
                  <a:pt x="6332742" y="93257"/>
                  <a:pt x="6332559" y="93575"/>
                </a:cubicBezTo>
                <a:cubicBezTo>
                  <a:pt x="6332425" y="93846"/>
                  <a:pt x="6332062" y="94277"/>
                  <a:pt x="6331470" y="94869"/>
                </a:cubicBezTo>
                <a:cubicBezTo>
                  <a:pt x="6330925" y="95415"/>
                  <a:pt x="6329973" y="96118"/>
                  <a:pt x="6328610" y="96981"/>
                </a:cubicBezTo>
                <a:cubicBezTo>
                  <a:pt x="6327247" y="97798"/>
                  <a:pt x="6325704" y="98547"/>
                  <a:pt x="6323978" y="99227"/>
                </a:cubicBezTo>
                <a:cubicBezTo>
                  <a:pt x="6322301" y="99864"/>
                  <a:pt x="6320461" y="100384"/>
                  <a:pt x="6318463" y="100793"/>
                </a:cubicBezTo>
                <a:cubicBezTo>
                  <a:pt x="6316466" y="101201"/>
                  <a:pt x="6314400" y="101407"/>
                  <a:pt x="6312265" y="101407"/>
                </a:cubicBezTo>
                <a:cubicBezTo>
                  <a:pt x="6307862" y="101407"/>
                  <a:pt x="6303956" y="100681"/>
                  <a:pt x="6300552" y="99227"/>
                </a:cubicBezTo>
                <a:cubicBezTo>
                  <a:pt x="6297146" y="97775"/>
                  <a:pt x="6294286" y="95663"/>
                  <a:pt x="6291971" y="92894"/>
                </a:cubicBezTo>
                <a:cubicBezTo>
                  <a:pt x="6289700" y="90080"/>
                  <a:pt x="6287951" y="86651"/>
                  <a:pt x="6286725" y="82610"/>
                </a:cubicBezTo>
                <a:cubicBezTo>
                  <a:pt x="6285545" y="78524"/>
                  <a:pt x="6284956" y="73824"/>
                  <a:pt x="6284956" y="68511"/>
                </a:cubicBezTo>
                <a:cubicBezTo>
                  <a:pt x="6284956" y="62474"/>
                  <a:pt x="6285682" y="57299"/>
                  <a:pt x="6287134" y="52984"/>
                </a:cubicBezTo>
                <a:cubicBezTo>
                  <a:pt x="6288634" y="48626"/>
                  <a:pt x="6290654" y="45063"/>
                  <a:pt x="6293197" y="42291"/>
                </a:cubicBezTo>
                <a:cubicBezTo>
                  <a:pt x="6295783" y="39522"/>
                  <a:pt x="6298804" y="37479"/>
                  <a:pt x="6302253" y="36162"/>
                </a:cubicBezTo>
                <a:cubicBezTo>
                  <a:pt x="6305750" y="34801"/>
                  <a:pt x="6309519" y="34119"/>
                  <a:pt x="6313560" y="34119"/>
                </a:cubicBezTo>
                <a:cubicBezTo>
                  <a:pt x="6315511" y="34119"/>
                  <a:pt x="6317394" y="34301"/>
                  <a:pt x="6319212" y="34664"/>
                </a:cubicBezTo>
                <a:cubicBezTo>
                  <a:pt x="6321072" y="35027"/>
                  <a:pt x="6322775" y="35504"/>
                  <a:pt x="6324321" y="36096"/>
                </a:cubicBezTo>
                <a:cubicBezTo>
                  <a:pt x="6325864" y="36685"/>
                  <a:pt x="6327224" y="37365"/>
                  <a:pt x="6328407" y="38139"/>
                </a:cubicBezTo>
                <a:cubicBezTo>
                  <a:pt x="6329633" y="38911"/>
                  <a:pt x="6330516" y="39568"/>
                  <a:pt x="6331062" y="40114"/>
                </a:cubicBezTo>
                <a:cubicBezTo>
                  <a:pt x="6331608" y="40657"/>
                  <a:pt x="6331971" y="41088"/>
                  <a:pt x="6332151" y="41408"/>
                </a:cubicBezTo>
                <a:cubicBezTo>
                  <a:pt x="6332379" y="41725"/>
                  <a:pt x="6332559" y="42111"/>
                  <a:pt x="6332696" y="42565"/>
                </a:cubicBezTo>
                <a:cubicBezTo>
                  <a:pt x="6332834" y="42974"/>
                  <a:pt x="6332925" y="43451"/>
                  <a:pt x="6332968" y="43994"/>
                </a:cubicBezTo>
                <a:cubicBezTo>
                  <a:pt x="6333014" y="44540"/>
                  <a:pt x="6333036" y="45220"/>
                  <a:pt x="6333036" y="46037"/>
                </a:cubicBezTo>
                <a:cubicBezTo>
                  <a:pt x="6333036" y="47809"/>
                  <a:pt x="6332834" y="49058"/>
                  <a:pt x="6332425" y="49783"/>
                </a:cubicBezTo>
                <a:cubicBezTo>
                  <a:pt x="6332016" y="50463"/>
                  <a:pt x="6331516" y="50806"/>
                  <a:pt x="6330925" y="50806"/>
                </a:cubicBezTo>
                <a:cubicBezTo>
                  <a:pt x="6330245" y="50806"/>
                  <a:pt x="6329450" y="50441"/>
                  <a:pt x="6328542" y="49715"/>
                </a:cubicBezTo>
                <a:cubicBezTo>
                  <a:pt x="6327679" y="48943"/>
                  <a:pt x="6326567" y="48103"/>
                  <a:pt x="6325204" y="47194"/>
                </a:cubicBezTo>
                <a:cubicBezTo>
                  <a:pt x="6323844" y="46289"/>
                  <a:pt x="6322186" y="45471"/>
                  <a:pt x="6320235" y="44743"/>
                </a:cubicBezTo>
                <a:cubicBezTo>
                  <a:pt x="6318326" y="43971"/>
                  <a:pt x="6316057" y="43585"/>
                  <a:pt x="6313423" y="43585"/>
                </a:cubicBezTo>
                <a:cubicBezTo>
                  <a:pt x="6308019" y="43585"/>
                  <a:pt x="6303864" y="45674"/>
                  <a:pt x="6300961" y="49852"/>
                </a:cubicBezTo>
                <a:cubicBezTo>
                  <a:pt x="6298101" y="53984"/>
                  <a:pt x="6296669" y="59999"/>
                  <a:pt x="6296669" y="67900"/>
                </a:cubicBezTo>
                <a:cubicBezTo>
                  <a:pt x="6296669" y="71849"/>
                  <a:pt x="6297032" y="75324"/>
                  <a:pt x="6297758" y="78318"/>
                </a:cubicBezTo>
                <a:cubicBezTo>
                  <a:pt x="6298532" y="81270"/>
                  <a:pt x="6299644" y="83745"/>
                  <a:pt x="6301095" y="85742"/>
                </a:cubicBezTo>
                <a:cubicBezTo>
                  <a:pt x="6302550" y="87740"/>
                  <a:pt x="6304321" y="89240"/>
                  <a:pt x="6306407" y="90237"/>
                </a:cubicBezTo>
                <a:cubicBezTo>
                  <a:pt x="6308542" y="91191"/>
                  <a:pt x="6310971" y="91669"/>
                  <a:pt x="6313697" y="91669"/>
                </a:cubicBezTo>
                <a:cubicBezTo>
                  <a:pt x="6316283" y="91669"/>
                  <a:pt x="6318555" y="91260"/>
                  <a:pt x="6320506" y="90443"/>
                </a:cubicBezTo>
                <a:cubicBezTo>
                  <a:pt x="6322458" y="89625"/>
                  <a:pt x="6324138" y="88740"/>
                  <a:pt x="6325544" y="87785"/>
                </a:cubicBezTo>
                <a:cubicBezTo>
                  <a:pt x="6326998" y="86788"/>
                  <a:pt x="6328201" y="85902"/>
                  <a:pt x="6329156" y="85131"/>
                </a:cubicBezTo>
                <a:cubicBezTo>
                  <a:pt x="6330153" y="84313"/>
                  <a:pt x="6330925" y="83905"/>
                  <a:pt x="6331470" y="83905"/>
                </a:cubicBezTo>
                <a:cubicBezTo>
                  <a:pt x="6331788" y="83905"/>
                  <a:pt x="6332062" y="83993"/>
                  <a:pt x="6332288" y="84176"/>
                </a:cubicBezTo>
                <a:cubicBezTo>
                  <a:pt x="6332516" y="84359"/>
                  <a:pt x="6332696" y="84676"/>
                  <a:pt x="6332834" y="85131"/>
                </a:cubicBezTo>
                <a:cubicBezTo>
                  <a:pt x="6333014" y="85539"/>
                  <a:pt x="6333128" y="86082"/>
                  <a:pt x="6333174" y="86765"/>
                </a:cubicBezTo>
                <a:cubicBezTo>
                  <a:pt x="6333265" y="87399"/>
                  <a:pt x="6333311" y="88171"/>
                  <a:pt x="6333311" y="89080"/>
                </a:cubicBezTo>
                <a:close/>
                <a:moveTo>
                  <a:pt x="6413332" y="11919"/>
                </a:moveTo>
                <a:cubicBezTo>
                  <a:pt x="6413332" y="12779"/>
                  <a:pt x="6413286" y="13485"/>
                  <a:pt x="6413195" y="14027"/>
                </a:cubicBezTo>
                <a:cubicBezTo>
                  <a:pt x="6413104" y="14528"/>
                  <a:pt x="6412992" y="14936"/>
                  <a:pt x="6412855" y="15253"/>
                </a:cubicBezTo>
                <a:cubicBezTo>
                  <a:pt x="6412763" y="15573"/>
                  <a:pt x="6412629" y="15799"/>
                  <a:pt x="6412446" y="15936"/>
                </a:cubicBezTo>
                <a:cubicBezTo>
                  <a:pt x="6412266" y="16028"/>
                  <a:pt x="6412038" y="16071"/>
                  <a:pt x="6411766" y="16071"/>
                </a:cubicBezTo>
                <a:cubicBezTo>
                  <a:pt x="6411449" y="16071"/>
                  <a:pt x="6411040" y="15982"/>
                  <a:pt x="6410540" y="15799"/>
                </a:cubicBezTo>
                <a:cubicBezTo>
                  <a:pt x="6410086" y="15573"/>
                  <a:pt x="6409517" y="15345"/>
                  <a:pt x="6408837" y="15119"/>
                </a:cubicBezTo>
                <a:cubicBezTo>
                  <a:pt x="6408157" y="14845"/>
                  <a:pt x="6407340" y="14619"/>
                  <a:pt x="6406386" y="14436"/>
                </a:cubicBezTo>
                <a:cubicBezTo>
                  <a:pt x="6405477" y="14210"/>
                  <a:pt x="6404411" y="14096"/>
                  <a:pt x="6403185" y="14096"/>
                </a:cubicBezTo>
                <a:cubicBezTo>
                  <a:pt x="6401505" y="14096"/>
                  <a:pt x="6400073" y="14370"/>
                  <a:pt x="6398893" y="14913"/>
                </a:cubicBezTo>
                <a:cubicBezTo>
                  <a:pt x="6397713" y="15459"/>
                  <a:pt x="6396759" y="16322"/>
                  <a:pt x="6396033" y="17502"/>
                </a:cubicBezTo>
                <a:cubicBezTo>
                  <a:pt x="6395307" y="18637"/>
                  <a:pt x="6394784" y="20137"/>
                  <a:pt x="6394467" y="21997"/>
                </a:cubicBezTo>
                <a:cubicBezTo>
                  <a:pt x="6394150" y="23814"/>
                  <a:pt x="6393990" y="26038"/>
                  <a:pt x="6393990" y="28672"/>
                </a:cubicBezTo>
                <a:lnTo>
                  <a:pt x="6393990" y="35344"/>
                </a:lnTo>
                <a:lnTo>
                  <a:pt x="6407680" y="35344"/>
                </a:lnTo>
                <a:cubicBezTo>
                  <a:pt x="6408043" y="35344"/>
                  <a:pt x="6408337" y="35436"/>
                  <a:pt x="6408566" y="35619"/>
                </a:cubicBezTo>
                <a:cubicBezTo>
                  <a:pt x="6408837" y="35753"/>
                  <a:pt x="6409063" y="36027"/>
                  <a:pt x="6409246" y="36436"/>
                </a:cubicBezTo>
                <a:cubicBezTo>
                  <a:pt x="6409475" y="36799"/>
                  <a:pt x="6409632" y="37276"/>
                  <a:pt x="6409723" y="37865"/>
                </a:cubicBezTo>
                <a:cubicBezTo>
                  <a:pt x="6409860" y="38456"/>
                  <a:pt x="6409926" y="39182"/>
                  <a:pt x="6409926" y="40045"/>
                </a:cubicBezTo>
                <a:cubicBezTo>
                  <a:pt x="6409926" y="41679"/>
                  <a:pt x="6409723" y="42860"/>
                  <a:pt x="6409314" y="43585"/>
                </a:cubicBezTo>
                <a:cubicBezTo>
                  <a:pt x="6408906" y="44311"/>
                  <a:pt x="6408360" y="44677"/>
                  <a:pt x="6407680" y="44677"/>
                </a:cubicBezTo>
                <a:lnTo>
                  <a:pt x="6393990" y="44677"/>
                </a:lnTo>
                <a:lnTo>
                  <a:pt x="6393990" y="98409"/>
                </a:lnTo>
                <a:cubicBezTo>
                  <a:pt x="6393990" y="98772"/>
                  <a:pt x="6393898" y="99092"/>
                  <a:pt x="6393718" y="99364"/>
                </a:cubicBezTo>
                <a:cubicBezTo>
                  <a:pt x="6393535" y="99590"/>
                  <a:pt x="6393218" y="99795"/>
                  <a:pt x="6392764" y="99975"/>
                </a:cubicBezTo>
                <a:cubicBezTo>
                  <a:pt x="6392355" y="100158"/>
                  <a:pt x="6391789" y="100295"/>
                  <a:pt x="6391061" y="100384"/>
                </a:cubicBezTo>
                <a:cubicBezTo>
                  <a:pt x="6390335" y="100475"/>
                  <a:pt x="6389426" y="100521"/>
                  <a:pt x="6388338" y="100521"/>
                </a:cubicBezTo>
                <a:cubicBezTo>
                  <a:pt x="6387249" y="100521"/>
                  <a:pt x="6386340" y="100475"/>
                  <a:pt x="6385614" y="100384"/>
                </a:cubicBezTo>
                <a:cubicBezTo>
                  <a:pt x="6384889" y="100295"/>
                  <a:pt x="6384297" y="100158"/>
                  <a:pt x="6383843" y="99975"/>
                </a:cubicBezTo>
                <a:cubicBezTo>
                  <a:pt x="6383434" y="99795"/>
                  <a:pt x="6383140" y="99590"/>
                  <a:pt x="6382957" y="99364"/>
                </a:cubicBezTo>
                <a:cubicBezTo>
                  <a:pt x="6382777" y="99092"/>
                  <a:pt x="6382685" y="98772"/>
                  <a:pt x="6382685" y="98409"/>
                </a:cubicBezTo>
                <a:lnTo>
                  <a:pt x="6382685" y="44677"/>
                </a:lnTo>
                <a:lnTo>
                  <a:pt x="6374036" y="44677"/>
                </a:lnTo>
                <a:cubicBezTo>
                  <a:pt x="6373310" y="44677"/>
                  <a:pt x="6372764" y="44311"/>
                  <a:pt x="6372401" y="43585"/>
                </a:cubicBezTo>
                <a:cubicBezTo>
                  <a:pt x="6372038" y="42860"/>
                  <a:pt x="6371856" y="41679"/>
                  <a:pt x="6371856" y="40045"/>
                </a:cubicBezTo>
                <a:cubicBezTo>
                  <a:pt x="6371856" y="39182"/>
                  <a:pt x="6371901" y="38456"/>
                  <a:pt x="6371993" y="37865"/>
                </a:cubicBezTo>
                <a:cubicBezTo>
                  <a:pt x="6372084" y="37276"/>
                  <a:pt x="6372221" y="36799"/>
                  <a:pt x="6372401" y="36436"/>
                </a:cubicBezTo>
                <a:cubicBezTo>
                  <a:pt x="6372584" y="36027"/>
                  <a:pt x="6372810" y="35753"/>
                  <a:pt x="6373081" y="35619"/>
                </a:cubicBezTo>
                <a:cubicBezTo>
                  <a:pt x="6373356" y="35436"/>
                  <a:pt x="6373673" y="35344"/>
                  <a:pt x="6374036" y="35344"/>
                </a:cubicBezTo>
                <a:lnTo>
                  <a:pt x="6382685" y="35344"/>
                </a:lnTo>
                <a:lnTo>
                  <a:pt x="6382685" y="29012"/>
                </a:lnTo>
                <a:cubicBezTo>
                  <a:pt x="6382685" y="24743"/>
                  <a:pt x="6383071" y="21088"/>
                  <a:pt x="6383843" y="18048"/>
                </a:cubicBezTo>
                <a:cubicBezTo>
                  <a:pt x="6384660" y="14959"/>
                  <a:pt x="6385886" y="12439"/>
                  <a:pt x="6387520" y="10487"/>
                </a:cubicBezTo>
                <a:cubicBezTo>
                  <a:pt x="6389155" y="8535"/>
                  <a:pt x="6391198" y="7104"/>
                  <a:pt x="6393650" y="6198"/>
                </a:cubicBezTo>
                <a:cubicBezTo>
                  <a:pt x="6396147" y="5244"/>
                  <a:pt x="6399076" y="4766"/>
                  <a:pt x="6402436" y="4766"/>
                </a:cubicBezTo>
                <a:cubicBezTo>
                  <a:pt x="6404025" y="4766"/>
                  <a:pt x="6405568" y="4926"/>
                  <a:pt x="6407066" y="5244"/>
                </a:cubicBezTo>
                <a:cubicBezTo>
                  <a:pt x="6408566" y="5515"/>
                  <a:pt x="6409723" y="5832"/>
                  <a:pt x="6410540" y="6198"/>
                </a:cubicBezTo>
                <a:cubicBezTo>
                  <a:pt x="6411358" y="6515"/>
                  <a:pt x="6411901" y="6809"/>
                  <a:pt x="6412175" y="7081"/>
                </a:cubicBezTo>
                <a:cubicBezTo>
                  <a:pt x="6412446" y="7355"/>
                  <a:pt x="6412675" y="7718"/>
                  <a:pt x="6412855" y="8172"/>
                </a:cubicBezTo>
                <a:cubicBezTo>
                  <a:pt x="6413038" y="8581"/>
                  <a:pt x="6413149" y="9101"/>
                  <a:pt x="6413195" y="9738"/>
                </a:cubicBezTo>
                <a:cubicBezTo>
                  <a:pt x="6413286" y="10327"/>
                  <a:pt x="6413332" y="11056"/>
                  <a:pt x="6413332" y="11919"/>
                </a:cubicBezTo>
                <a:close/>
                <a:moveTo>
                  <a:pt x="6471154" y="65108"/>
                </a:moveTo>
                <a:cubicBezTo>
                  <a:pt x="6471154" y="66877"/>
                  <a:pt x="6470699" y="68149"/>
                  <a:pt x="6469791" y="68920"/>
                </a:cubicBezTo>
                <a:cubicBezTo>
                  <a:pt x="6468928" y="69649"/>
                  <a:pt x="6467930" y="70012"/>
                  <a:pt x="6466793" y="70012"/>
                </a:cubicBezTo>
                <a:lnTo>
                  <a:pt x="6426614" y="70012"/>
                </a:lnTo>
                <a:cubicBezTo>
                  <a:pt x="6426614" y="73415"/>
                  <a:pt x="6426954" y="76481"/>
                  <a:pt x="6427634" y="79204"/>
                </a:cubicBezTo>
                <a:cubicBezTo>
                  <a:pt x="6428314" y="81930"/>
                  <a:pt x="6429451" y="84268"/>
                  <a:pt x="6431040" y="86219"/>
                </a:cubicBezTo>
                <a:cubicBezTo>
                  <a:pt x="6432629" y="88171"/>
                  <a:pt x="6434695" y="89671"/>
                  <a:pt x="6437238" y="90714"/>
                </a:cubicBezTo>
                <a:cubicBezTo>
                  <a:pt x="6439778" y="91760"/>
                  <a:pt x="6442890" y="92280"/>
                  <a:pt x="6446568" y="92280"/>
                </a:cubicBezTo>
                <a:cubicBezTo>
                  <a:pt x="6449474" y="92280"/>
                  <a:pt x="6452060" y="92054"/>
                  <a:pt x="6454332" y="91600"/>
                </a:cubicBezTo>
                <a:cubicBezTo>
                  <a:pt x="6456600" y="91100"/>
                  <a:pt x="6458555" y="90554"/>
                  <a:pt x="6460189" y="89966"/>
                </a:cubicBezTo>
                <a:cubicBezTo>
                  <a:pt x="6461867" y="89374"/>
                  <a:pt x="6463230" y="88854"/>
                  <a:pt x="6464273" y="88400"/>
                </a:cubicBezTo>
                <a:cubicBezTo>
                  <a:pt x="6465364" y="87900"/>
                  <a:pt x="6466182" y="87651"/>
                  <a:pt x="6466727" y="87651"/>
                </a:cubicBezTo>
                <a:cubicBezTo>
                  <a:pt x="6467045" y="87651"/>
                  <a:pt x="6467316" y="87740"/>
                  <a:pt x="6467545" y="87922"/>
                </a:cubicBezTo>
                <a:cubicBezTo>
                  <a:pt x="6467816" y="88060"/>
                  <a:pt x="6468019" y="88285"/>
                  <a:pt x="6468156" y="88603"/>
                </a:cubicBezTo>
                <a:cubicBezTo>
                  <a:pt x="6468293" y="88920"/>
                  <a:pt x="6468385" y="89374"/>
                  <a:pt x="6468428" y="89966"/>
                </a:cubicBezTo>
                <a:cubicBezTo>
                  <a:pt x="6468519" y="90511"/>
                  <a:pt x="6468565" y="91191"/>
                  <a:pt x="6468565" y="92009"/>
                </a:cubicBezTo>
                <a:cubicBezTo>
                  <a:pt x="6468565" y="92597"/>
                  <a:pt x="6468542" y="93120"/>
                  <a:pt x="6468496" y="93575"/>
                </a:cubicBezTo>
                <a:cubicBezTo>
                  <a:pt x="6468450" y="93983"/>
                  <a:pt x="6468385" y="94369"/>
                  <a:pt x="6468293" y="94732"/>
                </a:cubicBezTo>
                <a:cubicBezTo>
                  <a:pt x="6468248" y="95049"/>
                  <a:pt x="6468133" y="95346"/>
                  <a:pt x="6467953" y="95618"/>
                </a:cubicBezTo>
                <a:cubicBezTo>
                  <a:pt x="6467816" y="95889"/>
                  <a:pt x="6467610" y="96163"/>
                  <a:pt x="6467339" y="96435"/>
                </a:cubicBezTo>
                <a:cubicBezTo>
                  <a:pt x="6467113" y="96664"/>
                  <a:pt x="6466384" y="97072"/>
                  <a:pt x="6465159" y="97661"/>
                </a:cubicBezTo>
                <a:cubicBezTo>
                  <a:pt x="6463933" y="98207"/>
                  <a:pt x="6462344" y="98749"/>
                  <a:pt x="6460392" y="99295"/>
                </a:cubicBezTo>
                <a:cubicBezTo>
                  <a:pt x="6458441" y="99841"/>
                  <a:pt x="6456169" y="100318"/>
                  <a:pt x="6453583" y="100727"/>
                </a:cubicBezTo>
                <a:cubicBezTo>
                  <a:pt x="6451040" y="101178"/>
                  <a:pt x="6448317" y="101407"/>
                  <a:pt x="6445410" y="101407"/>
                </a:cubicBezTo>
                <a:cubicBezTo>
                  <a:pt x="6440370" y="101407"/>
                  <a:pt x="6435944" y="100704"/>
                  <a:pt x="6432129" y="99295"/>
                </a:cubicBezTo>
                <a:cubicBezTo>
                  <a:pt x="6428360" y="97889"/>
                  <a:pt x="6425182" y="95801"/>
                  <a:pt x="6422593" y="93029"/>
                </a:cubicBezTo>
                <a:cubicBezTo>
                  <a:pt x="6420007" y="90260"/>
                  <a:pt x="6418056" y="86788"/>
                  <a:pt x="6416738" y="82610"/>
                </a:cubicBezTo>
                <a:cubicBezTo>
                  <a:pt x="6415421" y="78433"/>
                  <a:pt x="6414764" y="73575"/>
                  <a:pt x="6414764" y="68034"/>
                </a:cubicBezTo>
                <a:cubicBezTo>
                  <a:pt x="6414764" y="62768"/>
                  <a:pt x="6415444" y="58047"/>
                  <a:pt x="6416807" y="53870"/>
                </a:cubicBezTo>
                <a:cubicBezTo>
                  <a:pt x="6418167" y="49646"/>
                  <a:pt x="6420119" y="46083"/>
                  <a:pt x="6422662" y="43177"/>
                </a:cubicBezTo>
                <a:cubicBezTo>
                  <a:pt x="6425251" y="40225"/>
                  <a:pt x="6428360" y="37979"/>
                  <a:pt x="6431992" y="36436"/>
                </a:cubicBezTo>
                <a:cubicBezTo>
                  <a:pt x="6435626" y="34847"/>
                  <a:pt x="6439690" y="34053"/>
                  <a:pt x="6444185" y="34053"/>
                </a:cubicBezTo>
                <a:cubicBezTo>
                  <a:pt x="6448997" y="34053"/>
                  <a:pt x="6453083" y="34824"/>
                  <a:pt x="6456443" y="36367"/>
                </a:cubicBezTo>
                <a:cubicBezTo>
                  <a:pt x="6459847" y="37910"/>
                  <a:pt x="6462638" y="39999"/>
                  <a:pt x="6464819" y="42634"/>
                </a:cubicBezTo>
                <a:cubicBezTo>
                  <a:pt x="6466999" y="45220"/>
                  <a:pt x="6468588" y="48286"/>
                  <a:pt x="6469588" y="51826"/>
                </a:cubicBezTo>
                <a:cubicBezTo>
                  <a:pt x="6470631" y="55324"/>
                  <a:pt x="6471154" y="59067"/>
                  <a:pt x="6471154" y="63065"/>
                </a:cubicBezTo>
                <a:lnTo>
                  <a:pt x="6471154" y="65108"/>
                </a:lnTo>
                <a:close/>
                <a:moveTo>
                  <a:pt x="6459847" y="61771"/>
                </a:moveTo>
                <a:cubicBezTo>
                  <a:pt x="6459984" y="55867"/>
                  <a:pt x="6458666" y="51238"/>
                  <a:pt x="6455897" y="47877"/>
                </a:cubicBezTo>
                <a:cubicBezTo>
                  <a:pt x="6453174" y="44517"/>
                  <a:pt x="6449111" y="42837"/>
                  <a:pt x="6443707" y="42837"/>
                </a:cubicBezTo>
                <a:cubicBezTo>
                  <a:pt x="6440938" y="42837"/>
                  <a:pt x="6438510" y="43360"/>
                  <a:pt x="6436421" y="44403"/>
                </a:cubicBezTo>
                <a:cubicBezTo>
                  <a:pt x="6434332" y="45449"/>
                  <a:pt x="6432583" y="46832"/>
                  <a:pt x="6431174" y="48557"/>
                </a:cubicBezTo>
                <a:cubicBezTo>
                  <a:pt x="6429768" y="50283"/>
                  <a:pt x="6428680" y="52304"/>
                  <a:pt x="6427905" y="54618"/>
                </a:cubicBezTo>
                <a:cubicBezTo>
                  <a:pt x="6427134" y="56890"/>
                  <a:pt x="6426702" y="59273"/>
                  <a:pt x="6426614" y="61771"/>
                </a:cubicBezTo>
                <a:lnTo>
                  <a:pt x="6459847" y="61771"/>
                </a:lnTo>
                <a:close/>
                <a:moveTo>
                  <a:pt x="6534422" y="98478"/>
                </a:moveTo>
                <a:cubicBezTo>
                  <a:pt x="6534422" y="99024"/>
                  <a:pt x="6534242" y="99432"/>
                  <a:pt x="6533879" y="99704"/>
                </a:cubicBezTo>
                <a:cubicBezTo>
                  <a:pt x="6533513" y="99975"/>
                  <a:pt x="6533013" y="100181"/>
                  <a:pt x="6532378" y="100318"/>
                </a:cubicBezTo>
                <a:cubicBezTo>
                  <a:pt x="6531744" y="100453"/>
                  <a:pt x="6530813" y="100521"/>
                  <a:pt x="6529587" y="100521"/>
                </a:cubicBezTo>
                <a:cubicBezTo>
                  <a:pt x="6528407" y="100521"/>
                  <a:pt x="6527452" y="100453"/>
                  <a:pt x="6526726" y="100318"/>
                </a:cubicBezTo>
                <a:cubicBezTo>
                  <a:pt x="6526046" y="100181"/>
                  <a:pt x="6525546" y="99975"/>
                  <a:pt x="6525229" y="99704"/>
                </a:cubicBezTo>
                <a:cubicBezTo>
                  <a:pt x="6524909" y="99432"/>
                  <a:pt x="6524752" y="99024"/>
                  <a:pt x="6524752" y="98478"/>
                </a:cubicBezTo>
                <a:lnTo>
                  <a:pt x="6524752" y="92349"/>
                </a:lnTo>
                <a:cubicBezTo>
                  <a:pt x="6522071" y="95209"/>
                  <a:pt x="6519077" y="97435"/>
                  <a:pt x="6515762" y="99024"/>
                </a:cubicBezTo>
                <a:cubicBezTo>
                  <a:pt x="6512493" y="100613"/>
                  <a:pt x="6509018" y="101407"/>
                  <a:pt x="6505341" y="101407"/>
                </a:cubicBezTo>
                <a:cubicBezTo>
                  <a:pt x="6502118" y="101407"/>
                  <a:pt x="6499189" y="100975"/>
                  <a:pt x="6496557" y="100113"/>
                </a:cubicBezTo>
                <a:cubicBezTo>
                  <a:pt x="6493968" y="99295"/>
                  <a:pt x="6491745" y="98092"/>
                  <a:pt x="6489882" y="96503"/>
                </a:cubicBezTo>
                <a:cubicBezTo>
                  <a:pt x="6488064" y="94915"/>
                  <a:pt x="6486636" y="92963"/>
                  <a:pt x="6485593" y="90646"/>
                </a:cubicBezTo>
                <a:cubicBezTo>
                  <a:pt x="6484592" y="88331"/>
                  <a:pt x="6484092" y="85696"/>
                  <a:pt x="6484092" y="82747"/>
                </a:cubicBezTo>
                <a:cubicBezTo>
                  <a:pt x="6484092" y="79296"/>
                  <a:pt x="6484795" y="76298"/>
                  <a:pt x="6486204" y="73755"/>
                </a:cubicBezTo>
                <a:cubicBezTo>
                  <a:pt x="6487613" y="71215"/>
                  <a:pt x="6489633" y="69103"/>
                  <a:pt x="6492265" y="67423"/>
                </a:cubicBezTo>
                <a:cubicBezTo>
                  <a:pt x="6494899" y="65743"/>
                  <a:pt x="6498123" y="64494"/>
                  <a:pt x="6501937" y="63677"/>
                </a:cubicBezTo>
                <a:cubicBezTo>
                  <a:pt x="6505749" y="62814"/>
                  <a:pt x="6510041" y="62382"/>
                  <a:pt x="6514808" y="62382"/>
                </a:cubicBezTo>
                <a:lnTo>
                  <a:pt x="6523252" y="62382"/>
                </a:lnTo>
                <a:lnTo>
                  <a:pt x="6523252" y="57616"/>
                </a:lnTo>
                <a:cubicBezTo>
                  <a:pt x="6523252" y="55255"/>
                  <a:pt x="6523003" y="53167"/>
                  <a:pt x="6522503" y="51349"/>
                </a:cubicBezTo>
                <a:cubicBezTo>
                  <a:pt x="6522003" y="49535"/>
                  <a:pt x="6521186" y="48035"/>
                  <a:pt x="6520051" y="46854"/>
                </a:cubicBezTo>
                <a:cubicBezTo>
                  <a:pt x="6518962" y="45629"/>
                  <a:pt x="6517531" y="44720"/>
                  <a:pt x="6515762" y="44131"/>
                </a:cubicBezTo>
                <a:cubicBezTo>
                  <a:pt x="6513990" y="43494"/>
                  <a:pt x="6511810" y="43177"/>
                  <a:pt x="6509224" y="43177"/>
                </a:cubicBezTo>
                <a:cubicBezTo>
                  <a:pt x="6506455" y="43177"/>
                  <a:pt x="6503958" y="43517"/>
                  <a:pt x="6501732" y="44200"/>
                </a:cubicBezTo>
                <a:cubicBezTo>
                  <a:pt x="6499551" y="44834"/>
                  <a:pt x="6497623" y="45560"/>
                  <a:pt x="6495942" y="46377"/>
                </a:cubicBezTo>
                <a:cubicBezTo>
                  <a:pt x="6494308" y="47152"/>
                  <a:pt x="6492922" y="47877"/>
                  <a:pt x="6491788" y="48557"/>
                </a:cubicBezTo>
                <a:cubicBezTo>
                  <a:pt x="6490699" y="49195"/>
                  <a:pt x="6489882" y="49512"/>
                  <a:pt x="6489336" y="49512"/>
                </a:cubicBezTo>
                <a:cubicBezTo>
                  <a:pt x="6488973" y="49512"/>
                  <a:pt x="6488656" y="49420"/>
                  <a:pt x="6488384" y="49238"/>
                </a:cubicBezTo>
                <a:cubicBezTo>
                  <a:pt x="6488110" y="49058"/>
                  <a:pt x="6487861" y="48786"/>
                  <a:pt x="6487633" y="48420"/>
                </a:cubicBezTo>
                <a:cubicBezTo>
                  <a:pt x="6487453" y="48057"/>
                  <a:pt x="6487316" y="47603"/>
                  <a:pt x="6487227" y="47060"/>
                </a:cubicBezTo>
                <a:cubicBezTo>
                  <a:pt x="6487136" y="46469"/>
                  <a:pt x="6487090" y="45834"/>
                  <a:pt x="6487090" y="45151"/>
                </a:cubicBezTo>
                <a:cubicBezTo>
                  <a:pt x="6487090" y="44017"/>
                  <a:pt x="6487159" y="43131"/>
                  <a:pt x="6487293" y="42497"/>
                </a:cubicBezTo>
                <a:cubicBezTo>
                  <a:pt x="6487476" y="41817"/>
                  <a:pt x="6487861" y="41179"/>
                  <a:pt x="6488450" y="40591"/>
                </a:cubicBezTo>
                <a:cubicBezTo>
                  <a:pt x="6489087" y="39999"/>
                  <a:pt x="6490153" y="39319"/>
                  <a:pt x="6491653" y="38548"/>
                </a:cubicBezTo>
                <a:cubicBezTo>
                  <a:pt x="6493151" y="37730"/>
                  <a:pt x="6494877" y="37002"/>
                  <a:pt x="6496828" y="36367"/>
                </a:cubicBezTo>
                <a:cubicBezTo>
                  <a:pt x="6498780" y="35687"/>
                  <a:pt x="6500915" y="35142"/>
                  <a:pt x="6503229" y="34733"/>
                </a:cubicBezTo>
                <a:cubicBezTo>
                  <a:pt x="6505547" y="34279"/>
                  <a:pt x="6507884" y="34053"/>
                  <a:pt x="6510244" y="34053"/>
                </a:cubicBezTo>
                <a:cubicBezTo>
                  <a:pt x="6514648" y="34053"/>
                  <a:pt x="6518394" y="34550"/>
                  <a:pt x="6521483" y="35550"/>
                </a:cubicBezTo>
                <a:cubicBezTo>
                  <a:pt x="6524569" y="36547"/>
                  <a:pt x="6527066" y="38025"/>
                  <a:pt x="6528972" y="39976"/>
                </a:cubicBezTo>
                <a:cubicBezTo>
                  <a:pt x="6530881" y="41882"/>
                  <a:pt x="6532264" y="44268"/>
                  <a:pt x="6533127" y="47129"/>
                </a:cubicBezTo>
                <a:cubicBezTo>
                  <a:pt x="6533990" y="49989"/>
                  <a:pt x="6534422" y="53324"/>
                  <a:pt x="6534422" y="57139"/>
                </a:cubicBezTo>
                <a:lnTo>
                  <a:pt x="6534422" y="98478"/>
                </a:lnTo>
                <a:close/>
                <a:moveTo>
                  <a:pt x="6523252" y="70486"/>
                </a:moveTo>
                <a:lnTo>
                  <a:pt x="6513650" y="70486"/>
                </a:lnTo>
                <a:cubicBezTo>
                  <a:pt x="6510561" y="70486"/>
                  <a:pt x="6507884" y="70760"/>
                  <a:pt x="6505615" y="71303"/>
                </a:cubicBezTo>
                <a:cubicBezTo>
                  <a:pt x="6503343" y="71803"/>
                  <a:pt x="6501460" y="72575"/>
                  <a:pt x="6499960" y="73621"/>
                </a:cubicBezTo>
                <a:cubicBezTo>
                  <a:pt x="6498463" y="74618"/>
                  <a:pt x="6497351" y="75844"/>
                  <a:pt x="6496623" y="77298"/>
                </a:cubicBezTo>
                <a:cubicBezTo>
                  <a:pt x="6495942" y="78704"/>
                  <a:pt x="6495602" y="80339"/>
                  <a:pt x="6495602" y="82202"/>
                </a:cubicBezTo>
                <a:cubicBezTo>
                  <a:pt x="6495602" y="85379"/>
                  <a:pt x="6496603" y="87922"/>
                  <a:pt x="6498600" y="89828"/>
                </a:cubicBezTo>
                <a:cubicBezTo>
                  <a:pt x="6500643" y="91691"/>
                  <a:pt x="6503481" y="92620"/>
                  <a:pt x="6507112" y="92620"/>
                </a:cubicBezTo>
                <a:cubicBezTo>
                  <a:pt x="6510064" y="92620"/>
                  <a:pt x="6512787" y="91871"/>
                  <a:pt x="6515285" y="90374"/>
                </a:cubicBezTo>
                <a:cubicBezTo>
                  <a:pt x="6517828" y="88877"/>
                  <a:pt x="6520483" y="86582"/>
                  <a:pt x="6523252" y="83496"/>
                </a:cubicBezTo>
                <a:lnTo>
                  <a:pt x="6523252" y="70486"/>
                </a:lnTo>
                <a:close/>
                <a:moveTo>
                  <a:pt x="6585637" y="93915"/>
                </a:moveTo>
                <a:cubicBezTo>
                  <a:pt x="6585637" y="95232"/>
                  <a:pt x="6585545" y="96275"/>
                  <a:pt x="6585365" y="97049"/>
                </a:cubicBezTo>
                <a:cubicBezTo>
                  <a:pt x="6585182" y="97821"/>
                  <a:pt x="6584911" y="98387"/>
                  <a:pt x="6584548" y="98749"/>
                </a:cubicBezTo>
                <a:cubicBezTo>
                  <a:pt x="6584182" y="99115"/>
                  <a:pt x="6583639" y="99455"/>
                  <a:pt x="6582913" y="99772"/>
                </a:cubicBezTo>
                <a:cubicBezTo>
                  <a:pt x="6582188" y="100090"/>
                  <a:pt x="6581345" y="100341"/>
                  <a:pt x="6580393" y="100521"/>
                </a:cubicBezTo>
                <a:cubicBezTo>
                  <a:pt x="6579484" y="100750"/>
                  <a:pt x="6578507" y="100930"/>
                  <a:pt x="6577464" y="101067"/>
                </a:cubicBezTo>
                <a:cubicBezTo>
                  <a:pt x="6576421" y="101201"/>
                  <a:pt x="6575375" y="101270"/>
                  <a:pt x="6574332" y="101270"/>
                </a:cubicBezTo>
                <a:cubicBezTo>
                  <a:pt x="6571152" y="101270"/>
                  <a:pt x="6568429" y="100861"/>
                  <a:pt x="6566160" y="100044"/>
                </a:cubicBezTo>
                <a:cubicBezTo>
                  <a:pt x="6563888" y="99181"/>
                  <a:pt x="6562028" y="97909"/>
                  <a:pt x="6560573" y="96232"/>
                </a:cubicBezTo>
                <a:cubicBezTo>
                  <a:pt x="6559122" y="94506"/>
                  <a:pt x="6558053" y="92349"/>
                  <a:pt x="6557373" y="89760"/>
                </a:cubicBezTo>
                <a:cubicBezTo>
                  <a:pt x="6556739" y="87128"/>
                  <a:pt x="6556419" y="84039"/>
                  <a:pt x="6556419" y="80499"/>
                </a:cubicBezTo>
                <a:lnTo>
                  <a:pt x="6556419" y="44677"/>
                </a:lnTo>
                <a:lnTo>
                  <a:pt x="6547838" y="44677"/>
                </a:lnTo>
                <a:cubicBezTo>
                  <a:pt x="6547157" y="44677"/>
                  <a:pt x="6546612" y="44311"/>
                  <a:pt x="6546203" y="43585"/>
                </a:cubicBezTo>
                <a:cubicBezTo>
                  <a:pt x="6545794" y="42860"/>
                  <a:pt x="6545592" y="41679"/>
                  <a:pt x="6545592" y="40045"/>
                </a:cubicBezTo>
                <a:cubicBezTo>
                  <a:pt x="6545592" y="39182"/>
                  <a:pt x="6545637" y="38456"/>
                  <a:pt x="6545729" y="37865"/>
                </a:cubicBezTo>
                <a:cubicBezTo>
                  <a:pt x="6545863" y="37276"/>
                  <a:pt x="6546023" y="36799"/>
                  <a:pt x="6546203" y="36436"/>
                </a:cubicBezTo>
                <a:cubicBezTo>
                  <a:pt x="6546386" y="36027"/>
                  <a:pt x="6546612" y="35753"/>
                  <a:pt x="6546886" y="35619"/>
                </a:cubicBezTo>
                <a:cubicBezTo>
                  <a:pt x="6547203" y="35436"/>
                  <a:pt x="6547543" y="35344"/>
                  <a:pt x="6547906" y="35344"/>
                </a:cubicBezTo>
                <a:lnTo>
                  <a:pt x="6556419" y="35344"/>
                </a:lnTo>
                <a:lnTo>
                  <a:pt x="6556419" y="20771"/>
                </a:lnTo>
                <a:cubicBezTo>
                  <a:pt x="6556419" y="20454"/>
                  <a:pt x="6556487" y="20157"/>
                  <a:pt x="6556624" y="19885"/>
                </a:cubicBezTo>
                <a:cubicBezTo>
                  <a:pt x="6556804" y="19614"/>
                  <a:pt x="6557102" y="19385"/>
                  <a:pt x="6557510" y="19205"/>
                </a:cubicBezTo>
                <a:cubicBezTo>
                  <a:pt x="6557965" y="18977"/>
                  <a:pt x="6558553" y="18819"/>
                  <a:pt x="6559279" y="18728"/>
                </a:cubicBezTo>
                <a:cubicBezTo>
                  <a:pt x="6560008" y="18637"/>
                  <a:pt x="6560913" y="18591"/>
                  <a:pt x="6562005" y="18591"/>
                </a:cubicBezTo>
                <a:cubicBezTo>
                  <a:pt x="6563139" y="18591"/>
                  <a:pt x="6564071" y="18637"/>
                  <a:pt x="6564797" y="18728"/>
                </a:cubicBezTo>
                <a:cubicBezTo>
                  <a:pt x="6565523" y="18819"/>
                  <a:pt x="6566091" y="18977"/>
                  <a:pt x="6566500" y="19205"/>
                </a:cubicBezTo>
                <a:cubicBezTo>
                  <a:pt x="6566908" y="19385"/>
                  <a:pt x="6567203" y="19614"/>
                  <a:pt x="6567386" y="19885"/>
                </a:cubicBezTo>
                <a:cubicBezTo>
                  <a:pt x="6567566" y="20157"/>
                  <a:pt x="6567657" y="20454"/>
                  <a:pt x="6567657" y="20771"/>
                </a:cubicBezTo>
                <a:lnTo>
                  <a:pt x="6567657" y="35344"/>
                </a:lnTo>
                <a:lnTo>
                  <a:pt x="6583391" y="35344"/>
                </a:lnTo>
                <a:cubicBezTo>
                  <a:pt x="6583753" y="35344"/>
                  <a:pt x="6584071" y="35436"/>
                  <a:pt x="6584342" y="35619"/>
                </a:cubicBezTo>
                <a:cubicBezTo>
                  <a:pt x="6584614" y="35753"/>
                  <a:pt x="6584842" y="36027"/>
                  <a:pt x="6585025" y="36436"/>
                </a:cubicBezTo>
                <a:cubicBezTo>
                  <a:pt x="6585251" y="36799"/>
                  <a:pt x="6585411" y="37276"/>
                  <a:pt x="6585499" y="37865"/>
                </a:cubicBezTo>
                <a:cubicBezTo>
                  <a:pt x="6585591" y="38456"/>
                  <a:pt x="6585637" y="39182"/>
                  <a:pt x="6585637" y="40045"/>
                </a:cubicBezTo>
                <a:cubicBezTo>
                  <a:pt x="6585637" y="41679"/>
                  <a:pt x="6585431" y="42860"/>
                  <a:pt x="6585025" y="43585"/>
                </a:cubicBezTo>
                <a:cubicBezTo>
                  <a:pt x="6584614" y="44311"/>
                  <a:pt x="6584071" y="44677"/>
                  <a:pt x="6583391" y="44677"/>
                </a:cubicBezTo>
                <a:lnTo>
                  <a:pt x="6567657" y="44677"/>
                </a:lnTo>
                <a:lnTo>
                  <a:pt x="6567657" y="78864"/>
                </a:lnTo>
                <a:cubicBezTo>
                  <a:pt x="6567657" y="83088"/>
                  <a:pt x="6568269" y="86288"/>
                  <a:pt x="6569497" y="88468"/>
                </a:cubicBezTo>
                <a:cubicBezTo>
                  <a:pt x="6570766" y="90600"/>
                  <a:pt x="6573015" y="91669"/>
                  <a:pt x="6576238" y="91669"/>
                </a:cubicBezTo>
                <a:cubicBezTo>
                  <a:pt x="6577284" y="91669"/>
                  <a:pt x="6578213" y="91577"/>
                  <a:pt x="6579030" y="91394"/>
                </a:cubicBezTo>
                <a:cubicBezTo>
                  <a:pt x="6579847" y="91169"/>
                  <a:pt x="6580573" y="90940"/>
                  <a:pt x="6581210" y="90714"/>
                </a:cubicBezTo>
                <a:cubicBezTo>
                  <a:pt x="6581845" y="90488"/>
                  <a:pt x="6582390" y="90283"/>
                  <a:pt x="6582845" y="90103"/>
                </a:cubicBezTo>
                <a:cubicBezTo>
                  <a:pt x="6583299" y="89874"/>
                  <a:pt x="6583708" y="89760"/>
                  <a:pt x="6584071" y="89760"/>
                </a:cubicBezTo>
                <a:cubicBezTo>
                  <a:pt x="6584296" y="89760"/>
                  <a:pt x="6584502" y="89828"/>
                  <a:pt x="6584682" y="89966"/>
                </a:cubicBezTo>
                <a:cubicBezTo>
                  <a:pt x="6584911" y="90057"/>
                  <a:pt x="6585071" y="90260"/>
                  <a:pt x="6585159" y="90577"/>
                </a:cubicBezTo>
                <a:cubicBezTo>
                  <a:pt x="6585296" y="90897"/>
                  <a:pt x="6585411" y="91329"/>
                  <a:pt x="6585499" y="91871"/>
                </a:cubicBezTo>
                <a:cubicBezTo>
                  <a:pt x="6585591" y="92417"/>
                  <a:pt x="6585637" y="93097"/>
                  <a:pt x="6585637" y="93915"/>
                </a:cubicBezTo>
                <a:close/>
                <a:moveTo>
                  <a:pt x="6652991" y="98409"/>
                </a:moveTo>
                <a:cubicBezTo>
                  <a:pt x="6652991" y="98772"/>
                  <a:pt x="6652902" y="99092"/>
                  <a:pt x="6652719" y="99364"/>
                </a:cubicBezTo>
                <a:cubicBezTo>
                  <a:pt x="6652582" y="99590"/>
                  <a:pt x="6652311" y="99795"/>
                  <a:pt x="6651902" y="99975"/>
                </a:cubicBezTo>
                <a:cubicBezTo>
                  <a:pt x="6651493" y="100158"/>
                  <a:pt x="6650948" y="100295"/>
                  <a:pt x="6650267" y="100384"/>
                </a:cubicBezTo>
                <a:cubicBezTo>
                  <a:pt x="6649633" y="100475"/>
                  <a:pt x="6648839" y="100521"/>
                  <a:pt x="6647884" y="100521"/>
                </a:cubicBezTo>
                <a:cubicBezTo>
                  <a:pt x="6646838" y="100521"/>
                  <a:pt x="6645978" y="100475"/>
                  <a:pt x="6645295" y="100384"/>
                </a:cubicBezTo>
                <a:cubicBezTo>
                  <a:pt x="6644661" y="100295"/>
                  <a:pt x="6644138" y="100158"/>
                  <a:pt x="6643730" y="99975"/>
                </a:cubicBezTo>
                <a:cubicBezTo>
                  <a:pt x="6643367" y="99795"/>
                  <a:pt x="6643118" y="99590"/>
                  <a:pt x="6642981" y="99364"/>
                </a:cubicBezTo>
                <a:cubicBezTo>
                  <a:pt x="6642844" y="99092"/>
                  <a:pt x="6642775" y="98772"/>
                  <a:pt x="6642775" y="98409"/>
                </a:cubicBezTo>
                <a:lnTo>
                  <a:pt x="6642775" y="90306"/>
                </a:lnTo>
                <a:cubicBezTo>
                  <a:pt x="6639280" y="94166"/>
                  <a:pt x="6635829" y="96981"/>
                  <a:pt x="6632425" y="98749"/>
                </a:cubicBezTo>
                <a:cubicBezTo>
                  <a:pt x="6629019" y="100521"/>
                  <a:pt x="6625570" y="101407"/>
                  <a:pt x="6622073" y="101407"/>
                </a:cubicBezTo>
                <a:cubicBezTo>
                  <a:pt x="6617986" y="101407"/>
                  <a:pt x="6614534" y="100727"/>
                  <a:pt x="6611720" y="99364"/>
                </a:cubicBezTo>
                <a:cubicBezTo>
                  <a:pt x="6608951" y="98001"/>
                  <a:pt x="6606705" y="96163"/>
                  <a:pt x="6604979" y="93846"/>
                </a:cubicBezTo>
                <a:cubicBezTo>
                  <a:pt x="6603253" y="91486"/>
                  <a:pt x="6602004" y="88763"/>
                  <a:pt x="6601233" y="85674"/>
                </a:cubicBezTo>
                <a:cubicBezTo>
                  <a:pt x="6600507" y="82542"/>
                  <a:pt x="6600144" y="78750"/>
                  <a:pt x="6600144" y="74301"/>
                </a:cubicBezTo>
                <a:lnTo>
                  <a:pt x="6600144" y="37116"/>
                </a:lnTo>
                <a:cubicBezTo>
                  <a:pt x="6600144" y="36753"/>
                  <a:pt x="6600210" y="36459"/>
                  <a:pt x="6600347" y="36230"/>
                </a:cubicBezTo>
                <a:cubicBezTo>
                  <a:pt x="6600530" y="35959"/>
                  <a:pt x="6600847" y="35730"/>
                  <a:pt x="6601301" y="35550"/>
                </a:cubicBezTo>
                <a:cubicBezTo>
                  <a:pt x="6601756" y="35322"/>
                  <a:pt x="6602344" y="35187"/>
                  <a:pt x="6603070" y="35142"/>
                </a:cubicBezTo>
                <a:cubicBezTo>
                  <a:pt x="6603799" y="35050"/>
                  <a:pt x="6604705" y="35004"/>
                  <a:pt x="6605796" y="35004"/>
                </a:cubicBezTo>
                <a:cubicBezTo>
                  <a:pt x="6606885" y="35004"/>
                  <a:pt x="6607794" y="35050"/>
                  <a:pt x="6608519" y="35142"/>
                </a:cubicBezTo>
                <a:cubicBezTo>
                  <a:pt x="6609245" y="35187"/>
                  <a:pt x="6609814" y="35322"/>
                  <a:pt x="6610222" y="35550"/>
                </a:cubicBezTo>
                <a:cubicBezTo>
                  <a:pt x="6610677" y="35730"/>
                  <a:pt x="6610994" y="35959"/>
                  <a:pt x="6611177" y="36230"/>
                </a:cubicBezTo>
                <a:cubicBezTo>
                  <a:pt x="6611357" y="36459"/>
                  <a:pt x="6611448" y="36753"/>
                  <a:pt x="6611448" y="37116"/>
                </a:cubicBezTo>
                <a:lnTo>
                  <a:pt x="6611448" y="72803"/>
                </a:lnTo>
                <a:cubicBezTo>
                  <a:pt x="6611448" y="76390"/>
                  <a:pt x="6611697" y="79273"/>
                  <a:pt x="6612197" y="81453"/>
                </a:cubicBezTo>
                <a:cubicBezTo>
                  <a:pt x="6612743" y="83585"/>
                  <a:pt x="6613537" y="85425"/>
                  <a:pt x="6614580" y="86968"/>
                </a:cubicBezTo>
                <a:cubicBezTo>
                  <a:pt x="6615672" y="88468"/>
                  <a:pt x="6617032" y="89648"/>
                  <a:pt x="6618666" y="90511"/>
                </a:cubicBezTo>
                <a:cubicBezTo>
                  <a:pt x="6620301" y="91329"/>
                  <a:pt x="6622210" y="91737"/>
                  <a:pt x="6624387" y="91737"/>
                </a:cubicBezTo>
                <a:cubicBezTo>
                  <a:pt x="6627205" y="91737"/>
                  <a:pt x="6629996" y="90737"/>
                  <a:pt x="6632765" y="88740"/>
                </a:cubicBezTo>
                <a:cubicBezTo>
                  <a:pt x="6635580" y="86742"/>
                  <a:pt x="6638555" y="83813"/>
                  <a:pt x="6641686" y="79953"/>
                </a:cubicBezTo>
                <a:lnTo>
                  <a:pt x="6641686" y="37116"/>
                </a:lnTo>
                <a:cubicBezTo>
                  <a:pt x="6641686" y="36753"/>
                  <a:pt x="6641755" y="36459"/>
                  <a:pt x="6641892" y="36230"/>
                </a:cubicBezTo>
                <a:cubicBezTo>
                  <a:pt x="6642072" y="35959"/>
                  <a:pt x="6642389" y="35730"/>
                  <a:pt x="6642844" y="35550"/>
                </a:cubicBezTo>
                <a:cubicBezTo>
                  <a:pt x="6643298" y="35322"/>
                  <a:pt x="6643867" y="35187"/>
                  <a:pt x="6644547" y="35142"/>
                </a:cubicBezTo>
                <a:cubicBezTo>
                  <a:pt x="6645273" y="35050"/>
                  <a:pt x="6646204" y="35004"/>
                  <a:pt x="6647339" y="35004"/>
                </a:cubicBezTo>
                <a:cubicBezTo>
                  <a:pt x="6648430" y="35004"/>
                  <a:pt x="6649336" y="35050"/>
                  <a:pt x="6650065" y="35142"/>
                </a:cubicBezTo>
                <a:cubicBezTo>
                  <a:pt x="6650790" y="35187"/>
                  <a:pt x="6651356" y="35322"/>
                  <a:pt x="6651765" y="35550"/>
                </a:cubicBezTo>
                <a:cubicBezTo>
                  <a:pt x="6652173" y="35730"/>
                  <a:pt x="6652471" y="35959"/>
                  <a:pt x="6652651" y="36230"/>
                </a:cubicBezTo>
                <a:cubicBezTo>
                  <a:pt x="6652879" y="36459"/>
                  <a:pt x="6652991" y="36753"/>
                  <a:pt x="6652991" y="37116"/>
                </a:cubicBezTo>
                <a:lnTo>
                  <a:pt x="6652991" y="98409"/>
                </a:lnTo>
                <a:close/>
                <a:moveTo>
                  <a:pt x="6709586" y="41134"/>
                </a:moveTo>
                <a:cubicBezTo>
                  <a:pt x="6709586" y="42134"/>
                  <a:pt x="6709563" y="42974"/>
                  <a:pt x="6709518" y="43654"/>
                </a:cubicBezTo>
                <a:cubicBezTo>
                  <a:pt x="6709475" y="44334"/>
                  <a:pt x="6709383" y="44880"/>
                  <a:pt x="6709246" y="45289"/>
                </a:cubicBezTo>
                <a:cubicBezTo>
                  <a:pt x="6709109" y="45651"/>
                  <a:pt x="6708929" y="45946"/>
                  <a:pt x="6708700" y="46174"/>
                </a:cubicBezTo>
                <a:cubicBezTo>
                  <a:pt x="6708520" y="46354"/>
                  <a:pt x="6708246" y="46446"/>
                  <a:pt x="6707883" y="46446"/>
                </a:cubicBezTo>
                <a:cubicBezTo>
                  <a:pt x="6707520" y="46446"/>
                  <a:pt x="6707066" y="46354"/>
                  <a:pt x="6706523" y="46174"/>
                </a:cubicBezTo>
                <a:cubicBezTo>
                  <a:pt x="6706023" y="45946"/>
                  <a:pt x="6705432" y="45743"/>
                  <a:pt x="6704751" y="45560"/>
                </a:cubicBezTo>
                <a:cubicBezTo>
                  <a:pt x="6704117" y="45334"/>
                  <a:pt x="6703388" y="45128"/>
                  <a:pt x="6702571" y="44948"/>
                </a:cubicBezTo>
                <a:cubicBezTo>
                  <a:pt x="6701754" y="44766"/>
                  <a:pt x="6700868" y="44677"/>
                  <a:pt x="6699917" y="44677"/>
                </a:cubicBezTo>
                <a:cubicBezTo>
                  <a:pt x="6698782" y="44677"/>
                  <a:pt x="6697668" y="44903"/>
                  <a:pt x="6696579" y="45357"/>
                </a:cubicBezTo>
                <a:cubicBezTo>
                  <a:pt x="6695490" y="45811"/>
                  <a:pt x="6694330" y="46560"/>
                  <a:pt x="6693104" y="47603"/>
                </a:cubicBezTo>
                <a:cubicBezTo>
                  <a:pt x="6691924" y="48649"/>
                  <a:pt x="6690675" y="50032"/>
                  <a:pt x="6689361" y="51758"/>
                </a:cubicBezTo>
                <a:cubicBezTo>
                  <a:pt x="6688044" y="53484"/>
                  <a:pt x="6686589" y="55596"/>
                  <a:pt x="6685000" y="58093"/>
                </a:cubicBezTo>
                <a:lnTo>
                  <a:pt x="6685000" y="98409"/>
                </a:lnTo>
                <a:cubicBezTo>
                  <a:pt x="6685000" y="98772"/>
                  <a:pt x="6684909" y="99092"/>
                  <a:pt x="6684729" y="99364"/>
                </a:cubicBezTo>
                <a:cubicBezTo>
                  <a:pt x="6684546" y="99590"/>
                  <a:pt x="6684252" y="99795"/>
                  <a:pt x="6683843" y="99975"/>
                </a:cubicBezTo>
                <a:cubicBezTo>
                  <a:pt x="6683434" y="100158"/>
                  <a:pt x="6682866" y="100295"/>
                  <a:pt x="6682140" y="100384"/>
                </a:cubicBezTo>
                <a:cubicBezTo>
                  <a:pt x="6681414" y="100475"/>
                  <a:pt x="6680483" y="100521"/>
                  <a:pt x="6679348" y="100521"/>
                </a:cubicBezTo>
                <a:cubicBezTo>
                  <a:pt x="6678260" y="100521"/>
                  <a:pt x="6677351" y="100475"/>
                  <a:pt x="6676625" y="100384"/>
                </a:cubicBezTo>
                <a:cubicBezTo>
                  <a:pt x="6675899" y="100295"/>
                  <a:pt x="6675308" y="100158"/>
                  <a:pt x="6674853" y="99975"/>
                </a:cubicBezTo>
                <a:cubicBezTo>
                  <a:pt x="6674445" y="99795"/>
                  <a:pt x="6674150" y="99590"/>
                  <a:pt x="6673968" y="99364"/>
                </a:cubicBezTo>
                <a:cubicBezTo>
                  <a:pt x="6673833" y="99092"/>
                  <a:pt x="6673765" y="98772"/>
                  <a:pt x="6673765" y="98409"/>
                </a:cubicBezTo>
                <a:lnTo>
                  <a:pt x="6673765" y="37116"/>
                </a:lnTo>
                <a:cubicBezTo>
                  <a:pt x="6673765" y="36753"/>
                  <a:pt x="6673833" y="36459"/>
                  <a:pt x="6673968" y="36230"/>
                </a:cubicBezTo>
                <a:cubicBezTo>
                  <a:pt x="6674105" y="35959"/>
                  <a:pt x="6674376" y="35730"/>
                  <a:pt x="6674785" y="35550"/>
                </a:cubicBezTo>
                <a:cubicBezTo>
                  <a:pt x="6675193" y="35322"/>
                  <a:pt x="6675716" y="35187"/>
                  <a:pt x="6676351" y="35142"/>
                </a:cubicBezTo>
                <a:cubicBezTo>
                  <a:pt x="6676988" y="35050"/>
                  <a:pt x="6677828" y="35004"/>
                  <a:pt x="6678871" y="35004"/>
                </a:cubicBezTo>
                <a:cubicBezTo>
                  <a:pt x="6679871" y="35004"/>
                  <a:pt x="6680688" y="35050"/>
                  <a:pt x="6681323" y="35142"/>
                </a:cubicBezTo>
                <a:cubicBezTo>
                  <a:pt x="6682006" y="35187"/>
                  <a:pt x="6682526" y="35322"/>
                  <a:pt x="6682889" y="35550"/>
                </a:cubicBezTo>
                <a:cubicBezTo>
                  <a:pt x="6683254" y="35730"/>
                  <a:pt x="6683503" y="35959"/>
                  <a:pt x="6683640" y="36230"/>
                </a:cubicBezTo>
                <a:cubicBezTo>
                  <a:pt x="6683820" y="36459"/>
                  <a:pt x="6683912" y="36753"/>
                  <a:pt x="6683912" y="37116"/>
                </a:cubicBezTo>
                <a:lnTo>
                  <a:pt x="6683912" y="46037"/>
                </a:lnTo>
                <a:cubicBezTo>
                  <a:pt x="6685592" y="43585"/>
                  <a:pt x="6687158" y="41588"/>
                  <a:pt x="6688609" y="40045"/>
                </a:cubicBezTo>
                <a:cubicBezTo>
                  <a:pt x="6690110" y="38502"/>
                  <a:pt x="6691515" y="37299"/>
                  <a:pt x="6692833" y="36436"/>
                </a:cubicBezTo>
                <a:cubicBezTo>
                  <a:pt x="6694150" y="35527"/>
                  <a:pt x="6695445" y="34913"/>
                  <a:pt x="6696716" y="34596"/>
                </a:cubicBezTo>
                <a:cubicBezTo>
                  <a:pt x="6698031" y="34233"/>
                  <a:pt x="6699348" y="34053"/>
                  <a:pt x="6700665" y="34053"/>
                </a:cubicBezTo>
                <a:cubicBezTo>
                  <a:pt x="6701254" y="34053"/>
                  <a:pt x="6701914" y="34096"/>
                  <a:pt x="6702640" y="34187"/>
                </a:cubicBezTo>
                <a:cubicBezTo>
                  <a:pt x="6703411" y="34233"/>
                  <a:pt x="6704206" y="34347"/>
                  <a:pt x="6705023" y="34527"/>
                </a:cubicBezTo>
                <a:cubicBezTo>
                  <a:pt x="6705840" y="34710"/>
                  <a:pt x="6706569" y="34913"/>
                  <a:pt x="6707203" y="35142"/>
                </a:cubicBezTo>
                <a:cubicBezTo>
                  <a:pt x="6707883" y="35367"/>
                  <a:pt x="6708360" y="35596"/>
                  <a:pt x="6708635" y="35822"/>
                </a:cubicBezTo>
                <a:cubicBezTo>
                  <a:pt x="6708906" y="36050"/>
                  <a:pt x="6709086" y="36276"/>
                  <a:pt x="6709178" y="36505"/>
                </a:cubicBezTo>
                <a:cubicBezTo>
                  <a:pt x="6709269" y="36685"/>
                  <a:pt x="6709338" y="36933"/>
                  <a:pt x="6709383" y="37253"/>
                </a:cubicBezTo>
                <a:cubicBezTo>
                  <a:pt x="6709475" y="37570"/>
                  <a:pt x="6709518" y="38048"/>
                  <a:pt x="6709518" y="38682"/>
                </a:cubicBezTo>
                <a:cubicBezTo>
                  <a:pt x="6709563" y="39273"/>
                  <a:pt x="6709586" y="40091"/>
                  <a:pt x="6709586" y="41134"/>
                </a:cubicBezTo>
                <a:close/>
                <a:moveTo>
                  <a:pt x="6772857" y="65108"/>
                </a:moveTo>
                <a:cubicBezTo>
                  <a:pt x="6772857" y="66877"/>
                  <a:pt x="6772403" y="68149"/>
                  <a:pt x="6771494" y="68920"/>
                </a:cubicBezTo>
                <a:cubicBezTo>
                  <a:pt x="6770631" y="69649"/>
                  <a:pt x="6769634" y="70012"/>
                  <a:pt x="6768497" y="70012"/>
                </a:cubicBezTo>
                <a:lnTo>
                  <a:pt x="6728314" y="70012"/>
                </a:lnTo>
                <a:cubicBezTo>
                  <a:pt x="6728314" y="73415"/>
                  <a:pt x="6728657" y="76481"/>
                  <a:pt x="6729337" y="79204"/>
                </a:cubicBezTo>
                <a:cubicBezTo>
                  <a:pt x="6730017" y="81930"/>
                  <a:pt x="6731152" y="84268"/>
                  <a:pt x="6732743" y="86219"/>
                </a:cubicBezTo>
                <a:cubicBezTo>
                  <a:pt x="6734332" y="88171"/>
                  <a:pt x="6736398" y="89671"/>
                  <a:pt x="6738939" y="90714"/>
                </a:cubicBezTo>
                <a:cubicBezTo>
                  <a:pt x="6741482" y="91760"/>
                  <a:pt x="6744594" y="92280"/>
                  <a:pt x="6748271" y="92280"/>
                </a:cubicBezTo>
                <a:cubicBezTo>
                  <a:pt x="6751174" y="92280"/>
                  <a:pt x="6753763" y="92054"/>
                  <a:pt x="6756035" y="91600"/>
                </a:cubicBezTo>
                <a:cubicBezTo>
                  <a:pt x="6758304" y="91100"/>
                  <a:pt x="6760255" y="90554"/>
                  <a:pt x="6761890" y="89966"/>
                </a:cubicBezTo>
                <a:cubicBezTo>
                  <a:pt x="6763570" y="89374"/>
                  <a:pt x="6764933" y="88854"/>
                  <a:pt x="6765976" y="88400"/>
                </a:cubicBezTo>
                <a:cubicBezTo>
                  <a:pt x="6767068" y="87900"/>
                  <a:pt x="6767885" y="87651"/>
                  <a:pt x="6768428" y="87651"/>
                </a:cubicBezTo>
                <a:cubicBezTo>
                  <a:pt x="6768748" y="87651"/>
                  <a:pt x="6769019" y="87740"/>
                  <a:pt x="6769245" y="87922"/>
                </a:cubicBezTo>
                <a:cubicBezTo>
                  <a:pt x="6769520" y="88060"/>
                  <a:pt x="6769722" y="88285"/>
                  <a:pt x="6769860" y="88603"/>
                </a:cubicBezTo>
                <a:cubicBezTo>
                  <a:pt x="6769997" y="88920"/>
                  <a:pt x="6770085" y="89374"/>
                  <a:pt x="6770131" y="89966"/>
                </a:cubicBezTo>
                <a:cubicBezTo>
                  <a:pt x="6770222" y="90511"/>
                  <a:pt x="6770268" y="91191"/>
                  <a:pt x="6770268" y="92009"/>
                </a:cubicBezTo>
                <a:cubicBezTo>
                  <a:pt x="6770268" y="92597"/>
                  <a:pt x="6770245" y="93120"/>
                  <a:pt x="6770200" y="93575"/>
                </a:cubicBezTo>
                <a:cubicBezTo>
                  <a:pt x="6770154" y="93983"/>
                  <a:pt x="6770085" y="94369"/>
                  <a:pt x="6769997" y="94732"/>
                </a:cubicBezTo>
                <a:cubicBezTo>
                  <a:pt x="6769951" y="95049"/>
                  <a:pt x="6769837" y="95346"/>
                  <a:pt x="6769654" y="95618"/>
                </a:cubicBezTo>
                <a:cubicBezTo>
                  <a:pt x="6769520" y="95889"/>
                  <a:pt x="6769314" y="96163"/>
                  <a:pt x="6769042" y="96435"/>
                </a:cubicBezTo>
                <a:cubicBezTo>
                  <a:pt x="6768814" y="96664"/>
                  <a:pt x="6768088" y="97072"/>
                  <a:pt x="6766862" y="97661"/>
                </a:cubicBezTo>
                <a:cubicBezTo>
                  <a:pt x="6765636" y="98207"/>
                  <a:pt x="6764047" y="98749"/>
                  <a:pt x="6762096" y="99295"/>
                </a:cubicBezTo>
                <a:cubicBezTo>
                  <a:pt x="6760144" y="99841"/>
                  <a:pt x="6757872" y="100318"/>
                  <a:pt x="6755286" y="100727"/>
                </a:cubicBezTo>
                <a:cubicBezTo>
                  <a:pt x="6752743" y="101178"/>
                  <a:pt x="6750017" y="101407"/>
                  <a:pt x="6747114" y="101407"/>
                </a:cubicBezTo>
                <a:cubicBezTo>
                  <a:pt x="6742073" y="101407"/>
                  <a:pt x="6737647" y="100704"/>
                  <a:pt x="6733832" y="99295"/>
                </a:cubicBezTo>
                <a:cubicBezTo>
                  <a:pt x="6730063" y="97889"/>
                  <a:pt x="6726886" y="95801"/>
                  <a:pt x="6724297" y="93029"/>
                </a:cubicBezTo>
                <a:cubicBezTo>
                  <a:pt x="6721711" y="90260"/>
                  <a:pt x="6719756" y="86788"/>
                  <a:pt x="6718442" y="82610"/>
                </a:cubicBezTo>
                <a:cubicBezTo>
                  <a:pt x="6717124" y="78433"/>
                  <a:pt x="6716464" y="73575"/>
                  <a:pt x="6716464" y="68034"/>
                </a:cubicBezTo>
                <a:cubicBezTo>
                  <a:pt x="6716464" y="62768"/>
                  <a:pt x="6717147" y="58047"/>
                  <a:pt x="6718507" y="53870"/>
                </a:cubicBezTo>
                <a:cubicBezTo>
                  <a:pt x="6719870" y="49646"/>
                  <a:pt x="6721822" y="46083"/>
                  <a:pt x="6724365" y="43177"/>
                </a:cubicBezTo>
                <a:cubicBezTo>
                  <a:pt x="6726954" y="40225"/>
                  <a:pt x="6730063" y="37979"/>
                  <a:pt x="6733695" y="36436"/>
                </a:cubicBezTo>
                <a:cubicBezTo>
                  <a:pt x="6737327" y="34847"/>
                  <a:pt x="6741393" y="34053"/>
                  <a:pt x="6745885" y="34053"/>
                </a:cubicBezTo>
                <a:cubicBezTo>
                  <a:pt x="6750700" y="34053"/>
                  <a:pt x="6754786" y="34824"/>
                  <a:pt x="6758144" y="36367"/>
                </a:cubicBezTo>
                <a:cubicBezTo>
                  <a:pt x="6761550" y="37910"/>
                  <a:pt x="6764342" y="39999"/>
                  <a:pt x="6766522" y="42634"/>
                </a:cubicBezTo>
                <a:cubicBezTo>
                  <a:pt x="6768702" y="45220"/>
                  <a:pt x="6770291" y="48286"/>
                  <a:pt x="6771288" y="51826"/>
                </a:cubicBezTo>
                <a:cubicBezTo>
                  <a:pt x="6772334" y="55324"/>
                  <a:pt x="6772857" y="59067"/>
                  <a:pt x="6772857" y="63065"/>
                </a:cubicBezTo>
                <a:lnTo>
                  <a:pt x="6772857" y="65108"/>
                </a:lnTo>
                <a:close/>
                <a:moveTo>
                  <a:pt x="6761550" y="61771"/>
                </a:moveTo>
                <a:cubicBezTo>
                  <a:pt x="6761687" y="55867"/>
                  <a:pt x="6760370" y="51238"/>
                  <a:pt x="6757601" y="47877"/>
                </a:cubicBezTo>
                <a:cubicBezTo>
                  <a:pt x="6754875" y="44517"/>
                  <a:pt x="6750814" y="42837"/>
                  <a:pt x="6745411" y="42837"/>
                </a:cubicBezTo>
                <a:cubicBezTo>
                  <a:pt x="6742642" y="42837"/>
                  <a:pt x="6740210" y="43360"/>
                  <a:pt x="6738121" y="44403"/>
                </a:cubicBezTo>
                <a:cubicBezTo>
                  <a:pt x="6736035" y="45449"/>
                  <a:pt x="6734287" y="46832"/>
                  <a:pt x="6732878" y="48557"/>
                </a:cubicBezTo>
                <a:cubicBezTo>
                  <a:pt x="6731472" y="50283"/>
                  <a:pt x="6730380" y="52304"/>
                  <a:pt x="6729609" y="54618"/>
                </a:cubicBezTo>
                <a:cubicBezTo>
                  <a:pt x="6728837" y="56890"/>
                  <a:pt x="6728406" y="59273"/>
                  <a:pt x="6728314" y="61771"/>
                </a:cubicBezTo>
                <a:lnTo>
                  <a:pt x="6761550" y="61771"/>
                </a:lnTo>
                <a:close/>
                <a:moveTo>
                  <a:pt x="6828430" y="81724"/>
                </a:moveTo>
                <a:cubicBezTo>
                  <a:pt x="6828430" y="84856"/>
                  <a:pt x="6827838" y="87651"/>
                  <a:pt x="6826658" y="90103"/>
                </a:cubicBezTo>
                <a:cubicBezTo>
                  <a:pt x="6825524" y="92554"/>
                  <a:pt x="6823889" y="94620"/>
                  <a:pt x="6821755" y="96298"/>
                </a:cubicBezTo>
                <a:cubicBezTo>
                  <a:pt x="6819620" y="97978"/>
                  <a:pt x="6817077" y="99250"/>
                  <a:pt x="6814128" y="100113"/>
                </a:cubicBezTo>
                <a:cubicBezTo>
                  <a:pt x="6811176" y="100975"/>
                  <a:pt x="6807930" y="101407"/>
                  <a:pt x="6804390" y="101407"/>
                </a:cubicBezTo>
                <a:cubicBezTo>
                  <a:pt x="6802209" y="101407"/>
                  <a:pt x="6800120" y="101224"/>
                  <a:pt x="6798123" y="100861"/>
                </a:cubicBezTo>
                <a:cubicBezTo>
                  <a:pt x="6796171" y="100544"/>
                  <a:pt x="6794400" y="100135"/>
                  <a:pt x="6792811" y="99635"/>
                </a:cubicBezTo>
                <a:cubicBezTo>
                  <a:pt x="6791268" y="99092"/>
                  <a:pt x="6789951" y="98547"/>
                  <a:pt x="6788859" y="98001"/>
                </a:cubicBezTo>
                <a:cubicBezTo>
                  <a:pt x="6787770" y="97412"/>
                  <a:pt x="6786976" y="96889"/>
                  <a:pt x="6786476" y="96435"/>
                </a:cubicBezTo>
                <a:cubicBezTo>
                  <a:pt x="6785976" y="95981"/>
                  <a:pt x="6785613" y="95346"/>
                  <a:pt x="6785387" y="94529"/>
                </a:cubicBezTo>
                <a:cubicBezTo>
                  <a:pt x="6785159" y="93712"/>
                  <a:pt x="6785047" y="92597"/>
                  <a:pt x="6785047" y="91191"/>
                </a:cubicBezTo>
                <a:cubicBezTo>
                  <a:pt x="6785047" y="90328"/>
                  <a:pt x="6785093" y="89603"/>
                  <a:pt x="6785181" y="89011"/>
                </a:cubicBezTo>
                <a:cubicBezTo>
                  <a:pt x="6785273" y="88422"/>
                  <a:pt x="6785387" y="87945"/>
                  <a:pt x="6785524" y="87582"/>
                </a:cubicBezTo>
                <a:cubicBezTo>
                  <a:pt x="6785659" y="87219"/>
                  <a:pt x="6785842" y="86968"/>
                  <a:pt x="6786067" y="86834"/>
                </a:cubicBezTo>
                <a:cubicBezTo>
                  <a:pt x="6786342" y="86651"/>
                  <a:pt x="6786636" y="86559"/>
                  <a:pt x="6786953" y="86559"/>
                </a:cubicBezTo>
                <a:cubicBezTo>
                  <a:pt x="6787453" y="86559"/>
                  <a:pt x="6788179" y="86877"/>
                  <a:pt x="6789133" y="87514"/>
                </a:cubicBezTo>
                <a:cubicBezTo>
                  <a:pt x="6790131" y="88102"/>
                  <a:pt x="6791334" y="88763"/>
                  <a:pt x="6792742" y="89488"/>
                </a:cubicBezTo>
                <a:cubicBezTo>
                  <a:pt x="6794197" y="90214"/>
                  <a:pt x="6795897" y="90897"/>
                  <a:pt x="6797852" y="91531"/>
                </a:cubicBezTo>
                <a:cubicBezTo>
                  <a:pt x="6799803" y="92123"/>
                  <a:pt x="6802049" y="92417"/>
                  <a:pt x="6804592" y="92417"/>
                </a:cubicBezTo>
                <a:cubicBezTo>
                  <a:pt x="6806498" y="92417"/>
                  <a:pt x="6808224" y="92212"/>
                  <a:pt x="6809767" y="91803"/>
                </a:cubicBezTo>
                <a:cubicBezTo>
                  <a:pt x="6811313" y="91394"/>
                  <a:pt x="6812651" y="90806"/>
                  <a:pt x="6813788" y="90034"/>
                </a:cubicBezTo>
                <a:cubicBezTo>
                  <a:pt x="6814922" y="89217"/>
                  <a:pt x="6815785" y="88194"/>
                  <a:pt x="6816374" y="86968"/>
                </a:cubicBezTo>
                <a:cubicBezTo>
                  <a:pt x="6817011" y="85742"/>
                  <a:pt x="6817328" y="84291"/>
                  <a:pt x="6817328" y="82610"/>
                </a:cubicBezTo>
                <a:cubicBezTo>
                  <a:pt x="6817328" y="80884"/>
                  <a:pt x="6816874" y="79433"/>
                  <a:pt x="6815965" y="78253"/>
                </a:cubicBezTo>
                <a:cubicBezTo>
                  <a:pt x="6815102" y="77070"/>
                  <a:pt x="6813945" y="76027"/>
                  <a:pt x="6812493" y="75118"/>
                </a:cubicBezTo>
                <a:cubicBezTo>
                  <a:pt x="6811039" y="74209"/>
                  <a:pt x="6809404" y="73415"/>
                  <a:pt x="6807590" y="72735"/>
                </a:cubicBezTo>
                <a:cubicBezTo>
                  <a:pt x="6805773" y="72009"/>
                  <a:pt x="6803890" y="71260"/>
                  <a:pt x="6801938" y="70486"/>
                </a:cubicBezTo>
                <a:cubicBezTo>
                  <a:pt x="6800029" y="69714"/>
                  <a:pt x="6798146" y="68851"/>
                  <a:pt x="6796283" y="67900"/>
                </a:cubicBezTo>
                <a:cubicBezTo>
                  <a:pt x="6794468" y="66900"/>
                  <a:pt x="6792834" y="65697"/>
                  <a:pt x="6791379" y="64291"/>
                </a:cubicBezTo>
                <a:cubicBezTo>
                  <a:pt x="6789928" y="62882"/>
                  <a:pt x="6788748" y="61202"/>
                  <a:pt x="6787839" y="59250"/>
                </a:cubicBezTo>
                <a:cubicBezTo>
                  <a:pt x="6786976" y="57299"/>
                  <a:pt x="6786544" y="54958"/>
                  <a:pt x="6786544" y="52235"/>
                </a:cubicBezTo>
                <a:cubicBezTo>
                  <a:pt x="6786544" y="49829"/>
                  <a:pt x="6786999" y="47537"/>
                  <a:pt x="6787908" y="45357"/>
                </a:cubicBezTo>
                <a:cubicBezTo>
                  <a:pt x="6788859" y="43131"/>
                  <a:pt x="6790268" y="41202"/>
                  <a:pt x="6792128" y="39568"/>
                </a:cubicBezTo>
                <a:cubicBezTo>
                  <a:pt x="6793991" y="37888"/>
                  <a:pt x="6796306" y="36547"/>
                  <a:pt x="6799077" y="35550"/>
                </a:cubicBezTo>
                <a:cubicBezTo>
                  <a:pt x="6801892" y="34550"/>
                  <a:pt x="6805161" y="34053"/>
                  <a:pt x="6808884" y="34053"/>
                </a:cubicBezTo>
                <a:cubicBezTo>
                  <a:pt x="6810519" y="34053"/>
                  <a:pt x="6812153" y="34187"/>
                  <a:pt x="6813788" y="34461"/>
                </a:cubicBezTo>
                <a:cubicBezTo>
                  <a:pt x="6815422" y="34733"/>
                  <a:pt x="6816897" y="35073"/>
                  <a:pt x="6818214" y="35482"/>
                </a:cubicBezTo>
                <a:cubicBezTo>
                  <a:pt x="6819531" y="35890"/>
                  <a:pt x="6820643" y="36345"/>
                  <a:pt x="6821552" y="36845"/>
                </a:cubicBezTo>
                <a:cubicBezTo>
                  <a:pt x="6822503" y="37299"/>
                  <a:pt x="6823209" y="37708"/>
                  <a:pt x="6823661" y="38070"/>
                </a:cubicBezTo>
                <a:cubicBezTo>
                  <a:pt x="6824161" y="38433"/>
                  <a:pt x="6824478" y="38751"/>
                  <a:pt x="6824615" y="39022"/>
                </a:cubicBezTo>
                <a:cubicBezTo>
                  <a:pt x="6824798" y="39296"/>
                  <a:pt x="6824909" y="39614"/>
                  <a:pt x="6824955" y="39976"/>
                </a:cubicBezTo>
                <a:cubicBezTo>
                  <a:pt x="6825046" y="40294"/>
                  <a:pt x="6825115" y="40702"/>
                  <a:pt x="6825161" y="41202"/>
                </a:cubicBezTo>
                <a:cubicBezTo>
                  <a:pt x="6825252" y="41702"/>
                  <a:pt x="6825295" y="42314"/>
                  <a:pt x="6825295" y="43043"/>
                </a:cubicBezTo>
                <a:cubicBezTo>
                  <a:pt x="6825295" y="43814"/>
                  <a:pt x="6825252" y="44494"/>
                  <a:pt x="6825161" y="45086"/>
                </a:cubicBezTo>
                <a:cubicBezTo>
                  <a:pt x="6825115" y="45629"/>
                  <a:pt x="6825001" y="46083"/>
                  <a:pt x="6824821" y="46446"/>
                </a:cubicBezTo>
                <a:cubicBezTo>
                  <a:pt x="6824684" y="46809"/>
                  <a:pt x="6824501" y="47083"/>
                  <a:pt x="6824275" y="47263"/>
                </a:cubicBezTo>
                <a:cubicBezTo>
                  <a:pt x="6824046" y="47400"/>
                  <a:pt x="6823798" y="47469"/>
                  <a:pt x="6823526" y="47469"/>
                </a:cubicBezTo>
                <a:cubicBezTo>
                  <a:pt x="6823118" y="47469"/>
                  <a:pt x="6822526" y="47217"/>
                  <a:pt x="6821755" y="46720"/>
                </a:cubicBezTo>
                <a:cubicBezTo>
                  <a:pt x="6820983" y="46220"/>
                  <a:pt x="6819983" y="45697"/>
                  <a:pt x="6818757" y="45151"/>
                </a:cubicBezTo>
                <a:cubicBezTo>
                  <a:pt x="6817531" y="44563"/>
                  <a:pt x="6816080" y="44017"/>
                  <a:pt x="6814399" y="43517"/>
                </a:cubicBezTo>
                <a:cubicBezTo>
                  <a:pt x="6812765" y="43020"/>
                  <a:pt x="6810882" y="42768"/>
                  <a:pt x="6808747" y="42768"/>
                </a:cubicBezTo>
                <a:cubicBezTo>
                  <a:pt x="6806841" y="42768"/>
                  <a:pt x="6805161" y="42997"/>
                  <a:pt x="6803707" y="43451"/>
                </a:cubicBezTo>
                <a:cubicBezTo>
                  <a:pt x="6802255" y="43860"/>
                  <a:pt x="6801052" y="44471"/>
                  <a:pt x="6800098" y="45289"/>
                </a:cubicBezTo>
                <a:cubicBezTo>
                  <a:pt x="6799189" y="46060"/>
                  <a:pt x="6798486" y="46992"/>
                  <a:pt x="6797986" y="48080"/>
                </a:cubicBezTo>
                <a:cubicBezTo>
                  <a:pt x="6797532" y="49172"/>
                  <a:pt x="6797306" y="50352"/>
                  <a:pt x="6797306" y="51624"/>
                </a:cubicBezTo>
                <a:cubicBezTo>
                  <a:pt x="6797306" y="53392"/>
                  <a:pt x="6797760" y="54893"/>
                  <a:pt x="6798669" y="56118"/>
                </a:cubicBezTo>
                <a:cubicBezTo>
                  <a:pt x="6799575" y="57299"/>
                  <a:pt x="6800755" y="58342"/>
                  <a:pt x="6802209" y="59250"/>
                </a:cubicBezTo>
                <a:cubicBezTo>
                  <a:pt x="6803661" y="60159"/>
                  <a:pt x="6805318" y="60976"/>
                  <a:pt x="6807181" y="61702"/>
                </a:cubicBezTo>
                <a:cubicBezTo>
                  <a:pt x="6809042" y="62428"/>
                  <a:pt x="6810928" y="63176"/>
                  <a:pt x="6812833" y="63948"/>
                </a:cubicBezTo>
                <a:cubicBezTo>
                  <a:pt x="6814785" y="64722"/>
                  <a:pt x="6816691" y="65582"/>
                  <a:pt x="6818554" y="66537"/>
                </a:cubicBezTo>
                <a:cubicBezTo>
                  <a:pt x="6820460" y="67491"/>
                  <a:pt x="6822140" y="68649"/>
                  <a:pt x="6823595" y="70012"/>
                </a:cubicBezTo>
                <a:cubicBezTo>
                  <a:pt x="6825046" y="71372"/>
                  <a:pt x="6826204" y="73006"/>
                  <a:pt x="6827067" y="74915"/>
                </a:cubicBezTo>
                <a:cubicBezTo>
                  <a:pt x="6827975" y="76821"/>
                  <a:pt x="6828430" y="79090"/>
                  <a:pt x="6828430" y="817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…">
            <a:extLst xmlns:a="http://schemas.openxmlformats.org/drawingml/2006/main">
              <a:ext uri="{FF2B5EF4-FFF2-40B4-BE49-F238E27FC236}">
                <a16:creationId xmlns:a16="http://schemas.microsoft.com/office/drawing/2014/main" id="{B35CE39F-1C4F-4D3D-80FF-50CD70F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120" y="3778126"/>
            <a:ext cx="106992" cy="14030"/>
          </a:xfrm>
          <a:custGeom xmlns:a="http://schemas.openxmlformats.org/drawingml/2006/main">
            <a:pathLst>
              <a:path w="106992" h="14030">
                <a:moveTo>
                  <a:pt x="0" y="14030"/>
                </a:moveTo>
                <a:lnTo>
                  <a:pt x="0" y="0"/>
                </a:lnTo>
                <a:lnTo>
                  <a:pt x="13961" y="0"/>
                </a:lnTo>
                <a:lnTo>
                  <a:pt x="13961" y="14030"/>
                </a:lnTo>
                <a:lnTo>
                  <a:pt x="0" y="14030"/>
                </a:lnTo>
                <a:moveTo>
                  <a:pt x="46515" y="14030"/>
                </a:moveTo>
                <a:lnTo>
                  <a:pt x="46515" y="0"/>
                </a:lnTo>
                <a:lnTo>
                  <a:pt x="60477" y="0"/>
                </a:lnTo>
                <a:lnTo>
                  <a:pt x="60477" y="14030"/>
                </a:lnTo>
                <a:lnTo>
                  <a:pt x="46515" y="14030"/>
                </a:lnTo>
                <a:moveTo>
                  <a:pt x="92963" y="14030"/>
                </a:moveTo>
                <a:lnTo>
                  <a:pt x="92963" y="0"/>
                </a:lnTo>
                <a:lnTo>
                  <a:pt x="106992" y="0"/>
                </a:lnTo>
                <a:lnTo>
                  <a:pt x="106992" y="14030"/>
                </a:lnTo>
                <a:lnTo>
                  <a:pt x="92963" y="14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4FC78-C0D4-4FEB-817A-2D3E9A35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0251" y="3696811"/>
            <a:ext cx="46174" cy="34939"/>
          </a:xfrm>
          <a:custGeom xmlns:a="http://schemas.openxmlformats.org/drawingml/2006/main">
            <a:pathLst>
              <a:path w="46174" h="34939">
                <a:moveTo>
                  <a:pt x="46174" y="5518"/>
                </a:moveTo>
                <a:cubicBezTo>
                  <a:pt x="46174" y="6924"/>
                  <a:pt x="46106" y="8218"/>
                  <a:pt x="45971" y="9398"/>
                </a:cubicBezTo>
                <a:cubicBezTo>
                  <a:pt x="45834" y="10533"/>
                  <a:pt x="45609" y="11624"/>
                  <a:pt x="45289" y="12667"/>
                </a:cubicBezTo>
                <a:cubicBezTo>
                  <a:pt x="45017" y="13713"/>
                  <a:pt x="44608" y="14756"/>
                  <a:pt x="44063" y="15799"/>
                </a:cubicBezTo>
                <a:cubicBezTo>
                  <a:pt x="43563" y="16799"/>
                  <a:pt x="42951" y="17842"/>
                  <a:pt x="42225" y="18934"/>
                </a:cubicBezTo>
                <a:lnTo>
                  <a:pt x="32964" y="32896"/>
                </a:lnTo>
                <a:cubicBezTo>
                  <a:pt x="32781" y="33258"/>
                  <a:pt x="32533" y="33576"/>
                  <a:pt x="32213" y="33847"/>
                </a:cubicBezTo>
                <a:cubicBezTo>
                  <a:pt x="31941" y="34076"/>
                  <a:pt x="31601" y="34279"/>
                  <a:pt x="31192" y="34461"/>
                </a:cubicBezTo>
                <a:cubicBezTo>
                  <a:pt x="30784" y="34599"/>
                  <a:pt x="30307" y="34710"/>
                  <a:pt x="29761" y="34801"/>
                </a:cubicBezTo>
                <a:cubicBezTo>
                  <a:pt x="29218" y="34893"/>
                  <a:pt x="28535" y="34939"/>
                  <a:pt x="27718" y="34939"/>
                </a:cubicBezTo>
                <a:cubicBezTo>
                  <a:pt x="26992" y="34939"/>
                  <a:pt x="26380" y="34916"/>
                  <a:pt x="25880" y="34870"/>
                </a:cubicBezTo>
                <a:cubicBezTo>
                  <a:pt x="25426" y="34779"/>
                  <a:pt x="25063" y="34641"/>
                  <a:pt x="24789" y="34461"/>
                </a:cubicBezTo>
                <a:cubicBezTo>
                  <a:pt x="24563" y="34279"/>
                  <a:pt x="24449" y="34053"/>
                  <a:pt x="24449" y="33781"/>
                </a:cubicBezTo>
                <a:cubicBezTo>
                  <a:pt x="24449" y="33507"/>
                  <a:pt x="24517" y="33167"/>
                  <a:pt x="24655" y="32758"/>
                </a:cubicBezTo>
                <a:lnTo>
                  <a:pt x="33644" y="14165"/>
                </a:lnTo>
                <a:lnTo>
                  <a:pt x="33644" y="5518"/>
                </a:lnTo>
                <a:cubicBezTo>
                  <a:pt x="33644" y="4335"/>
                  <a:pt x="33756" y="3383"/>
                  <a:pt x="33984" y="2657"/>
                </a:cubicBezTo>
                <a:cubicBezTo>
                  <a:pt x="34210" y="1929"/>
                  <a:pt x="34576" y="1386"/>
                  <a:pt x="35073" y="1023"/>
                </a:cubicBezTo>
                <a:cubicBezTo>
                  <a:pt x="35619" y="614"/>
                  <a:pt x="36276" y="340"/>
                  <a:pt x="37047" y="206"/>
                </a:cubicBezTo>
                <a:cubicBezTo>
                  <a:pt x="37868" y="69"/>
                  <a:pt x="38842" y="0"/>
                  <a:pt x="39976" y="0"/>
                </a:cubicBezTo>
                <a:cubicBezTo>
                  <a:pt x="41022" y="0"/>
                  <a:pt x="41931" y="69"/>
                  <a:pt x="42702" y="206"/>
                </a:cubicBezTo>
                <a:cubicBezTo>
                  <a:pt x="43520" y="340"/>
                  <a:pt x="44177" y="614"/>
                  <a:pt x="44677" y="1023"/>
                </a:cubicBezTo>
                <a:cubicBezTo>
                  <a:pt x="45177" y="1386"/>
                  <a:pt x="45540" y="1929"/>
                  <a:pt x="45766" y="2657"/>
                </a:cubicBezTo>
                <a:cubicBezTo>
                  <a:pt x="46040" y="3383"/>
                  <a:pt x="46174" y="4335"/>
                  <a:pt x="46174" y="5518"/>
                </a:cubicBezTo>
                <a:close/>
                <a:moveTo>
                  <a:pt x="21794" y="5518"/>
                </a:moveTo>
                <a:cubicBezTo>
                  <a:pt x="21794" y="6924"/>
                  <a:pt x="21726" y="8218"/>
                  <a:pt x="21588" y="9398"/>
                </a:cubicBezTo>
                <a:cubicBezTo>
                  <a:pt x="21454" y="10533"/>
                  <a:pt x="21226" y="11624"/>
                  <a:pt x="20908" y="12667"/>
                </a:cubicBezTo>
                <a:cubicBezTo>
                  <a:pt x="20637" y="13713"/>
                  <a:pt x="20228" y="14756"/>
                  <a:pt x="19682" y="15799"/>
                </a:cubicBezTo>
                <a:cubicBezTo>
                  <a:pt x="19182" y="16799"/>
                  <a:pt x="18571" y="17842"/>
                  <a:pt x="17842" y="18934"/>
                </a:cubicBezTo>
                <a:lnTo>
                  <a:pt x="8581" y="32896"/>
                </a:lnTo>
                <a:cubicBezTo>
                  <a:pt x="8401" y="33258"/>
                  <a:pt x="8150" y="33576"/>
                  <a:pt x="7832" y="33847"/>
                </a:cubicBezTo>
                <a:cubicBezTo>
                  <a:pt x="7558" y="34076"/>
                  <a:pt x="7218" y="34279"/>
                  <a:pt x="6809" y="34461"/>
                </a:cubicBezTo>
                <a:cubicBezTo>
                  <a:pt x="6401" y="34599"/>
                  <a:pt x="5924" y="34710"/>
                  <a:pt x="5381" y="34801"/>
                </a:cubicBezTo>
                <a:cubicBezTo>
                  <a:pt x="4835" y="34893"/>
                  <a:pt x="4155" y="34939"/>
                  <a:pt x="3338" y="34939"/>
                </a:cubicBezTo>
                <a:cubicBezTo>
                  <a:pt x="2612" y="34939"/>
                  <a:pt x="1997" y="34916"/>
                  <a:pt x="1497" y="34870"/>
                </a:cubicBezTo>
                <a:cubicBezTo>
                  <a:pt x="1000" y="34779"/>
                  <a:pt x="634" y="34641"/>
                  <a:pt x="409" y="34461"/>
                </a:cubicBezTo>
                <a:cubicBezTo>
                  <a:pt x="183" y="34279"/>
                  <a:pt x="46" y="34053"/>
                  <a:pt x="0" y="33781"/>
                </a:cubicBezTo>
                <a:cubicBezTo>
                  <a:pt x="0" y="33507"/>
                  <a:pt x="91" y="33167"/>
                  <a:pt x="271" y="32758"/>
                </a:cubicBezTo>
                <a:lnTo>
                  <a:pt x="9261" y="14165"/>
                </a:lnTo>
                <a:lnTo>
                  <a:pt x="9261" y="5518"/>
                </a:lnTo>
                <a:cubicBezTo>
                  <a:pt x="9261" y="4335"/>
                  <a:pt x="9375" y="3383"/>
                  <a:pt x="9604" y="2657"/>
                </a:cubicBezTo>
                <a:cubicBezTo>
                  <a:pt x="9830" y="1929"/>
                  <a:pt x="10193" y="1386"/>
                  <a:pt x="10693" y="1023"/>
                </a:cubicBezTo>
                <a:cubicBezTo>
                  <a:pt x="11239" y="614"/>
                  <a:pt x="11896" y="340"/>
                  <a:pt x="12667" y="206"/>
                </a:cubicBezTo>
                <a:cubicBezTo>
                  <a:pt x="13485" y="69"/>
                  <a:pt x="14462" y="0"/>
                  <a:pt x="15596" y="0"/>
                </a:cubicBezTo>
                <a:cubicBezTo>
                  <a:pt x="16685" y="0"/>
                  <a:pt x="17616" y="69"/>
                  <a:pt x="18388" y="206"/>
                </a:cubicBezTo>
                <a:cubicBezTo>
                  <a:pt x="19160" y="340"/>
                  <a:pt x="19797" y="614"/>
                  <a:pt x="20294" y="1023"/>
                </a:cubicBezTo>
                <a:cubicBezTo>
                  <a:pt x="20794" y="1386"/>
                  <a:pt x="21157" y="1929"/>
                  <a:pt x="21386" y="2657"/>
                </a:cubicBezTo>
                <a:cubicBezTo>
                  <a:pt x="21657" y="3383"/>
                  <a:pt x="21794" y="4335"/>
                  <a:pt x="21794" y="55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3BE0A-D2FE-4C30-899F-EABE19C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8" y="3475074"/>
            <a:ext cx="380776" cy="380776"/>
          </a:xfrm>
          <a:custGeom xmlns:a="http://schemas.openxmlformats.org/drawingml/2006/main">
            <a:pathLst>
              <a:path w="380776" h="380776">
                <a:moveTo>
                  <a:pt x="0" y="380776"/>
                </a:moveTo>
                <a:lnTo>
                  <a:pt x="0" y="0"/>
                </a:lnTo>
                <a:lnTo>
                  <a:pt x="380776" y="0"/>
                </a:lnTo>
                <a:lnTo>
                  <a:pt x="380776" y="380776"/>
                </a:lnTo>
                <a:lnTo>
                  <a:pt x="0" y="38077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f30cc190b40ad"/>
          <a:stretch xmlns:a="http://schemas.openxmlformats.org/drawingml/2006/main"/>
        </p:blipFill>
        <p:spPr>
          <a:xfrm xmlns:a="http://schemas.openxmlformats.org/drawingml/2006/main">
            <a:off x="138169" y="3475075"/>
            <a:ext cx="380775" cy="380775"/>
          </a:xfrm>
          <a:prstGeom xmlns:a="http://schemas.openxmlformats.org/drawingml/2006/main" prst="rect">
            <a:avLst/>
          </a:prstGeom>
        </p:spPr>
      </p:pic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22E86-82FB-4973-A0CC-2B9CED6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68" y="3935352"/>
            <a:ext cx="380776" cy="380776"/>
          </a:xfrm>
          <a:custGeom xmlns:a="http://schemas.openxmlformats.org/drawingml/2006/main">
            <a:pathLst>
              <a:path w="380776" h="380776">
                <a:moveTo>
                  <a:pt x="0" y="380776"/>
                </a:moveTo>
                <a:lnTo>
                  <a:pt x="0" y="0"/>
                </a:lnTo>
                <a:lnTo>
                  <a:pt x="380776" y="0"/>
                </a:lnTo>
                <a:lnTo>
                  <a:pt x="380776" y="380776"/>
                </a:lnTo>
                <a:lnTo>
                  <a:pt x="0" y="38077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635f06de14296"/>
          <a:stretch xmlns:a="http://schemas.openxmlformats.org/drawingml/2006/main"/>
        </p:blipFill>
        <p:spPr>
          <a:xfrm xmlns:a="http://schemas.openxmlformats.org/drawingml/2006/main">
            <a:off x="138168" y="3935352"/>
            <a:ext cx="380776" cy="380776"/>
          </a:xfrm>
          <a:prstGeom xmlns:a="http://schemas.openxmlformats.org/drawingml/2006/main" prst="rect">
            <a:avLst/>
          </a:prstGeom>
        </p:spPr>
      </p:pic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E28F3-2DDC-4E76-946D-3C12142C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619" y="100501"/>
            <a:ext cx="10" cy="4250097"/>
          </a:xfrm>
          <a:custGeom xmlns:a="http://schemas.openxmlformats.org/drawingml/2006/main">
            <a:pathLst>
              <a:path w="1" h="4250097" fill="none">
                <a:moveTo>
                  <a:pt x="0" y="425009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7" cap="flat">
            <a:solidFill>
              <a:srgbClr val="000000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FDBCF-7F6C-459E-87B5-CF013ECD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648" y="1390057"/>
            <a:ext cx="197548" cy="384251"/>
          </a:xfrm>
          <a:custGeom xmlns:a="http://schemas.openxmlformats.org/drawingml/2006/main">
            <a:pathLst>
              <a:path w="197548" h="384251">
                <a:moveTo>
                  <a:pt x="0" y="384251"/>
                </a:moveTo>
                <a:lnTo>
                  <a:pt x="0" y="0"/>
                </a:lnTo>
                <a:lnTo>
                  <a:pt x="197548" y="0"/>
                </a:lnTo>
                <a:lnTo>
                  <a:pt x="197548" y="384251"/>
                </a:lnTo>
                <a:lnTo>
                  <a:pt x="0" y="38425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08574-E198-43A4-9D83-572556A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422" y="1390060"/>
            <a:ext cx="10" cy="314512"/>
          </a:xfrm>
          <a:custGeom xmlns:a="http://schemas.openxmlformats.org/drawingml/2006/main">
            <a:pathLst>
              <a:path w="1" h="314512" fill="none">
                <a:moveTo>
                  <a:pt x="0" y="0"/>
                </a:moveTo>
                <a:lnTo>
                  <a:pt x="0" y="314512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rnd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28F02-23FA-47E7-AF75-0B27ABD7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23" y="1704572"/>
            <a:ext cx="38396" cy="52747"/>
          </a:xfrm>
          <a:custGeom xmlns:a="http://schemas.openxmlformats.org/drawingml/2006/main">
            <a:pathLst>
              <a:path w="38396" h="52747">
                <a:moveTo>
                  <a:pt x="0" y="0"/>
                </a:moveTo>
                <a:lnTo>
                  <a:pt x="38396" y="0"/>
                </a:lnTo>
                <a:lnTo>
                  <a:pt x="19199" y="527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5C615-B408-49EA-8A51-3114ED36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223" y="1704572"/>
            <a:ext cx="38396" cy="52747"/>
          </a:xfrm>
          <a:custGeom xmlns:a="http://schemas.openxmlformats.org/drawingml/2006/main">
            <a:pathLst>
              <a:path w="38396" h="52747" fill="none">
                <a:moveTo>
                  <a:pt x="0" y="0"/>
                </a:moveTo>
                <a:lnTo>
                  <a:pt x="19199" y="52747"/>
                </a:lnTo>
                <a:lnTo>
                  <a:pt x="38396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424557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2026-09-05T08:53:34.7040000Z</dcterms:created>
  <dcterms:modified xsi:type="dcterms:W3CDTF">2026-09-05T08:53:34.7050000Z</dcterms:modified>
</coreProperties>
</file>