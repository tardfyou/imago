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7b3c891d7c49f9" /><Relationship Type="http://schemas.openxmlformats.org/officeDocument/2006/relationships/extended-properties" Target="/docProps/app.xml" Id="R767f87adcfb049d6" /><Relationship Type="http://schemas.openxmlformats.org/officeDocument/2006/relationships/officeDocument" Target="/ppt/presentation.xml" Id="R68f65b573715482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7792d2c1b1e42b1"/>
  </p:sldMasterIdLst>
  <p:notesMasterIdLst>
    <p:notesMasterId xmlns:r="http://schemas.openxmlformats.org/officeDocument/2006/relationships" r:id="R2af0dc3aafe645b3"/>
  </p:notesMasterIdLst>
  <p:sldIdLst>
    <p:sldId xmlns:r="http://schemas.openxmlformats.org/officeDocument/2006/relationships" id="256" r:id="R556eef7afd874a78"/>
  </p:sldIdLst>
  <p:sldSz cx="13030200" cy="50863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db555ed7cd043b1" /><Relationship Type="http://schemas.openxmlformats.org/officeDocument/2006/relationships/slideMaster" Target="/ppt/slideMasters/slideMaster1.xml" Id="Rf7792d2c1b1e42b1" /><Relationship Type="http://schemas.openxmlformats.org/officeDocument/2006/relationships/notesMaster" Target="/ppt/notesMasters/notesMaster1.xml" Id="R2af0dc3aafe645b3" /><Relationship Type="http://schemas.openxmlformats.org/officeDocument/2006/relationships/presProps" Target="/ppt/presProps.xml" Id="Rdbbfbadfb44a4b6c" /><Relationship Type="http://schemas.openxmlformats.org/officeDocument/2006/relationships/tableStyles" Target="/ppt/tableStyles.xml" Id="Rf0309d7bf38d486f" /><Relationship Type="http://schemas.openxmlformats.org/officeDocument/2006/relationships/slide" Target="/ppt/slides/slide1.xml" Id="R556eef7afd874a7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e0f34319fe242a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b84cbc3c5c8415b" /><Relationship Type="http://schemas.openxmlformats.org/officeDocument/2006/relationships/notesMaster" Target="/ppt/notesMasters/notesMaster1.xml" Id="Ra004ee91e0ad4e23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素材ID：AI-035</ns1:t>
            </ns1:r>
          </ns1:p>
          <ns1:p>
            <ns1:r>
              <ns1:t>论文：HSCodeComp: A Realistic and Expert-level Agent Benchmark for Hierarchical Rule Application</ns1:t>
            </ns1:r>
          </ns1:p>
          <ns1:p>
            <ns1:r>
              <ns1:t>会议：ACL 2026</ns1:t>
            </ns1:r>
          </ns1:p>
          <ns1:p>
            <ns1:r>
              <ns1:t>奖项：Best Resource Paper</ns1:t>
            </ns1:r>
          </ns1:p>
          <ns1:p>
            <ns1:r>
              <ns1:t>图号：Figure 3，PDF第5页</ns1:t>
            </ns1:r>
          </ns1:p>
          <ns1:p>
            <ns1:r>
              <ns1:t>类型：研究流程</ns1:t>
            </ns1:r>
          </ns1:p>
          <ns1:p>
            <ns1:r>
              <ns1:t>借鉴点：网页事实提取、规则树检索、初次归类和两位专家一致性判断形成六步标注流程。</ns1:t>
            </ns1:r>
          </ns1:p>
          <ns1:p>
            <ns1:r>
              <ns1:t>论文URL：https://aclanthology.org/2026.acl-long.937/</ns1:t>
            </ns1:r>
          </ns1:p>
          <ns1:p>
            <ns1:r>
              <ns1:t>官方获奖URL：https://2026.aclweb.org/program/best_papers/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e6ecd8793f46f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a27016dc7c1430f" /><Relationship Type="http://schemas.openxmlformats.org/officeDocument/2006/relationships/slideLayout" Target="/ppt/slideLayouts/slideLayout1.xml" Id="R225933184dfc401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5933184dfc401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ce7894c5834dd5" /><Relationship Type="http://schemas.openxmlformats.org/officeDocument/2006/relationships/image" Target="/ppt/media/image.png" Id="R98a1127a9e5a4015" /><Relationship Type="http://schemas.openxmlformats.org/officeDocument/2006/relationships/image" Target="/ppt/media/image2.png" Id="R79fa57c81d05432c" /><Relationship Type="http://schemas.openxmlformats.org/officeDocument/2006/relationships/image" Target="/ppt/media/image3.png" Id="R907e0c57026a4464" /><Relationship Type="http://schemas.openxmlformats.org/officeDocument/2006/relationships/image" Target="/ppt/media/image4.png" Id="R8f022e7701314a67" /><Relationship Type="http://schemas.openxmlformats.org/officeDocument/2006/relationships/image" Target="/ppt/media/image5.png" Id="R70133f9c1e274d6c" /><Relationship Type="http://schemas.openxmlformats.org/officeDocument/2006/relationships/image" Target="/ppt/media/image6.png" Id="R8592cada554f4a92" /><Relationship Type="http://schemas.openxmlformats.org/officeDocument/2006/relationships/image" Target="/ppt/media/image7.png" Id="R05ae5bd07d1e453f" /><Relationship Type="http://schemas.openxmlformats.org/officeDocument/2006/relationships/image" Target="/ppt/media/image8.png" Id="Rc23d4a0d54d644d5" /><Relationship Type="http://schemas.openxmlformats.org/officeDocument/2006/relationships/image" Target="/ppt/media/image9.png" Id="R560d8222366f4be5" /><Relationship Type="http://schemas.openxmlformats.org/officeDocument/2006/relationships/image" Target="/ppt/media/image10.png" Id="Rfb5489cfde504232" /><Relationship Type="http://schemas.openxmlformats.org/officeDocument/2006/relationships/image" Target="/ppt/media/image11.png" Id="R8c28ba9fd46345e0" /><Relationship Type="http://schemas.openxmlformats.org/officeDocument/2006/relationships/image" Target="/ppt/media/image12.png" Id="R5a57e5c6944e44f3" /><Relationship Type="http://schemas.openxmlformats.org/officeDocument/2006/relationships/notesSlide" Target="/ppt/notesSlides/notesSlide1.xml" Id="Refd1a7ad6403482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DB4D32-F516-4828-8595-93239C936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82" y="24188"/>
            <a:ext cx="12960660" cy="4977072"/>
          </a:xfrm>
          <a:custGeom xmlns:a="http://schemas.openxmlformats.org/drawingml/2006/main">
            <a:pathLst>
              <a:path w="12960660" h="4977072">
                <a:moveTo>
                  <a:pt x="12960660" y="4977072"/>
                </a:moveTo>
                <a:lnTo>
                  <a:pt x="0" y="4977072"/>
                </a:lnTo>
                <a:lnTo>
                  <a:pt x="0" y="0"/>
                </a:lnTo>
                <a:lnTo>
                  <a:pt x="12960660" y="0"/>
                </a:lnTo>
                <a:lnTo>
                  <a:pt x="12960660" y="497707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626FE9-C712-4A4F-AB26-1A6FE234E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521" y="333959"/>
            <a:ext cx="2477414" cy="4530754"/>
          </a:xfrm>
          <a:custGeom xmlns:a="http://schemas.openxmlformats.org/drawingml/2006/main">
            <a:pathLst>
              <a:path w="2477414" h="4530754">
                <a:moveTo>
                  <a:pt x="0" y="413439"/>
                </a:moveTo>
                <a:cubicBezTo>
                  <a:pt x="315" y="184843"/>
                  <a:pt x="185158" y="0"/>
                  <a:pt x="412835" y="604"/>
                </a:cubicBezTo>
                <a:lnTo>
                  <a:pt x="2064173" y="604"/>
                </a:lnTo>
                <a:cubicBezTo>
                  <a:pt x="2292571" y="0"/>
                  <a:pt x="2477414" y="184843"/>
                  <a:pt x="2477007" y="413439"/>
                </a:cubicBezTo>
                <a:lnTo>
                  <a:pt x="2477007" y="4117919"/>
                </a:lnTo>
                <a:cubicBezTo>
                  <a:pt x="2477414" y="4345333"/>
                  <a:pt x="2292571" y="4530176"/>
                  <a:pt x="2064173" y="4530754"/>
                </a:cubicBezTo>
                <a:lnTo>
                  <a:pt x="412835" y="4530754"/>
                </a:lnTo>
                <a:cubicBezTo>
                  <a:pt x="185158" y="4530176"/>
                  <a:pt x="315" y="4345333"/>
                  <a:pt x="0" y="4117919"/>
                </a:cubicBezTo>
                <a:lnTo>
                  <a:pt x="0" y="413439"/>
                </a:lnTo>
              </a:path>
            </a:pathLst>
          </a:custGeom>
          <a:solidFill xmlns:a="http://schemas.openxmlformats.org/drawingml/2006/main">
            <a:srgbClr val="DEEBF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67A1A5-E727-4CD1-90E4-B6E37DDF9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5271" y="327393"/>
            <a:ext cx="2490230" cy="4543307"/>
          </a:xfrm>
          <a:custGeom xmlns:a="http://schemas.openxmlformats.org/drawingml/2006/main">
            <a:pathLst>
              <a:path w="2490230" h="4543307">
                <a:moveTo>
                  <a:pt x="22034" y="284914"/>
                </a:moveTo>
                <a:lnTo>
                  <a:pt x="18856" y="294709"/>
                </a:lnTo>
                <a:lnTo>
                  <a:pt x="15915" y="304610"/>
                </a:lnTo>
                <a:lnTo>
                  <a:pt x="13197" y="314616"/>
                </a:lnTo>
                <a:lnTo>
                  <a:pt x="10741" y="324713"/>
                </a:lnTo>
                <a:lnTo>
                  <a:pt x="8522" y="334903"/>
                </a:lnTo>
                <a:lnTo>
                  <a:pt x="6552" y="345197"/>
                </a:lnTo>
                <a:lnTo>
                  <a:pt x="4832" y="355558"/>
                </a:lnTo>
                <a:lnTo>
                  <a:pt x="3362" y="366023"/>
                </a:lnTo>
                <a:lnTo>
                  <a:pt x="3165" y="367835"/>
                </a:lnTo>
                <a:lnTo>
                  <a:pt x="16203" y="369332"/>
                </a:lnTo>
                <a:lnTo>
                  <a:pt x="16400" y="367599"/>
                </a:lnTo>
                <a:lnTo>
                  <a:pt x="16387" y="367756"/>
                </a:lnTo>
                <a:lnTo>
                  <a:pt x="17808" y="357538"/>
                </a:lnTo>
                <a:lnTo>
                  <a:pt x="19486" y="347417"/>
                </a:lnTo>
                <a:lnTo>
                  <a:pt x="19460" y="347587"/>
                </a:lnTo>
                <a:lnTo>
                  <a:pt x="21403" y="337463"/>
                </a:lnTo>
                <a:lnTo>
                  <a:pt x="21364" y="337621"/>
                </a:lnTo>
                <a:lnTo>
                  <a:pt x="23544" y="327589"/>
                </a:lnTo>
                <a:lnTo>
                  <a:pt x="23517" y="327746"/>
                </a:lnTo>
                <a:lnTo>
                  <a:pt x="25905" y="317924"/>
                </a:lnTo>
                <a:lnTo>
                  <a:pt x="28560" y="308116"/>
                </a:lnTo>
                <a:lnTo>
                  <a:pt x="28520" y="308273"/>
                </a:lnTo>
                <a:lnTo>
                  <a:pt x="31422" y="298530"/>
                </a:lnTo>
                <a:lnTo>
                  <a:pt x="31370" y="298688"/>
                </a:lnTo>
                <a:lnTo>
                  <a:pt x="34461" y="289142"/>
                </a:lnTo>
                <a:lnTo>
                  <a:pt x="37773" y="279748"/>
                </a:lnTo>
                <a:lnTo>
                  <a:pt x="41336" y="270378"/>
                </a:lnTo>
                <a:lnTo>
                  <a:pt x="41283" y="270522"/>
                </a:lnTo>
                <a:lnTo>
                  <a:pt x="41677" y="269564"/>
                </a:lnTo>
                <a:lnTo>
                  <a:pt x="29518" y="264600"/>
                </a:lnTo>
                <a:lnTo>
                  <a:pt x="29098" y="265637"/>
                </a:lnTo>
                <a:lnTo>
                  <a:pt x="25448" y="275223"/>
                </a:lnTo>
                <a:lnTo>
                  <a:pt x="22034" y="284914"/>
                </a:lnTo>
                <a:close/>
                <a:moveTo>
                  <a:pt x="0" y="512892"/>
                </a:moveTo>
                <a:lnTo>
                  <a:pt x="13131" y="512892"/>
                </a:lnTo>
                <a:lnTo>
                  <a:pt x="13131" y="419518"/>
                </a:lnTo>
                <a:lnTo>
                  <a:pt x="13262" y="408856"/>
                </a:lnTo>
                <a:lnTo>
                  <a:pt x="13262" y="409027"/>
                </a:lnTo>
                <a:lnTo>
                  <a:pt x="13288" y="408094"/>
                </a:lnTo>
                <a:lnTo>
                  <a:pt x="171" y="407595"/>
                </a:lnTo>
                <a:lnTo>
                  <a:pt x="131" y="408606"/>
                </a:lnTo>
                <a:lnTo>
                  <a:pt x="0" y="419387"/>
                </a:lnTo>
                <a:lnTo>
                  <a:pt x="0" y="512892"/>
                </a:lnTo>
                <a:close/>
                <a:moveTo>
                  <a:pt x="0" y="552284"/>
                </a:moveTo>
                <a:lnTo>
                  <a:pt x="0" y="657331"/>
                </a:lnTo>
                <a:lnTo>
                  <a:pt x="13131" y="657331"/>
                </a:lnTo>
                <a:lnTo>
                  <a:pt x="13131" y="552284"/>
                </a:lnTo>
                <a:lnTo>
                  <a:pt x="0" y="552284"/>
                </a:lnTo>
                <a:close/>
                <a:moveTo>
                  <a:pt x="0" y="696724"/>
                </a:moveTo>
                <a:lnTo>
                  <a:pt x="0" y="801771"/>
                </a:lnTo>
                <a:lnTo>
                  <a:pt x="13131" y="801771"/>
                </a:lnTo>
                <a:lnTo>
                  <a:pt x="13131" y="696724"/>
                </a:lnTo>
                <a:lnTo>
                  <a:pt x="0" y="696724"/>
                </a:lnTo>
                <a:close/>
                <a:moveTo>
                  <a:pt x="0" y="841163"/>
                </a:moveTo>
                <a:lnTo>
                  <a:pt x="0" y="946210"/>
                </a:lnTo>
                <a:lnTo>
                  <a:pt x="13131" y="946210"/>
                </a:lnTo>
                <a:lnTo>
                  <a:pt x="13131" y="841163"/>
                </a:lnTo>
                <a:lnTo>
                  <a:pt x="0" y="841163"/>
                </a:lnTo>
                <a:close/>
                <a:moveTo>
                  <a:pt x="0" y="985603"/>
                </a:moveTo>
                <a:lnTo>
                  <a:pt x="0" y="1090650"/>
                </a:lnTo>
                <a:lnTo>
                  <a:pt x="13131" y="1090650"/>
                </a:lnTo>
                <a:lnTo>
                  <a:pt x="13131" y="985603"/>
                </a:lnTo>
                <a:lnTo>
                  <a:pt x="0" y="985603"/>
                </a:lnTo>
                <a:close/>
                <a:moveTo>
                  <a:pt x="0" y="1130043"/>
                </a:moveTo>
                <a:lnTo>
                  <a:pt x="0" y="1235090"/>
                </a:lnTo>
                <a:lnTo>
                  <a:pt x="13131" y="1235090"/>
                </a:lnTo>
                <a:lnTo>
                  <a:pt x="13131" y="1130043"/>
                </a:lnTo>
                <a:lnTo>
                  <a:pt x="0" y="1130043"/>
                </a:lnTo>
                <a:close/>
                <a:moveTo>
                  <a:pt x="0" y="1274482"/>
                </a:moveTo>
                <a:lnTo>
                  <a:pt x="0" y="1379529"/>
                </a:lnTo>
                <a:lnTo>
                  <a:pt x="13131" y="1379529"/>
                </a:lnTo>
                <a:lnTo>
                  <a:pt x="13131" y="1274482"/>
                </a:lnTo>
                <a:lnTo>
                  <a:pt x="0" y="1274482"/>
                </a:lnTo>
                <a:close/>
                <a:moveTo>
                  <a:pt x="0" y="1418922"/>
                </a:moveTo>
                <a:lnTo>
                  <a:pt x="0" y="1523969"/>
                </a:lnTo>
                <a:lnTo>
                  <a:pt x="13131" y="1523969"/>
                </a:lnTo>
                <a:lnTo>
                  <a:pt x="13131" y="1418922"/>
                </a:lnTo>
                <a:lnTo>
                  <a:pt x="0" y="1418922"/>
                </a:lnTo>
                <a:close/>
                <a:moveTo>
                  <a:pt x="0" y="1563361"/>
                </a:moveTo>
                <a:lnTo>
                  <a:pt x="0" y="1668408"/>
                </a:lnTo>
                <a:lnTo>
                  <a:pt x="13131" y="1668408"/>
                </a:lnTo>
                <a:lnTo>
                  <a:pt x="13131" y="1563361"/>
                </a:lnTo>
                <a:lnTo>
                  <a:pt x="0" y="1563361"/>
                </a:lnTo>
                <a:close/>
                <a:moveTo>
                  <a:pt x="0" y="1707801"/>
                </a:moveTo>
                <a:lnTo>
                  <a:pt x="0" y="1812848"/>
                </a:lnTo>
                <a:lnTo>
                  <a:pt x="13131" y="1812848"/>
                </a:lnTo>
                <a:lnTo>
                  <a:pt x="13131" y="1707801"/>
                </a:lnTo>
                <a:lnTo>
                  <a:pt x="0" y="1707801"/>
                </a:lnTo>
                <a:close/>
                <a:moveTo>
                  <a:pt x="0" y="1852240"/>
                </a:moveTo>
                <a:lnTo>
                  <a:pt x="0" y="1957287"/>
                </a:lnTo>
                <a:lnTo>
                  <a:pt x="13131" y="1957287"/>
                </a:lnTo>
                <a:lnTo>
                  <a:pt x="13131" y="1852240"/>
                </a:lnTo>
                <a:lnTo>
                  <a:pt x="0" y="1852240"/>
                </a:lnTo>
                <a:close/>
                <a:moveTo>
                  <a:pt x="0" y="1996680"/>
                </a:moveTo>
                <a:lnTo>
                  <a:pt x="0" y="2101727"/>
                </a:lnTo>
                <a:lnTo>
                  <a:pt x="13131" y="2101727"/>
                </a:lnTo>
                <a:lnTo>
                  <a:pt x="13131" y="1996680"/>
                </a:lnTo>
                <a:lnTo>
                  <a:pt x="0" y="1996680"/>
                </a:lnTo>
                <a:close/>
                <a:moveTo>
                  <a:pt x="0" y="2246166"/>
                </a:moveTo>
                <a:lnTo>
                  <a:pt x="13131" y="2246166"/>
                </a:lnTo>
                <a:lnTo>
                  <a:pt x="13131" y="2141119"/>
                </a:lnTo>
                <a:lnTo>
                  <a:pt x="0" y="2141119"/>
                </a:lnTo>
                <a:lnTo>
                  <a:pt x="0" y="2246166"/>
                </a:lnTo>
                <a:close/>
                <a:moveTo>
                  <a:pt x="0" y="2390606"/>
                </a:moveTo>
                <a:lnTo>
                  <a:pt x="13131" y="2390606"/>
                </a:lnTo>
                <a:lnTo>
                  <a:pt x="13131" y="2285559"/>
                </a:lnTo>
                <a:lnTo>
                  <a:pt x="0" y="2285559"/>
                </a:lnTo>
                <a:lnTo>
                  <a:pt x="0" y="2390606"/>
                </a:lnTo>
                <a:close/>
                <a:moveTo>
                  <a:pt x="0" y="2429999"/>
                </a:moveTo>
                <a:lnTo>
                  <a:pt x="0" y="2535046"/>
                </a:lnTo>
                <a:lnTo>
                  <a:pt x="13131" y="2535046"/>
                </a:lnTo>
                <a:lnTo>
                  <a:pt x="13131" y="2429999"/>
                </a:lnTo>
                <a:lnTo>
                  <a:pt x="0" y="2429999"/>
                </a:lnTo>
                <a:close/>
                <a:moveTo>
                  <a:pt x="0" y="2574438"/>
                </a:moveTo>
                <a:lnTo>
                  <a:pt x="0" y="2679485"/>
                </a:lnTo>
                <a:lnTo>
                  <a:pt x="13131" y="2679485"/>
                </a:lnTo>
                <a:lnTo>
                  <a:pt x="13131" y="2574438"/>
                </a:lnTo>
                <a:lnTo>
                  <a:pt x="0" y="2574438"/>
                </a:lnTo>
                <a:close/>
                <a:moveTo>
                  <a:pt x="0" y="2718878"/>
                </a:moveTo>
                <a:lnTo>
                  <a:pt x="0" y="2823925"/>
                </a:lnTo>
                <a:lnTo>
                  <a:pt x="13131" y="2823925"/>
                </a:lnTo>
                <a:lnTo>
                  <a:pt x="13131" y="2718878"/>
                </a:lnTo>
                <a:lnTo>
                  <a:pt x="0" y="2718878"/>
                </a:lnTo>
                <a:close/>
                <a:moveTo>
                  <a:pt x="0" y="2863317"/>
                </a:moveTo>
                <a:lnTo>
                  <a:pt x="0" y="2968364"/>
                </a:lnTo>
                <a:lnTo>
                  <a:pt x="13131" y="2968364"/>
                </a:lnTo>
                <a:lnTo>
                  <a:pt x="13131" y="2863317"/>
                </a:lnTo>
                <a:lnTo>
                  <a:pt x="0" y="2863317"/>
                </a:lnTo>
                <a:close/>
                <a:moveTo>
                  <a:pt x="0" y="3007757"/>
                </a:moveTo>
                <a:lnTo>
                  <a:pt x="0" y="3112804"/>
                </a:lnTo>
                <a:lnTo>
                  <a:pt x="13131" y="3112804"/>
                </a:lnTo>
                <a:lnTo>
                  <a:pt x="13131" y="3007757"/>
                </a:lnTo>
                <a:lnTo>
                  <a:pt x="0" y="3007757"/>
                </a:lnTo>
                <a:close/>
                <a:moveTo>
                  <a:pt x="0" y="3152196"/>
                </a:moveTo>
                <a:lnTo>
                  <a:pt x="0" y="3257243"/>
                </a:lnTo>
                <a:lnTo>
                  <a:pt x="13131" y="3257243"/>
                </a:lnTo>
                <a:lnTo>
                  <a:pt x="13131" y="3152196"/>
                </a:lnTo>
                <a:lnTo>
                  <a:pt x="0" y="3152196"/>
                </a:lnTo>
                <a:close/>
                <a:moveTo>
                  <a:pt x="0" y="3296636"/>
                </a:moveTo>
                <a:lnTo>
                  <a:pt x="0" y="3401683"/>
                </a:lnTo>
                <a:lnTo>
                  <a:pt x="13131" y="3401683"/>
                </a:lnTo>
                <a:lnTo>
                  <a:pt x="13131" y="3296636"/>
                </a:lnTo>
                <a:lnTo>
                  <a:pt x="0" y="3296636"/>
                </a:lnTo>
                <a:close/>
                <a:moveTo>
                  <a:pt x="0" y="3441075"/>
                </a:moveTo>
                <a:lnTo>
                  <a:pt x="0" y="3546122"/>
                </a:lnTo>
                <a:lnTo>
                  <a:pt x="13131" y="3546122"/>
                </a:lnTo>
                <a:lnTo>
                  <a:pt x="13131" y="3441075"/>
                </a:lnTo>
                <a:lnTo>
                  <a:pt x="0" y="3441075"/>
                </a:lnTo>
                <a:close/>
                <a:moveTo>
                  <a:pt x="0" y="3585515"/>
                </a:moveTo>
                <a:lnTo>
                  <a:pt x="0" y="3690562"/>
                </a:lnTo>
                <a:lnTo>
                  <a:pt x="13131" y="3690562"/>
                </a:lnTo>
                <a:lnTo>
                  <a:pt x="13131" y="3585515"/>
                </a:lnTo>
                <a:lnTo>
                  <a:pt x="0" y="3585515"/>
                </a:lnTo>
                <a:close/>
                <a:moveTo>
                  <a:pt x="0" y="3729955"/>
                </a:moveTo>
                <a:lnTo>
                  <a:pt x="0" y="3835002"/>
                </a:lnTo>
                <a:lnTo>
                  <a:pt x="13131" y="3835002"/>
                </a:lnTo>
                <a:lnTo>
                  <a:pt x="13131" y="3729955"/>
                </a:lnTo>
                <a:lnTo>
                  <a:pt x="0" y="3729955"/>
                </a:lnTo>
                <a:close/>
                <a:moveTo>
                  <a:pt x="0" y="3874394"/>
                </a:moveTo>
                <a:lnTo>
                  <a:pt x="0" y="3979441"/>
                </a:lnTo>
                <a:lnTo>
                  <a:pt x="13131" y="3979441"/>
                </a:lnTo>
                <a:lnTo>
                  <a:pt x="13131" y="3874394"/>
                </a:lnTo>
                <a:lnTo>
                  <a:pt x="0" y="3874394"/>
                </a:lnTo>
                <a:close/>
                <a:moveTo>
                  <a:pt x="407" y="4141739"/>
                </a:moveTo>
                <a:lnTo>
                  <a:pt x="13525" y="4141240"/>
                </a:lnTo>
                <a:lnTo>
                  <a:pt x="13262" y="4134293"/>
                </a:lnTo>
                <a:lnTo>
                  <a:pt x="13262" y="4134451"/>
                </a:lnTo>
                <a:lnTo>
                  <a:pt x="13131" y="4123802"/>
                </a:lnTo>
                <a:lnTo>
                  <a:pt x="13131" y="4018834"/>
                </a:lnTo>
                <a:lnTo>
                  <a:pt x="0" y="4018834"/>
                </a:lnTo>
                <a:lnTo>
                  <a:pt x="0" y="4123881"/>
                </a:lnTo>
                <a:lnTo>
                  <a:pt x="7070" y="4123881"/>
                </a:lnTo>
                <a:lnTo>
                  <a:pt x="0" y="4123973"/>
                </a:lnTo>
                <a:lnTo>
                  <a:pt x="131" y="4134701"/>
                </a:lnTo>
                <a:lnTo>
                  <a:pt x="407" y="4141739"/>
                </a:lnTo>
                <a:close/>
                <a:moveTo>
                  <a:pt x="10741" y="4218594"/>
                </a:moveTo>
                <a:lnTo>
                  <a:pt x="13197" y="4228704"/>
                </a:lnTo>
                <a:lnTo>
                  <a:pt x="15915" y="4238697"/>
                </a:lnTo>
                <a:lnTo>
                  <a:pt x="18856" y="4248611"/>
                </a:lnTo>
                <a:lnTo>
                  <a:pt x="22034" y="4258406"/>
                </a:lnTo>
                <a:lnTo>
                  <a:pt x="25448" y="4268097"/>
                </a:lnTo>
                <a:lnTo>
                  <a:pt x="29098" y="4277683"/>
                </a:lnTo>
                <a:lnTo>
                  <a:pt x="31803" y="4284301"/>
                </a:lnTo>
                <a:lnTo>
                  <a:pt x="43949" y="4279337"/>
                </a:lnTo>
                <a:lnTo>
                  <a:pt x="41283" y="4272785"/>
                </a:lnTo>
                <a:lnTo>
                  <a:pt x="41336" y="4272942"/>
                </a:lnTo>
                <a:lnTo>
                  <a:pt x="37751" y="4263501"/>
                </a:lnTo>
                <a:lnTo>
                  <a:pt x="37804" y="4263659"/>
                </a:lnTo>
                <a:lnTo>
                  <a:pt x="34460" y="4254164"/>
                </a:lnTo>
                <a:lnTo>
                  <a:pt x="31370" y="4244632"/>
                </a:lnTo>
                <a:lnTo>
                  <a:pt x="31422" y="4244790"/>
                </a:lnTo>
                <a:lnTo>
                  <a:pt x="28520" y="4235033"/>
                </a:lnTo>
                <a:lnTo>
                  <a:pt x="28560" y="4235191"/>
                </a:lnTo>
                <a:lnTo>
                  <a:pt x="25894" y="4225343"/>
                </a:lnTo>
                <a:lnTo>
                  <a:pt x="25933" y="4225514"/>
                </a:lnTo>
                <a:lnTo>
                  <a:pt x="23517" y="4215560"/>
                </a:lnTo>
                <a:lnTo>
                  <a:pt x="23544" y="4215731"/>
                </a:lnTo>
                <a:lnTo>
                  <a:pt x="21364" y="4205699"/>
                </a:lnTo>
                <a:lnTo>
                  <a:pt x="21403" y="4205857"/>
                </a:lnTo>
                <a:lnTo>
                  <a:pt x="19461" y="4195737"/>
                </a:lnTo>
                <a:lnTo>
                  <a:pt x="17792" y="4185688"/>
                </a:lnTo>
                <a:lnTo>
                  <a:pt x="17819" y="4185845"/>
                </a:lnTo>
                <a:lnTo>
                  <a:pt x="16978" y="4179805"/>
                </a:lnTo>
                <a:lnTo>
                  <a:pt x="3966" y="4181617"/>
                </a:lnTo>
                <a:lnTo>
                  <a:pt x="4832" y="4187749"/>
                </a:lnTo>
                <a:lnTo>
                  <a:pt x="6552" y="4198123"/>
                </a:lnTo>
                <a:lnTo>
                  <a:pt x="8522" y="4208404"/>
                </a:lnTo>
                <a:lnTo>
                  <a:pt x="10741" y="4218594"/>
                </a:lnTo>
                <a:close/>
                <a:moveTo>
                  <a:pt x="1226804" y="0"/>
                </a:moveTo>
                <a:lnTo>
                  <a:pt x="1121757" y="0"/>
                </a:lnTo>
                <a:lnTo>
                  <a:pt x="1121757" y="13131"/>
                </a:lnTo>
                <a:lnTo>
                  <a:pt x="1226804" y="13131"/>
                </a:lnTo>
                <a:lnTo>
                  <a:pt x="1226804" y="0"/>
                </a:lnTo>
                <a:close/>
                <a:moveTo>
                  <a:pt x="1082364" y="0"/>
                </a:moveTo>
                <a:lnTo>
                  <a:pt x="977317" y="0"/>
                </a:lnTo>
                <a:lnTo>
                  <a:pt x="977317" y="13131"/>
                </a:lnTo>
                <a:lnTo>
                  <a:pt x="1082364" y="13131"/>
                </a:lnTo>
                <a:lnTo>
                  <a:pt x="1082364" y="0"/>
                </a:lnTo>
                <a:close/>
                <a:moveTo>
                  <a:pt x="937925" y="0"/>
                </a:moveTo>
                <a:lnTo>
                  <a:pt x="832878" y="0"/>
                </a:lnTo>
                <a:lnTo>
                  <a:pt x="832878" y="13131"/>
                </a:lnTo>
                <a:lnTo>
                  <a:pt x="937925" y="13131"/>
                </a:lnTo>
                <a:lnTo>
                  <a:pt x="937925" y="0"/>
                </a:lnTo>
                <a:close/>
                <a:moveTo>
                  <a:pt x="793485" y="0"/>
                </a:moveTo>
                <a:lnTo>
                  <a:pt x="688438" y="0"/>
                </a:lnTo>
                <a:lnTo>
                  <a:pt x="688438" y="13131"/>
                </a:lnTo>
                <a:lnTo>
                  <a:pt x="793485" y="13131"/>
                </a:lnTo>
                <a:lnTo>
                  <a:pt x="793485" y="0"/>
                </a:lnTo>
                <a:close/>
                <a:moveTo>
                  <a:pt x="649046" y="0"/>
                </a:moveTo>
                <a:lnTo>
                  <a:pt x="543999" y="0"/>
                </a:lnTo>
                <a:lnTo>
                  <a:pt x="543999" y="13131"/>
                </a:lnTo>
                <a:lnTo>
                  <a:pt x="649046" y="13131"/>
                </a:lnTo>
                <a:lnTo>
                  <a:pt x="649046" y="0"/>
                </a:lnTo>
                <a:close/>
                <a:moveTo>
                  <a:pt x="409013" y="13262"/>
                </a:moveTo>
                <a:lnTo>
                  <a:pt x="408843" y="13275"/>
                </a:lnTo>
                <a:lnTo>
                  <a:pt x="419505" y="13131"/>
                </a:lnTo>
                <a:lnTo>
                  <a:pt x="504606" y="13131"/>
                </a:lnTo>
                <a:lnTo>
                  <a:pt x="504606" y="0"/>
                </a:lnTo>
                <a:lnTo>
                  <a:pt x="419387" y="0"/>
                </a:lnTo>
                <a:lnTo>
                  <a:pt x="408593" y="144"/>
                </a:lnTo>
                <a:lnTo>
                  <a:pt x="399323" y="499"/>
                </a:lnTo>
                <a:lnTo>
                  <a:pt x="399822" y="13617"/>
                </a:lnTo>
                <a:lnTo>
                  <a:pt x="409013" y="13262"/>
                </a:lnTo>
                <a:close/>
                <a:moveTo>
                  <a:pt x="334903" y="8522"/>
                </a:moveTo>
                <a:lnTo>
                  <a:pt x="324700" y="10741"/>
                </a:lnTo>
                <a:lnTo>
                  <a:pt x="314602" y="13210"/>
                </a:lnTo>
                <a:lnTo>
                  <a:pt x="304597" y="15915"/>
                </a:lnTo>
                <a:lnTo>
                  <a:pt x="294696" y="18856"/>
                </a:lnTo>
                <a:lnTo>
                  <a:pt x="284900" y="22047"/>
                </a:lnTo>
                <a:lnTo>
                  <a:pt x="275210" y="25461"/>
                </a:lnTo>
                <a:lnTo>
                  <a:pt x="265624" y="29098"/>
                </a:lnTo>
                <a:lnTo>
                  <a:pt x="256919" y="32656"/>
                </a:lnTo>
                <a:lnTo>
                  <a:pt x="261895" y="44816"/>
                </a:lnTo>
                <a:lnTo>
                  <a:pt x="270522" y="41283"/>
                </a:lnTo>
                <a:lnTo>
                  <a:pt x="270365" y="41349"/>
                </a:lnTo>
                <a:lnTo>
                  <a:pt x="279806" y="37764"/>
                </a:lnTo>
                <a:lnTo>
                  <a:pt x="279648" y="37817"/>
                </a:lnTo>
                <a:lnTo>
                  <a:pt x="289181" y="34455"/>
                </a:lnTo>
                <a:lnTo>
                  <a:pt x="289037" y="34508"/>
                </a:lnTo>
                <a:lnTo>
                  <a:pt x="298675" y="31383"/>
                </a:lnTo>
                <a:lnTo>
                  <a:pt x="298517" y="31422"/>
                </a:lnTo>
                <a:lnTo>
                  <a:pt x="308273" y="28520"/>
                </a:lnTo>
                <a:lnTo>
                  <a:pt x="308116" y="28573"/>
                </a:lnTo>
                <a:lnTo>
                  <a:pt x="317918" y="25916"/>
                </a:lnTo>
                <a:lnTo>
                  <a:pt x="327733" y="23517"/>
                </a:lnTo>
                <a:lnTo>
                  <a:pt x="327576" y="23557"/>
                </a:lnTo>
                <a:lnTo>
                  <a:pt x="337608" y="21377"/>
                </a:lnTo>
                <a:lnTo>
                  <a:pt x="337450" y="21403"/>
                </a:lnTo>
                <a:lnTo>
                  <a:pt x="347570" y="19474"/>
                </a:lnTo>
                <a:lnTo>
                  <a:pt x="357619" y="17805"/>
                </a:lnTo>
                <a:lnTo>
                  <a:pt x="357462" y="17832"/>
                </a:lnTo>
                <a:lnTo>
                  <a:pt x="361283" y="17293"/>
                </a:lnTo>
                <a:lnTo>
                  <a:pt x="359458" y="4294"/>
                </a:lnTo>
                <a:lnTo>
                  <a:pt x="355558" y="4832"/>
                </a:lnTo>
                <a:lnTo>
                  <a:pt x="345184" y="6552"/>
                </a:lnTo>
                <a:lnTo>
                  <a:pt x="334903" y="8522"/>
                </a:lnTo>
                <a:close/>
                <a:moveTo>
                  <a:pt x="217263" y="66928"/>
                </a:moveTo>
                <a:lnTo>
                  <a:pt x="217119" y="67007"/>
                </a:lnTo>
                <a:lnTo>
                  <a:pt x="225838" y="62135"/>
                </a:lnTo>
                <a:lnTo>
                  <a:pt x="225693" y="62201"/>
                </a:lnTo>
                <a:lnTo>
                  <a:pt x="226954" y="61544"/>
                </a:lnTo>
                <a:lnTo>
                  <a:pt x="220822" y="49924"/>
                </a:lnTo>
                <a:lnTo>
                  <a:pt x="219496" y="50633"/>
                </a:lnTo>
                <a:lnTo>
                  <a:pt x="210645" y="55583"/>
                </a:lnTo>
                <a:lnTo>
                  <a:pt x="201927" y="60730"/>
                </a:lnTo>
                <a:lnTo>
                  <a:pt x="193352" y="66088"/>
                </a:lnTo>
                <a:lnTo>
                  <a:pt x="184909" y="71642"/>
                </a:lnTo>
                <a:lnTo>
                  <a:pt x="176623" y="77393"/>
                </a:lnTo>
                <a:lnTo>
                  <a:pt x="168469" y="83328"/>
                </a:lnTo>
                <a:lnTo>
                  <a:pt x="160472" y="89461"/>
                </a:lnTo>
                <a:lnTo>
                  <a:pt x="152620" y="95790"/>
                </a:lnTo>
                <a:lnTo>
                  <a:pt x="144939" y="102289"/>
                </a:lnTo>
                <a:lnTo>
                  <a:pt x="137415" y="108960"/>
                </a:lnTo>
                <a:lnTo>
                  <a:pt x="134237" y="111914"/>
                </a:lnTo>
                <a:lnTo>
                  <a:pt x="143179" y="121526"/>
                </a:lnTo>
                <a:lnTo>
                  <a:pt x="146297" y="118630"/>
                </a:lnTo>
                <a:lnTo>
                  <a:pt x="153592" y="112164"/>
                </a:lnTo>
                <a:lnTo>
                  <a:pt x="153474" y="112256"/>
                </a:lnTo>
                <a:lnTo>
                  <a:pt x="161050" y="105861"/>
                </a:lnTo>
                <a:lnTo>
                  <a:pt x="160919" y="105966"/>
                </a:lnTo>
                <a:lnTo>
                  <a:pt x="168603" y="99772"/>
                </a:lnTo>
                <a:lnTo>
                  <a:pt x="176400" y="93807"/>
                </a:lnTo>
                <a:lnTo>
                  <a:pt x="176269" y="93899"/>
                </a:lnTo>
                <a:lnTo>
                  <a:pt x="184267" y="88061"/>
                </a:lnTo>
                <a:lnTo>
                  <a:pt x="192328" y="82475"/>
                </a:lnTo>
                <a:lnTo>
                  <a:pt x="192197" y="82567"/>
                </a:lnTo>
                <a:lnTo>
                  <a:pt x="200508" y="77091"/>
                </a:lnTo>
                <a:lnTo>
                  <a:pt x="200377" y="77183"/>
                </a:lnTo>
                <a:lnTo>
                  <a:pt x="208820" y="71918"/>
                </a:lnTo>
                <a:lnTo>
                  <a:pt x="208676" y="71997"/>
                </a:lnTo>
                <a:lnTo>
                  <a:pt x="217263" y="66928"/>
                </a:lnTo>
                <a:close/>
                <a:moveTo>
                  <a:pt x="112256" y="153487"/>
                </a:moveTo>
                <a:lnTo>
                  <a:pt x="112151" y="153605"/>
                </a:lnTo>
                <a:lnTo>
                  <a:pt x="116051" y="149206"/>
                </a:lnTo>
                <a:lnTo>
                  <a:pt x="106229" y="140487"/>
                </a:lnTo>
                <a:lnTo>
                  <a:pt x="102276" y="144952"/>
                </a:lnTo>
                <a:lnTo>
                  <a:pt x="95777" y="152633"/>
                </a:lnTo>
                <a:lnTo>
                  <a:pt x="89461" y="160485"/>
                </a:lnTo>
                <a:lnTo>
                  <a:pt x="83328" y="168482"/>
                </a:lnTo>
                <a:lnTo>
                  <a:pt x="77380" y="176623"/>
                </a:lnTo>
                <a:lnTo>
                  <a:pt x="71629" y="184922"/>
                </a:lnTo>
                <a:lnTo>
                  <a:pt x="66075" y="193365"/>
                </a:lnTo>
                <a:lnTo>
                  <a:pt x="60717" y="201940"/>
                </a:lnTo>
                <a:lnTo>
                  <a:pt x="55570" y="210659"/>
                </a:lnTo>
                <a:lnTo>
                  <a:pt x="50619" y="219509"/>
                </a:lnTo>
                <a:lnTo>
                  <a:pt x="46063" y="228162"/>
                </a:lnTo>
                <a:lnTo>
                  <a:pt x="57671" y="234281"/>
                </a:lnTo>
                <a:lnTo>
                  <a:pt x="62201" y="225707"/>
                </a:lnTo>
                <a:lnTo>
                  <a:pt x="62122" y="225838"/>
                </a:lnTo>
                <a:lnTo>
                  <a:pt x="66994" y="217132"/>
                </a:lnTo>
                <a:lnTo>
                  <a:pt x="66915" y="217263"/>
                </a:lnTo>
                <a:lnTo>
                  <a:pt x="71927" y="208784"/>
                </a:lnTo>
                <a:lnTo>
                  <a:pt x="77170" y="200377"/>
                </a:lnTo>
                <a:lnTo>
                  <a:pt x="77091" y="200508"/>
                </a:lnTo>
                <a:lnTo>
                  <a:pt x="82554" y="192210"/>
                </a:lnTo>
                <a:lnTo>
                  <a:pt x="82462" y="192341"/>
                </a:lnTo>
                <a:lnTo>
                  <a:pt x="88058" y="184284"/>
                </a:lnTo>
                <a:lnTo>
                  <a:pt x="93886" y="176282"/>
                </a:lnTo>
                <a:lnTo>
                  <a:pt x="93794" y="176400"/>
                </a:lnTo>
                <a:lnTo>
                  <a:pt x="99834" y="168535"/>
                </a:lnTo>
                <a:lnTo>
                  <a:pt x="99729" y="168653"/>
                </a:lnTo>
                <a:lnTo>
                  <a:pt x="105953" y="160932"/>
                </a:lnTo>
                <a:lnTo>
                  <a:pt x="105848" y="161050"/>
                </a:lnTo>
                <a:lnTo>
                  <a:pt x="112256" y="153487"/>
                </a:lnTo>
                <a:close/>
                <a:moveTo>
                  <a:pt x="71629" y="4358398"/>
                </a:moveTo>
                <a:lnTo>
                  <a:pt x="77380" y="4366684"/>
                </a:lnTo>
                <a:lnTo>
                  <a:pt x="83328" y="4374838"/>
                </a:lnTo>
                <a:lnTo>
                  <a:pt x="89461" y="4382835"/>
                </a:lnTo>
                <a:lnTo>
                  <a:pt x="95777" y="4390674"/>
                </a:lnTo>
                <a:lnTo>
                  <a:pt x="102276" y="4398368"/>
                </a:lnTo>
                <a:lnTo>
                  <a:pt x="108960" y="4405892"/>
                </a:lnTo>
                <a:lnTo>
                  <a:pt x="110378" y="4407429"/>
                </a:lnTo>
                <a:lnTo>
                  <a:pt x="119990" y="4398473"/>
                </a:lnTo>
                <a:lnTo>
                  <a:pt x="118626" y="4397004"/>
                </a:lnTo>
                <a:lnTo>
                  <a:pt x="112151" y="4389715"/>
                </a:lnTo>
                <a:lnTo>
                  <a:pt x="112256" y="4389833"/>
                </a:lnTo>
                <a:lnTo>
                  <a:pt x="105848" y="4382257"/>
                </a:lnTo>
                <a:lnTo>
                  <a:pt x="105953" y="4382388"/>
                </a:lnTo>
                <a:lnTo>
                  <a:pt x="99821" y="4374769"/>
                </a:lnTo>
                <a:lnTo>
                  <a:pt x="93794" y="4366907"/>
                </a:lnTo>
                <a:lnTo>
                  <a:pt x="93886" y="4367038"/>
                </a:lnTo>
                <a:lnTo>
                  <a:pt x="88058" y="4359036"/>
                </a:lnTo>
                <a:lnTo>
                  <a:pt x="82462" y="4350979"/>
                </a:lnTo>
                <a:lnTo>
                  <a:pt x="82554" y="4351110"/>
                </a:lnTo>
                <a:lnTo>
                  <a:pt x="77091" y="4342799"/>
                </a:lnTo>
                <a:lnTo>
                  <a:pt x="77170" y="4342930"/>
                </a:lnTo>
                <a:lnTo>
                  <a:pt x="71905" y="4334487"/>
                </a:lnTo>
                <a:lnTo>
                  <a:pt x="71983" y="4334631"/>
                </a:lnTo>
                <a:lnTo>
                  <a:pt x="66915" y="4326044"/>
                </a:lnTo>
                <a:lnTo>
                  <a:pt x="66994" y="4326188"/>
                </a:lnTo>
                <a:lnTo>
                  <a:pt x="62165" y="4317546"/>
                </a:lnTo>
                <a:lnTo>
                  <a:pt x="60481" y="4314370"/>
                </a:lnTo>
                <a:lnTo>
                  <a:pt x="48873" y="4320489"/>
                </a:lnTo>
                <a:lnTo>
                  <a:pt x="50619" y="4323811"/>
                </a:lnTo>
                <a:lnTo>
                  <a:pt x="55570" y="4332661"/>
                </a:lnTo>
                <a:lnTo>
                  <a:pt x="60717" y="4341380"/>
                </a:lnTo>
                <a:lnTo>
                  <a:pt x="66075" y="4349955"/>
                </a:lnTo>
                <a:lnTo>
                  <a:pt x="71629" y="4358398"/>
                </a:lnTo>
                <a:close/>
                <a:moveTo>
                  <a:pt x="153474" y="4431051"/>
                </a:moveTo>
                <a:lnTo>
                  <a:pt x="153592" y="4431156"/>
                </a:lnTo>
                <a:lnTo>
                  <a:pt x="147512" y="4425759"/>
                </a:lnTo>
                <a:lnTo>
                  <a:pt x="138793" y="4435581"/>
                </a:lnTo>
                <a:lnTo>
                  <a:pt x="144939" y="4441031"/>
                </a:lnTo>
                <a:lnTo>
                  <a:pt x="152620" y="4447530"/>
                </a:lnTo>
                <a:lnTo>
                  <a:pt x="160472" y="4453846"/>
                </a:lnTo>
                <a:lnTo>
                  <a:pt x="168469" y="4459978"/>
                </a:lnTo>
                <a:lnTo>
                  <a:pt x="176623" y="4465927"/>
                </a:lnTo>
                <a:lnTo>
                  <a:pt x="184909" y="4471678"/>
                </a:lnTo>
                <a:lnTo>
                  <a:pt x="193352" y="4477232"/>
                </a:lnTo>
                <a:lnTo>
                  <a:pt x="201927" y="4482590"/>
                </a:lnTo>
                <a:lnTo>
                  <a:pt x="210645" y="4487737"/>
                </a:lnTo>
                <a:lnTo>
                  <a:pt x="219496" y="4492687"/>
                </a:lnTo>
                <a:lnTo>
                  <a:pt x="226166" y="4496206"/>
                </a:lnTo>
                <a:lnTo>
                  <a:pt x="232285" y="4484586"/>
                </a:lnTo>
                <a:lnTo>
                  <a:pt x="225756" y="4481139"/>
                </a:lnTo>
                <a:lnTo>
                  <a:pt x="217119" y="4476313"/>
                </a:lnTo>
                <a:lnTo>
                  <a:pt x="217263" y="4476392"/>
                </a:lnTo>
                <a:lnTo>
                  <a:pt x="208676" y="4471323"/>
                </a:lnTo>
                <a:lnTo>
                  <a:pt x="208820" y="4471402"/>
                </a:lnTo>
                <a:lnTo>
                  <a:pt x="200377" y="4466137"/>
                </a:lnTo>
                <a:lnTo>
                  <a:pt x="200508" y="4466216"/>
                </a:lnTo>
                <a:lnTo>
                  <a:pt x="192197" y="4460753"/>
                </a:lnTo>
                <a:lnTo>
                  <a:pt x="192328" y="4460832"/>
                </a:lnTo>
                <a:lnTo>
                  <a:pt x="184265" y="4455245"/>
                </a:lnTo>
                <a:lnTo>
                  <a:pt x="176269" y="4449421"/>
                </a:lnTo>
                <a:lnTo>
                  <a:pt x="176400" y="4449513"/>
                </a:lnTo>
                <a:lnTo>
                  <a:pt x="168522" y="4443473"/>
                </a:lnTo>
                <a:lnTo>
                  <a:pt x="168640" y="4443578"/>
                </a:lnTo>
                <a:lnTo>
                  <a:pt x="160919" y="4437354"/>
                </a:lnTo>
                <a:lnTo>
                  <a:pt x="161050" y="4437459"/>
                </a:lnTo>
                <a:lnTo>
                  <a:pt x="153474" y="4431051"/>
                </a:lnTo>
                <a:close/>
                <a:moveTo>
                  <a:pt x="279648" y="4505503"/>
                </a:moveTo>
                <a:lnTo>
                  <a:pt x="279806" y="4505556"/>
                </a:lnTo>
                <a:lnTo>
                  <a:pt x="270365" y="4501971"/>
                </a:lnTo>
                <a:lnTo>
                  <a:pt x="270522" y="4502023"/>
                </a:lnTo>
                <a:lnTo>
                  <a:pt x="267476" y="4500789"/>
                </a:lnTo>
                <a:lnTo>
                  <a:pt x="262512" y="4512935"/>
                </a:lnTo>
                <a:lnTo>
                  <a:pt x="265624" y="4514209"/>
                </a:lnTo>
                <a:lnTo>
                  <a:pt x="275210" y="4517859"/>
                </a:lnTo>
                <a:lnTo>
                  <a:pt x="284900" y="4521273"/>
                </a:lnTo>
                <a:lnTo>
                  <a:pt x="294696" y="4524451"/>
                </a:lnTo>
                <a:lnTo>
                  <a:pt x="304597" y="4527392"/>
                </a:lnTo>
                <a:lnTo>
                  <a:pt x="314602" y="4530110"/>
                </a:lnTo>
                <a:lnTo>
                  <a:pt x="324700" y="4532566"/>
                </a:lnTo>
                <a:lnTo>
                  <a:pt x="334903" y="4534785"/>
                </a:lnTo>
                <a:lnTo>
                  <a:pt x="345184" y="4536755"/>
                </a:lnTo>
                <a:lnTo>
                  <a:pt x="355558" y="4538475"/>
                </a:lnTo>
                <a:lnTo>
                  <a:pt x="365432" y="4539853"/>
                </a:lnTo>
                <a:lnTo>
                  <a:pt x="367257" y="4526854"/>
                </a:lnTo>
                <a:lnTo>
                  <a:pt x="357462" y="4525488"/>
                </a:lnTo>
                <a:lnTo>
                  <a:pt x="357619" y="4525515"/>
                </a:lnTo>
                <a:lnTo>
                  <a:pt x="347570" y="4523846"/>
                </a:lnTo>
                <a:lnTo>
                  <a:pt x="337450" y="4521904"/>
                </a:lnTo>
                <a:lnTo>
                  <a:pt x="337608" y="4521943"/>
                </a:lnTo>
                <a:lnTo>
                  <a:pt x="327576" y="4519750"/>
                </a:lnTo>
                <a:lnTo>
                  <a:pt x="327733" y="4519790"/>
                </a:lnTo>
                <a:lnTo>
                  <a:pt x="317912" y="4517402"/>
                </a:lnTo>
                <a:lnTo>
                  <a:pt x="308116" y="4514747"/>
                </a:lnTo>
                <a:lnTo>
                  <a:pt x="308273" y="4514787"/>
                </a:lnTo>
                <a:lnTo>
                  <a:pt x="298517" y="4511885"/>
                </a:lnTo>
                <a:lnTo>
                  <a:pt x="298675" y="4511937"/>
                </a:lnTo>
                <a:lnTo>
                  <a:pt x="289037" y="4508812"/>
                </a:lnTo>
                <a:lnTo>
                  <a:pt x="289181" y="4508865"/>
                </a:lnTo>
                <a:lnTo>
                  <a:pt x="279648" y="4505503"/>
                </a:lnTo>
                <a:close/>
                <a:moveTo>
                  <a:pt x="510646" y="4543307"/>
                </a:moveTo>
                <a:lnTo>
                  <a:pt x="510646" y="4530176"/>
                </a:lnTo>
                <a:lnTo>
                  <a:pt x="419505" y="4530176"/>
                </a:lnTo>
                <a:lnTo>
                  <a:pt x="408843" y="4530045"/>
                </a:lnTo>
                <a:lnTo>
                  <a:pt x="409013" y="4530045"/>
                </a:lnTo>
                <a:lnTo>
                  <a:pt x="405849" y="4529927"/>
                </a:lnTo>
                <a:lnTo>
                  <a:pt x="405350" y="4543044"/>
                </a:lnTo>
                <a:lnTo>
                  <a:pt x="408593" y="4543176"/>
                </a:lnTo>
                <a:lnTo>
                  <a:pt x="419387" y="4543307"/>
                </a:lnTo>
                <a:lnTo>
                  <a:pt x="510646" y="4543307"/>
                </a:lnTo>
                <a:close/>
                <a:moveTo>
                  <a:pt x="550039" y="4543307"/>
                </a:moveTo>
                <a:lnTo>
                  <a:pt x="655086" y="4543307"/>
                </a:lnTo>
                <a:lnTo>
                  <a:pt x="655086" y="4530176"/>
                </a:lnTo>
                <a:lnTo>
                  <a:pt x="550039" y="4530176"/>
                </a:lnTo>
                <a:lnTo>
                  <a:pt x="550039" y="4543307"/>
                </a:lnTo>
                <a:close/>
                <a:moveTo>
                  <a:pt x="694479" y="4543307"/>
                </a:moveTo>
                <a:lnTo>
                  <a:pt x="799525" y="4543307"/>
                </a:lnTo>
                <a:lnTo>
                  <a:pt x="799525" y="4530176"/>
                </a:lnTo>
                <a:lnTo>
                  <a:pt x="694479" y="4530176"/>
                </a:lnTo>
                <a:lnTo>
                  <a:pt x="694479" y="4543307"/>
                </a:lnTo>
                <a:close/>
                <a:moveTo>
                  <a:pt x="943965" y="4543307"/>
                </a:moveTo>
                <a:lnTo>
                  <a:pt x="943965" y="4530176"/>
                </a:lnTo>
                <a:lnTo>
                  <a:pt x="838918" y="4530176"/>
                </a:lnTo>
                <a:lnTo>
                  <a:pt x="838918" y="4543307"/>
                </a:lnTo>
                <a:lnTo>
                  <a:pt x="943965" y="4543307"/>
                </a:lnTo>
                <a:close/>
                <a:moveTo>
                  <a:pt x="1088405" y="4543307"/>
                </a:moveTo>
                <a:lnTo>
                  <a:pt x="1088405" y="4530176"/>
                </a:lnTo>
                <a:lnTo>
                  <a:pt x="983358" y="4530176"/>
                </a:lnTo>
                <a:lnTo>
                  <a:pt x="983358" y="4543307"/>
                </a:lnTo>
                <a:lnTo>
                  <a:pt x="1088405" y="4543307"/>
                </a:lnTo>
                <a:close/>
                <a:moveTo>
                  <a:pt x="1371244" y="0"/>
                </a:moveTo>
                <a:lnTo>
                  <a:pt x="1266197" y="0"/>
                </a:lnTo>
                <a:lnTo>
                  <a:pt x="1266197" y="13131"/>
                </a:lnTo>
                <a:lnTo>
                  <a:pt x="1371244" y="13131"/>
                </a:lnTo>
                <a:lnTo>
                  <a:pt x="1371244" y="0"/>
                </a:lnTo>
                <a:close/>
                <a:moveTo>
                  <a:pt x="1515683" y="0"/>
                </a:moveTo>
                <a:lnTo>
                  <a:pt x="1410636" y="0"/>
                </a:lnTo>
                <a:lnTo>
                  <a:pt x="1410636" y="13131"/>
                </a:lnTo>
                <a:lnTo>
                  <a:pt x="1515683" y="13131"/>
                </a:lnTo>
                <a:lnTo>
                  <a:pt x="1515683" y="0"/>
                </a:lnTo>
                <a:close/>
                <a:moveTo>
                  <a:pt x="1660123" y="0"/>
                </a:moveTo>
                <a:lnTo>
                  <a:pt x="1555076" y="0"/>
                </a:lnTo>
                <a:lnTo>
                  <a:pt x="1555076" y="13131"/>
                </a:lnTo>
                <a:lnTo>
                  <a:pt x="1660123" y="13131"/>
                </a:lnTo>
                <a:lnTo>
                  <a:pt x="1660123" y="0"/>
                </a:lnTo>
                <a:close/>
                <a:moveTo>
                  <a:pt x="1804562" y="0"/>
                </a:moveTo>
                <a:lnTo>
                  <a:pt x="1699515" y="0"/>
                </a:lnTo>
                <a:lnTo>
                  <a:pt x="1699515" y="13131"/>
                </a:lnTo>
                <a:lnTo>
                  <a:pt x="1804562" y="13131"/>
                </a:lnTo>
                <a:lnTo>
                  <a:pt x="1804562" y="0"/>
                </a:lnTo>
                <a:close/>
                <a:moveTo>
                  <a:pt x="1949002" y="0"/>
                </a:moveTo>
                <a:lnTo>
                  <a:pt x="1843955" y="0"/>
                </a:lnTo>
                <a:lnTo>
                  <a:pt x="1843955" y="13131"/>
                </a:lnTo>
                <a:lnTo>
                  <a:pt x="1949002" y="13131"/>
                </a:lnTo>
                <a:lnTo>
                  <a:pt x="1949002" y="0"/>
                </a:lnTo>
                <a:close/>
                <a:moveTo>
                  <a:pt x="2092391" y="551"/>
                </a:moveTo>
                <a:lnTo>
                  <a:pt x="2081637" y="144"/>
                </a:lnTo>
                <a:lnTo>
                  <a:pt x="2070856" y="0"/>
                </a:lnTo>
                <a:lnTo>
                  <a:pt x="1988394" y="0"/>
                </a:lnTo>
                <a:lnTo>
                  <a:pt x="1988394" y="13131"/>
                </a:lnTo>
                <a:lnTo>
                  <a:pt x="2070725" y="13131"/>
                </a:lnTo>
                <a:lnTo>
                  <a:pt x="2081387" y="13275"/>
                </a:lnTo>
                <a:lnTo>
                  <a:pt x="2081216" y="13262"/>
                </a:lnTo>
                <a:lnTo>
                  <a:pt x="2091800" y="13669"/>
                </a:lnTo>
                <a:lnTo>
                  <a:pt x="2091642" y="13656"/>
                </a:lnTo>
                <a:lnTo>
                  <a:pt x="2093021" y="13748"/>
                </a:lnTo>
                <a:lnTo>
                  <a:pt x="2093848" y="643"/>
                </a:lnTo>
                <a:lnTo>
                  <a:pt x="2092391" y="551"/>
                </a:lnTo>
                <a:close/>
                <a:moveTo>
                  <a:pt x="2234073" y="32972"/>
                </a:moveTo>
                <a:lnTo>
                  <a:pt x="2224606" y="29098"/>
                </a:lnTo>
                <a:lnTo>
                  <a:pt x="2215020" y="25461"/>
                </a:lnTo>
                <a:lnTo>
                  <a:pt x="2205329" y="22047"/>
                </a:lnTo>
                <a:lnTo>
                  <a:pt x="2195534" y="18856"/>
                </a:lnTo>
                <a:lnTo>
                  <a:pt x="2185633" y="15915"/>
                </a:lnTo>
                <a:lnTo>
                  <a:pt x="2175627" y="13210"/>
                </a:lnTo>
                <a:lnTo>
                  <a:pt x="2165530" y="10741"/>
                </a:lnTo>
                <a:lnTo>
                  <a:pt x="2155327" y="8522"/>
                </a:lnTo>
                <a:lnTo>
                  <a:pt x="2145046" y="6552"/>
                </a:lnTo>
                <a:lnTo>
                  <a:pt x="2134672" y="4832"/>
                </a:lnTo>
                <a:lnTo>
                  <a:pt x="2133517" y="4675"/>
                </a:lnTo>
                <a:lnTo>
                  <a:pt x="2131705" y="17674"/>
                </a:lnTo>
                <a:lnTo>
                  <a:pt x="2132768" y="17832"/>
                </a:lnTo>
                <a:lnTo>
                  <a:pt x="2132611" y="17805"/>
                </a:lnTo>
                <a:lnTo>
                  <a:pt x="2142660" y="19474"/>
                </a:lnTo>
                <a:lnTo>
                  <a:pt x="2152780" y="21403"/>
                </a:lnTo>
                <a:lnTo>
                  <a:pt x="2152622" y="21377"/>
                </a:lnTo>
                <a:lnTo>
                  <a:pt x="2162654" y="23557"/>
                </a:lnTo>
                <a:lnTo>
                  <a:pt x="2162497" y="23517"/>
                </a:lnTo>
                <a:lnTo>
                  <a:pt x="2172312" y="25916"/>
                </a:lnTo>
                <a:lnTo>
                  <a:pt x="2182114" y="28573"/>
                </a:lnTo>
                <a:lnTo>
                  <a:pt x="2181956" y="28520"/>
                </a:lnTo>
                <a:lnTo>
                  <a:pt x="2191713" y="31422"/>
                </a:lnTo>
                <a:lnTo>
                  <a:pt x="2191555" y="31383"/>
                </a:lnTo>
                <a:lnTo>
                  <a:pt x="2201193" y="34508"/>
                </a:lnTo>
                <a:lnTo>
                  <a:pt x="2201049" y="34455"/>
                </a:lnTo>
                <a:lnTo>
                  <a:pt x="2210495" y="37786"/>
                </a:lnTo>
                <a:lnTo>
                  <a:pt x="2219865" y="41349"/>
                </a:lnTo>
                <a:lnTo>
                  <a:pt x="2219708" y="41283"/>
                </a:lnTo>
                <a:lnTo>
                  <a:pt x="2229031" y="45091"/>
                </a:lnTo>
                <a:lnTo>
                  <a:pt x="2228886" y="45026"/>
                </a:lnTo>
                <a:lnTo>
                  <a:pt x="2230738" y="45840"/>
                </a:lnTo>
                <a:lnTo>
                  <a:pt x="2236003" y="33812"/>
                </a:lnTo>
                <a:lnTo>
                  <a:pt x="2234073" y="32972"/>
                </a:lnTo>
                <a:close/>
                <a:moveTo>
                  <a:pt x="2349073" y="123417"/>
                </a:moveTo>
                <a:lnTo>
                  <a:pt x="2358028" y="113805"/>
                </a:lnTo>
                <a:lnTo>
                  <a:pt x="2352828" y="108960"/>
                </a:lnTo>
                <a:lnTo>
                  <a:pt x="2345291" y="102289"/>
                </a:lnTo>
                <a:lnTo>
                  <a:pt x="2337610" y="95790"/>
                </a:lnTo>
                <a:lnTo>
                  <a:pt x="2329758" y="89461"/>
                </a:lnTo>
                <a:lnTo>
                  <a:pt x="2321761" y="83328"/>
                </a:lnTo>
                <a:lnTo>
                  <a:pt x="2313620" y="77393"/>
                </a:lnTo>
                <a:lnTo>
                  <a:pt x="2305321" y="71642"/>
                </a:lnTo>
                <a:lnTo>
                  <a:pt x="2296878" y="66088"/>
                </a:lnTo>
                <a:lnTo>
                  <a:pt x="2288303" y="60730"/>
                </a:lnTo>
                <a:lnTo>
                  <a:pt x="2279584" y="55583"/>
                </a:lnTo>
                <a:lnTo>
                  <a:pt x="2271982" y="51329"/>
                </a:lnTo>
                <a:lnTo>
                  <a:pt x="2265574" y="62792"/>
                </a:lnTo>
                <a:lnTo>
                  <a:pt x="2273111" y="67007"/>
                </a:lnTo>
                <a:lnTo>
                  <a:pt x="2272967" y="66928"/>
                </a:lnTo>
                <a:lnTo>
                  <a:pt x="2281554" y="71997"/>
                </a:lnTo>
                <a:lnTo>
                  <a:pt x="2281410" y="71918"/>
                </a:lnTo>
                <a:lnTo>
                  <a:pt x="2289776" y="77127"/>
                </a:lnTo>
                <a:lnTo>
                  <a:pt x="2298033" y="82567"/>
                </a:lnTo>
                <a:lnTo>
                  <a:pt x="2297902" y="82475"/>
                </a:lnTo>
                <a:lnTo>
                  <a:pt x="2305963" y="88061"/>
                </a:lnTo>
                <a:lnTo>
                  <a:pt x="2313961" y="93899"/>
                </a:lnTo>
                <a:lnTo>
                  <a:pt x="2313830" y="93807"/>
                </a:lnTo>
                <a:lnTo>
                  <a:pt x="2321627" y="99772"/>
                </a:lnTo>
                <a:lnTo>
                  <a:pt x="2329311" y="105966"/>
                </a:lnTo>
                <a:lnTo>
                  <a:pt x="2329193" y="105861"/>
                </a:lnTo>
                <a:lnTo>
                  <a:pt x="2336756" y="112256"/>
                </a:lnTo>
                <a:lnTo>
                  <a:pt x="2336638" y="112164"/>
                </a:lnTo>
                <a:lnTo>
                  <a:pt x="2344044" y="118729"/>
                </a:lnTo>
                <a:lnTo>
                  <a:pt x="2343939" y="118624"/>
                </a:lnTo>
                <a:lnTo>
                  <a:pt x="2349073" y="123417"/>
                </a:lnTo>
                <a:close/>
                <a:moveTo>
                  <a:pt x="2445493" y="230775"/>
                </a:moveTo>
                <a:lnTo>
                  <a:pt x="2444351" y="228477"/>
                </a:lnTo>
                <a:lnTo>
                  <a:pt x="2439610" y="219509"/>
                </a:lnTo>
                <a:lnTo>
                  <a:pt x="2434660" y="210659"/>
                </a:lnTo>
                <a:lnTo>
                  <a:pt x="2429513" y="201940"/>
                </a:lnTo>
                <a:lnTo>
                  <a:pt x="2424155" y="193365"/>
                </a:lnTo>
                <a:lnTo>
                  <a:pt x="2418601" y="184922"/>
                </a:lnTo>
                <a:lnTo>
                  <a:pt x="2412850" y="176623"/>
                </a:lnTo>
                <a:lnTo>
                  <a:pt x="2406901" y="168482"/>
                </a:lnTo>
                <a:lnTo>
                  <a:pt x="2400769" y="160485"/>
                </a:lnTo>
                <a:lnTo>
                  <a:pt x="2394453" y="152633"/>
                </a:lnTo>
                <a:lnTo>
                  <a:pt x="2387954" y="144952"/>
                </a:lnTo>
                <a:lnTo>
                  <a:pt x="2385839" y="142562"/>
                </a:lnTo>
                <a:lnTo>
                  <a:pt x="2376018" y="151281"/>
                </a:lnTo>
                <a:lnTo>
                  <a:pt x="2378079" y="153605"/>
                </a:lnTo>
                <a:lnTo>
                  <a:pt x="2377974" y="153487"/>
                </a:lnTo>
                <a:lnTo>
                  <a:pt x="2384382" y="161050"/>
                </a:lnTo>
                <a:lnTo>
                  <a:pt x="2384277" y="160932"/>
                </a:lnTo>
                <a:lnTo>
                  <a:pt x="2390501" y="168653"/>
                </a:lnTo>
                <a:lnTo>
                  <a:pt x="2390396" y="168535"/>
                </a:lnTo>
                <a:lnTo>
                  <a:pt x="2396436" y="176400"/>
                </a:lnTo>
                <a:lnTo>
                  <a:pt x="2396344" y="176282"/>
                </a:lnTo>
                <a:lnTo>
                  <a:pt x="2402182" y="184280"/>
                </a:lnTo>
                <a:lnTo>
                  <a:pt x="2407768" y="192341"/>
                </a:lnTo>
                <a:lnTo>
                  <a:pt x="2407676" y="192210"/>
                </a:lnTo>
                <a:lnTo>
                  <a:pt x="2413139" y="200508"/>
                </a:lnTo>
                <a:lnTo>
                  <a:pt x="2413060" y="200377"/>
                </a:lnTo>
                <a:lnTo>
                  <a:pt x="2418303" y="208784"/>
                </a:lnTo>
                <a:lnTo>
                  <a:pt x="2423315" y="217263"/>
                </a:lnTo>
                <a:lnTo>
                  <a:pt x="2423236" y="217132"/>
                </a:lnTo>
                <a:lnTo>
                  <a:pt x="2428108" y="225838"/>
                </a:lnTo>
                <a:lnTo>
                  <a:pt x="2428029" y="225707"/>
                </a:lnTo>
                <a:lnTo>
                  <a:pt x="2432690" y="234544"/>
                </a:lnTo>
                <a:lnTo>
                  <a:pt x="2432625" y="234399"/>
                </a:lnTo>
                <a:lnTo>
                  <a:pt x="2433728" y="236618"/>
                </a:lnTo>
                <a:lnTo>
                  <a:pt x="2445493" y="230775"/>
                </a:lnTo>
                <a:close/>
                <a:moveTo>
                  <a:pt x="2406901" y="4374838"/>
                </a:moveTo>
                <a:lnTo>
                  <a:pt x="2412850" y="4366684"/>
                </a:lnTo>
                <a:lnTo>
                  <a:pt x="2418601" y="4358398"/>
                </a:lnTo>
                <a:lnTo>
                  <a:pt x="2424155" y="4349955"/>
                </a:lnTo>
                <a:lnTo>
                  <a:pt x="2429513" y="4341380"/>
                </a:lnTo>
                <a:lnTo>
                  <a:pt x="2434660" y="4332661"/>
                </a:lnTo>
                <a:lnTo>
                  <a:pt x="2439610" y="4323811"/>
                </a:lnTo>
                <a:lnTo>
                  <a:pt x="2444351" y="4314830"/>
                </a:lnTo>
                <a:lnTo>
                  <a:pt x="2448172" y="4307135"/>
                </a:lnTo>
                <a:lnTo>
                  <a:pt x="2436420" y="4301292"/>
                </a:lnTo>
                <a:lnTo>
                  <a:pt x="2432625" y="4308921"/>
                </a:lnTo>
                <a:lnTo>
                  <a:pt x="2432690" y="4308776"/>
                </a:lnTo>
                <a:lnTo>
                  <a:pt x="2428061" y="4317552"/>
                </a:lnTo>
                <a:lnTo>
                  <a:pt x="2423236" y="4326188"/>
                </a:lnTo>
                <a:lnTo>
                  <a:pt x="2423315" y="4326044"/>
                </a:lnTo>
                <a:lnTo>
                  <a:pt x="2418246" y="4334631"/>
                </a:lnTo>
                <a:lnTo>
                  <a:pt x="2418325" y="4334487"/>
                </a:lnTo>
                <a:lnTo>
                  <a:pt x="2413060" y="4342930"/>
                </a:lnTo>
                <a:lnTo>
                  <a:pt x="2413139" y="4342799"/>
                </a:lnTo>
                <a:lnTo>
                  <a:pt x="2407676" y="4351110"/>
                </a:lnTo>
                <a:lnTo>
                  <a:pt x="2407768" y="4350979"/>
                </a:lnTo>
                <a:lnTo>
                  <a:pt x="2402182" y="4359040"/>
                </a:lnTo>
                <a:lnTo>
                  <a:pt x="2396344" y="4367038"/>
                </a:lnTo>
                <a:lnTo>
                  <a:pt x="2396436" y="4366907"/>
                </a:lnTo>
                <a:lnTo>
                  <a:pt x="2390408" y="4374769"/>
                </a:lnTo>
                <a:lnTo>
                  <a:pt x="2384277" y="4382388"/>
                </a:lnTo>
                <a:lnTo>
                  <a:pt x="2384382" y="4382257"/>
                </a:lnTo>
                <a:lnTo>
                  <a:pt x="2379865" y="4387601"/>
                </a:lnTo>
                <a:lnTo>
                  <a:pt x="2389897" y="4396084"/>
                </a:lnTo>
                <a:lnTo>
                  <a:pt x="2394453" y="4390674"/>
                </a:lnTo>
                <a:lnTo>
                  <a:pt x="2400769" y="4382835"/>
                </a:lnTo>
                <a:lnTo>
                  <a:pt x="2406901" y="4374838"/>
                </a:lnTo>
                <a:close/>
                <a:moveTo>
                  <a:pt x="2272967" y="4476392"/>
                </a:moveTo>
                <a:lnTo>
                  <a:pt x="2273111" y="4476313"/>
                </a:lnTo>
                <a:lnTo>
                  <a:pt x="2270839" y="4477587"/>
                </a:lnTo>
                <a:lnTo>
                  <a:pt x="2277247" y="4489037"/>
                </a:lnTo>
                <a:lnTo>
                  <a:pt x="2279584" y="4487737"/>
                </a:lnTo>
                <a:lnTo>
                  <a:pt x="2288303" y="4482590"/>
                </a:lnTo>
                <a:lnTo>
                  <a:pt x="2296878" y="4477232"/>
                </a:lnTo>
                <a:lnTo>
                  <a:pt x="2305321" y="4471678"/>
                </a:lnTo>
                <a:lnTo>
                  <a:pt x="2313620" y="4465927"/>
                </a:lnTo>
                <a:lnTo>
                  <a:pt x="2321761" y="4459978"/>
                </a:lnTo>
                <a:lnTo>
                  <a:pt x="2329758" y="4453846"/>
                </a:lnTo>
                <a:lnTo>
                  <a:pt x="2337610" y="4447530"/>
                </a:lnTo>
                <a:lnTo>
                  <a:pt x="2345291" y="4441031"/>
                </a:lnTo>
                <a:lnTo>
                  <a:pt x="2352828" y="4434347"/>
                </a:lnTo>
                <a:lnTo>
                  <a:pt x="2360195" y="4427493"/>
                </a:lnTo>
                <a:lnTo>
                  <a:pt x="2362506" y="4425234"/>
                </a:lnTo>
                <a:lnTo>
                  <a:pt x="2353327" y="4415832"/>
                </a:lnTo>
                <a:lnTo>
                  <a:pt x="2351069" y="4418038"/>
                </a:lnTo>
                <a:lnTo>
                  <a:pt x="2351187" y="4417933"/>
                </a:lnTo>
                <a:lnTo>
                  <a:pt x="2343939" y="4424683"/>
                </a:lnTo>
                <a:lnTo>
                  <a:pt x="2344044" y="4424578"/>
                </a:lnTo>
                <a:lnTo>
                  <a:pt x="2336638" y="4431156"/>
                </a:lnTo>
                <a:lnTo>
                  <a:pt x="2336756" y="4431051"/>
                </a:lnTo>
                <a:lnTo>
                  <a:pt x="2329193" y="4437459"/>
                </a:lnTo>
                <a:lnTo>
                  <a:pt x="2329311" y="4437354"/>
                </a:lnTo>
                <a:lnTo>
                  <a:pt x="2321590" y="4443578"/>
                </a:lnTo>
                <a:lnTo>
                  <a:pt x="2321708" y="4443473"/>
                </a:lnTo>
                <a:lnTo>
                  <a:pt x="2313830" y="4449513"/>
                </a:lnTo>
                <a:lnTo>
                  <a:pt x="2313961" y="4449421"/>
                </a:lnTo>
                <a:lnTo>
                  <a:pt x="2305964" y="4455245"/>
                </a:lnTo>
                <a:lnTo>
                  <a:pt x="2297902" y="4460832"/>
                </a:lnTo>
                <a:lnTo>
                  <a:pt x="2298033" y="4460753"/>
                </a:lnTo>
                <a:lnTo>
                  <a:pt x="2289722" y="4466216"/>
                </a:lnTo>
                <a:lnTo>
                  <a:pt x="2289866" y="4466137"/>
                </a:lnTo>
                <a:lnTo>
                  <a:pt x="2281410" y="4471402"/>
                </a:lnTo>
                <a:lnTo>
                  <a:pt x="2281554" y="4471323"/>
                </a:lnTo>
                <a:lnTo>
                  <a:pt x="2272967" y="4476392"/>
                </a:lnTo>
                <a:close/>
                <a:moveTo>
                  <a:pt x="2185633" y="4527392"/>
                </a:moveTo>
                <a:lnTo>
                  <a:pt x="2195534" y="4524451"/>
                </a:lnTo>
                <a:lnTo>
                  <a:pt x="2205329" y="4521273"/>
                </a:lnTo>
                <a:lnTo>
                  <a:pt x="2215020" y="4517859"/>
                </a:lnTo>
                <a:lnTo>
                  <a:pt x="2224606" y="4514209"/>
                </a:lnTo>
                <a:lnTo>
                  <a:pt x="2234073" y="4510348"/>
                </a:lnTo>
                <a:lnTo>
                  <a:pt x="2241531" y="4507079"/>
                </a:lnTo>
                <a:lnTo>
                  <a:pt x="2236266" y="4495051"/>
                </a:lnTo>
                <a:lnTo>
                  <a:pt x="2228886" y="4498281"/>
                </a:lnTo>
                <a:lnTo>
                  <a:pt x="2229031" y="4498215"/>
                </a:lnTo>
                <a:lnTo>
                  <a:pt x="2219708" y="4502023"/>
                </a:lnTo>
                <a:lnTo>
                  <a:pt x="2219865" y="4501971"/>
                </a:lnTo>
                <a:lnTo>
                  <a:pt x="2210495" y="4505534"/>
                </a:lnTo>
                <a:lnTo>
                  <a:pt x="2201049" y="4508865"/>
                </a:lnTo>
                <a:lnTo>
                  <a:pt x="2201193" y="4508812"/>
                </a:lnTo>
                <a:lnTo>
                  <a:pt x="2191555" y="4511937"/>
                </a:lnTo>
                <a:lnTo>
                  <a:pt x="2191713" y="4511885"/>
                </a:lnTo>
                <a:lnTo>
                  <a:pt x="2181956" y="4514787"/>
                </a:lnTo>
                <a:lnTo>
                  <a:pt x="2182114" y="4514747"/>
                </a:lnTo>
                <a:lnTo>
                  <a:pt x="2172318" y="4517402"/>
                </a:lnTo>
                <a:lnTo>
                  <a:pt x="2162497" y="4519790"/>
                </a:lnTo>
                <a:lnTo>
                  <a:pt x="2162654" y="4519750"/>
                </a:lnTo>
                <a:lnTo>
                  <a:pt x="2152622" y="4521943"/>
                </a:lnTo>
                <a:lnTo>
                  <a:pt x="2152780" y="4521904"/>
                </a:lnTo>
                <a:lnTo>
                  <a:pt x="2142663" y="4523846"/>
                </a:lnTo>
                <a:lnTo>
                  <a:pt x="2137495" y="4524700"/>
                </a:lnTo>
                <a:lnTo>
                  <a:pt x="2139636" y="4537661"/>
                </a:lnTo>
                <a:lnTo>
                  <a:pt x="2145046" y="4536755"/>
                </a:lnTo>
                <a:lnTo>
                  <a:pt x="2155327" y="4534785"/>
                </a:lnTo>
                <a:lnTo>
                  <a:pt x="2165530" y="4532566"/>
                </a:lnTo>
                <a:lnTo>
                  <a:pt x="2175627" y="4530110"/>
                </a:lnTo>
                <a:lnTo>
                  <a:pt x="2185633" y="4527392"/>
                </a:lnTo>
                <a:close/>
                <a:moveTo>
                  <a:pt x="2099035" y="4529191"/>
                </a:moveTo>
                <a:lnTo>
                  <a:pt x="2091642" y="4529651"/>
                </a:lnTo>
                <a:lnTo>
                  <a:pt x="2091800" y="4529651"/>
                </a:lnTo>
                <a:lnTo>
                  <a:pt x="2081216" y="4530045"/>
                </a:lnTo>
                <a:lnTo>
                  <a:pt x="2081387" y="4530045"/>
                </a:lnTo>
                <a:lnTo>
                  <a:pt x="2070725" y="4530176"/>
                </a:lnTo>
                <a:lnTo>
                  <a:pt x="1994435" y="4530176"/>
                </a:lnTo>
                <a:lnTo>
                  <a:pt x="1994435" y="4543307"/>
                </a:lnTo>
                <a:lnTo>
                  <a:pt x="2070856" y="4543307"/>
                </a:lnTo>
                <a:lnTo>
                  <a:pt x="2081637" y="4543176"/>
                </a:lnTo>
                <a:lnTo>
                  <a:pt x="2092391" y="4542769"/>
                </a:lnTo>
                <a:lnTo>
                  <a:pt x="2099862" y="4542296"/>
                </a:lnTo>
                <a:lnTo>
                  <a:pt x="2099035" y="4529191"/>
                </a:lnTo>
                <a:close/>
                <a:moveTo>
                  <a:pt x="1849995" y="4543307"/>
                </a:moveTo>
                <a:lnTo>
                  <a:pt x="1955042" y="4543307"/>
                </a:lnTo>
                <a:lnTo>
                  <a:pt x="1955042" y="4530176"/>
                </a:lnTo>
                <a:lnTo>
                  <a:pt x="1849995" y="4530176"/>
                </a:lnTo>
                <a:lnTo>
                  <a:pt x="1849995" y="4543307"/>
                </a:lnTo>
                <a:close/>
                <a:moveTo>
                  <a:pt x="1705555" y="4543307"/>
                </a:moveTo>
                <a:lnTo>
                  <a:pt x="1810602" y="4543307"/>
                </a:lnTo>
                <a:lnTo>
                  <a:pt x="1810602" y="4530176"/>
                </a:lnTo>
                <a:lnTo>
                  <a:pt x="1705555" y="4530176"/>
                </a:lnTo>
                <a:lnTo>
                  <a:pt x="1705555" y="4543307"/>
                </a:lnTo>
                <a:close/>
                <a:moveTo>
                  <a:pt x="1561116" y="4543307"/>
                </a:moveTo>
                <a:lnTo>
                  <a:pt x="1666163" y="4543307"/>
                </a:lnTo>
                <a:lnTo>
                  <a:pt x="1666163" y="4530176"/>
                </a:lnTo>
                <a:lnTo>
                  <a:pt x="1561116" y="4530176"/>
                </a:lnTo>
                <a:lnTo>
                  <a:pt x="1561116" y="4543307"/>
                </a:lnTo>
                <a:close/>
                <a:moveTo>
                  <a:pt x="1416676" y="4543307"/>
                </a:moveTo>
                <a:lnTo>
                  <a:pt x="1521723" y="4543307"/>
                </a:lnTo>
                <a:lnTo>
                  <a:pt x="1521723" y="4530176"/>
                </a:lnTo>
                <a:lnTo>
                  <a:pt x="1416676" y="4530176"/>
                </a:lnTo>
                <a:lnTo>
                  <a:pt x="1416676" y="4543307"/>
                </a:lnTo>
                <a:close/>
                <a:moveTo>
                  <a:pt x="1377284" y="4543307"/>
                </a:moveTo>
                <a:lnTo>
                  <a:pt x="1377284" y="4530176"/>
                </a:lnTo>
                <a:lnTo>
                  <a:pt x="1272237" y="4530176"/>
                </a:lnTo>
                <a:lnTo>
                  <a:pt x="1272237" y="4543307"/>
                </a:lnTo>
                <a:lnTo>
                  <a:pt x="1377284" y="4543307"/>
                </a:lnTo>
                <a:close/>
                <a:moveTo>
                  <a:pt x="1232844" y="4543307"/>
                </a:moveTo>
                <a:lnTo>
                  <a:pt x="1232844" y="4530176"/>
                </a:lnTo>
                <a:lnTo>
                  <a:pt x="1127797" y="4530176"/>
                </a:lnTo>
                <a:lnTo>
                  <a:pt x="1127797" y="4543307"/>
                </a:lnTo>
                <a:lnTo>
                  <a:pt x="1232844" y="4543307"/>
                </a:lnTo>
                <a:close/>
                <a:moveTo>
                  <a:pt x="2483678" y="345197"/>
                </a:moveTo>
                <a:lnTo>
                  <a:pt x="2481708" y="334903"/>
                </a:lnTo>
                <a:lnTo>
                  <a:pt x="2479489" y="324713"/>
                </a:lnTo>
                <a:lnTo>
                  <a:pt x="2477033" y="314616"/>
                </a:lnTo>
                <a:lnTo>
                  <a:pt x="2474328" y="304610"/>
                </a:lnTo>
                <a:lnTo>
                  <a:pt x="2471374" y="294709"/>
                </a:lnTo>
                <a:lnTo>
                  <a:pt x="2468196" y="284914"/>
                </a:lnTo>
                <a:lnTo>
                  <a:pt x="2464782" y="275223"/>
                </a:lnTo>
                <a:lnTo>
                  <a:pt x="2461788" y="267331"/>
                </a:lnTo>
                <a:lnTo>
                  <a:pt x="2449511" y="271993"/>
                </a:lnTo>
                <a:lnTo>
                  <a:pt x="2452456" y="279747"/>
                </a:lnTo>
                <a:lnTo>
                  <a:pt x="2455769" y="289142"/>
                </a:lnTo>
                <a:lnTo>
                  <a:pt x="2458860" y="298688"/>
                </a:lnTo>
                <a:lnTo>
                  <a:pt x="2458821" y="298530"/>
                </a:lnTo>
                <a:lnTo>
                  <a:pt x="2461710" y="308273"/>
                </a:lnTo>
                <a:lnTo>
                  <a:pt x="2461670" y="308116"/>
                </a:lnTo>
                <a:lnTo>
                  <a:pt x="2464325" y="317924"/>
                </a:lnTo>
                <a:lnTo>
                  <a:pt x="2466713" y="327746"/>
                </a:lnTo>
                <a:lnTo>
                  <a:pt x="2466686" y="327589"/>
                </a:lnTo>
                <a:lnTo>
                  <a:pt x="2468866" y="337621"/>
                </a:lnTo>
                <a:lnTo>
                  <a:pt x="2468827" y="337463"/>
                </a:lnTo>
                <a:lnTo>
                  <a:pt x="2470770" y="347587"/>
                </a:lnTo>
                <a:lnTo>
                  <a:pt x="2470744" y="347417"/>
                </a:lnTo>
                <a:lnTo>
                  <a:pt x="2472423" y="357542"/>
                </a:lnTo>
                <a:lnTo>
                  <a:pt x="2473856" y="367756"/>
                </a:lnTo>
                <a:lnTo>
                  <a:pt x="2473829" y="367599"/>
                </a:lnTo>
                <a:lnTo>
                  <a:pt x="2474342" y="372089"/>
                </a:lnTo>
                <a:lnTo>
                  <a:pt x="2487394" y="370593"/>
                </a:lnTo>
                <a:lnTo>
                  <a:pt x="2486868" y="366023"/>
                </a:lnTo>
                <a:lnTo>
                  <a:pt x="2485398" y="355558"/>
                </a:lnTo>
                <a:lnTo>
                  <a:pt x="2483678" y="345197"/>
                </a:lnTo>
                <a:close/>
                <a:moveTo>
                  <a:pt x="2477099" y="515675"/>
                </a:moveTo>
                <a:lnTo>
                  <a:pt x="2490230" y="515675"/>
                </a:lnTo>
                <a:lnTo>
                  <a:pt x="2490230" y="419387"/>
                </a:lnTo>
                <a:lnTo>
                  <a:pt x="2490125" y="410537"/>
                </a:lnTo>
                <a:lnTo>
                  <a:pt x="2476994" y="410707"/>
                </a:lnTo>
                <a:lnTo>
                  <a:pt x="2477099" y="419518"/>
                </a:lnTo>
                <a:lnTo>
                  <a:pt x="2477099" y="515675"/>
                </a:lnTo>
                <a:close/>
                <a:moveTo>
                  <a:pt x="2490230" y="660115"/>
                </a:moveTo>
                <a:lnTo>
                  <a:pt x="2490230" y="555068"/>
                </a:lnTo>
                <a:lnTo>
                  <a:pt x="2477099" y="555068"/>
                </a:lnTo>
                <a:lnTo>
                  <a:pt x="2477099" y="660115"/>
                </a:lnTo>
                <a:lnTo>
                  <a:pt x="2490230" y="660115"/>
                </a:lnTo>
                <a:close/>
                <a:moveTo>
                  <a:pt x="2490230" y="804555"/>
                </a:moveTo>
                <a:lnTo>
                  <a:pt x="2490230" y="699508"/>
                </a:lnTo>
                <a:lnTo>
                  <a:pt x="2477099" y="699508"/>
                </a:lnTo>
                <a:lnTo>
                  <a:pt x="2477099" y="804555"/>
                </a:lnTo>
                <a:lnTo>
                  <a:pt x="2490230" y="804555"/>
                </a:lnTo>
                <a:close/>
                <a:moveTo>
                  <a:pt x="2490230" y="948994"/>
                </a:moveTo>
                <a:lnTo>
                  <a:pt x="2490230" y="843947"/>
                </a:lnTo>
                <a:lnTo>
                  <a:pt x="2477099" y="843947"/>
                </a:lnTo>
                <a:lnTo>
                  <a:pt x="2477099" y="948994"/>
                </a:lnTo>
                <a:lnTo>
                  <a:pt x="2490230" y="948994"/>
                </a:lnTo>
                <a:close/>
                <a:moveTo>
                  <a:pt x="2490230" y="1093434"/>
                </a:moveTo>
                <a:lnTo>
                  <a:pt x="2490230" y="988387"/>
                </a:lnTo>
                <a:lnTo>
                  <a:pt x="2477099" y="988387"/>
                </a:lnTo>
                <a:lnTo>
                  <a:pt x="2477099" y="1093434"/>
                </a:lnTo>
                <a:lnTo>
                  <a:pt x="2490230" y="1093434"/>
                </a:lnTo>
                <a:close/>
                <a:moveTo>
                  <a:pt x="2490230" y="1237873"/>
                </a:moveTo>
                <a:lnTo>
                  <a:pt x="2490230" y="1132826"/>
                </a:lnTo>
                <a:lnTo>
                  <a:pt x="2477099" y="1132826"/>
                </a:lnTo>
                <a:lnTo>
                  <a:pt x="2477099" y="1237873"/>
                </a:lnTo>
                <a:lnTo>
                  <a:pt x="2490230" y="1237873"/>
                </a:lnTo>
                <a:close/>
                <a:moveTo>
                  <a:pt x="2490230" y="1382313"/>
                </a:moveTo>
                <a:lnTo>
                  <a:pt x="2490230" y="1277266"/>
                </a:lnTo>
                <a:lnTo>
                  <a:pt x="2477099" y="1277266"/>
                </a:lnTo>
                <a:lnTo>
                  <a:pt x="2477099" y="1382313"/>
                </a:lnTo>
                <a:lnTo>
                  <a:pt x="2490230" y="1382313"/>
                </a:lnTo>
                <a:close/>
                <a:moveTo>
                  <a:pt x="2490230" y="1526752"/>
                </a:moveTo>
                <a:lnTo>
                  <a:pt x="2490230" y="1421705"/>
                </a:lnTo>
                <a:lnTo>
                  <a:pt x="2477099" y="1421705"/>
                </a:lnTo>
                <a:lnTo>
                  <a:pt x="2477099" y="1526752"/>
                </a:lnTo>
                <a:lnTo>
                  <a:pt x="2490230" y="1526752"/>
                </a:lnTo>
                <a:close/>
                <a:moveTo>
                  <a:pt x="2490230" y="1671192"/>
                </a:moveTo>
                <a:lnTo>
                  <a:pt x="2490230" y="1566145"/>
                </a:lnTo>
                <a:lnTo>
                  <a:pt x="2477099" y="1566145"/>
                </a:lnTo>
                <a:lnTo>
                  <a:pt x="2477099" y="1671192"/>
                </a:lnTo>
                <a:lnTo>
                  <a:pt x="2490230" y="1671192"/>
                </a:lnTo>
                <a:close/>
                <a:moveTo>
                  <a:pt x="2490230" y="1815632"/>
                </a:moveTo>
                <a:lnTo>
                  <a:pt x="2490230" y="1710585"/>
                </a:lnTo>
                <a:lnTo>
                  <a:pt x="2477099" y="1710585"/>
                </a:lnTo>
                <a:lnTo>
                  <a:pt x="2477099" y="1815632"/>
                </a:lnTo>
                <a:lnTo>
                  <a:pt x="2490230" y="1815632"/>
                </a:lnTo>
                <a:close/>
                <a:moveTo>
                  <a:pt x="2490230" y="1855024"/>
                </a:moveTo>
                <a:lnTo>
                  <a:pt x="2477099" y="1855024"/>
                </a:lnTo>
                <a:lnTo>
                  <a:pt x="2477099" y="1960071"/>
                </a:lnTo>
                <a:lnTo>
                  <a:pt x="2490230" y="1960071"/>
                </a:lnTo>
                <a:lnTo>
                  <a:pt x="2490230" y="1855024"/>
                </a:lnTo>
                <a:close/>
                <a:moveTo>
                  <a:pt x="2490230" y="1999464"/>
                </a:moveTo>
                <a:lnTo>
                  <a:pt x="2477099" y="1999464"/>
                </a:lnTo>
                <a:lnTo>
                  <a:pt x="2477099" y="2104511"/>
                </a:lnTo>
                <a:lnTo>
                  <a:pt x="2490230" y="2104511"/>
                </a:lnTo>
                <a:lnTo>
                  <a:pt x="2490230" y="1999464"/>
                </a:lnTo>
                <a:close/>
                <a:moveTo>
                  <a:pt x="2490230" y="2248950"/>
                </a:moveTo>
                <a:lnTo>
                  <a:pt x="2490230" y="2143903"/>
                </a:lnTo>
                <a:lnTo>
                  <a:pt x="2477099" y="2143903"/>
                </a:lnTo>
                <a:lnTo>
                  <a:pt x="2477099" y="2248950"/>
                </a:lnTo>
                <a:lnTo>
                  <a:pt x="2490230" y="2248950"/>
                </a:lnTo>
                <a:close/>
                <a:moveTo>
                  <a:pt x="2490230" y="2393390"/>
                </a:moveTo>
                <a:lnTo>
                  <a:pt x="2490230" y="2288343"/>
                </a:lnTo>
                <a:lnTo>
                  <a:pt x="2477099" y="2288343"/>
                </a:lnTo>
                <a:lnTo>
                  <a:pt x="2477099" y="2393390"/>
                </a:lnTo>
                <a:lnTo>
                  <a:pt x="2490230" y="2393390"/>
                </a:lnTo>
                <a:close/>
                <a:moveTo>
                  <a:pt x="2490230" y="2537829"/>
                </a:moveTo>
                <a:lnTo>
                  <a:pt x="2490230" y="2432782"/>
                </a:lnTo>
                <a:lnTo>
                  <a:pt x="2477099" y="2432782"/>
                </a:lnTo>
                <a:lnTo>
                  <a:pt x="2477099" y="2537829"/>
                </a:lnTo>
                <a:lnTo>
                  <a:pt x="2490230" y="2537829"/>
                </a:lnTo>
                <a:close/>
                <a:moveTo>
                  <a:pt x="2490230" y="2682269"/>
                </a:moveTo>
                <a:lnTo>
                  <a:pt x="2490230" y="2577222"/>
                </a:lnTo>
                <a:lnTo>
                  <a:pt x="2477099" y="2577222"/>
                </a:lnTo>
                <a:lnTo>
                  <a:pt x="2477099" y="2682269"/>
                </a:lnTo>
                <a:lnTo>
                  <a:pt x="2490230" y="2682269"/>
                </a:lnTo>
                <a:close/>
                <a:moveTo>
                  <a:pt x="2490230" y="2826708"/>
                </a:moveTo>
                <a:lnTo>
                  <a:pt x="2490230" y="2721661"/>
                </a:lnTo>
                <a:lnTo>
                  <a:pt x="2477099" y="2721661"/>
                </a:lnTo>
                <a:lnTo>
                  <a:pt x="2477099" y="2826708"/>
                </a:lnTo>
                <a:lnTo>
                  <a:pt x="2490230" y="2826708"/>
                </a:lnTo>
                <a:close/>
                <a:moveTo>
                  <a:pt x="2490230" y="2971148"/>
                </a:moveTo>
                <a:lnTo>
                  <a:pt x="2490230" y="2866101"/>
                </a:lnTo>
                <a:lnTo>
                  <a:pt x="2477099" y="2866101"/>
                </a:lnTo>
                <a:lnTo>
                  <a:pt x="2477099" y="2971148"/>
                </a:lnTo>
                <a:lnTo>
                  <a:pt x="2490230" y="2971148"/>
                </a:lnTo>
                <a:close/>
                <a:moveTo>
                  <a:pt x="2490230" y="3115588"/>
                </a:moveTo>
                <a:lnTo>
                  <a:pt x="2490230" y="3010541"/>
                </a:lnTo>
                <a:lnTo>
                  <a:pt x="2477099" y="3010541"/>
                </a:lnTo>
                <a:lnTo>
                  <a:pt x="2477099" y="3115588"/>
                </a:lnTo>
                <a:lnTo>
                  <a:pt x="2490230" y="3115588"/>
                </a:lnTo>
                <a:close/>
                <a:moveTo>
                  <a:pt x="2490230" y="3260027"/>
                </a:moveTo>
                <a:lnTo>
                  <a:pt x="2490230" y="3154980"/>
                </a:lnTo>
                <a:lnTo>
                  <a:pt x="2477099" y="3154980"/>
                </a:lnTo>
                <a:lnTo>
                  <a:pt x="2477099" y="3260027"/>
                </a:lnTo>
                <a:lnTo>
                  <a:pt x="2490230" y="3260027"/>
                </a:lnTo>
                <a:close/>
                <a:moveTo>
                  <a:pt x="2490230" y="3404467"/>
                </a:moveTo>
                <a:lnTo>
                  <a:pt x="2490230" y="3299420"/>
                </a:lnTo>
                <a:lnTo>
                  <a:pt x="2477099" y="3299420"/>
                </a:lnTo>
                <a:lnTo>
                  <a:pt x="2477099" y="3404467"/>
                </a:lnTo>
                <a:lnTo>
                  <a:pt x="2490230" y="3404467"/>
                </a:lnTo>
                <a:close/>
                <a:moveTo>
                  <a:pt x="2490230" y="3548906"/>
                </a:moveTo>
                <a:lnTo>
                  <a:pt x="2490230" y="3443859"/>
                </a:lnTo>
                <a:lnTo>
                  <a:pt x="2477099" y="3443859"/>
                </a:lnTo>
                <a:lnTo>
                  <a:pt x="2477099" y="3548906"/>
                </a:lnTo>
                <a:lnTo>
                  <a:pt x="2490230" y="3548906"/>
                </a:lnTo>
                <a:close/>
                <a:moveTo>
                  <a:pt x="2490230" y="3693346"/>
                </a:moveTo>
                <a:lnTo>
                  <a:pt x="2490230" y="3588299"/>
                </a:lnTo>
                <a:lnTo>
                  <a:pt x="2477099" y="3588299"/>
                </a:lnTo>
                <a:lnTo>
                  <a:pt x="2477099" y="3693346"/>
                </a:lnTo>
                <a:lnTo>
                  <a:pt x="2490230" y="3693346"/>
                </a:lnTo>
                <a:close/>
                <a:moveTo>
                  <a:pt x="2490230" y="3837785"/>
                </a:moveTo>
                <a:lnTo>
                  <a:pt x="2490230" y="3732738"/>
                </a:lnTo>
                <a:lnTo>
                  <a:pt x="2477099" y="3732738"/>
                </a:lnTo>
                <a:lnTo>
                  <a:pt x="2477099" y="3837785"/>
                </a:lnTo>
                <a:lnTo>
                  <a:pt x="2490230" y="3837785"/>
                </a:lnTo>
                <a:close/>
                <a:moveTo>
                  <a:pt x="2490230" y="3982225"/>
                </a:moveTo>
                <a:lnTo>
                  <a:pt x="2490230" y="3877178"/>
                </a:lnTo>
                <a:lnTo>
                  <a:pt x="2477099" y="3877178"/>
                </a:lnTo>
                <a:lnTo>
                  <a:pt x="2477099" y="3982225"/>
                </a:lnTo>
                <a:lnTo>
                  <a:pt x="2490230" y="3982225"/>
                </a:lnTo>
                <a:close/>
                <a:moveTo>
                  <a:pt x="2477073" y="4126573"/>
                </a:moveTo>
                <a:lnTo>
                  <a:pt x="2490204" y="4126743"/>
                </a:lnTo>
                <a:lnTo>
                  <a:pt x="2490230" y="4123920"/>
                </a:lnTo>
                <a:lnTo>
                  <a:pt x="2490230" y="4021617"/>
                </a:lnTo>
                <a:lnTo>
                  <a:pt x="2477099" y="4021617"/>
                </a:lnTo>
                <a:lnTo>
                  <a:pt x="2477099" y="4123802"/>
                </a:lnTo>
                <a:lnTo>
                  <a:pt x="2477073" y="4126573"/>
                </a:lnTo>
                <a:close/>
                <a:moveTo>
                  <a:pt x="2474328" y="4238697"/>
                </a:moveTo>
                <a:lnTo>
                  <a:pt x="2477033" y="4228704"/>
                </a:lnTo>
                <a:lnTo>
                  <a:pt x="2479489" y="4218594"/>
                </a:lnTo>
                <a:lnTo>
                  <a:pt x="2481708" y="4208404"/>
                </a:lnTo>
                <a:lnTo>
                  <a:pt x="2483678" y="4198123"/>
                </a:lnTo>
                <a:lnTo>
                  <a:pt x="2485398" y="4187749"/>
                </a:lnTo>
                <a:lnTo>
                  <a:pt x="2486868" y="4177297"/>
                </a:lnTo>
                <a:lnTo>
                  <a:pt x="2488063" y="4166753"/>
                </a:lnTo>
                <a:lnTo>
                  <a:pt x="2488090" y="4166556"/>
                </a:lnTo>
                <a:lnTo>
                  <a:pt x="2475011" y="4165400"/>
                </a:lnTo>
                <a:lnTo>
                  <a:pt x="2474998" y="4165519"/>
                </a:lnTo>
                <a:lnTo>
                  <a:pt x="2475011" y="4165348"/>
                </a:lnTo>
                <a:lnTo>
                  <a:pt x="2473829" y="4175721"/>
                </a:lnTo>
                <a:lnTo>
                  <a:pt x="2473856" y="4175564"/>
                </a:lnTo>
                <a:lnTo>
                  <a:pt x="2472411" y="4185845"/>
                </a:lnTo>
                <a:lnTo>
                  <a:pt x="2472438" y="4185688"/>
                </a:lnTo>
                <a:lnTo>
                  <a:pt x="2470769" y="4195737"/>
                </a:lnTo>
                <a:lnTo>
                  <a:pt x="2468827" y="4205857"/>
                </a:lnTo>
                <a:lnTo>
                  <a:pt x="2468866" y="4205699"/>
                </a:lnTo>
                <a:lnTo>
                  <a:pt x="2466686" y="4215731"/>
                </a:lnTo>
                <a:lnTo>
                  <a:pt x="2466713" y="4215560"/>
                </a:lnTo>
                <a:lnTo>
                  <a:pt x="2464296" y="4225514"/>
                </a:lnTo>
                <a:lnTo>
                  <a:pt x="2464336" y="4225343"/>
                </a:lnTo>
                <a:lnTo>
                  <a:pt x="2461670" y="4235191"/>
                </a:lnTo>
                <a:lnTo>
                  <a:pt x="2461710" y="4235033"/>
                </a:lnTo>
                <a:lnTo>
                  <a:pt x="2458821" y="4244790"/>
                </a:lnTo>
                <a:lnTo>
                  <a:pt x="2458860" y="4244632"/>
                </a:lnTo>
                <a:lnTo>
                  <a:pt x="2455770" y="4254164"/>
                </a:lnTo>
                <a:lnTo>
                  <a:pt x="2452426" y="4263659"/>
                </a:lnTo>
                <a:lnTo>
                  <a:pt x="2452479" y="4263501"/>
                </a:lnTo>
                <a:lnTo>
                  <a:pt x="2451651" y="4265681"/>
                </a:lnTo>
                <a:lnTo>
                  <a:pt x="2463929" y="4270342"/>
                </a:lnTo>
                <a:lnTo>
                  <a:pt x="2464782" y="4268097"/>
                </a:lnTo>
                <a:lnTo>
                  <a:pt x="2468196" y="4258406"/>
                </a:lnTo>
                <a:lnTo>
                  <a:pt x="2471374" y="4248611"/>
                </a:lnTo>
                <a:lnTo>
                  <a:pt x="2474328" y="423869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AAC309-051C-446B-94BA-64090BAA0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732" y="2839368"/>
            <a:ext cx="2662586" cy="2025345"/>
          </a:xfrm>
          <a:custGeom xmlns:a="http://schemas.openxmlformats.org/drawingml/2006/main">
            <a:pathLst>
              <a:path w="2662586" h="2025345">
                <a:moveTo>
                  <a:pt x="578" y="337765"/>
                </a:moveTo>
                <a:cubicBezTo>
                  <a:pt x="0" y="151084"/>
                  <a:pt x="151084" y="0"/>
                  <a:pt x="337778" y="565"/>
                </a:cubicBezTo>
                <a:lnTo>
                  <a:pt x="2324742" y="565"/>
                </a:lnTo>
                <a:cubicBezTo>
                  <a:pt x="2511489" y="0"/>
                  <a:pt x="2662586" y="151084"/>
                  <a:pt x="2661942" y="337765"/>
                </a:cubicBezTo>
                <a:lnTo>
                  <a:pt x="2661942" y="1686568"/>
                </a:lnTo>
                <a:cubicBezTo>
                  <a:pt x="2662586" y="1873683"/>
                  <a:pt x="2511489" y="2024767"/>
                  <a:pt x="2324742" y="2025345"/>
                </a:cubicBezTo>
                <a:lnTo>
                  <a:pt x="337778" y="2025345"/>
                </a:lnTo>
                <a:cubicBezTo>
                  <a:pt x="151084" y="2024767"/>
                  <a:pt x="0" y="1873683"/>
                  <a:pt x="578" y="1686568"/>
                </a:cubicBezTo>
                <a:lnTo>
                  <a:pt x="578" y="337765"/>
                </a:lnTo>
              </a:path>
            </a:pathLst>
          </a:custGeom>
          <a:solidFill xmlns:a="http://schemas.openxmlformats.org/drawingml/2006/main">
            <a:srgbClr val="DEEBF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9A014A-9152-495A-B52C-A852E9C26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166" y="2832802"/>
            <a:ext cx="2675717" cy="2037898"/>
          </a:xfrm>
          <a:custGeom xmlns:a="http://schemas.openxmlformats.org/drawingml/2006/main">
            <a:pathLst>
              <a:path w="2675717" h="2037898">
                <a:moveTo>
                  <a:pt x="45577" y="172776"/>
                </a:moveTo>
                <a:lnTo>
                  <a:pt x="41520" y="180037"/>
                </a:lnTo>
                <a:lnTo>
                  <a:pt x="37633" y="187404"/>
                </a:lnTo>
                <a:lnTo>
                  <a:pt x="33930" y="194875"/>
                </a:lnTo>
                <a:lnTo>
                  <a:pt x="30398" y="202439"/>
                </a:lnTo>
                <a:lnTo>
                  <a:pt x="27036" y="210107"/>
                </a:lnTo>
                <a:lnTo>
                  <a:pt x="23859" y="217881"/>
                </a:lnTo>
                <a:lnTo>
                  <a:pt x="20878" y="225733"/>
                </a:lnTo>
                <a:lnTo>
                  <a:pt x="18081" y="233690"/>
                </a:lnTo>
                <a:lnTo>
                  <a:pt x="15468" y="241726"/>
                </a:lnTo>
                <a:lnTo>
                  <a:pt x="13354" y="248817"/>
                </a:lnTo>
                <a:lnTo>
                  <a:pt x="25947" y="252559"/>
                </a:lnTo>
                <a:lnTo>
                  <a:pt x="28034" y="245547"/>
                </a:lnTo>
                <a:lnTo>
                  <a:pt x="27982" y="245705"/>
                </a:lnTo>
                <a:lnTo>
                  <a:pt x="30542" y="237826"/>
                </a:lnTo>
                <a:lnTo>
                  <a:pt x="30490" y="237971"/>
                </a:lnTo>
                <a:lnTo>
                  <a:pt x="33234" y="230171"/>
                </a:lnTo>
                <a:lnTo>
                  <a:pt x="33182" y="230329"/>
                </a:lnTo>
                <a:lnTo>
                  <a:pt x="36110" y="222621"/>
                </a:lnTo>
                <a:lnTo>
                  <a:pt x="36044" y="222765"/>
                </a:lnTo>
                <a:lnTo>
                  <a:pt x="39156" y="215149"/>
                </a:lnTo>
                <a:lnTo>
                  <a:pt x="39104" y="215307"/>
                </a:lnTo>
                <a:lnTo>
                  <a:pt x="42362" y="207840"/>
                </a:lnTo>
                <a:lnTo>
                  <a:pt x="45787" y="200495"/>
                </a:lnTo>
                <a:lnTo>
                  <a:pt x="45722" y="200640"/>
                </a:lnTo>
                <a:lnTo>
                  <a:pt x="49359" y="193313"/>
                </a:lnTo>
                <a:lnTo>
                  <a:pt x="49293" y="193457"/>
                </a:lnTo>
                <a:lnTo>
                  <a:pt x="53070" y="186294"/>
                </a:lnTo>
                <a:lnTo>
                  <a:pt x="57001" y="179249"/>
                </a:lnTo>
                <a:lnTo>
                  <a:pt x="56922" y="179394"/>
                </a:lnTo>
                <a:lnTo>
                  <a:pt x="61013" y="172481"/>
                </a:lnTo>
                <a:lnTo>
                  <a:pt x="65300" y="165620"/>
                </a:lnTo>
                <a:lnTo>
                  <a:pt x="65208" y="165751"/>
                </a:lnTo>
                <a:lnTo>
                  <a:pt x="69344" y="159474"/>
                </a:lnTo>
                <a:lnTo>
                  <a:pt x="58367" y="152252"/>
                </a:lnTo>
                <a:lnTo>
                  <a:pt x="54204" y="158595"/>
                </a:lnTo>
                <a:lnTo>
                  <a:pt x="49805" y="165633"/>
                </a:lnTo>
                <a:lnTo>
                  <a:pt x="45577" y="172776"/>
                </a:lnTo>
                <a:close/>
                <a:moveTo>
                  <a:pt x="446" y="326328"/>
                </a:moveTo>
                <a:lnTo>
                  <a:pt x="105" y="335152"/>
                </a:lnTo>
                <a:lnTo>
                  <a:pt x="0" y="343989"/>
                </a:lnTo>
                <a:lnTo>
                  <a:pt x="0" y="393913"/>
                </a:lnTo>
                <a:lnTo>
                  <a:pt x="13131" y="393913"/>
                </a:lnTo>
                <a:lnTo>
                  <a:pt x="13131" y="344108"/>
                </a:lnTo>
                <a:lnTo>
                  <a:pt x="13236" y="335402"/>
                </a:lnTo>
                <a:lnTo>
                  <a:pt x="13236" y="335572"/>
                </a:lnTo>
                <a:lnTo>
                  <a:pt x="13564" y="326906"/>
                </a:lnTo>
                <a:lnTo>
                  <a:pt x="13551" y="327077"/>
                </a:lnTo>
                <a:lnTo>
                  <a:pt x="14097" y="318560"/>
                </a:lnTo>
                <a:lnTo>
                  <a:pt x="14851" y="310112"/>
                </a:lnTo>
                <a:lnTo>
                  <a:pt x="14825" y="310269"/>
                </a:lnTo>
                <a:lnTo>
                  <a:pt x="15796" y="301800"/>
                </a:lnTo>
                <a:lnTo>
                  <a:pt x="15783" y="301957"/>
                </a:lnTo>
                <a:lnTo>
                  <a:pt x="16941" y="293621"/>
                </a:lnTo>
                <a:lnTo>
                  <a:pt x="17517" y="290179"/>
                </a:lnTo>
                <a:lnTo>
                  <a:pt x="4556" y="288026"/>
                </a:lnTo>
                <a:lnTo>
                  <a:pt x="3966" y="291650"/>
                </a:lnTo>
                <a:lnTo>
                  <a:pt x="2757" y="300224"/>
                </a:lnTo>
                <a:lnTo>
                  <a:pt x="1773" y="308864"/>
                </a:lnTo>
                <a:lnTo>
                  <a:pt x="998" y="317570"/>
                </a:lnTo>
                <a:lnTo>
                  <a:pt x="446" y="326328"/>
                </a:lnTo>
                <a:close/>
                <a:moveTo>
                  <a:pt x="0" y="433306"/>
                </a:moveTo>
                <a:lnTo>
                  <a:pt x="0" y="538352"/>
                </a:lnTo>
                <a:lnTo>
                  <a:pt x="13131" y="538352"/>
                </a:lnTo>
                <a:lnTo>
                  <a:pt x="13131" y="433306"/>
                </a:lnTo>
                <a:lnTo>
                  <a:pt x="0" y="433306"/>
                </a:lnTo>
                <a:close/>
                <a:moveTo>
                  <a:pt x="0" y="577745"/>
                </a:moveTo>
                <a:lnTo>
                  <a:pt x="0" y="682792"/>
                </a:lnTo>
                <a:lnTo>
                  <a:pt x="13131" y="682792"/>
                </a:lnTo>
                <a:lnTo>
                  <a:pt x="13131" y="577745"/>
                </a:lnTo>
                <a:lnTo>
                  <a:pt x="0" y="577745"/>
                </a:lnTo>
                <a:close/>
                <a:moveTo>
                  <a:pt x="0" y="722185"/>
                </a:moveTo>
                <a:lnTo>
                  <a:pt x="0" y="827232"/>
                </a:lnTo>
                <a:lnTo>
                  <a:pt x="13131" y="827232"/>
                </a:lnTo>
                <a:lnTo>
                  <a:pt x="13131" y="722185"/>
                </a:lnTo>
                <a:lnTo>
                  <a:pt x="0" y="722185"/>
                </a:lnTo>
                <a:close/>
                <a:moveTo>
                  <a:pt x="0" y="866624"/>
                </a:moveTo>
                <a:lnTo>
                  <a:pt x="0" y="971671"/>
                </a:lnTo>
                <a:lnTo>
                  <a:pt x="13131" y="971671"/>
                </a:lnTo>
                <a:lnTo>
                  <a:pt x="13131" y="866624"/>
                </a:lnTo>
                <a:lnTo>
                  <a:pt x="0" y="866624"/>
                </a:lnTo>
                <a:close/>
                <a:moveTo>
                  <a:pt x="13131" y="1011064"/>
                </a:moveTo>
                <a:lnTo>
                  <a:pt x="0" y="1011064"/>
                </a:lnTo>
                <a:lnTo>
                  <a:pt x="0" y="1116111"/>
                </a:lnTo>
                <a:lnTo>
                  <a:pt x="13131" y="1116111"/>
                </a:lnTo>
                <a:lnTo>
                  <a:pt x="13131" y="1011064"/>
                </a:lnTo>
                <a:close/>
                <a:moveTo>
                  <a:pt x="0" y="1155503"/>
                </a:moveTo>
                <a:lnTo>
                  <a:pt x="0" y="1260550"/>
                </a:lnTo>
                <a:lnTo>
                  <a:pt x="13131" y="1260550"/>
                </a:lnTo>
                <a:lnTo>
                  <a:pt x="13131" y="1155503"/>
                </a:lnTo>
                <a:lnTo>
                  <a:pt x="0" y="1155503"/>
                </a:lnTo>
                <a:close/>
                <a:moveTo>
                  <a:pt x="0" y="1299943"/>
                </a:moveTo>
                <a:lnTo>
                  <a:pt x="0" y="1404990"/>
                </a:lnTo>
                <a:lnTo>
                  <a:pt x="13131" y="1404990"/>
                </a:lnTo>
                <a:lnTo>
                  <a:pt x="13131" y="1299943"/>
                </a:lnTo>
                <a:lnTo>
                  <a:pt x="0" y="1299943"/>
                </a:lnTo>
                <a:close/>
                <a:moveTo>
                  <a:pt x="0" y="1444382"/>
                </a:moveTo>
                <a:lnTo>
                  <a:pt x="0" y="1549429"/>
                </a:lnTo>
                <a:lnTo>
                  <a:pt x="13131" y="1549429"/>
                </a:lnTo>
                <a:lnTo>
                  <a:pt x="13131" y="1444382"/>
                </a:lnTo>
                <a:lnTo>
                  <a:pt x="0" y="1444382"/>
                </a:lnTo>
                <a:close/>
                <a:moveTo>
                  <a:pt x="0" y="1588822"/>
                </a:moveTo>
                <a:lnTo>
                  <a:pt x="0" y="1693869"/>
                </a:lnTo>
                <a:lnTo>
                  <a:pt x="13131" y="1693869"/>
                </a:lnTo>
                <a:lnTo>
                  <a:pt x="13131" y="1588822"/>
                </a:lnTo>
                <a:lnTo>
                  <a:pt x="0" y="1588822"/>
                </a:lnTo>
                <a:close/>
                <a:moveTo>
                  <a:pt x="3966" y="1746248"/>
                </a:moveTo>
                <a:lnTo>
                  <a:pt x="5371" y="1754757"/>
                </a:lnTo>
                <a:lnTo>
                  <a:pt x="6986" y="1763187"/>
                </a:lnTo>
                <a:lnTo>
                  <a:pt x="8811" y="1771551"/>
                </a:lnTo>
                <a:lnTo>
                  <a:pt x="10833" y="1779837"/>
                </a:lnTo>
                <a:lnTo>
                  <a:pt x="13052" y="1788044"/>
                </a:lnTo>
                <a:lnTo>
                  <a:pt x="15468" y="1796172"/>
                </a:lnTo>
                <a:lnTo>
                  <a:pt x="18081" y="1804208"/>
                </a:lnTo>
                <a:lnTo>
                  <a:pt x="20878" y="1812152"/>
                </a:lnTo>
                <a:lnTo>
                  <a:pt x="23859" y="1820017"/>
                </a:lnTo>
                <a:lnTo>
                  <a:pt x="24857" y="1822433"/>
                </a:lnTo>
                <a:lnTo>
                  <a:pt x="37016" y="1817470"/>
                </a:lnTo>
                <a:lnTo>
                  <a:pt x="36044" y="1815119"/>
                </a:lnTo>
                <a:lnTo>
                  <a:pt x="36110" y="1815277"/>
                </a:lnTo>
                <a:lnTo>
                  <a:pt x="33205" y="1807630"/>
                </a:lnTo>
                <a:lnTo>
                  <a:pt x="30507" y="1799963"/>
                </a:lnTo>
                <a:lnTo>
                  <a:pt x="27982" y="1792193"/>
                </a:lnTo>
                <a:lnTo>
                  <a:pt x="28034" y="1792350"/>
                </a:lnTo>
                <a:lnTo>
                  <a:pt x="25658" y="1784380"/>
                </a:lnTo>
                <a:lnTo>
                  <a:pt x="25710" y="1784538"/>
                </a:lnTo>
                <a:lnTo>
                  <a:pt x="23540" y="1776524"/>
                </a:lnTo>
                <a:lnTo>
                  <a:pt x="21587" y="1768518"/>
                </a:lnTo>
                <a:lnTo>
                  <a:pt x="21627" y="1768676"/>
                </a:lnTo>
                <a:lnTo>
                  <a:pt x="19841" y="1760482"/>
                </a:lnTo>
                <a:lnTo>
                  <a:pt x="19867" y="1760639"/>
                </a:lnTo>
                <a:lnTo>
                  <a:pt x="18278" y="1752367"/>
                </a:lnTo>
                <a:lnTo>
                  <a:pt x="18318" y="1752525"/>
                </a:lnTo>
                <a:lnTo>
                  <a:pt x="16952" y="1744343"/>
                </a:lnTo>
                <a:lnTo>
                  <a:pt x="15783" y="1735940"/>
                </a:lnTo>
                <a:lnTo>
                  <a:pt x="15796" y="1736098"/>
                </a:lnTo>
                <a:lnTo>
                  <a:pt x="14825" y="1727628"/>
                </a:lnTo>
                <a:lnTo>
                  <a:pt x="14851" y="1727786"/>
                </a:lnTo>
                <a:lnTo>
                  <a:pt x="14100" y="1719370"/>
                </a:lnTo>
                <a:lnTo>
                  <a:pt x="13984" y="1717596"/>
                </a:lnTo>
                <a:lnTo>
                  <a:pt x="880" y="1718424"/>
                </a:lnTo>
                <a:lnTo>
                  <a:pt x="998" y="1720328"/>
                </a:lnTo>
                <a:lnTo>
                  <a:pt x="1773" y="1729033"/>
                </a:lnTo>
                <a:lnTo>
                  <a:pt x="2757" y="1737674"/>
                </a:lnTo>
                <a:lnTo>
                  <a:pt x="3966" y="1746248"/>
                </a:lnTo>
                <a:close/>
                <a:moveTo>
                  <a:pt x="54204" y="1879303"/>
                </a:moveTo>
                <a:lnTo>
                  <a:pt x="58761" y="1886223"/>
                </a:lnTo>
                <a:lnTo>
                  <a:pt x="63475" y="1893025"/>
                </a:lnTo>
                <a:lnTo>
                  <a:pt x="68346" y="1899708"/>
                </a:lnTo>
                <a:lnTo>
                  <a:pt x="73375" y="1906274"/>
                </a:lnTo>
                <a:lnTo>
                  <a:pt x="78562" y="1912708"/>
                </a:lnTo>
                <a:lnTo>
                  <a:pt x="83893" y="1919011"/>
                </a:lnTo>
                <a:lnTo>
                  <a:pt x="89369" y="1925182"/>
                </a:lnTo>
                <a:lnTo>
                  <a:pt x="95002" y="1931236"/>
                </a:lnTo>
                <a:lnTo>
                  <a:pt x="100766" y="1937131"/>
                </a:lnTo>
                <a:lnTo>
                  <a:pt x="106675" y="1942896"/>
                </a:lnTo>
                <a:lnTo>
                  <a:pt x="107082" y="1943277"/>
                </a:lnTo>
                <a:lnTo>
                  <a:pt x="116024" y="1933665"/>
                </a:lnTo>
                <a:lnTo>
                  <a:pt x="115670" y="1933337"/>
                </a:lnTo>
                <a:lnTo>
                  <a:pt x="115788" y="1933455"/>
                </a:lnTo>
                <a:lnTo>
                  <a:pt x="110050" y="1927847"/>
                </a:lnTo>
                <a:lnTo>
                  <a:pt x="104443" y="1922110"/>
                </a:lnTo>
                <a:lnTo>
                  <a:pt x="104561" y="1922228"/>
                </a:lnTo>
                <a:lnTo>
                  <a:pt x="99037" y="1916297"/>
                </a:lnTo>
                <a:lnTo>
                  <a:pt x="93768" y="1910358"/>
                </a:lnTo>
                <a:lnTo>
                  <a:pt x="93873" y="1910476"/>
                </a:lnTo>
                <a:lnTo>
                  <a:pt x="88633" y="1904291"/>
                </a:lnTo>
                <a:lnTo>
                  <a:pt x="88738" y="1904409"/>
                </a:lnTo>
                <a:lnTo>
                  <a:pt x="83657" y="1898093"/>
                </a:lnTo>
                <a:lnTo>
                  <a:pt x="83749" y="1898225"/>
                </a:lnTo>
                <a:lnTo>
                  <a:pt x="78811" y="1891777"/>
                </a:lnTo>
                <a:lnTo>
                  <a:pt x="78917" y="1891909"/>
                </a:lnTo>
                <a:lnTo>
                  <a:pt x="74124" y="1885356"/>
                </a:lnTo>
                <a:lnTo>
                  <a:pt x="74216" y="1885475"/>
                </a:lnTo>
                <a:lnTo>
                  <a:pt x="69594" y="1878804"/>
                </a:lnTo>
                <a:lnTo>
                  <a:pt x="69686" y="1878935"/>
                </a:lnTo>
                <a:lnTo>
                  <a:pt x="65208" y="1872147"/>
                </a:lnTo>
                <a:lnTo>
                  <a:pt x="65300" y="1872278"/>
                </a:lnTo>
                <a:lnTo>
                  <a:pt x="61013" y="1865417"/>
                </a:lnTo>
                <a:lnTo>
                  <a:pt x="56922" y="1858504"/>
                </a:lnTo>
                <a:lnTo>
                  <a:pt x="57001" y="1858635"/>
                </a:lnTo>
                <a:lnTo>
                  <a:pt x="53482" y="1852345"/>
                </a:lnTo>
                <a:lnTo>
                  <a:pt x="42032" y="1858753"/>
                </a:lnTo>
                <a:lnTo>
                  <a:pt x="45577" y="1865122"/>
                </a:lnTo>
                <a:lnTo>
                  <a:pt x="49805" y="1872265"/>
                </a:lnTo>
                <a:lnTo>
                  <a:pt x="54204" y="1879303"/>
                </a:lnTo>
                <a:close/>
                <a:moveTo>
                  <a:pt x="1313441" y="0"/>
                </a:moveTo>
                <a:lnTo>
                  <a:pt x="1208394" y="0"/>
                </a:lnTo>
                <a:lnTo>
                  <a:pt x="1208394" y="13131"/>
                </a:lnTo>
                <a:lnTo>
                  <a:pt x="1313441" y="13131"/>
                </a:lnTo>
                <a:lnTo>
                  <a:pt x="1313441" y="0"/>
                </a:lnTo>
                <a:close/>
                <a:moveTo>
                  <a:pt x="1169002" y="0"/>
                </a:moveTo>
                <a:lnTo>
                  <a:pt x="1063955" y="0"/>
                </a:lnTo>
                <a:lnTo>
                  <a:pt x="1063955" y="13131"/>
                </a:lnTo>
                <a:lnTo>
                  <a:pt x="1169002" y="13131"/>
                </a:lnTo>
                <a:lnTo>
                  <a:pt x="1169002" y="0"/>
                </a:lnTo>
                <a:close/>
                <a:moveTo>
                  <a:pt x="1024562" y="0"/>
                </a:moveTo>
                <a:lnTo>
                  <a:pt x="919515" y="0"/>
                </a:lnTo>
                <a:lnTo>
                  <a:pt x="919515" y="13131"/>
                </a:lnTo>
                <a:lnTo>
                  <a:pt x="1024562" y="13131"/>
                </a:lnTo>
                <a:lnTo>
                  <a:pt x="1024562" y="0"/>
                </a:lnTo>
                <a:close/>
                <a:moveTo>
                  <a:pt x="880123" y="0"/>
                </a:moveTo>
                <a:lnTo>
                  <a:pt x="775076" y="0"/>
                </a:lnTo>
                <a:lnTo>
                  <a:pt x="775076" y="13131"/>
                </a:lnTo>
                <a:lnTo>
                  <a:pt x="880123" y="13131"/>
                </a:lnTo>
                <a:lnTo>
                  <a:pt x="880123" y="0"/>
                </a:lnTo>
                <a:close/>
                <a:moveTo>
                  <a:pt x="735683" y="0"/>
                </a:moveTo>
                <a:lnTo>
                  <a:pt x="630636" y="0"/>
                </a:lnTo>
                <a:lnTo>
                  <a:pt x="630636" y="13131"/>
                </a:lnTo>
                <a:lnTo>
                  <a:pt x="735683" y="13131"/>
                </a:lnTo>
                <a:lnTo>
                  <a:pt x="735683" y="0"/>
                </a:lnTo>
                <a:close/>
                <a:moveTo>
                  <a:pt x="591244" y="0"/>
                </a:moveTo>
                <a:lnTo>
                  <a:pt x="486197" y="0"/>
                </a:lnTo>
                <a:lnTo>
                  <a:pt x="486197" y="13131"/>
                </a:lnTo>
                <a:lnTo>
                  <a:pt x="591244" y="13131"/>
                </a:lnTo>
                <a:lnTo>
                  <a:pt x="591244" y="0"/>
                </a:lnTo>
                <a:close/>
                <a:moveTo>
                  <a:pt x="1457881" y="13131"/>
                </a:moveTo>
                <a:lnTo>
                  <a:pt x="1457881" y="0"/>
                </a:lnTo>
                <a:lnTo>
                  <a:pt x="1352834" y="0"/>
                </a:lnTo>
                <a:lnTo>
                  <a:pt x="1352834" y="13131"/>
                </a:lnTo>
                <a:lnTo>
                  <a:pt x="1457881" y="13131"/>
                </a:lnTo>
                <a:close/>
                <a:moveTo>
                  <a:pt x="446804" y="13131"/>
                </a:moveTo>
                <a:lnTo>
                  <a:pt x="446804" y="0"/>
                </a:lnTo>
                <a:lnTo>
                  <a:pt x="343989" y="0"/>
                </a:lnTo>
                <a:lnTo>
                  <a:pt x="341678" y="26"/>
                </a:lnTo>
                <a:lnTo>
                  <a:pt x="341836" y="13157"/>
                </a:lnTo>
                <a:lnTo>
                  <a:pt x="344121" y="13131"/>
                </a:lnTo>
                <a:lnTo>
                  <a:pt x="446804" y="13131"/>
                </a:lnTo>
                <a:close/>
                <a:moveTo>
                  <a:pt x="300224" y="2757"/>
                </a:moveTo>
                <a:lnTo>
                  <a:pt x="291650" y="3952"/>
                </a:lnTo>
                <a:lnTo>
                  <a:pt x="283141" y="5371"/>
                </a:lnTo>
                <a:lnTo>
                  <a:pt x="274711" y="6986"/>
                </a:lnTo>
                <a:lnTo>
                  <a:pt x="266347" y="8798"/>
                </a:lnTo>
                <a:lnTo>
                  <a:pt x="258061" y="10820"/>
                </a:lnTo>
                <a:lnTo>
                  <a:pt x="249854" y="13052"/>
                </a:lnTo>
                <a:lnTo>
                  <a:pt x="241726" y="15468"/>
                </a:lnTo>
                <a:lnTo>
                  <a:pt x="233690" y="18068"/>
                </a:lnTo>
                <a:lnTo>
                  <a:pt x="225746" y="20878"/>
                </a:lnTo>
                <a:lnTo>
                  <a:pt x="217881" y="23859"/>
                </a:lnTo>
                <a:lnTo>
                  <a:pt x="210120" y="27036"/>
                </a:lnTo>
                <a:lnTo>
                  <a:pt x="202452" y="30385"/>
                </a:lnTo>
                <a:lnTo>
                  <a:pt x="199116" y="31947"/>
                </a:lnTo>
                <a:lnTo>
                  <a:pt x="204671" y="43844"/>
                </a:lnTo>
                <a:lnTo>
                  <a:pt x="207847" y="42358"/>
                </a:lnTo>
                <a:lnTo>
                  <a:pt x="215307" y="39091"/>
                </a:lnTo>
                <a:lnTo>
                  <a:pt x="215162" y="39156"/>
                </a:lnTo>
                <a:lnTo>
                  <a:pt x="222778" y="36044"/>
                </a:lnTo>
                <a:lnTo>
                  <a:pt x="222621" y="36110"/>
                </a:lnTo>
                <a:lnTo>
                  <a:pt x="230329" y="33169"/>
                </a:lnTo>
                <a:lnTo>
                  <a:pt x="230184" y="33234"/>
                </a:lnTo>
                <a:lnTo>
                  <a:pt x="237935" y="30507"/>
                </a:lnTo>
                <a:lnTo>
                  <a:pt x="245705" y="27982"/>
                </a:lnTo>
                <a:lnTo>
                  <a:pt x="245547" y="28021"/>
                </a:lnTo>
                <a:lnTo>
                  <a:pt x="253518" y="25658"/>
                </a:lnTo>
                <a:lnTo>
                  <a:pt x="253360" y="25697"/>
                </a:lnTo>
                <a:lnTo>
                  <a:pt x="261374" y="23527"/>
                </a:lnTo>
                <a:lnTo>
                  <a:pt x="269380" y="21574"/>
                </a:lnTo>
                <a:lnTo>
                  <a:pt x="269222" y="21613"/>
                </a:lnTo>
                <a:lnTo>
                  <a:pt x="277416" y="19828"/>
                </a:lnTo>
                <a:lnTo>
                  <a:pt x="277258" y="19867"/>
                </a:lnTo>
                <a:lnTo>
                  <a:pt x="285523" y="18280"/>
                </a:lnTo>
                <a:lnTo>
                  <a:pt x="293711" y="16926"/>
                </a:lnTo>
                <a:lnTo>
                  <a:pt x="293554" y="16952"/>
                </a:lnTo>
                <a:lnTo>
                  <a:pt x="301957" y="15770"/>
                </a:lnTo>
                <a:lnTo>
                  <a:pt x="301800" y="15796"/>
                </a:lnTo>
                <a:lnTo>
                  <a:pt x="303218" y="15639"/>
                </a:lnTo>
                <a:lnTo>
                  <a:pt x="301721" y="2587"/>
                </a:lnTo>
                <a:lnTo>
                  <a:pt x="300224" y="2757"/>
                </a:lnTo>
                <a:close/>
                <a:moveTo>
                  <a:pt x="139673" y="83749"/>
                </a:moveTo>
                <a:lnTo>
                  <a:pt x="146120" y="78811"/>
                </a:lnTo>
                <a:lnTo>
                  <a:pt x="145989" y="78903"/>
                </a:lnTo>
                <a:lnTo>
                  <a:pt x="152541" y="74124"/>
                </a:lnTo>
                <a:lnTo>
                  <a:pt x="152423" y="74216"/>
                </a:lnTo>
                <a:lnTo>
                  <a:pt x="159094" y="69594"/>
                </a:lnTo>
                <a:lnTo>
                  <a:pt x="158962" y="69672"/>
                </a:lnTo>
                <a:lnTo>
                  <a:pt x="165751" y="65208"/>
                </a:lnTo>
                <a:lnTo>
                  <a:pt x="165620" y="65300"/>
                </a:lnTo>
                <a:lnTo>
                  <a:pt x="170701" y="62122"/>
                </a:lnTo>
                <a:lnTo>
                  <a:pt x="163742" y="50987"/>
                </a:lnTo>
                <a:lnTo>
                  <a:pt x="158595" y="54204"/>
                </a:lnTo>
                <a:lnTo>
                  <a:pt x="151675" y="58748"/>
                </a:lnTo>
                <a:lnTo>
                  <a:pt x="144873" y="63475"/>
                </a:lnTo>
                <a:lnTo>
                  <a:pt x="138189" y="68346"/>
                </a:lnTo>
                <a:lnTo>
                  <a:pt x="131624" y="73375"/>
                </a:lnTo>
                <a:lnTo>
                  <a:pt x="125190" y="78562"/>
                </a:lnTo>
                <a:lnTo>
                  <a:pt x="118887" y="83893"/>
                </a:lnTo>
                <a:lnTo>
                  <a:pt x="112715" y="89369"/>
                </a:lnTo>
                <a:lnTo>
                  <a:pt x="106675" y="94989"/>
                </a:lnTo>
                <a:lnTo>
                  <a:pt x="100766" y="100753"/>
                </a:lnTo>
                <a:lnTo>
                  <a:pt x="95002" y="106662"/>
                </a:lnTo>
                <a:lnTo>
                  <a:pt x="89369" y="112702"/>
                </a:lnTo>
                <a:lnTo>
                  <a:pt x="83893" y="118887"/>
                </a:lnTo>
                <a:lnTo>
                  <a:pt x="82685" y="120305"/>
                </a:lnTo>
                <a:lnTo>
                  <a:pt x="92717" y="128788"/>
                </a:lnTo>
                <a:lnTo>
                  <a:pt x="93873" y="127422"/>
                </a:lnTo>
                <a:lnTo>
                  <a:pt x="93768" y="127540"/>
                </a:lnTo>
                <a:lnTo>
                  <a:pt x="99041" y="121583"/>
                </a:lnTo>
                <a:lnTo>
                  <a:pt x="104561" y="115670"/>
                </a:lnTo>
                <a:lnTo>
                  <a:pt x="104443" y="115788"/>
                </a:lnTo>
                <a:lnTo>
                  <a:pt x="110102" y="109984"/>
                </a:lnTo>
                <a:lnTo>
                  <a:pt x="109997" y="110102"/>
                </a:lnTo>
                <a:lnTo>
                  <a:pt x="115788" y="104443"/>
                </a:lnTo>
                <a:lnTo>
                  <a:pt x="115670" y="104548"/>
                </a:lnTo>
                <a:lnTo>
                  <a:pt x="121600" y="99037"/>
                </a:lnTo>
                <a:lnTo>
                  <a:pt x="127540" y="93768"/>
                </a:lnTo>
                <a:lnTo>
                  <a:pt x="127422" y="93873"/>
                </a:lnTo>
                <a:lnTo>
                  <a:pt x="133607" y="88633"/>
                </a:lnTo>
                <a:lnTo>
                  <a:pt x="133488" y="88738"/>
                </a:lnTo>
                <a:lnTo>
                  <a:pt x="139804" y="83657"/>
                </a:lnTo>
                <a:lnTo>
                  <a:pt x="139673" y="83749"/>
                </a:lnTo>
                <a:close/>
                <a:moveTo>
                  <a:pt x="158962" y="1968212"/>
                </a:moveTo>
                <a:lnTo>
                  <a:pt x="159094" y="1968304"/>
                </a:lnTo>
                <a:lnTo>
                  <a:pt x="152423" y="1963682"/>
                </a:lnTo>
                <a:lnTo>
                  <a:pt x="152541" y="1963774"/>
                </a:lnTo>
                <a:lnTo>
                  <a:pt x="145989" y="1958981"/>
                </a:lnTo>
                <a:lnTo>
                  <a:pt x="146120" y="1959086"/>
                </a:lnTo>
                <a:lnTo>
                  <a:pt x="145608" y="1958692"/>
                </a:lnTo>
                <a:lnTo>
                  <a:pt x="137612" y="1969105"/>
                </a:lnTo>
                <a:lnTo>
                  <a:pt x="138189" y="1969552"/>
                </a:lnTo>
                <a:lnTo>
                  <a:pt x="144873" y="1974423"/>
                </a:lnTo>
                <a:lnTo>
                  <a:pt x="151675" y="1979137"/>
                </a:lnTo>
                <a:lnTo>
                  <a:pt x="158595" y="1983693"/>
                </a:lnTo>
                <a:lnTo>
                  <a:pt x="165633" y="1988092"/>
                </a:lnTo>
                <a:lnTo>
                  <a:pt x="172789" y="1992320"/>
                </a:lnTo>
                <a:lnTo>
                  <a:pt x="180037" y="1996378"/>
                </a:lnTo>
                <a:lnTo>
                  <a:pt x="187404" y="2000265"/>
                </a:lnTo>
                <a:lnTo>
                  <a:pt x="194875" y="2003968"/>
                </a:lnTo>
                <a:lnTo>
                  <a:pt x="202452" y="2007500"/>
                </a:lnTo>
                <a:lnTo>
                  <a:pt x="210120" y="2010861"/>
                </a:lnTo>
                <a:lnTo>
                  <a:pt x="217881" y="2014039"/>
                </a:lnTo>
                <a:lnTo>
                  <a:pt x="225746" y="2017020"/>
                </a:lnTo>
                <a:lnTo>
                  <a:pt x="231825" y="2019160"/>
                </a:lnTo>
                <a:lnTo>
                  <a:pt x="236185" y="2006778"/>
                </a:lnTo>
                <a:lnTo>
                  <a:pt x="230269" y="2004693"/>
                </a:lnTo>
                <a:lnTo>
                  <a:pt x="222621" y="2001788"/>
                </a:lnTo>
                <a:lnTo>
                  <a:pt x="222778" y="2001853"/>
                </a:lnTo>
                <a:lnTo>
                  <a:pt x="215162" y="1998741"/>
                </a:lnTo>
                <a:lnTo>
                  <a:pt x="215307" y="1998794"/>
                </a:lnTo>
                <a:lnTo>
                  <a:pt x="207842" y="1995537"/>
                </a:lnTo>
                <a:lnTo>
                  <a:pt x="200508" y="1992110"/>
                </a:lnTo>
                <a:lnTo>
                  <a:pt x="200653" y="1992176"/>
                </a:lnTo>
                <a:lnTo>
                  <a:pt x="193326" y="1988539"/>
                </a:lnTo>
                <a:lnTo>
                  <a:pt x="193470" y="1988604"/>
                </a:lnTo>
                <a:lnTo>
                  <a:pt x="186295" y="1984828"/>
                </a:lnTo>
                <a:lnTo>
                  <a:pt x="179263" y="1980897"/>
                </a:lnTo>
                <a:lnTo>
                  <a:pt x="179394" y="1980975"/>
                </a:lnTo>
                <a:lnTo>
                  <a:pt x="172382" y="1976826"/>
                </a:lnTo>
                <a:lnTo>
                  <a:pt x="172526" y="1976905"/>
                </a:lnTo>
                <a:lnTo>
                  <a:pt x="165620" y="1972598"/>
                </a:lnTo>
                <a:lnTo>
                  <a:pt x="165751" y="1972690"/>
                </a:lnTo>
                <a:lnTo>
                  <a:pt x="158962" y="1968212"/>
                </a:lnTo>
                <a:close/>
                <a:moveTo>
                  <a:pt x="270522" y="2030006"/>
                </a:moveTo>
                <a:lnTo>
                  <a:pt x="274711" y="2030912"/>
                </a:lnTo>
                <a:lnTo>
                  <a:pt x="283141" y="2032527"/>
                </a:lnTo>
                <a:lnTo>
                  <a:pt x="291650" y="2033932"/>
                </a:lnTo>
                <a:lnTo>
                  <a:pt x="300224" y="2035140"/>
                </a:lnTo>
                <a:lnTo>
                  <a:pt x="308864" y="2036125"/>
                </a:lnTo>
                <a:lnTo>
                  <a:pt x="317570" y="2036900"/>
                </a:lnTo>
                <a:lnTo>
                  <a:pt x="326328" y="2037451"/>
                </a:lnTo>
                <a:lnTo>
                  <a:pt x="335152" y="2037793"/>
                </a:lnTo>
                <a:lnTo>
                  <a:pt x="343989" y="2037898"/>
                </a:lnTo>
                <a:lnTo>
                  <a:pt x="376409" y="2037898"/>
                </a:lnTo>
                <a:lnTo>
                  <a:pt x="376409" y="2024767"/>
                </a:lnTo>
                <a:lnTo>
                  <a:pt x="344121" y="2024767"/>
                </a:lnTo>
                <a:lnTo>
                  <a:pt x="335402" y="2024662"/>
                </a:lnTo>
                <a:lnTo>
                  <a:pt x="335572" y="2024662"/>
                </a:lnTo>
                <a:lnTo>
                  <a:pt x="326919" y="2024334"/>
                </a:lnTo>
                <a:lnTo>
                  <a:pt x="327077" y="2024347"/>
                </a:lnTo>
                <a:lnTo>
                  <a:pt x="318526" y="2023798"/>
                </a:lnTo>
                <a:lnTo>
                  <a:pt x="310112" y="2023047"/>
                </a:lnTo>
                <a:lnTo>
                  <a:pt x="310269" y="2023073"/>
                </a:lnTo>
                <a:lnTo>
                  <a:pt x="301800" y="2022101"/>
                </a:lnTo>
                <a:lnTo>
                  <a:pt x="301957" y="2022114"/>
                </a:lnTo>
                <a:lnTo>
                  <a:pt x="293555" y="2020946"/>
                </a:lnTo>
                <a:lnTo>
                  <a:pt x="285373" y="2019580"/>
                </a:lnTo>
                <a:lnTo>
                  <a:pt x="285531" y="2019620"/>
                </a:lnTo>
                <a:lnTo>
                  <a:pt x="277258" y="2018031"/>
                </a:lnTo>
                <a:lnTo>
                  <a:pt x="277416" y="2018057"/>
                </a:lnTo>
                <a:lnTo>
                  <a:pt x="273319" y="2017164"/>
                </a:lnTo>
                <a:lnTo>
                  <a:pt x="270522" y="2030006"/>
                </a:lnTo>
                <a:close/>
                <a:moveTo>
                  <a:pt x="560242" y="2037898"/>
                </a:moveTo>
                <a:lnTo>
                  <a:pt x="665289" y="2037898"/>
                </a:lnTo>
                <a:lnTo>
                  <a:pt x="665289" y="2024767"/>
                </a:lnTo>
                <a:lnTo>
                  <a:pt x="560242" y="2024767"/>
                </a:lnTo>
                <a:lnTo>
                  <a:pt x="560242" y="2037898"/>
                </a:lnTo>
                <a:close/>
                <a:moveTo>
                  <a:pt x="704681" y="2037898"/>
                </a:moveTo>
                <a:lnTo>
                  <a:pt x="809728" y="2037898"/>
                </a:lnTo>
                <a:lnTo>
                  <a:pt x="809728" y="2024767"/>
                </a:lnTo>
                <a:lnTo>
                  <a:pt x="704681" y="2024767"/>
                </a:lnTo>
                <a:lnTo>
                  <a:pt x="704681" y="2037898"/>
                </a:lnTo>
                <a:close/>
                <a:moveTo>
                  <a:pt x="849121" y="2037898"/>
                </a:moveTo>
                <a:lnTo>
                  <a:pt x="954168" y="2037898"/>
                </a:lnTo>
                <a:lnTo>
                  <a:pt x="954168" y="2024767"/>
                </a:lnTo>
                <a:lnTo>
                  <a:pt x="849121" y="2024767"/>
                </a:lnTo>
                <a:lnTo>
                  <a:pt x="849121" y="2037898"/>
                </a:lnTo>
                <a:close/>
                <a:moveTo>
                  <a:pt x="993560" y="2037898"/>
                </a:moveTo>
                <a:lnTo>
                  <a:pt x="1098607" y="2037898"/>
                </a:lnTo>
                <a:lnTo>
                  <a:pt x="1098607" y="2024767"/>
                </a:lnTo>
                <a:lnTo>
                  <a:pt x="993560" y="2024767"/>
                </a:lnTo>
                <a:lnTo>
                  <a:pt x="993560" y="2037898"/>
                </a:lnTo>
                <a:close/>
                <a:moveTo>
                  <a:pt x="1138000" y="2037898"/>
                </a:moveTo>
                <a:lnTo>
                  <a:pt x="1243047" y="2037898"/>
                </a:lnTo>
                <a:lnTo>
                  <a:pt x="1243047" y="2024767"/>
                </a:lnTo>
                <a:lnTo>
                  <a:pt x="1138000" y="2024767"/>
                </a:lnTo>
                <a:lnTo>
                  <a:pt x="1138000" y="2037898"/>
                </a:lnTo>
                <a:close/>
                <a:moveTo>
                  <a:pt x="1282439" y="2037898"/>
                </a:moveTo>
                <a:lnTo>
                  <a:pt x="1387486" y="2037898"/>
                </a:lnTo>
                <a:lnTo>
                  <a:pt x="1387486" y="2024767"/>
                </a:lnTo>
                <a:lnTo>
                  <a:pt x="1282439" y="2024767"/>
                </a:lnTo>
                <a:lnTo>
                  <a:pt x="1282439" y="2037898"/>
                </a:lnTo>
                <a:close/>
                <a:moveTo>
                  <a:pt x="415802" y="2024767"/>
                </a:moveTo>
                <a:lnTo>
                  <a:pt x="415802" y="2037898"/>
                </a:lnTo>
                <a:lnTo>
                  <a:pt x="520849" y="2037898"/>
                </a:lnTo>
                <a:lnTo>
                  <a:pt x="520849" y="2024767"/>
                </a:lnTo>
                <a:lnTo>
                  <a:pt x="415802" y="2024767"/>
                </a:lnTo>
                <a:close/>
                <a:moveTo>
                  <a:pt x="1602321" y="0"/>
                </a:moveTo>
                <a:lnTo>
                  <a:pt x="1497274" y="0"/>
                </a:lnTo>
                <a:lnTo>
                  <a:pt x="1497274" y="13131"/>
                </a:lnTo>
                <a:lnTo>
                  <a:pt x="1602321" y="13131"/>
                </a:lnTo>
                <a:lnTo>
                  <a:pt x="1602321" y="0"/>
                </a:lnTo>
                <a:close/>
                <a:moveTo>
                  <a:pt x="1746760" y="0"/>
                </a:moveTo>
                <a:lnTo>
                  <a:pt x="1641713" y="0"/>
                </a:lnTo>
                <a:lnTo>
                  <a:pt x="1641713" y="13131"/>
                </a:lnTo>
                <a:lnTo>
                  <a:pt x="1746760" y="13131"/>
                </a:lnTo>
                <a:lnTo>
                  <a:pt x="1746760" y="0"/>
                </a:lnTo>
                <a:close/>
                <a:moveTo>
                  <a:pt x="1891200" y="0"/>
                </a:moveTo>
                <a:lnTo>
                  <a:pt x="1786153" y="0"/>
                </a:lnTo>
                <a:lnTo>
                  <a:pt x="1786153" y="13131"/>
                </a:lnTo>
                <a:lnTo>
                  <a:pt x="1891200" y="13131"/>
                </a:lnTo>
                <a:lnTo>
                  <a:pt x="1891200" y="0"/>
                </a:lnTo>
                <a:close/>
                <a:moveTo>
                  <a:pt x="2035639" y="0"/>
                </a:moveTo>
                <a:lnTo>
                  <a:pt x="1930592" y="0"/>
                </a:lnTo>
                <a:lnTo>
                  <a:pt x="1930592" y="13131"/>
                </a:lnTo>
                <a:lnTo>
                  <a:pt x="2035639" y="13131"/>
                </a:lnTo>
                <a:lnTo>
                  <a:pt x="2035639" y="0"/>
                </a:lnTo>
                <a:close/>
                <a:moveTo>
                  <a:pt x="2180079" y="0"/>
                </a:moveTo>
                <a:lnTo>
                  <a:pt x="2075032" y="0"/>
                </a:lnTo>
                <a:lnTo>
                  <a:pt x="2075032" y="13131"/>
                </a:lnTo>
                <a:lnTo>
                  <a:pt x="2180079" y="13131"/>
                </a:lnTo>
                <a:lnTo>
                  <a:pt x="2180079" y="0"/>
                </a:lnTo>
                <a:close/>
                <a:moveTo>
                  <a:pt x="2324518" y="0"/>
                </a:moveTo>
                <a:lnTo>
                  <a:pt x="2219471" y="0"/>
                </a:lnTo>
                <a:lnTo>
                  <a:pt x="2219471" y="13131"/>
                </a:lnTo>
                <a:lnTo>
                  <a:pt x="2324518" y="13131"/>
                </a:lnTo>
                <a:lnTo>
                  <a:pt x="2324518" y="0"/>
                </a:lnTo>
                <a:close/>
                <a:moveTo>
                  <a:pt x="2462576" y="40049"/>
                </a:moveTo>
                <a:lnTo>
                  <a:pt x="2467842" y="28021"/>
                </a:lnTo>
                <a:lnTo>
                  <a:pt x="2465596" y="27036"/>
                </a:lnTo>
                <a:lnTo>
                  <a:pt x="2457823" y="23859"/>
                </a:lnTo>
                <a:lnTo>
                  <a:pt x="2449971" y="20878"/>
                </a:lnTo>
                <a:lnTo>
                  <a:pt x="2442026" y="18068"/>
                </a:lnTo>
                <a:lnTo>
                  <a:pt x="2433977" y="15468"/>
                </a:lnTo>
                <a:lnTo>
                  <a:pt x="2425862" y="13052"/>
                </a:lnTo>
                <a:lnTo>
                  <a:pt x="2417656" y="10820"/>
                </a:lnTo>
                <a:lnTo>
                  <a:pt x="2409370" y="8798"/>
                </a:lnTo>
                <a:lnTo>
                  <a:pt x="2401006" y="6986"/>
                </a:lnTo>
                <a:lnTo>
                  <a:pt x="2392576" y="5371"/>
                </a:lnTo>
                <a:lnTo>
                  <a:pt x="2384067" y="3952"/>
                </a:lnTo>
                <a:lnTo>
                  <a:pt x="2375492" y="2757"/>
                </a:lnTo>
                <a:lnTo>
                  <a:pt x="2366852" y="1773"/>
                </a:lnTo>
                <a:lnTo>
                  <a:pt x="2364436" y="1563"/>
                </a:lnTo>
                <a:lnTo>
                  <a:pt x="2363281" y="14641"/>
                </a:lnTo>
                <a:lnTo>
                  <a:pt x="2365605" y="14838"/>
                </a:lnTo>
                <a:lnTo>
                  <a:pt x="2365434" y="14825"/>
                </a:lnTo>
                <a:lnTo>
                  <a:pt x="2373917" y="15796"/>
                </a:lnTo>
                <a:lnTo>
                  <a:pt x="2373746" y="15770"/>
                </a:lnTo>
                <a:lnTo>
                  <a:pt x="2382163" y="16952"/>
                </a:lnTo>
                <a:lnTo>
                  <a:pt x="2382005" y="16926"/>
                </a:lnTo>
                <a:lnTo>
                  <a:pt x="2390194" y="18280"/>
                </a:lnTo>
                <a:lnTo>
                  <a:pt x="2398458" y="19867"/>
                </a:lnTo>
                <a:lnTo>
                  <a:pt x="2398301" y="19828"/>
                </a:lnTo>
                <a:lnTo>
                  <a:pt x="2406494" y="21613"/>
                </a:lnTo>
                <a:lnTo>
                  <a:pt x="2406337" y="21574"/>
                </a:lnTo>
                <a:lnTo>
                  <a:pt x="2414343" y="23527"/>
                </a:lnTo>
                <a:lnTo>
                  <a:pt x="2422356" y="25697"/>
                </a:lnTo>
                <a:lnTo>
                  <a:pt x="2422199" y="25658"/>
                </a:lnTo>
                <a:lnTo>
                  <a:pt x="2430156" y="28021"/>
                </a:lnTo>
                <a:lnTo>
                  <a:pt x="2429999" y="27982"/>
                </a:lnTo>
                <a:lnTo>
                  <a:pt x="2437784" y="30508"/>
                </a:lnTo>
                <a:lnTo>
                  <a:pt x="2445532" y="33234"/>
                </a:lnTo>
                <a:lnTo>
                  <a:pt x="2445375" y="33169"/>
                </a:lnTo>
                <a:lnTo>
                  <a:pt x="2453083" y="36110"/>
                </a:lnTo>
                <a:lnTo>
                  <a:pt x="2452938" y="36044"/>
                </a:lnTo>
                <a:lnTo>
                  <a:pt x="2460554" y="39156"/>
                </a:lnTo>
                <a:lnTo>
                  <a:pt x="2460410" y="39091"/>
                </a:lnTo>
                <a:lnTo>
                  <a:pt x="2462576" y="40049"/>
                </a:lnTo>
                <a:close/>
                <a:moveTo>
                  <a:pt x="2563001" y="89369"/>
                </a:moveTo>
                <a:lnTo>
                  <a:pt x="2556830" y="83893"/>
                </a:lnTo>
                <a:lnTo>
                  <a:pt x="2550527" y="78562"/>
                </a:lnTo>
                <a:lnTo>
                  <a:pt x="2544080" y="73375"/>
                </a:lnTo>
                <a:lnTo>
                  <a:pt x="2537527" y="68346"/>
                </a:lnTo>
                <a:lnTo>
                  <a:pt x="2530844" y="63475"/>
                </a:lnTo>
                <a:lnTo>
                  <a:pt x="2524042" y="58748"/>
                </a:lnTo>
                <a:lnTo>
                  <a:pt x="2517122" y="54204"/>
                </a:lnTo>
                <a:lnTo>
                  <a:pt x="2510084" y="49805"/>
                </a:lnTo>
                <a:lnTo>
                  <a:pt x="2503728" y="46050"/>
                </a:lnTo>
                <a:lnTo>
                  <a:pt x="2497045" y="57356"/>
                </a:lnTo>
                <a:lnTo>
                  <a:pt x="2503334" y="61072"/>
                </a:lnTo>
                <a:lnTo>
                  <a:pt x="2503190" y="60980"/>
                </a:lnTo>
                <a:lnTo>
                  <a:pt x="2510097" y="65300"/>
                </a:lnTo>
                <a:lnTo>
                  <a:pt x="2509966" y="65208"/>
                </a:lnTo>
                <a:lnTo>
                  <a:pt x="2516754" y="69672"/>
                </a:lnTo>
                <a:lnTo>
                  <a:pt x="2516623" y="69594"/>
                </a:lnTo>
                <a:lnTo>
                  <a:pt x="2523189" y="74143"/>
                </a:lnTo>
                <a:lnTo>
                  <a:pt x="2529728" y="78903"/>
                </a:lnTo>
                <a:lnTo>
                  <a:pt x="2529596" y="78811"/>
                </a:lnTo>
                <a:lnTo>
                  <a:pt x="2535945" y="83683"/>
                </a:lnTo>
                <a:lnTo>
                  <a:pt x="2542228" y="88738"/>
                </a:lnTo>
                <a:lnTo>
                  <a:pt x="2542097" y="88633"/>
                </a:lnTo>
                <a:lnTo>
                  <a:pt x="2548295" y="93873"/>
                </a:lnTo>
                <a:lnTo>
                  <a:pt x="2548176" y="93768"/>
                </a:lnTo>
                <a:lnTo>
                  <a:pt x="2554116" y="99037"/>
                </a:lnTo>
                <a:lnTo>
                  <a:pt x="2560034" y="104548"/>
                </a:lnTo>
                <a:lnTo>
                  <a:pt x="2559929" y="104443"/>
                </a:lnTo>
                <a:lnTo>
                  <a:pt x="2565719" y="110102"/>
                </a:lnTo>
                <a:lnTo>
                  <a:pt x="2565614" y="109984"/>
                </a:lnTo>
                <a:lnTo>
                  <a:pt x="2571260" y="115788"/>
                </a:lnTo>
                <a:lnTo>
                  <a:pt x="2571155" y="115670"/>
                </a:lnTo>
                <a:lnTo>
                  <a:pt x="2576660" y="121581"/>
                </a:lnTo>
                <a:lnTo>
                  <a:pt x="2576867" y="121815"/>
                </a:lnTo>
                <a:lnTo>
                  <a:pt x="2586689" y="113096"/>
                </a:lnTo>
                <a:lnTo>
                  <a:pt x="2586335" y="112702"/>
                </a:lnTo>
                <a:lnTo>
                  <a:pt x="2580715" y="106662"/>
                </a:lnTo>
                <a:lnTo>
                  <a:pt x="2574950" y="100753"/>
                </a:lnTo>
                <a:lnTo>
                  <a:pt x="2569041" y="94989"/>
                </a:lnTo>
                <a:lnTo>
                  <a:pt x="2563001" y="89369"/>
                </a:lnTo>
                <a:close/>
                <a:moveTo>
                  <a:pt x="2473265" y="2007500"/>
                </a:moveTo>
                <a:lnTo>
                  <a:pt x="2480841" y="2003968"/>
                </a:lnTo>
                <a:lnTo>
                  <a:pt x="2488300" y="2000265"/>
                </a:lnTo>
                <a:lnTo>
                  <a:pt x="2495666" y="1996378"/>
                </a:lnTo>
                <a:lnTo>
                  <a:pt x="2502927" y="1992320"/>
                </a:lnTo>
                <a:lnTo>
                  <a:pt x="2510084" y="1988092"/>
                </a:lnTo>
                <a:lnTo>
                  <a:pt x="2517122" y="1983693"/>
                </a:lnTo>
                <a:lnTo>
                  <a:pt x="2524042" y="1979137"/>
                </a:lnTo>
                <a:lnTo>
                  <a:pt x="2530844" y="1974423"/>
                </a:lnTo>
                <a:lnTo>
                  <a:pt x="2533312" y="1972624"/>
                </a:lnTo>
                <a:lnTo>
                  <a:pt x="2525565" y="1962014"/>
                </a:lnTo>
                <a:lnTo>
                  <a:pt x="2523186" y="1963757"/>
                </a:lnTo>
                <a:lnTo>
                  <a:pt x="2516623" y="1968304"/>
                </a:lnTo>
                <a:lnTo>
                  <a:pt x="2516754" y="1968212"/>
                </a:lnTo>
                <a:lnTo>
                  <a:pt x="2509966" y="1972690"/>
                </a:lnTo>
                <a:lnTo>
                  <a:pt x="2510097" y="1972598"/>
                </a:lnTo>
                <a:lnTo>
                  <a:pt x="2503190" y="1976905"/>
                </a:lnTo>
                <a:lnTo>
                  <a:pt x="2503334" y="1976826"/>
                </a:lnTo>
                <a:lnTo>
                  <a:pt x="2496309" y="1980975"/>
                </a:lnTo>
                <a:lnTo>
                  <a:pt x="2496454" y="1980897"/>
                </a:lnTo>
                <a:lnTo>
                  <a:pt x="2489337" y="1984875"/>
                </a:lnTo>
                <a:lnTo>
                  <a:pt x="2489468" y="1984796"/>
                </a:lnTo>
                <a:lnTo>
                  <a:pt x="2482246" y="1988604"/>
                </a:lnTo>
                <a:lnTo>
                  <a:pt x="2482391" y="1988539"/>
                </a:lnTo>
                <a:lnTo>
                  <a:pt x="2475064" y="1992176"/>
                </a:lnTo>
                <a:lnTo>
                  <a:pt x="2475208" y="1992110"/>
                </a:lnTo>
                <a:lnTo>
                  <a:pt x="2467874" y="1995537"/>
                </a:lnTo>
                <a:lnTo>
                  <a:pt x="2460410" y="1998794"/>
                </a:lnTo>
                <a:lnTo>
                  <a:pt x="2460554" y="1998741"/>
                </a:lnTo>
                <a:lnTo>
                  <a:pt x="2452938" y="2001853"/>
                </a:lnTo>
                <a:lnTo>
                  <a:pt x="2453083" y="2001788"/>
                </a:lnTo>
                <a:lnTo>
                  <a:pt x="2445375" y="2004716"/>
                </a:lnTo>
                <a:lnTo>
                  <a:pt x="2445532" y="2004663"/>
                </a:lnTo>
                <a:lnTo>
                  <a:pt x="2437776" y="2007392"/>
                </a:lnTo>
                <a:lnTo>
                  <a:pt x="2434187" y="2008563"/>
                </a:lnTo>
                <a:lnTo>
                  <a:pt x="2438245" y="2021051"/>
                </a:lnTo>
                <a:lnTo>
                  <a:pt x="2442026" y="2019817"/>
                </a:lnTo>
                <a:lnTo>
                  <a:pt x="2449971" y="2017020"/>
                </a:lnTo>
                <a:lnTo>
                  <a:pt x="2457823" y="2014039"/>
                </a:lnTo>
                <a:lnTo>
                  <a:pt x="2465596" y="2010861"/>
                </a:lnTo>
                <a:lnTo>
                  <a:pt x="2473265" y="2007500"/>
                </a:lnTo>
                <a:close/>
                <a:moveTo>
                  <a:pt x="2366852" y="2036125"/>
                </a:moveTo>
                <a:lnTo>
                  <a:pt x="2375492" y="2035140"/>
                </a:lnTo>
                <a:lnTo>
                  <a:pt x="2384067" y="2033932"/>
                </a:lnTo>
                <a:lnTo>
                  <a:pt x="2392576" y="2032527"/>
                </a:lnTo>
                <a:lnTo>
                  <a:pt x="2399364" y="2031227"/>
                </a:lnTo>
                <a:lnTo>
                  <a:pt x="2396896" y="2018333"/>
                </a:lnTo>
                <a:lnTo>
                  <a:pt x="2390186" y="2019620"/>
                </a:lnTo>
                <a:lnTo>
                  <a:pt x="2390343" y="2019580"/>
                </a:lnTo>
                <a:lnTo>
                  <a:pt x="2382161" y="2020946"/>
                </a:lnTo>
                <a:lnTo>
                  <a:pt x="2373746" y="2022114"/>
                </a:lnTo>
                <a:lnTo>
                  <a:pt x="2373917" y="2022101"/>
                </a:lnTo>
                <a:lnTo>
                  <a:pt x="2365434" y="2023073"/>
                </a:lnTo>
                <a:lnTo>
                  <a:pt x="2365605" y="2023047"/>
                </a:lnTo>
                <a:lnTo>
                  <a:pt x="2357190" y="2023798"/>
                </a:lnTo>
                <a:lnTo>
                  <a:pt x="2348627" y="2024347"/>
                </a:lnTo>
                <a:lnTo>
                  <a:pt x="2348797" y="2024334"/>
                </a:lnTo>
                <a:lnTo>
                  <a:pt x="2340144" y="2024662"/>
                </a:lnTo>
                <a:lnTo>
                  <a:pt x="2340302" y="2024662"/>
                </a:lnTo>
                <a:lnTo>
                  <a:pt x="2331596" y="2024767"/>
                </a:lnTo>
                <a:lnTo>
                  <a:pt x="2293516" y="2024767"/>
                </a:lnTo>
                <a:lnTo>
                  <a:pt x="2293516" y="2037898"/>
                </a:lnTo>
                <a:lnTo>
                  <a:pt x="2331727" y="2037898"/>
                </a:lnTo>
                <a:lnTo>
                  <a:pt x="2340551" y="2037793"/>
                </a:lnTo>
                <a:lnTo>
                  <a:pt x="2349375" y="2037451"/>
                </a:lnTo>
                <a:lnTo>
                  <a:pt x="2358146" y="2036900"/>
                </a:lnTo>
                <a:lnTo>
                  <a:pt x="2366852" y="2036125"/>
                </a:lnTo>
                <a:close/>
                <a:moveTo>
                  <a:pt x="2149077" y="2037898"/>
                </a:moveTo>
                <a:lnTo>
                  <a:pt x="2254124" y="2037898"/>
                </a:lnTo>
                <a:lnTo>
                  <a:pt x="2254124" y="2024767"/>
                </a:lnTo>
                <a:lnTo>
                  <a:pt x="2149077" y="2024767"/>
                </a:lnTo>
                <a:lnTo>
                  <a:pt x="2149077" y="2037898"/>
                </a:lnTo>
                <a:close/>
                <a:moveTo>
                  <a:pt x="2004637" y="2037898"/>
                </a:moveTo>
                <a:lnTo>
                  <a:pt x="2109684" y="2037898"/>
                </a:lnTo>
                <a:lnTo>
                  <a:pt x="2109684" y="2024767"/>
                </a:lnTo>
                <a:lnTo>
                  <a:pt x="2004637" y="2024767"/>
                </a:lnTo>
                <a:lnTo>
                  <a:pt x="2004637" y="2037898"/>
                </a:lnTo>
                <a:close/>
                <a:moveTo>
                  <a:pt x="1860198" y="2037898"/>
                </a:moveTo>
                <a:lnTo>
                  <a:pt x="1965245" y="2037898"/>
                </a:lnTo>
                <a:lnTo>
                  <a:pt x="1965245" y="2024767"/>
                </a:lnTo>
                <a:lnTo>
                  <a:pt x="1860198" y="2024767"/>
                </a:lnTo>
                <a:lnTo>
                  <a:pt x="1860198" y="2037898"/>
                </a:lnTo>
                <a:close/>
                <a:moveTo>
                  <a:pt x="1715758" y="2037898"/>
                </a:moveTo>
                <a:lnTo>
                  <a:pt x="1820805" y="2037898"/>
                </a:lnTo>
                <a:lnTo>
                  <a:pt x="1820805" y="2024767"/>
                </a:lnTo>
                <a:lnTo>
                  <a:pt x="1715758" y="2024767"/>
                </a:lnTo>
                <a:lnTo>
                  <a:pt x="1715758" y="2037898"/>
                </a:lnTo>
                <a:close/>
                <a:moveTo>
                  <a:pt x="1571319" y="2037898"/>
                </a:moveTo>
                <a:lnTo>
                  <a:pt x="1676366" y="2037898"/>
                </a:lnTo>
                <a:lnTo>
                  <a:pt x="1676366" y="2024767"/>
                </a:lnTo>
                <a:lnTo>
                  <a:pt x="1571319" y="2024767"/>
                </a:lnTo>
                <a:lnTo>
                  <a:pt x="1571319" y="2037898"/>
                </a:lnTo>
                <a:close/>
                <a:moveTo>
                  <a:pt x="1426879" y="2024767"/>
                </a:moveTo>
                <a:lnTo>
                  <a:pt x="1426879" y="2037898"/>
                </a:lnTo>
                <a:lnTo>
                  <a:pt x="1531926" y="2037898"/>
                </a:lnTo>
                <a:lnTo>
                  <a:pt x="1531926" y="2024767"/>
                </a:lnTo>
                <a:lnTo>
                  <a:pt x="1426879" y="2024767"/>
                </a:lnTo>
                <a:close/>
                <a:moveTo>
                  <a:pt x="2647078" y="243683"/>
                </a:moveTo>
                <a:lnTo>
                  <a:pt x="2659566" y="239625"/>
                </a:lnTo>
                <a:lnTo>
                  <a:pt x="2657635" y="233690"/>
                </a:lnTo>
                <a:lnTo>
                  <a:pt x="2654838" y="225733"/>
                </a:lnTo>
                <a:lnTo>
                  <a:pt x="2651845" y="217881"/>
                </a:lnTo>
                <a:lnTo>
                  <a:pt x="2648680" y="210107"/>
                </a:lnTo>
                <a:lnTo>
                  <a:pt x="2645319" y="202439"/>
                </a:lnTo>
                <a:lnTo>
                  <a:pt x="2641786" y="194875"/>
                </a:lnTo>
                <a:lnTo>
                  <a:pt x="2638070" y="187404"/>
                </a:lnTo>
                <a:lnTo>
                  <a:pt x="2634184" y="180037"/>
                </a:lnTo>
                <a:lnTo>
                  <a:pt x="2630126" y="172776"/>
                </a:lnTo>
                <a:lnTo>
                  <a:pt x="2625898" y="165633"/>
                </a:lnTo>
                <a:lnTo>
                  <a:pt x="2621512" y="158595"/>
                </a:lnTo>
                <a:lnTo>
                  <a:pt x="2616956" y="151675"/>
                </a:lnTo>
                <a:lnTo>
                  <a:pt x="2612242" y="144873"/>
                </a:lnTo>
                <a:lnTo>
                  <a:pt x="2611782" y="144243"/>
                </a:lnTo>
                <a:lnTo>
                  <a:pt x="2601173" y="151977"/>
                </a:lnTo>
                <a:lnTo>
                  <a:pt x="2601557" y="152510"/>
                </a:lnTo>
                <a:lnTo>
                  <a:pt x="2606123" y="159094"/>
                </a:lnTo>
                <a:lnTo>
                  <a:pt x="2606031" y="158962"/>
                </a:lnTo>
                <a:lnTo>
                  <a:pt x="2610496" y="165751"/>
                </a:lnTo>
                <a:lnTo>
                  <a:pt x="2610417" y="165620"/>
                </a:lnTo>
                <a:lnTo>
                  <a:pt x="2614700" y="172475"/>
                </a:lnTo>
                <a:lnTo>
                  <a:pt x="2618781" y="179394"/>
                </a:lnTo>
                <a:lnTo>
                  <a:pt x="2618702" y="179249"/>
                </a:lnTo>
                <a:lnTo>
                  <a:pt x="2622681" y="186380"/>
                </a:lnTo>
                <a:lnTo>
                  <a:pt x="2622615" y="186235"/>
                </a:lnTo>
                <a:lnTo>
                  <a:pt x="2626423" y="193457"/>
                </a:lnTo>
                <a:lnTo>
                  <a:pt x="2626344" y="193313"/>
                </a:lnTo>
                <a:lnTo>
                  <a:pt x="2629995" y="200640"/>
                </a:lnTo>
                <a:lnTo>
                  <a:pt x="2629916" y="200495"/>
                </a:lnTo>
                <a:lnTo>
                  <a:pt x="2633343" y="207843"/>
                </a:lnTo>
                <a:lnTo>
                  <a:pt x="2636594" y="215264"/>
                </a:lnTo>
                <a:lnTo>
                  <a:pt x="2639659" y="222765"/>
                </a:lnTo>
                <a:lnTo>
                  <a:pt x="2639607" y="222621"/>
                </a:lnTo>
                <a:lnTo>
                  <a:pt x="2642535" y="230329"/>
                </a:lnTo>
                <a:lnTo>
                  <a:pt x="2642482" y="230171"/>
                </a:lnTo>
                <a:lnTo>
                  <a:pt x="2645227" y="237971"/>
                </a:lnTo>
                <a:lnTo>
                  <a:pt x="2645174" y="237826"/>
                </a:lnTo>
                <a:lnTo>
                  <a:pt x="2647078" y="243683"/>
                </a:lnTo>
                <a:close/>
                <a:moveTo>
                  <a:pt x="2673944" y="308864"/>
                </a:moveTo>
                <a:lnTo>
                  <a:pt x="2672946" y="300224"/>
                </a:lnTo>
                <a:lnTo>
                  <a:pt x="2671751" y="291650"/>
                </a:lnTo>
                <a:lnTo>
                  <a:pt x="2670346" y="283141"/>
                </a:lnTo>
                <a:lnTo>
                  <a:pt x="2669466" y="278571"/>
                </a:lnTo>
                <a:lnTo>
                  <a:pt x="2656572" y="281053"/>
                </a:lnTo>
                <a:lnTo>
                  <a:pt x="2657425" y="285531"/>
                </a:lnTo>
                <a:lnTo>
                  <a:pt x="2657399" y="285360"/>
                </a:lnTo>
                <a:lnTo>
                  <a:pt x="2658762" y="293618"/>
                </a:lnTo>
                <a:lnTo>
                  <a:pt x="2659933" y="301957"/>
                </a:lnTo>
                <a:lnTo>
                  <a:pt x="2659920" y="301800"/>
                </a:lnTo>
                <a:lnTo>
                  <a:pt x="2660879" y="310269"/>
                </a:lnTo>
                <a:lnTo>
                  <a:pt x="2660866" y="310112"/>
                </a:lnTo>
                <a:lnTo>
                  <a:pt x="2661619" y="318555"/>
                </a:lnTo>
                <a:lnTo>
                  <a:pt x="2662152" y="327077"/>
                </a:lnTo>
                <a:lnTo>
                  <a:pt x="2662152" y="326906"/>
                </a:lnTo>
                <a:lnTo>
                  <a:pt x="2662481" y="335572"/>
                </a:lnTo>
                <a:lnTo>
                  <a:pt x="2662467" y="335402"/>
                </a:lnTo>
                <a:lnTo>
                  <a:pt x="2662586" y="344108"/>
                </a:lnTo>
                <a:lnTo>
                  <a:pt x="2662586" y="384472"/>
                </a:lnTo>
                <a:lnTo>
                  <a:pt x="2675717" y="384472"/>
                </a:lnTo>
                <a:lnTo>
                  <a:pt x="2675717" y="343989"/>
                </a:lnTo>
                <a:lnTo>
                  <a:pt x="2675598" y="335152"/>
                </a:lnTo>
                <a:lnTo>
                  <a:pt x="2675270" y="326328"/>
                </a:lnTo>
                <a:lnTo>
                  <a:pt x="2674705" y="317570"/>
                </a:lnTo>
                <a:lnTo>
                  <a:pt x="2673944" y="308864"/>
                </a:lnTo>
                <a:close/>
                <a:moveTo>
                  <a:pt x="2675717" y="528911"/>
                </a:moveTo>
                <a:lnTo>
                  <a:pt x="2675717" y="423864"/>
                </a:lnTo>
                <a:lnTo>
                  <a:pt x="2662586" y="423864"/>
                </a:lnTo>
                <a:lnTo>
                  <a:pt x="2662586" y="528911"/>
                </a:lnTo>
                <a:lnTo>
                  <a:pt x="2675717" y="528911"/>
                </a:lnTo>
                <a:close/>
                <a:moveTo>
                  <a:pt x="2675717" y="673351"/>
                </a:moveTo>
                <a:lnTo>
                  <a:pt x="2675717" y="568304"/>
                </a:lnTo>
                <a:lnTo>
                  <a:pt x="2662586" y="568304"/>
                </a:lnTo>
                <a:lnTo>
                  <a:pt x="2662586" y="673351"/>
                </a:lnTo>
                <a:lnTo>
                  <a:pt x="2675717" y="673351"/>
                </a:lnTo>
                <a:close/>
                <a:moveTo>
                  <a:pt x="2675717" y="817791"/>
                </a:moveTo>
                <a:lnTo>
                  <a:pt x="2675717" y="712744"/>
                </a:lnTo>
                <a:lnTo>
                  <a:pt x="2662586" y="712744"/>
                </a:lnTo>
                <a:lnTo>
                  <a:pt x="2662586" y="817791"/>
                </a:lnTo>
                <a:lnTo>
                  <a:pt x="2675717" y="817791"/>
                </a:lnTo>
                <a:close/>
                <a:moveTo>
                  <a:pt x="2675717" y="962230"/>
                </a:moveTo>
                <a:lnTo>
                  <a:pt x="2675717" y="857183"/>
                </a:lnTo>
                <a:lnTo>
                  <a:pt x="2662586" y="857183"/>
                </a:lnTo>
                <a:lnTo>
                  <a:pt x="2662586" y="962230"/>
                </a:lnTo>
                <a:lnTo>
                  <a:pt x="2675717" y="962230"/>
                </a:lnTo>
                <a:close/>
                <a:moveTo>
                  <a:pt x="2662586" y="1106670"/>
                </a:moveTo>
                <a:lnTo>
                  <a:pt x="2675717" y="1106670"/>
                </a:lnTo>
                <a:lnTo>
                  <a:pt x="2675717" y="1001623"/>
                </a:lnTo>
                <a:lnTo>
                  <a:pt x="2662586" y="1001623"/>
                </a:lnTo>
                <a:lnTo>
                  <a:pt x="2662586" y="1106670"/>
                </a:lnTo>
                <a:close/>
                <a:moveTo>
                  <a:pt x="2675717" y="1251109"/>
                </a:moveTo>
                <a:lnTo>
                  <a:pt x="2675717" y="1146062"/>
                </a:lnTo>
                <a:lnTo>
                  <a:pt x="2662586" y="1146062"/>
                </a:lnTo>
                <a:lnTo>
                  <a:pt x="2662586" y="1251109"/>
                </a:lnTo>
                <a:lnTo>
                  <a:pt x="2675717" y="1251109"/>
                </a:lnTo>
                <a:close/>
                <a:moveTo>
                  <a:pt x="2675717" y="1395549"/>
                </a:moveTo>
                <a:lnTo>
                  <a:pt x="2675717" y="1290502"/>
                </a:lnTo>
                <a:lnTo>
                  <a:pt x="2662586" y="1290502"/>
                </a:lnTo>
                <a:lnTo>
                  <a:pt x="2662586" y="1395549"/>
                </a:lnTo>
                <a:lnTo>
                  <a:pt x="2675717" y="1395549"/>
                </a:lnTo>
                <a:close/>
                <a:moveTo>
                  <a:pt x="2675717" y="1539988"/>
                </a:moveTo>
                <a:lnTo>
                  <a:pt x="2675717" y="1434941"/>
                </a:lnTo>
                <a:lnTo>
                  <a:pt x="2662586" y="1434941"/>
                </a:lnTo>
                <a:lnTo>
                  <a:pt x="2662586" y="1539988"/>
                </a:lnTo>
                <a:lnTo>
                  <a:pt x="2675717" y="1539988"/>
                </a:lnTo>
                <a:close/>
                <a:moveTo>
                  <a:pt x="2675717" y="1684428"/>
                </a:moveTo>
                <a:lnTo>
                  <a:pt x="2675717" y="1579381"/>
                </a:lnTo>
                <a:lnTo>
                  <a:pt x="2662586" y="1579381"/>
                </a:lnTo>
                <a:lnTo>
                  <a:pt x="2662586" y="1684428"/>
                </a:lnTo>
                <a:lnTo>
                  <a:pt x="2675717" y="1684428"/>
                </a:lnTo>
                <a:close/>
                <a:moveTo>
                  <a:pt x="2648680" y="1827778"/>
                </a:moveTo>
                <a:lnTo>
                  <a:pt x="2651845" y="1820017"/>
                </a:lnTo>
                <a:lnTo>
                  <a:pt x="2654838" y="1812152"/>
                </a:lnTo>
                <a:lnTo>
                  <a:pt x="2657635" y="1804208"/>
                </a:lnTo>
                <a:lnTo>
                  <a:pt x="2660248" y="1796172"/>
                </a:lnTo>
                <a:lnTo>
                  <a:pt x="2662664" y="1788044"/>
                </a:lnTo>
                <a:lnTo>
                  <a:pt x="2664884" y="1779837"/>
                </a:lnTo>
                <a:lnTo>
                  <a:pt x="2666906" y="1771551"/>
                </a:lnTo>
                <a:lnTo>
                  <a:pt x="2668731" y="1763187"/>
                </a:lnTo>
                <a:lnTo>
                  <a:pt x="2670346" y="1754757"/>
                </a:lnTo>
                <a:lnTo>
                  <a:pt x="2671751" y="1746248"/>
                </a:lnTo>
                <a:lnTo>
                  <a:pt x="2672946" y="1737674"/>
                </a:lnTo>
                <a:lnTo>
                  <a:pt x="2673944" y="1729033"/>
                </a:lnTo>
                <a:lnTo>
                  <a:pt x="2674351" y="1724359"/>
                </a:lnTo>
                <a:lnTo>
                  <a:pt x="2661273" y="1723190"/>
                </a:lnTo>
                <a:lnTo>
                  <a:pt x="2660866" y="1727786"/>
                </a:lnTo>
                <a:lnTo>
                  <a:pt x="2660879" y="1727628"/>
                </a:lnTo>
                <a:lnTo>
                  <a:pt x="2659920" y="1736098"/>
                </a:lnTo>
                <a:lnTo>
                  <a:pt x="2659933" y="1735940"/>
                </a:lnTo>
                <a:lnTo>
                  <a:pt x="2658751" y="1744344"/>
                </a:lnTo>
                <a:lnTo>
                  <a:pt x="2658778" y="1744186"/>
                </a:lnTo>
                <a:lnTo>
                  <a:pt x="2657424" y="1752375"/>
                </a:lnTo>
                <a:lnTo>
                  <a:pt x="2655850" y="1760639"/>
                </a:lnTo>
                <a:lnTo>
                  <a:pt x="2655876" y="1760482"/>
                </a:lnTo>
                <a:lnTo>
                  <a:pt x="2654090" y="1768676"/>
                </a:lnTo>
                <a:lnTo>
                  <a:pt x="2654129" y="1768518"/>
                </a:lnTo>
                <a:lnTo>
                  <a:pt x="2652176" y="1776524"/>
                </a:lnTo>
                <a:lnTo>
                  <a:pt x="2650006" y="1784538"/>
                </a:lnTo>
                <a:lnTo>
                  <a:pt x="2650059" y="1784380"/>
                </a:lnTo>
                <a:lnTo>
                  <a:pt x="2647682" y="1792350"/>
                </a:lnTo>
                <a:lnTo>
                  <a:pt x="2647735" y="1792193"/>
                </a:lnTo>
                <a:lnTo>
                  <a:pt x="2645209" y="1799963"/>
                </a:lnTo>
                <a:lnTo>
                  <a:pt x="2642512" y="1807630"/>
                </a:lnTo>
                <a:lnTo>
                  <a:pt x="2639607" y="1815277"/>
                </a:lnTo>
                <a:lnTo>
                  <a:pt x="2639659" y="1815119"/>
                </a:lnTo>
                <a:lnTo>
                  <a:pt x="2636547" y="1822735"/>
                </a:lnTo>
                <a:lnTo>
                  <a:pt x="2636613" y="1822591"/>
                </a:lnTo>
                <a:lnTo>
                  <a:pt x="2636573" y="1822683"/>
                </a:lnTo>
                <a:lnTo>
                  <a:pt x="2648601" y="1827935"/>
                </a:lnTo>
                <a:lnTo>
                  <a:pt x="2648680" y="1827778"/>
                </a:lnTo>
                <a:close/>
                <a:moveTo>
                  <a:pt x="2580715" y="1931236"/>
                </a:moveTo>
                <a:lnTo>
                  <a:pt x="2586335" y="1925182"/>
                </a:lnTo>
                <a:lnTo>
                  <a:pt x="2591823" y="1919011"/>
                </a:lnTo>
                <a:lnTo>
                  <a:pt x="2597155" y="1912708"/>
                </a:lnTo>
                <a:lnTo>
                  <a:pt x="2602328" y="1906274"/>
                </a:lnTo>
                <a:lnTo>
                  <a:pt x="2607357" y="1899708"/>
                </a:lnTo>
                <a:lnTo>
                  <a:pt x="2612242" y="1893025"/>
                </a:lnTo>
                <a:lnTo>
                  <a:pt x="2616956" y="1886223"/>
                </a:lnTo>
                <a:lnTo>
                  <a:pt x="2621512" y="1879303"/>
                </a:lnTo>
                <a:lnTo>
                  <a:pt x="2625898" y="1872265"/>
                </a:lnTo>
                <a:lnTo>
                  <a:pt x="2630126" y="1865122"/>
                </a:lnTo>
                <a:lnTo>
                  <a:pt x="2630861" y="1863796"/>
                </a:lnTo>
                <a:lnTo>
                  <a:pt x="2619398" y="1857388"/>
                </a:lnTo>
                <a:lnTo>
                  <a:pt x="2618702" y="1858635"/>
                </a:lnTo>
                <a:lnTo>
                  <a:pt x="2618781" y="1858504"/>
                </a:lnTo>
                <a:lnTo>
                  <a:pt x="2614700" y="1865422"/>
                </a:lnTo>
                <a:lnTo>
                  <a:pt x="2610417" y="1872278"/>
                </a:lnTo>
                <a:lnTo>
                  <a:pt x="2610496" y="1872147"/>
                </a:lnTo>
                <a:lnTo>
                  <a:pt x="2606031" y="1878935"/>
                </a:lnTo>
                <a:lnTo>
                  <a:pt x="2606123" y="1878804"/>
                </a:lnTo>
                <a:lnTo>
                  <a:pt x="2601488" y="1885475"/>
                </a:lnTo>
                <a:lnTo>
                  <a:pt x="2601580" y="1885356"/>
                </a:lnTo>
                <a:lnTo>
                  <a:pt x="2596800" y="1891909"/>
                </a:lnTo>
                <a:lnTo>
                  <a:pt x="2596892" y="1891777"/>
                </a:lnTo>
                <a:lnTo>
                  <a:pt x="2591967" y="1898209"/>
                </a:lnTo>
                <a:lnTo>
                  <a:pt x="2586978" y="1904409"/>
                </a:lnTo>
                <a:lnTo>
                  <a:pt x="2587070" y="1904291"/>
                </a:lnTo>
                <a:lnTo>
                  <a:pt x="2581845" y="1910474"/>
                </a:lnTo>
                <a:lnTo>
                  <a:pt x="2576565" y="1916411"/>
                </a:lnTo>
                <a:lnTo>
                  <a:pt x="2576670" y="1916293"/>
                </a:lnTo>
                <a:lnTo>
                  <a:pt x="2571155" y="1922228"/>
                </a:lnTo>
                <a:lnTo>
                  <a:pt x="2571260" y="1922110"/>
                </a:lnTo>
                <a:lnTo>
                  <a:pt x="2565664" y="1927850"/>
                </a:lnTo>
                <a:lnTo>
                  <a:pt x="2559929" y="1933455"/>
                </a:lnTo>
                <a:lnTo>
                  <a:pt x="2560034" y="1933337"/>
                </a:lnTo>
                <a:lnTo>
                  <a:pt x="2555451" y="1937604"/>
                </a:lnTo>
                <a:lnTo>
                  <a:pt x="2564406" y="1947216"/>
                </a:lnTo>
                <a:lnTo>
                  <a:pt x="2569041" y="1942896"/>
                </a:lnTo>
                <a:lnTo>
                  <a:pt x="2574950" y="1937131"/>
                </a:lnTo>
                <a:lnTo>
                  <a:pt x="2580715" y="19312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0BA9E2-86D4-49D1-A39C-2155CF088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053" y="1869259"/>
            <a:ext cx="1952298" cy="2995453"/>
          </a:xfrm>
          <a:custGeom xmlns:a="http://schemas.openxmlformats.org/drawingml/2006/main">
            <a:pathLst>
              <a:path w="1952298" h="2995453">
                <a:moveTo>
                  <a:pt x="0" y="324634"/>
                </a:moveTo>
                <a:cubicBezTo>
                  <a:pt x="762" y="145595"/>
                  <a:pt x="146370" y="0"/>
                  <a:pt x="326171" y="39"/>
                </a:cubicBezTo>
                <a:lnTo>
                  <a:pt x="1626127" y="39"/>
                </a:lnTo>
                <a:cubicBezTo>
                  <a:pt x="1806400" y="0"/>
                  <a:pt x="1951996" y="145595"/>
                  <a:pt x="1952298" y="324634"/>
                </a:cubicBezTo>
                <a:lnTo>
                  <a:pt x="1952298" y="2669282"/>
                </a:lnTo>
                <a:cubicBezTo>
                  <a:pt x="1951996" y="2849280"/>
                  <a:pt x="1806400" y="2994875"/>
                  <a:pt x="1626127" y="2995453"/>
                </a:cubicBezTo>
                <a:lnTo>
                  <a:pt x="326171" y="2995453"/>
                </a:lnTo>
                <a:cubicBezTo>
                  <a:pt x="146370" y="2994875"/>
                  <a:pt x="762" y="2849280"/>
                  <a:pt x="0" y="2669282"/>
                </a:cubicBezTo>
                <a:lnTo>
                  <a:pt x="0" y="324634"/>
                </a:lnTo>
              </a:path>
            </a:pathLst>
          </a:custGeom>
          <a:solidFill xmlns:a="http://schemas.openxmlformats.org/drawingml/2006/main">
            <a:srgbClr val="DEEBF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C1231A-A52C-4F2D-A4A2-F6BC95738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7249" y="1862694"/>
            <a:ext cx="1964365" cy="3008006"/>
          </a:xfrm>
          <a:custGeom xmlns:a="http://schemas.openxmlformats.org/drawingml/2006/main">
            <a:pathLst>
              <a:path w="1964365" h="3008006">
                <a:moveTo>
                  <a:pt x="61216" y="139712"/>
                </a:moveTo>
                <a:lnTo>
                  <a:pt x="56673" y="146265"/>
                </a:lnTo>
                <a:lnTo>
                  <a:pt x="52274" y="152948"/>
                </a:lnTo>
                <a:lnTo>
                  <a:pt x="48046" y="159724"/>
                </a:lnTo>
                <a:lnTo>
                  <a:pt x="43962" y="166618"/>
                </a:lnTo>
                <a:lnTo>
                  <a:pt x="40049" y="173616"/>
                </a:lnTo>
                <a:lnTo>
                  <a:pt x="36307" y="180720"/>
                </a:lnTo>
                <a:lnTo>
                  <a:pt x="32722" y="187929"/>
                </a:lnTo>
                <a:lnTo>
                  <a:pt x="29321" y="195230"/>
                </a:lnTo>
                <a:lnTo>
                  <a:pt x="26078" y="202622"/>
                </a:lnTo>
                <a:lnTo>
                  <a:pt x="23018" y="210120"/>
                </a:lnTo>
                <a:lnTo>
                  <a:pt x="20143" y="217697"/>
                </a:lnTo>
                <a:lnTo>
                  <a:pt x="19079" y="220717"/>
                </a:lnTo>
                <a:lnTo>
                  <a:pt x="31462" y="225076"/>
                </a:lnTo>
                <a:lnTo>
                  <a:pt x="32499" y="222135"/>
                </a:lnTo>
                <a:lnTo>
                  <a:pt x="32446" y="222292"/>
                </a:lnTo>
                <a:lnTo>
                  <a:pt x="35270" y="214860"/>
                </a:lnTo>
                <a:lnTo>
                  <a:pt x="35204" y="215005"/>
                </a:lnTo>
                <a:lnTo>
                  <a:pt x="38164" y="207780"/>
                </a:lnTo>
                <a:lnTo>
                  <a:pt x="41310" y="200561"/>
                </a:lnTo>
                <a:lnTo>
                  <a:pt x="41244" y="200718"/>
                </a:lnTo>
                <a:lnTo>
                  <a:pt x="44592" y="193562"/>
                </a:lnTo>
                <a:lnTo>
                  <a:pt x="44527" y="193707"/>
                </a:lnTo>
                <a:lnTo>
                  <a:pt x="48033" y="186642"/>
                </a:lnTo>
                <a:lnTo>
                  <a:pt x="47954" y="186787"/>
                </a:lnTo>
                <a:lnTo>
                  <a:pt x="51631" y="179827"/>
                </a:lnTo>
                <a:lnTo>
                  <a:pt x="51552" y="179959"/>
                </a:lnTo>
                <a:lnTo>
                  <a:pt x="55386" y="173104"/>
                </a:lnTo>
                <a:lnTo>
                  <a:pt x="55307" y="173236"/>
                </a:lnTo>
                <a:lnTo>
                  <a:pt x="59299" y="166473"/>
                </a:lnTo>
                <a:lnTo>
                  <a:pt x="59220" y="166618"/>
                </a:lnTo>
                <a:lnTo>
                  <a:pt x="63370" y="159960"/>
                </a:lnTo>
                <a:lnTo>
                  <a:pt x="63291" y="160092"/>
                </a:lnTo>
                <a:lnTo>
                  <a:pt x="67598" y="153552"/>
                </a:lnTo>
                <a:lnTo>
                  <a:pt x="67506" y="153684"/>
                </a:lnTo>
                <a:lnTo>
                  <a:pt x="71895" y="147358"/>
                </a:lnTo>
                <a:lnTo>
                  <a:pt x="76487" y="141065"/>
                </a:lnTo>
                <a:lnTo>
                  <a:pt x="76395" y="141183"/>
                </a:lnTo>
                <a:lnTo>
                  <a:pt x="80926" y="135274"/>
                </a:lnTo>
                <a:lnTo>
                  <a:pt x="70500" y="127278"/>
                </a:lnTo>
                <a:lnTo>
                  <a:pt x="65917" y="133265"/>
                </a:lnTo>
                <a:lnTo>
                  <a:pt x="61216" y="139712"/>
                </a:lnTo>
                <a:close/>
                <a:moveTo>
                  <a:pt x="6749" y="264915"/>
                </a:moveTo>
                <a:lnTo>
                  <a:pt x="5187" y="273043"/>
                </a:lnTo>
                <a:lnTo>
                  <a:pt x="3834" y="281250"/>
                </a:lnTo>
                <a:lnTo>
                  <a:pt x="2666" y="289523"/>
                </a:lnTo>
                <a:lnTo>
                  <a:pt x="1720" y="297861"/>
                </a:lnTo>
                <a:lnTo>
                  <a:pt x="972" y="306251"/>
                </a:lnTo>
                <a:lnTo>
                  <a:pt x="433" y="314708"/>
                </a:lnTo>
                <a:lnTo>
                  <a:pt x="118" y="323216"/>
                </a:lnTo>
                <a:lnTo>
                  <a:pt x="0" y="331725"/>
                </a:lnTo>
                <a:lnTo>
                  <a:pt x="0" y="365196"/>
                </a:lnTo>
                <a:lnTo>
                  <a:pt x="13131" y="365196"/>
                </a:lnTo>
                <a:lnTo>
                  <a:pt x="13131" y="331856"/>
                </a:lnTo>
                <a:lnTo>
                  <a:pt x="13236" y="323466"/>
                </a:lnTo>
                <a:lnTo>
                  <a:pt x="13236" y="323623"/>
                </a:lnTo>
                <a:lnTo>
                  <a:pt x="13551" y="315285"/>
                </a:lnTo>
                <a:lnTo>
                  <a:pt x="13551" y="315456"/>
                </a:lnTo>
                <a:lnTo>
                  <a:pt x="14074" y="307200"/>
                </a:lnTo>
                <a:lnTo>
                  <a:pt x="14785" y="299108"/>
                </a:lnTo>
                <a:lnTo>
                  <a:pt x="14772" y="299266"/>
                </a:lnTo>
                <a:lnTo>
                  <a:pt x="15705" y="291098"/>
                </a:lnTo>
                <a:lnTo>
                  <a:pt x="15691" y="291256"/>
                </a:lnTo>
                <a:lnTo>
                  <a:pt x="16810" y="283233"/>
                </a:lnTo>
                <a:lnTo>
                  <a:pt x="18134" y="275276"/>
                </a:lnTo>
                <a:lnTo>
                  <a:pt x="18094" y="275433"/>
                </a:lnTo>
                <a:lnTo>
                  <a:pt x="19631" y="267463"/>
                </a:lnTo>
                <a:lnTo>
                  <a:pt x="19591" y="267633"/>
                </a:lnTo>
                <a:lnTo>
                  <a:pt x="20799" y="262118"/>
                </a:lnTo>
                <a:lnTo>
                  <a:pt x="7957" y="259322"/>
                </a:lnTo>
                <a:lnTo>
                  <a:pt x="6749" y="264915"/>
                </a:lnTo>
                <a:close/>
                <a:moveTo>
                  <a:pt x="0" y="404588"/>
                </a:moveTo>
                <a:lnTo>
                  <a:pt x="0" y="509635"/>
                </a:lnTo>
                <a:lnTo>
                  <a:pt x="13131" y="509635"/>
                </a:lnTo>
                <a:lnTo>
                  <a:pt x="13131" y="404588"/>
                </a:lnTo>
                <a:lnTo>
                  <a:pt x="0" y="404588"/>
                </a:lnTo>
                <a:close/>
                <a:moveTo>
                  <a:pt x="13131" y="549028"/>
                </a:moveTo>
                <a:lnTo>
                  <a:pt x="0" y="549028"/>
                </a:lnTo>
                <a:lnTo>
                  <a:pt x="0" y="654075"/>
                </a:lnTo>
                <a:lnTo>
                  <a:pt x="13131" y="654075"/>
                </a:lnTo>
                <a:lnTo>
                  <a:pt x="13131" y="549028"/>
                </a:lnTo>
                <a:close/>
                <a:moveTo>
                  <a:pt x="0" y="693467"/>
                </a:moveTo>
                <a:lnTo>
                  <a:pt x="0" y="798514"/>
                </a:lnTo>
                <a:lnTo>
                  <a:pt x="13131" y="798514"/>
                </a:lnTo>
                <a:lnTo>
                  <a:pt x="13131" y="693467"/>
                </a:lnTo>
                <a:lnTo>
                  <a:pt x="0" y="693467"/>
                </a:lnTo>
                <a:close/>
                <a:moveTo>
                  <a:pt x="0" y="837907"/>
                </a:moveTo>
                <a:lnTo>
                  <a:pt x="0" y="942954"/>
                </a:lnTo>
                <a:lnTo>
                  <a:pt x="13131" y="942954"/>
                </a:lnTo>
                <a:lnTo>
                  <a:pt x="13131" y="837907"/>
                </a:lnTo>
                <a:lnTo>
                  <a:pt x="0" y="837907"/>
                </a:lnTo>
                <a:close/>
                <a:moveTo>
                  <a:pt x="0" y="982347"/>
                </a:moveTo>
                <a:lnTo>
                  <a:pt x="0" y="1087394"/>
                </a:lnTo>
                <a:lnTo>
                  <a:pt x="13131" y="1087394"/>
                </a:lnTo>
                <a:lnTo>
                  <a:pt x="13131" y="982347"/>
                </a:lnTo>
                <a:lnTo>
                  <a:pt x="0" y="982347"/>
                </a:lnTo>
                <a:close/>
                <a:moveTo>
                  <a:pt x="0" y="1126786"/>
                </a:moveTo>
                <a:lnTo>
                  <a:pt x="0" y="1231833"/>
                </a:lnTo>
                <a:lnTo>
                  <a:pt x="13131" y="1231833"/>
                </a:lnTo>
                <a:lnTo>
                  <a:pt x="13131" y="1126786"/>
                </a:lnTo>
                <a:lnTo>
                  <a:pt x="0" y="1126786"/>
                </a:lnTo>
                <a:close/>
                <a:moveTo>
                  <a:pt x="0" y="1271226"/>
                </a:moveTo>
                <a:lnTo>
                  <a:pt x="0" y="1376273"/>
                </a:lnTo>
                <a:lnTo>
                  <a:pt x="13131" y="1376273"/>
                </a:lnTo>
                <a:lnTo>
                  <a:pt x="13131" y="1271226"/>
                </a:lnTo>
                <a:lnTo>
                  <a:pt x="0" y="1271226"/>
                </a:lnTo>
                <a:close/>
                <a:moveTo>
                  <a:pt x="0" y="1415665"/>
                </a:moveTo>
                <a:lnTo>
                  <a:pt x="0" y="1520712"/>
                </a:lnTo>
                <a:lnTo>
                  <a:pt x="13131" y="1520712"/>
                </a:lnTo>
                <a:lnTo>
                  <a:pt x="13131" y="1415665"/>
                </a:lnTo>
                <a:lnTo>
                  <a:pt x="0" y="1415665"/>
                </a:lnTo>
                <a:close/>
                <a:moveTo>
                  <a:pt x="13131" y="1560105"/>
                </a:moveTo>
                <a:lnTo>
                  <a:pt x="0" y="1560105"/>
                </a:lnTo>
                <a:lnTo>
                  <a:pt x="0" y="1665152"/>
                </a:lnTo>
                <a:lnTo>
                  <a:pt x="13131" y="1665152"/>
                </a:lnTo>
                <a:lnTo>
                  <a:pt x="13131" y="1560105"/>
                </a:lnTo>
                <a:close/>
                <a:moveTo>
                  <a:pt x="0" y="1704544"/>
                </a:moveTo>
                <a:lnTo>
                  <a:pt x="0" y="1809591"/>
                </a:lnTo>
                <a:lnTo>
                  <a:pt x="13131" y="1809591"/>
                </a:lnTo>
                <a:lnTo>
                  <a:pt x="13131" y="1704544"/>
                </a:lnTo>
                <a:lnTo>
                  <a:pt x="0" y="1704544"/>
                </a:lnTo>
                <a:close/>
                <a:moveTo>
                  <a:pt x="0" y="1848984"/>
                </a:moveTo>
                <a:lnTo>
                  <a:pt x="0" y="1954031"/>
                </a:lnTo>
                <a:lnTo>
                  <a:pt x="13131" y="1954031"/>
                </a:lnTo>
                <a:lnTo>
                  <a:pt x="13131" y="1848984"/>
                </a:lnTo>
                <a:lnTo>
                  <a:pt x="0" y="1848984"/>
                </a:lnTo>
                <a:close/>
                <a:moveTo>
                  <a:pt x="0" y="1993423"/>
                </a:moveTo>
                <a:lnTo>
                  <a:pt x="0" y="2098470"/>
                </a:lnTo>
                <a:lnTo>
                  <a:pt x="13131" y="2098470"/>
                </a:lnTo>
                <a:lnTo>
                  <a:pt x="13131" y="1993423"/>
                </a:lnTo>
                <a:lnTo>
                  <a:pt x="0" y="1993423"/>
                </a:lnTo>
                <a:close/>
                <a:moveTo>
                  <a:pt x="0" y="2137863"/>
                </a:moveTo>
                <a:lnTo>
                  <a:pt x="0" y="2242910"/>
                </a:lnTo>
                <a:lnTo>
                  <a:pt x="13131" y="2242910"/>
                </a:lnTo>
                <a:lnTo>
                  <a:pt x="13131" y="2137863"/>
                </a:lnTo>
                <a:lnTo>
                  <a:pt x="0" y="2137863"/>
                </a:lnTo>
                <a:close/>
                <a:moveTo>
                  <a:pt x="0" y="2282303"/>
                </a:moveTo>
                <a:lnTo>
                  <a:pt x="0" y="2387350"/>
                </a:lnTo>
                <a:lnTo>
                  <a:pt x="13131" y="2387350"/>
                </a:lnTo>
                <a:lnTo>
                  <a:pt x="13131" y="2282303"/>
                </a:lnTo>
                <a:lnTo>
                  <a:pt x="0" y="2282303"/>
                </a:lnTo>
                <a:close/>
                <a:moveTo>
                  <a:pt x="0" y="2426742"/>
                </a:moveTo>
                <a:lnTo>
                  <a:pt x="0" y="2531789"/>
                </a:lnTo>
                <a:lnTo>
                  <a:pt x="13131" y="2531789"/>
                </a:lnTo>
                <a:lnTo>
                  <a:pt x="13131" y="2426742"/>
                </a:lnTo>
                <a:lnTo>
                  <a:pt x="0" y="2426742"/>
                </a:lnTo>
                <a:close/>
                <a:moveTo>
                  <a:pt x="118" y="2684790"/>
                </a:moveTo>
                <a:lnTo>
                  <a:pt x="433" y="2693299"/>
                </a:lnTo>
                <a:lnTo>
                  <a:pt x="972" y="2701755"/>
                </a:lnTo>
                <a:lnTo>
                  <a:pt x="1720" y="2710146"/>
                </a:lnTo>
                <a:lnTo>
                  <a:pt x="2666" y="2718484"/>
                </a:lnTo>
                <a:lnTo>
                  <a:pt x="3834" y="2726743"/>
                </a:lnTo>
                <a:lnTo>
                  <a:pt x="5187" y="2734950"/>
                </a:lnTo>
                <a:lnTo>
                  <a:pt x="6749" y="2743091"/>
                </a:lnTo>
                <a:lnTo>
                  <a:pt x="8496" y="2751153"/>
                </a:lnTo>
                <a:lnTo>
                  <a:pt x="10452" y="2759137"/>
                </a:lnTo>
                <a:lnTo>
                  <a:pt x="12527" y="2766819"/>
                </a:lnTo>
                <a:lnTo>
                  <a:pt x="25198" y="2763391"/>
                </a:lnTo>
                <a:lnTo>
                  <a:pt x="23158" y="2755821"/>
                </a:lnTo>
                <a:lnTo>
                  <a:pt x="21272" y="2748120"/>
                </a:lnTo>
                <a:lnTo>
                  <a:pt x="21311" y="2748278"/>
                </a:lnTo>
                <a:lnTo>
                  <a:pt x="19591" y="2740373"/>
                </a:lnTo>
                <a:lnTo>
                  <a:pt x="19631" y="2740544"/>
                </a:lnTo>
                <a:lnTo>
                  <a:pt x="18094" y="2732560"/>
                </a:lnTo>
                <a:lnTo>
                  <a:pt x="18134" y="2732731"/>
                </a:lnTo>
                <a:lnTo>
                  <a:pt x="16810" y="2724774"/>
                </a:lnTo>
                <a:lnTo>
                  <a:pt x="15691" y="2716737"/>
                </a:lnTo>
                <a:lnTo>
                  <a:pt x="15705" y="2716908"/>
                </a:lnTo>
                <a:lnTo>
                  <a:pt x="14772" y="2708741"/>
                </a:lnTo>
                <a:lnTo>
                  <a:pt x="14785" y="2708898"/>
                </a:lnTo>
                <a:lnTo>
                  <a:pt x="14074" y="2700807"/>
                </a:lnTo>
                <a:lnTo>
                  <a:pt x="13551" y="2692550"/>
                </a:lnTo>
                <a:lnTo>
                  <a:pt x="13551" y="2692721"/>
                </a:lnTo>
                <a:lnTo>
                  <a:pt x="13236" y="2684370"/>
                </a:lnTo>
                <a:lnTo>
                  <a:pt x="13236" y="2684540"/>
                </a:lnTo>
                <a:lnTo>
                  <a:pt x="13131" y="2676150"/>
                </a:lnTo>
                <a:lnTo>
                  <a:pt x="13131" y="2571182"/>
                </a:lnTo>
                <a:lnTo>
                  <a:pt x="0" y="2571182"/>
                </a:lnTo>
                <a:lnTo>
                  <a:pt x="0" y="2676229"/>
                </a:lnTo>
                <a:lnTo>
                  <a:pt x="7070" y="2676229"/>
                </a:lnTo>
                <a:lnTo>
                  <a:pt x="0" y="2676321"/>
                </a:lnTo>
                <a:lnTo>
                  <a:pt x="118" y="2684790"/>
                </a:lnTo>
                <a:close/>
                <a:moveTo>
                  <a:pt x="29321" y="2812777"/>
                </a:moveTo>
                <a:lnTo>
                  <a:pt x="32722" y="2820077"/>
                </a:lnTo>
                <a:lnTo>
                  <a:pt x="36307" y="2827273"/>
                </a:lnTo>
                <a:lnTo>
                  <a:pt x="40049" y="2834377"/>
                </a:lnTo>
                <a:lnTo>
                  <a:pt x="43962" y="2841376"/>
                </a:lnTo>
                <a:lnTo>
                  <a:pt x="48046" y="2848269"/>
                </a:lnTo>
                <a:lnTo>
                  <a:pt x="52274" y="2855058"/>
                </a:lnTo>
                <a:lnTo>
                  <a:pt x="56673" y="2861742"/>
                </a:lnTo>
                <a:lnTo>
                  <a:pt x="61216" y="2868294"/>
                </a:lnTo>
                <a:lnTo>
                  <a:pt x="65917" y="2874741"/>
                </a:lnTo>
                <a:lnTo>
                  <a:pt x="70775" y="2881070"/>
                </a:lnTo>
                <a:lnTo>
                  <a:pt x="75765" y="2887281"/>
                </a:lnTo>
                <a:lnTo>
                  <a:pt x="80912" y="2893361"/>
                </a:lnTo>
                <a:lnTo>
                  <a:pt x="82554" y="2895212"/>
                </a:lnTo>
                <a:lnTo>
                  <a:pt x="92376" y="2886493"/>
                </a:lnTo>
                <a:lnTo>
                  <a:pt x="90787" y="2884694"/>
                </a:lnTo>
                <a:lnTo>
                  <a:pt x="90892" y="2884812"/>
                </a:lnTo>
                <a:lnTo>
                  <a:pt x="85850" y="2878851"/>
                </a:lnTo>
                <a:lnTo>
                  <a:pt x="85942" y="2878982"/>
                </a:lnTo>
                <a:lnTo>
                  <a:pt x="81139" y="2873008"/>
                </a:lnTo>
                <a:lnTo>
                  <a:pt x="76395" y="2866810"/>
                </a:lnTo>
                <a:lnTo>
                  <a:pt x="76487" y="2866941"/>
                </a:lnTo>
                <a:lnTo>
                  <a:pt x="71895" y="2860648"/>
                </a:lnTo>
                <a:lnTo>
                  <a:pt x="67506" y="2854323"/>
                </a:lnTo>
                <a:lnTo>
                  <a:pt x="67598" y="2854454"/>
                </a:lnTo>
                <a:lnTo>
                  <a:pt x="63291" y="2847902"/>
                </a:lnTo>
                <a:lnTo>
                  <a:pt x="63370" y="2848046"/>
                </a:lnTo>
                <a:lnTo>
                  <a:pt x="59242" y="2841424"/>
                </a:lnTo>
                <a:lnTo>
                  <a:pt x="55307" y="2834771"/>
                </a:lnTo>
                <a:lnTo>
                  <a:pt x="55386" y="2834902"/>
                </a:lnTo>
                <a:lnTo>
                  <a:pt x="51552" y="2828048"/>
                </a:lnTo>
                <a:lnTo>
                  <a:pt x="51631" y="2828179"/>
                </a:lnTo>
                <a:lnTo>
                  <a:pt x="47954" y="2821220"/>
                </a:lnTo>
                <a:lnTo>
                  <a:pt x="48033" y="2821364"/>
                </a:lnTo>
                <a:lnTo>
                  <a:pt x="44527" y="2814300"/>
                </a:lnTo>
                <a:lnTo>
                  <a:pt x="44592" y="2814444"/>
                </a:lnTo>
                <a:lnTo>
                  <a:pt x="41283" y="2807371"/>
                </a:lnTo>
                <a:lnTo>
                  <a:pt x="38145" y="2800184"/>
                </a:lnTo>
                <a:lnTo>
                  <a:pt x="38211" y="2800328"/>
                </a:lnTo>
                <a:lnTo>
                  <a:pt x="37974" y="2799764"/>
                </a:lnTo>
                <a:lnTo>
                  <a:pt x="25815" y="2804740"/>
                </a:lnTo>
                <a:lnTo>
                  <a:pt x="26078" y="2805371"/>
                </a:lnTo>
                <a:lnTo>
                  <a:pt x="29321" y="2812777"/>
                </a:lnTo>
                <a:close/>
                <a:moveTo>
                  <a:pt x="903574" y="0"/>
                </a:moveTo>
                <a:lnTo>
                  <a:pt x="798528" y="0"/>
                </a:lnTo>
                <a:lnTo>
                  <a:pt x="798528" y="13131"/>
                </a:lnTo>
                <a:lnTo>
                  <a:pt x="903574" y="13131"/>
                </a:lnTo>
                <a:lnTo>
                  <a:pt x="903574" y="0"/>
                </a:lnTo>
                <a:close/>
                <a:moveTo>
                  <a:pt x="759135" y="0"/>
                </a:moveTo>
                <a:lnTo>
                  <a:pt x="654088" y="0"/>
                </a:lnTo>
                <a:lnTo>
                  <a:pt x="654088" y="13131"/>
                </a:lnTo>
                <a:lnTo>
                  <a:pt x="759135" y="13131"/>
                </a:lnTo>
                <a:lnTo>
                  <a:pt x="759135" y="0"/>
                </a:lnTo>
                <a:close/>
                <a:moveTo>
                  <a:pt x="614695" y="13131"/>
                </a:moveTo>
                <a:lnTo>
                  <a:pt x="614695" y="0"/>
                </a:lnTo>
                <a:lnTo>
                  <a:pt x="509648" y="0"/>
                </a:lnTo>
                <a:lnTo>
                  <a:pt x="509648" y="13131"/>
                </a:lnTo>
                <a:lnTo>
                  <a:pt x="614695" y="13131"/>
                </a:lnTo>
                <a:close/>
                <a:moveTo>
                  <a:pt x="470256" y="0"/>
                </a:moveTo>
                <a:lnTo>
                  <a:pt x="365209" y="0"/>
                </a:lnTo>
                <a:lnTo>
                  <a:pt x="365209" y="13131"/>
                </a:lnTo>
                <a:lnTo>
                  <a:pt x="470256" y="13131"/>
                </a:lnTo>
                <a:lnTo>
                  <a:pt x="470256" y="0"/>
                </a:lnTo>
                <a:close/>
                <a:moveTo>
                  <a:pt x="1048014" y="0"/>
                </a:moveTo>
                <a:lnTo>
                  <a:pt x="942967" y="0"/>
                </a:lnTo>
                <a:lnTo>
                  <a:pt x="942967" y="13131"/>
                </a:lnTo>
                <a:lnTo>
                  <a:pt x="1048014" y="13131"/>
                </a:lnTo>
                <a:lnTo>
                  <a:pt x="1048014" y="0"/>
                </a:lnTo>
                <a:close/>
                <a:moveTo>
                  <a:pt x="323216" y="105"/>
                </a:moveTo>
                <a:lnTo>
                  <a:pt x="314721" y="420"/>
                </a:lnTo>
                <a:lnTo>
                  <a:pt x="306264" y="959"/>
                </a:lnTo>
                <a:lnTo>
                  <a:pt x="297874" y="1707"/>
                </a:lnTo>
                <a:lnTo>
                  <a:pt x="289536" y="2666"/>
                </a:lnTo>
                <a:lnTo>
                  <a:pt x="281263" y="3821"/>
                </a:lnTo>
                <a:lnTo>
                  <a:pt x="273056" y="5174"/>
                </a:lnTo>
                <a:lnTo>
                  <a:pt x="264928" y="6736"/>
                </a:lnTo>
                <a:lnTo>
                  <a:pt x="256866" y="8496"/>
                </a:lnTo>
                <a:lnTo>
                  <a:pt x="248869" y="10439"/>
                </a:lnTo>
                <a:lnTo>
                  <a:pt x="240965" y="12579"/>
                </a:lnTo>
                <a:lnTo>
                  <a:pt x="233125" y="14917"/>
                </a:lnTo>
                <a:lnTo>
                  <a:pt x="225378" y="17425"/>
                </a:lnTo>
                <a:lnTo>
                  <a:pt x="220730" y="19066"/>
                </a:lnTo>
                <a:lnTo>
                  <a:pt x="225089" y="31448"/>
                </a:lnTo>
                <a:lnTo>
                  <a:pt x="229659" y="29846"/>
                </a:lnTo>
                <a:lnTo>
                  <a:pt x="229501" y="29886"/>
                </a:lnTo>
                <a:lnTo>
                  <a:pt x="237104" y="27430"/>
                </a:lnTo>
                <a:lnTo>
                  <a:pt x="236947" y="27470"/>
                </a:lnTo>
                <a:lnTo>
                  <a:pt x="244628" y="25185"/>
                </a:lnTo>
                <a:lnTo>
                  <a:pt x="244471" y="25238"/>
                </a:lnTo>
                <a:lnTo>
                  <a:pt x="252178" y="23147"/>
                </a:lnTo>
                <a:lnTo>
                  <a:pt x="259899" y="21272"/>
                </a:lnTo>
                <a:lnTo>
                  <a:pt x="259729" y="21298"/>
                </a:lnTo>
                <a:lnTo>
                  <a:pt x="267633" y="19578"/>
                </a:lnTo>
                <a:lnTo>
                  <a:pt x="267476" y="19618"/>
                </a:lnTo>
                <a:lnTo>
                  <a:pt x="275446" y="18094"/>
                </a:lnTo>
                <a:lnTo>
                  <a:pt x="283167" y="16808"/>
                </a:lnTo>
                <a:lnTo>
                  <a:pt x="291269" y="15678"/>
                </a:lnTo>
                <a:lnTo>
                  <a:pt x="291111" y="15691"/>
                </a:lnTo>
                <a:lnTo>
                  <a:pt x="299279" y="14759"/>
                </a:lnTo>
                <a:lnTo>
                  <a:pt x="299108" y="14785"/>
                </a:lnTo>
                <a:lnTo>
                  <a:pt x="307252" y="14058"/>
                </a:lnTo>
                <a:lnTo>
                  <a:pt x="315469" y="13538"/>
                </a:lnTo>
                <a:lnTo>
                  <a:pt x="315298" y="13538"/>
                </a:lnTo>
                <a:lnTo>
                  <a:pt x="323637" y="13223"/>
                </a:lnTo>
                <a:lnTo>
                  <a:pt x="323466" y="13236"/>
                </a:lnTo>
                <a:lnTo>
                  <a:pt x="325908" y="13197"/>
                </a:lnTo>
                <a:lnTo>
                  <a:pt x="325737" y="66"/>
                </a:lnTo>
                <a:lnTo>
                  <a:pt x="323216" y="105"/>
                </a:lnTo>
                <a:close/>
                <a:moveTo>
                  <a:pt x="166631" y="43949"/>
                </a:moveTo>
                <a:lnTo>
                  <a:pt x="159737" y="48033"/>
                </a:lnTo>
                <a:lnTo>
                  <a:pt x="152948" y="52261"/>
                </a:lnTo>
                <a:lnTo>
                  <a:pt x="146278" y="56660"/>
                </a:lnTo>
                <a:lnTo>
                  <a:pt x="139712" y="61203"/>
                </a:lnTo>
                <a:lnTo>
                  <a:pt x="133265" y="65904"/>
                </a:lnTo>
                <a:lnTo>
                  <a:pt x="126949" y="70762"/>
                </a:lnTo>
                <a:lnTo>
                  <a:pt x="120738" y="75765"/>
                </a:lnTo>
                <a:lnTo>
                  <a:pt x="114659" y="80899"/>
                </a:lnTo>
                <a:lnTo>
                  <a:pt x="108697" y="86191"/>
                </a:lnTo>
                <a:lnTo>
                  <a:pt x="102880" y="91614"/>
                </a:lnTo>
                <a:lnTo>
                  <a:pt x="97234" y="97116"/>
                </a:lnTo>
                <a:lnTo>
                  <a:pt x="106413" y="106504"/>
                </a:lnTo>
                <a:lnTo>
                  <a:pt x="111993" y="101055"/>
                </a:lnTo>
                <a:lnTo>
                  <a:pt x="111875" y="101173"/>
                </a:lnTo>
                <a:lnTo>
                  <a:pt x="117584" y="95859"/>
                </a:lnTo>
                <a:lnTo>
                  <a:pt x="123312" y="90774"/>
                </a:lnTo>
                <a:lnTo>
                  <a:pt x="123194" y="90879"/>
                </a:lnTo>
                <a:lnTo>
                  <a:pt x="129155" y="85836"/>
                </a:lnTo>
                <a:lnTo>
                  <a:pt x="129037" y="85942"/>
                </a:lnTo>
                <a:lnTo>
                  <a:pt x="135117" y="81031"/>
                </a:lnTo>
                <a:lnTo>
                  <a:pt x="134998" y="81136"/>
                </a:lnTo>
                <a:lnTo>
                  <a:pt x="141196" y="76382"/>
                </a:lnTo>
                <a:lnTo>
                  <a:pt x="141078" y="76474"/>
                </a:lnTo>
                <a:lnTo>
                  <a:pt x="147372" y="71882"/>
                </a:lnTo>
                <a:lnTo>
                  <a:pt x="153697" y="67493"/>
                </a:lnTo>
                <a:lnTo>
                  <a:pt x="153566" y="67585"/>
                </a:lnTo>
                <a:lnTo>
                  <a:pt x="160105" y="63278"/>
                </a:lnTo>
                <a:lnTo>
                  <a:pt x="159973" y="63370"/>
                </a:lnTo>
                <a:lnTo>
                  <a:pt x="166631" y="59207"/>
                </a:lnTo>
                <a:lnTo>
                  <a:pt x="166486" y="59299"/>
                </a:lnTo>
                <a:lnTo>
                  <a:pt x="173249" y="55294"/>
                </a:lnTo>
                <a:lnTo>
                  <a:pt x="173104" y="55373"/>
                </a:lnTo>
                <a:lnTo>
                  <a:pt x="179887" y="51586"/>
                </a:lnTo>
                <a:lnTo>
                  <a:pt x="186800" y="47941"/>
                </a:lnTo>
                <a:lnTo>
                  <a:pt x="186655" y="48020"/>
                </a:lnTo>
                <a:lnTo>
                  <a:pt x="189610" y="46549"/>
                </a:lnTo>
                <a:lnTo>
                  <a:pt x="183767" y="34784"/>
                </a:lnTo>
                <a:lnTo>
                  <a:pt x="180733" y="36294"/>
                </a:lnTo>
                <a:lnTo>
                  <a:pt x="173629" y="40036"/>
                </a:lnTo>
                <a:lnTo>
                  <a:pt x="166631" y="43949"/>
                </a:lnTo>
                <a:close/>
                <a:moveTo>
                  <a:pt x="114659" y="2927107"/>
                </a:moveTo>
                <a:lnTo>
                  <a:pt x="120738" y="2932241"/>
                </a:lnTo>
                <a:lnTo>
                  <a:pt x="126949" y="2937244"/>
                </a:lnTo>
                <a:lnTo>
                  <a:pt x="133265" y="2942089"/>
                </a:lnTo>
                <a:lnTo>
                  <a:pt x="139712" y="2946790"/>
                </a:lnTo>
                <a:lnTo>
                  <a:pt x="146278" y="2951347"/>
                </a:lnTo>
                <a:lnTo>
                  <a:pt x="152948" y="2955732"/>
                </a:lnTo>
                <a:lnTo>
                  <a:pt x="159737" y="2959974"/>
                </a:lnTo>
                <a:lnTo>
                  <a:pt x="166631" y="2964044"/>
                </a:lnTo>
                <a:lnTo>
                  <a:pt x="173629" y="2967957"/>
                </a:lnTo>
                <a:lnTo>
                  <a:pt x="180733" y="2971713"/>
                </a:lnTo>
                <a:lnTo>
                  <a:pt x="187942" y="2975284"/>
                </a:lnTo>
                <a:lnTo>
                  <a:pt x="195243" y="2978698"/>
                </a:lnTo>
                <a:lnTo>
                  <a:pt x="200718" y="2981101"/>
                </a:lnTo>
                <a:lnTo>
                  <a:pt x="205984" y="2969060"/>
                </a:lnTo>
                <a:lnTo>
                  <a:pt x="200631" y="2966722"/>
                </a:lnTo>
                <a:lnTo>
                  <a:pt x="193562" y="2963427"/>
                </a:lnTo>
                <a:lnTo>
                  <a:pt x="193707" y="2963493"/>
                </a:lnTo>
                <a:lnTo>
                  <a:pt x="186655" y="2959987"/>
                </a:lnTo>
                <a:lnTo>
                  <a:pt x="186800" y="2960052"/>
                </a:lnTo>
                <a:lnTo>
                  <a:pt x="179827" y="2956389"/>
                </a:lnTo>
                <a:lnTo>
                  <a:pt x="179972" y="2956455"/>
                </a:lnTo>
                <a:lnTo>
                  <a:pt x="173104" y="2952620"/>
                </a:lnTo>
                <a:lnTo>
                  <a:pt x="173249" y="2952699"/>
                </a:lnTo>
                <a:lnTo>
                  <a:pt x="166486" y="2948707"/>
                </a:lnTo>
                <a:lnTo>
                  <a:pt x="166631" y="2948786"/>
                </a:lnTo>
                <a:lnTo>
                  <a:pt x="159973" y="2944637"/>
                </a:lnTo>
                <a:lnTo>
                  <a:pt x="160105" y="2944729"/>
                </a:lnTo>
                <a:lnTo>
                  <a:pt x="153566" y="2940422"/>
                </a:lnTo>
                <a:lnTo>
                  <a:pt x="153697" y="2940501"/>
                </a:lnTo>
                <a:lnTo>
                  <a:pt x="147366" y="2936120"/>
                </a:lnTo>
                <a:lnTo>
                  <a:pt x="141078" y="2931532"/>
                </a:lnTo>
                <a:lnTo>
                  <a:pt x="141196" y="2931624"/>
                </a:lnTo>
                <a:lnTo>
                  <a:pt x="135084" y="2926936"/>
                </a:lnTo>
                <a:lnTo>
                  <a:pt x="129037" y="2922065"/>
                </a:lnTo>
                <a:lnTo>
                  <a:pt x="129155" y="2922170"/>
                </a:lnTo>
                <a:lnTo>
                  <a:pt x="123194" y="2917128"/>
                </a:lnTo>
                <a:lnTo>
                  <a:pt x="123312" y="2917233"/>
                </a:lnTo>
                <a:lnTo>
                  <a:pt x="119557" y="2913897"/>
                </a:lnTo>
                <a:lnTo>
                  <a:pt x="110838" y="2923719"/>
                </a:lnTo>
                <a:lnTo>
                  <a:pt x="114659" y="2927107"/>
                </a:lnTo>
                <a:close/>
                <a:moveTo>
                  <a:pt x="256866" y="2999511"/>
                </a:moveTo>
                <a:lnTo>
                  <a:pt x="264928" y="3001270"/>
                </a:lnTo>
                <a:lnTo>
                  <a:pt x="273056" y="3002833"/>
                </a:lnTo>
                <a:lnTo>
                  <a:pt x="281263" y="3004185"/>
                </a:lnTo>
                <a:lnTo>
                  <a:pt x="289536" y="3005341"/>
                </a:lnTo>
                <a:lnTo>
                  <a:pt x="297874" y="3006299"/>
                </a:lnTo>
                <a:lnTo>
                  <a:pt x="306264" y="3007048"/>
                </a:lnTo>
                <a:lnTo>
                  <a:pt x="314721" y="3007573"/>
                </a:lnTo>
                <a:lnTo>
                  <a:pt x="323216" y="3007901"/>
                </a:lnTo>
                <a:lnTo>
                  <a:pt x="331738" y="3008006"/>
                </a:lnTo>
                <a:lnTo>
                  <a:pt x="344199" y="3008006"/>
                </a:lnTo>
                <a:lnTo>
                  <a:pt x="344199" y="2994875"/>
                </a:lnTo>
                <a:lnTo>
                  <a:pt x="331870" y="2994875"/>
                </a:lnTo>
                <a:lnTo>
                  <a:pt x="323466" y="2994770"/>
                </a:lnTo>
                <a:lnTo>
                  <a:pt x="323637" y="2994770"/>
                </a:lnTo>
                <a:lnTo>
                  <a:pt x="315298" y="2994455"/>
                </a:lnTo>
                <a:lnTo>
                  <a:pt x="315469" y="2994468"/>
                </a:lnTo>
                <a:lnTo>
                  <a:pt x="307252" y="2993948"/>
                </a:lnTo>
                <a:lnTo>
                  <a:pt x="299108" y="2993221"/>
                </a:lnTo>
                <a:lnTo>
                  <a:pt x="299279" y="2993234"/>
                </a:lnTo>
                <a:lnTo>
                  <a:pt x="291111" y="2992302"/>
                </a:lnTo>
                <a:lnTo>
                  <a:pt x="291269" y="2992328"/>
                </a:lnTo>
                <a:lnTo>
                  <a:pt x="283167" y="2991199"/>
                </a:lnTo>
                <a:lnTo>
                  <a:pt x="275446" y="2989912"/>
                </a:lnTo>
                <a:lnTo>
                  <a:pt x="267476" y="2988389"/>
                </a:lnTo>
                <a:lnTo>
                  <a:pt x="267633" y="2988415"/>
                </a:lnTo>
                <a:lnTo>
                  <a:pt x="259810" y="2986713"/>
                </a:lnTo>
                <a:lnTo>
                  <a:pt x="252178" y="2984859"/>
                </a:lnTo>
                <a:lnTo>
                  <a:pt x="244471" y="2982769"/>
                </a:lnTo>
                <a:lnTo>
                  <a:pt x="244628" y="2982808"/>
                </a:lnTo>
                <a:lnTo>
                  <a:pt x="242265" y="2982112"/>
                </a:lnTo>
                <a:lnTo>
                  <a:pt x="238522" y="2994692"/>
                </a:lnTo>
                <a:lnTo>
                  <a:pt x="240965" y="2995427"/>
                </a:lnTo>
                <a:lnTo>
                  <a:pt x="248869" y="2997567"/>
                </a:lnTo>
                <a:lnTo>
                  <a:pt x="256866" y="2999511"/>
                </a:lnTo>
                <a:close/>
                <a:moveTo>
                  <a:pt x="383592" y="3008006"/>
                </a:moveTo>
                <a:lnTo>
                  <a:pt x="488639" y="3008006"/>
                </a:lnTo>
                <a:lnTo>
                  <a:pt x="488639" y="2994875"/>
                </a:lnTo>
                <a:lnTo>
                  <a:pt x="383592" y="2994875"/>
                </a:lnTo>
                <a:lnTo>
                  <a:pt x="383592" y="3008006"/>
                </a:lnTo>
                <a:close/>
                <a:moveTo>
                  <a:pt x="528032" y="3008006"/>
                </a:moveTo>
                <a:lnTo>
                  <a:pt x="633079" y="3008006"/>
                </a:lnTo>
                <a:lnTo>
                  <a:pt x="633079" y="2994875"/>
                </a:lnTo>
                <a:lnTo>
                  <a:pt x="528032" y="2994875"/>
                </a:lnTo>
                <a:lnTo>
                  <a:pt x="528032" y="3008006"/>
                </a:lnTo>
                <a:close/>
                <a:moveTo>
                  <a:pt x="672471" y="2994875"/>
                </a:moveTo>
                <a:lnTo>
                  <a:pt x="672471" y="3008006"/>
                </a:lnTo>
                <a:lnTo>
                  <a:pt x="777518" y="3008006"/>
                </a:lnTo>
                <a:lnTo>
                  <a:pt x="777518" y="2994875"/>
                </a:lnTo>
                <a:lnTo>
                  <a:pt x="672471" y="2994875"/>
                </a:lnTo>
                <a:close/>
                <a:moveTo>
                  <a:pt x="816911" y="3008006"/>
                </a:moveTo>
                <a:lnTo>
                  <a:pt x="921958" y="3008006"/>
                </a:lnTo>
                <a:lnTo>
                  <a:pt x="921958" y="2994875"/>
                </a:lnTo>
                <a:lnTo>
                  <a:pt x="816911" y="2994875"/>
                </a:lnTo>
                <a:lnTo>
                  <a:pt x="816911" y="3008006"/>
                </a:lnTo>
                <a:close/>
                <a:moveTo>
                  <a:pt x="1192454" y="0"/>
                </a:moveTo>
                <a:lnTo>
                  <a:pt x="1087407" y="0"/>
                </a:lnTo>
                <a:lnTo>
                  <a:pt x="1087407" y="13131"/>
                </a:lnTo>
                <a:lnTo>
                  <a:pt x="1192454" y="13131"/>
                </a:lnTo>
                <a:lnTo>
                  <a:pt x="1192454" y="0"/>
                </a:lnTo>
                <a:close/>
                <a:moveTo>
                  <a:pt x="1336893" y="13131"/>
                </a:moveTo>
                <a:lnTo>
                  <a:pt x="1336893" y="0"/>
                </a:lnTo>
                <a:lnTo>
                  <a:pt x="1231846" y="0"/>
                </a:lnTo>
                <a:lnTo>
                  <a:pt x="1231846" y="13131"/>
                </a:lnTo>
                <a:lnTo>
                  <a:pt x="1336893" y="13131"/>
                </a:lnTo>
                <a:close/>
                <a:moveTo>
                  <a:pt x="1481333" y="0"/>
                </a:moveTo>
                <a:lnTo>
                  <a:pt x="1376286" y="0"/>
                </a:lnTo>
                <a:lnTo>
                  <a:pt x="1376286" y="13131"/>
                </a:lnTo>
                <a:lnTo>
                  <a:pt x="1481333" y="13131"/>
                </a:lnTo>
                <a:lnTo>
                  <a:pt x="1481333" y="0"/>
                </a:lnTo>
                <a:close/>
                <a:moveTo>
                  <a:pt x="1625772" y="0"/>
                </a:moveTo>
                <a:lnTo>
                  <a:pt x="1520725" y="0"/>
                </a:lnTo>
                <a:lnTo>
                  <a:pt x="1520725" y="13131"/>
                </a:lnTo>
                <a:lnTo>
                  <a:pt x="1625772" y="13131"/>
                </a:lnTo>
                <a:lnTo>
                  <a:pt x="1625772" y="0"/>
                </a:lnTo>
                <a:close/>
                <a:moveTo>
                  <a:pt x="1731253" y="14917"/>
                </a:moveTo>
                <a:lnTo>
                  <a:pt x="1723413" y="12579"/>
                </a:lnTo>
                <a:lnTo>
                  <a:pt x="1715509" y="10439"/>
                </a:lnTo>
                <a:lnTo>
                  <a:pt x="1707512" y="8496"/>
                </a:lnTo>
                <a:lnTo>
                  <a:pt x="1699450" y="6736"/>
                </a:lnTo>
                <a:lnTo>
                  <a:pt x="1691308" y="5174"/>
                </a:lnTo>
                <a:lnTo>
                  <a:pt x="1683115" y="3821"/>
                </a:lnTo>
                <a:lnTo>
                  <a:pt x="1674842" y="2666"/>
                </a:lnTo>
                <a:lnTo>
                  <a:pt x="1666504" y="1707"/>
                </a:lnTo>
                <a:lnTo>
                  <a:pt x="1665703" y="1641"/>
                </a:lnTo>
                <a:lnTo>
                  <a:pt x="1664535" y="14720"/>
                </a:lnTo>
                <a:lnTo>
                  <a:pt x="1665257" y="14785"/>
                </a:lnTo>
                <a:lnTo>
                  <a:pt x="1665099" y="14759"/>
                </a:lnTo>
                <a:lnTo>
                  <a:pt x="1673267" y="15691"/>
                </a:lnTo>
                <a:lnTo>
                  <a:pt x="1673096" y="15678"/>
                </a:lnTo>
                <a:lnTo>
                  <a:pt x="1681132" y="16797"/>
                </a:lnTo>
                <a:lnTo>
                  <a:pt x="1689089" y="18121"/>
                </a:lnTo>
                <a:lnTo>
                  <a:pt x="1688919" y="18094"/>
                </a:lnTo>
                <a:lnTo>
                  <a:pt x="1696902" y="19618"/>
                </a:lnTo>
                <a:lnTo>
                  <a:pt x="1696731" y="19578"/>
                </a:lnTo>
                <a:lnTo>
                  <a:pt x="1704636" y="21298"/>
                </a:lnTo>
                <a:lnTo>
                  <a:pt x="1704479" y="21272"/>
                </a:lnTo>
                <a:lnTo>
                  <a:pt x="1712186" y="23147"/>
                </a:lnTo>
                <a:lnTo>
                  <a:pt x="1719907" y="25238"/>
                </a:lnTo>
                <a:lnTo>
                  <a:pt x="1719750" y="25185"/>
                </a:lnTo>
                <a:lnTo>
                  <a:pt x="1727431" y="27470"/>
                </a:lnTo>
                <a:lnTo>
                  <a:pt x="1727274" y="27430"/>
                </a:lnTo>
                <a:lnTo>
                  <a:pt x="1734864" y="29886"/>
                </a:lnTo>
                <a:lnTo>
                  <a:pt x="1734719" y="29846"/>
                </a:lnTo>
                <a:lnTo>
                  <a:pt x="1742230" y="32486"/>
                </a:lnTo>
                <a:lnTo>
                  <a:pt x="1742072" y="32433"/>
                </a:lnTo>
                <a:lnTo>
                  <a:pt x="1749504" y="35256"/>
                </a:lnTo>
                <a:lnTo>
                  <a:pt x="1749360" y="35191"/>
                </a:lnTo>
                <a:lnTo>
                  <a:pt x="1756582" y="38149"/>
                </a:lnTo>
                <a:lnTo>
                  <a:pt x="1763528" y="41192"/>
                </a:lnTo>
                <a:lnTo>
                  <a:pt x="1768794" y="29151"/>
                </a:lnTo>
                <a:lnTo>
                  <a:pt x="1761729" y="26065"/>
                </a:lnTo>
                <a:lnTo>
                  <a:pt x="1754245" y="23005"/>
                </a:lnTo>
                <a:lnTo>
                  <a:pt x="1746668" y="20130"/>
                </a:lnTo>
                <a:lnTo>
                  <a:pt x="1739000" y="17425"/>
                </a:lnTo>
                <a:lnTo>
                  <a:pt x="1731253" y="14917"/>
                </a:lnTo>
                <a:close/>
                <a:moveTo>
                  <a:pt x="1867196" y="97168"/>
                </a:moveTo>
                <a:lnTo>
                  <a:pt x="1861498" y="91614"/>
                </a:lnTo>
                <a:lnTo>
                  <a:pt x="1855668" y="86191"/>
                </a:lnTo>
                <a:lnTo>
                  <a:pt x="1849719" y="80899"/>
                </a:lnTo>
                <a:lnTo>
                  <a:pt x="1843640" y="75765"/>
                </a:lnTo>
                <a:lnTo>
                  <a:pt x="1837429" y="70762"/>
                </a:lnTo>
                <a:lnTo>
                  <a:pt x="1831100" y="65904"/>
                </a:lnTo>
                <a:lnTo>
                  <a:pt x="1824652" y="61203"/>
                </a:lnTo>
                <a:lnTo>
                  <a:pt x="1818100" y="56660"/>
                </a:lnTo>
                <a:lnTo>
                  <a:pt x="1811416" y="52261"/>
                </a:lnTo>
                <a:lnTo>
                  <a:pt x="1804641" y="48033"/>
                </a:lnTo>
                <a:lnTo>
                  <a:pt x="1804339" y="47862"/>
                </a:lnTo>
                <a:lnTo>
                  <a:pt x="1797655" y="59155"/>
                </a:lnTo>
                <a:lnTo>
                  <a:pt x="1797879" y="59299"/>
                </a:lnTo>
                <a:lnTo>
                  <a:pt x="1797747" y="59207"/>
                </a:lnTo>
                <a:lnTo>
                  <a:pt x="1804310" y="63311"/>
                </a:lnTo>
                <a:lnTo>
                  <a:pt x="1810812" y="67585"/>
                </a:lnTo>
                <a:lnTo>
                  <a:pt x="1810681" y="67493"/>
                </a:lnTo>
                <a:lnTo>
                  <a:pt x="1817006" y="71882"/>
                </a:lnTo>
                <a:lnTo>
                  <a:pt x="1823300" y="76474"/>
                </a:lnTo>
                <a:lnTo>
                  <a:pt x="1823182" y="76382"/>
                </a:lnTo>
                <a:lnTo>
                  <a:pt x="1829359" y="81120"/>
                </a:lnTo>
                <a:lnTo>
                  <a:pt x="1835341" y="85942"/>
                </a:lnTo>
                <a:lnTo>
                  <a:pt x="1835223" y="85836"/>
                </a:lnTo>
                <a:lnTo>
                  <a:pt x="1841182" y="90877"/>
                </a:lnTo>
                <a:lnTo>
                  <a:pt x="1846896" y="95960"/>
                </a:lnTo>
                <a:lnTo>
                  <a:pt x="1846778" y="95855"/>
                </a:lnTo>
                <a:lnTo>
                  <a:pt x="1852490" y="101173"/>
                </a:lnTo>
                <a:lnTo>
                  <a:pt x="1852385" y="101055"/>
                </a:lnTo>
                <a:lnTo>
                  <a:pt x="1857965" y="106504"/>
                </a:lnTo>
                <a:lnTo>
                  <a:pt x="1857847" y="106399"/>
                </a:lnTo>
                <a:lnTo>
                  <a:pt x="1863310" y="111980"/>
                </a:lnTo>
                <a:lnTo>
                  <a:pt x="1863192" y="111875"/>
                </a:lnTo>
                <a:lnTo>
                  <a:pt x="1868510" y="117587"/>
                </a:lnTo>
                <a:lnTo>
                  <a:pt x="1868404" y="117469"/>
                </a:lnTo>
                <a:lnTo>
                  <a:pt x="1873488" y="123183"/>
                </a:lnTo>
                <a:lnTo>
                  <a:pt x="1875561" y="125636"/>
                </a:lnTo>
                <a:lnTo>
                  <a:pt x="1885580" y="117154"/>
                </a:lnTo>
                <a:lnTo>
                  <a:pt x="1883466" y="114646"/>
                </a:lnTo>
                <a:lnTo>
                  <a:pt x="1878174" y="108697"/>
                </a:lnTo>
                <a:lnTo>
                  <a:pt x="1872751" y="102867"/>
                </a:lnTo>
                <a:lnTo>
                  <a:pt x="1867196" y="97168"/>
                </a:lnTo>
                <a:close/>
                <a:moveTo>
                  <a:pt x="1849719" y="2927107"/>
                </a:moveTo>
                <a:lnTo>
                  <a:pt x="1855668" y="2921815"/>
                </a:lnTo>
                <a:lnTo>
                  <a:pt x="1861498" y="2916392"/>
                </a:lnTo>
                <a:lnTo>
                  <a:pt x="1867196" y="2910838"/>
                </a:lnTo>
                <a:lnTo>
                  <a:pt x="1872751" y="2905139"/>
                </a:lnTo>
                <a:lnTo>
                  <a:pt x="1878174" y="2899309"/>
                </a:lnTo>
                <a:lnTo>
                  <a:pt x="1883466" y="2893361"/>
                </a:lnTo>
                <a:lnTo>
                  <a:pt x="1888600" y="2887281"/>
                </a:lnTo>
                <a:lnTo>
                  <a:pt x="1893603" y="2881070"/>
                </a:lnTo>
                <a:lnTo>
                  <a:pt x="1897279" y="2876264"/>
                </a:lnTo>
                <a:lnTo>
                  <a:pt x="1886866" y="2868281"/>
                </a:lnTo>
                <a:lnTo>
                  <a:pt x="1883229" y="2873021"/>
                </a:lnTo>
                <a:lnTo>
                  <a:pt x="1883321" y="2872890"/>
                </a:lnTo>
                <a:lnTo>
                  <a:pt x="1878423" y="2878982"/>
                </a:lnTo>
                <a:lnTo>
                  <a:pt x="1878528" y="2878851"/>
                </a:lnTo>
                <a:lnTo>
                  <a:pt x="1873486" y="2884812"/>
                </a:lnTo>
                <a:lnTo>
                  <a:pt x="1873591" y="2884694"/>
                </a:lnTo>
                <a:lnTo>
                  <a:pt x="1868506" y="2890423"/>
                </a:lnTo>
                <a:lnTo>
                  <a:pt x="1863192" y="2896131"/>
                </a:lnTo>
                <a:lnTo>
                  <a:pt x="1863310" y="2896026"/>
                </a:lnTo>
                <a:lnTo>
                  <a:pt x="1857909" y="2901544"/>
                </a:lnTo>
                <a:lnTo>
                  <a:pt x="1852385" y="2906938"/>
                </a:lnTo>
                <a:lnTo>
                  <a:pt x="1852490" y="2906833"/>
                </a:lnTo>
                <a:lnTo>
                  <a:pt x="1846778" y="2912151"/>
                </a:lnTo>
                <a:lnTo>
                  <a:pt x="1846896" y="2912046"/>
                </a:lnTo>
                <a:lnTo>
                  <a:pt x="1841182" y="2917129"/>
                </a:lnTo>
                <a:lnTo>
                  <a:pt x="1835223" y="2922170"/>
                </a:lnTo>
                <a:lnTo>
                  <a:pt x="1835341" y="2922065"/>
                </a:lnTo>
                <a:lnTo>
                  <a:pt x="1829248" y="2926963"/>
                </a:lnTo>
                <a:lnTo>
                  <a:pt x="1829380" y="2926871"/>
                </a:lnTo>
                <a:lnTo>
                  <a:pt x="1823182" y="2931624"/>
                </a:lnTo>
                <a:lnTo>
                  <a:pt x="1823300" y="2931532"/>
                </a:lnTo>
                <a:lnTo>
                  <a:pt x="1817013" y="2936120"/>
                </a:lnTo>
                <a:lnTo>
                  <a:pt x="1812690" y="2939109"/>
                </a:lnTo>
                <a:lnTo>
                  <a:pt x="1820162" y="2949902"/>
                </a:lnTo>
                <a:lnTo>
                  <a:pt x="1824652" y="2946790"/>
                </a:lnTo>
                <a:lnTo>
                  <a:pt x="1831100" y="2942089"/>
                </a:lnTo>
                <a:lnTo>
                  <a:pt x="1837429" y="2937244"/>
                </a:lnTo>
                <a:lnTo>
                  <a:pt x="1843640" y="2932241"/>
                </a:lnTo>
                <a:lnTo>
                  <a:pt x="1849719" y="2927107"/>
                </a:lnTo>
                <a:close/>
                <a:moveTo>
                  <a:pt x="1682274" y="2991015"/>
                </a:moveTo>
                <a:lnTo>
                  <a:pt x="1684415" y="3003975"/>
                </a:lnTo>
                <a:lnTo>
                  <a:pt x="1691308" y="3002833"/>
                </a:lnTo>
                <a:lnTo>
                  <a:pt x="1699450" y="3001270"/>
                </a:lnTo>
                <a:lnTo>
                  <a:pt x="1707512" y="2999511"/>
                </a:lnTo>
                <a:lnTo>
                  <a:pt x="1715509" y="2997567"/>
                </a:lnTo>
                <a:lnTo>
                  <a:pt x="1723413" y="2995427"/>
                </a:lnTo>
                <a:lnTo>
                  <a:pt x="1731253" y="2993090"/>
                </a:lnTo>
                <a:lnTo>
                  <a:pt x="1739000" y="2990569"/>
                </a:lnTo>
                <a:lnTo>
                  <a:pt x="1746668" y="2987877"/>
                </a:lnTo>
                <a:lnTo>
                  <a:pt x="1754245" y="2984988"/>
                </a:lnTo>
                <a:lnTo>
                  <a:pt x="1761729" y="2981928"/>
                </a:lnTo>
                <a:lnTo>
                  <a:pt x="1769135" y="2978698"/>
                </a:lnTo>
                <a:lnTo>
                  <a:pt x="1776436" y="2975284"/>
                </a:lnTo>
                <a:lnTo>
                  <a:pt x="1783632" y="2971713"/>
                </a:lnTo>
                <a:lnTo>
                  <a:pt x="1785746" y="2970596"/>
                </a:lnTo>
                <a:lnTo>
                  <a:pt x="1779627" y="2958976"/>
                </a:lnTo>
                <a:lnTo>
                  <a:pt x="1777578" y="2960052"/>
                </a:lnTo>
                <a:lnTo>
                  <a:pt x="1777723" y="2959987"/>
                </a:lnTo>
                <a:lnTo>
                  <a:pt x="1770658" y="2963493"/>
                </a:lnTo>
                <a:lnTo>
                  <a:pt x="1770803" y="2963427"/>
                </a:lnTo>
                <a:lnTo>
                  <a:pt x="1763731" y="2966723"/>
                </a:lnTo>
                <a:lnTo>
                  <a:pt x="1756588" y="2969854"/>
                </a:lnTo>
                <a:lnTo>
                  <a:pt x="1749360" y="2972802"/>
                </a:lnTo>
                <a:lnTo>
                  <a:pt x="1749504" y="2972750"/>
                </a:lnTo>
                <a:lnTo>
                  <a:pt x="1742072" y="2975573"/>
                </a:lnTo>
                <a:lnTo>
                  <a:pt x="1742230" y="2975521"/>
                </a:lnTo>
                <a:lnTo>
                  <a:pt x="1734719" y="2978160"/>
                </a:lnTo>
                <a:lnTo>
                  <a:pt x="1734864" y="2978107"/>
                </a:lnTo>
                <a:lnTo>
                  <a:pt x="1727274" y="2980576"/>
                </a:lnTo>
                <a:lnTo>
                  <a:pt x="1727431" y="2980523"/>
                </a:lnTo>
                <a:lnTo>
                  <a:pt x="1719750" y="2982808"/>
                </a:lnTo>
                <a:lnTo>
                  <a:pt x="1719907" y="2982769"/>
                </a:lnTo>
                <a:lnTo>
                  <a:pt x="1712186" y="2984859"/>
                </a:lnTo>
                <a:lnTo>
                  <a:pt x="1704479" y="2986734"/>
                </a:lnTo>
                <a:lnTo>
                  <a:pt x="1704636" y="2986695"/>
                </a:lnTo>
                <a:lnTo>
                  <a:pt x="1696731" y="2988415"/>
                </a:lnTo>
                <a:lnTo>
                  <a:pt x="1696902" y="2988389"/>
                </a:lnTo>
                <a:lnTo>
                  <a:pt x="1688919" y="2989912"/>
                </a:lnTo>
                <a:lnTo>
                  <a:pt x="1689089" y="2989886"/>
                </a:lnTo>
                <a:lnTo>
                  <a:pt x="1682274" y="2991015"/>
                </a:lnTo>
                <a:close/>
                <a:moveTo>
                  <a:pt x="1640741" y="2994770"/>
                </a:moveTo>
                <a:lnTo>
                  <a:pt x="1640899" y="2994770"/>
                </a:lnTo>
                <a:lnTo>
                  <a:pt x="1632508" y="2994875"/>
                </a:lnTo>
                <a:lnTo>
                  <a:pt x="1539109" y="2994875"/>
                </a:lnTo>
                <a:lnTo>
                  <a:pt x="1539109" y="3008006"/>
                </a:lnTo>
                <a:lnTo>
                  <a:pt x="1632627" y="3008006"/>
                </a:lnTo>
                <a:lnTo>
                  <a:pt x="1641149" y="3007901"/>
                </a:lnTo>
                <a:lnTo>
                  <a:pt x="1644405" y="3007770"/>
                </a:lnTo>
                <a:lnTo>
                  <a:pt x="1643906" y="2994652"/>
                </a:lnTo>
                <a:lnTo>
                  <a:pt x="1640741" y="2994770"/>
                </a:lnTo>
                <a:close/>
                <a:moveTo>
                  <a:pt x="1394669" y="3008006"/>
                </a:moveTo>
                <a:lnTo>
                  <a:pt x="1499716" y="3008006"/>
                </a:lnTo>
                <a:lnTo>
                  <a:pt x="1499716" y="2994875"/>
                </a:lnTo>
                <a:lnTo>
                  <a:pt x="1394669" y="2994875"/>
                </a:lnTo>
                <a:lnTo>
                  <a:pt x="1394669" y="3008006"/>
                </a:lnTo>
                <a:close/>
                <a:moveTo>
                  <a:pt x="1250229" y="2994875"/>
                </a:moveTo>
                <a:lnTo>
                  <a:pt x="1250229" y="3008006"/>
                </a:lnTo>
                <a:lnTo>
                  <a:pt x="1355276" y="3008006"/>
                </a:lnTo>
                <a:lnTo>
                  <a:pt x="1355276" y="2994875"/>
                </a:lnTo>
                <a:lnTo>
                  <a:pt x="1250229" y="2994875"/>
                </a:lnTo>
                <a:close/>
                <a:moveTo>
                  <a:pt x="1105790" y="3008006"/>
                </a:moveTo>
                <a:lnTo>
                  <a:pt x="1210837" y="3008006"/>
                </a:lnTo>
                <a:lnTo>
                  <a:pt x="1210837" y="2994875"/>
                </a:lnTo>
                <a:lnTo>
                  <a:pt x="1105790" y="2994875"/>
                </a:lnTo>
                <a:lnTo>
                  <a:pt x="1105790" y="3008006"/>
                </a:lnTo>
                <a:close/>
                <a:moveTo>
                  <a:pt x="961350" y="3008006"/>
                </a:moveTo>
                <a:lnTo>
                  <a:pt x="1066397" y="3008006"/>
                </a:lnTo>
                <a:lnTo>
                  <a:pt x="1066397" y="2994875"/>
                </a:lnTo>
                <a:lnTo>
                  <a:pt x="961350" y="2994875"/>
                </a:lnTo>
                <a:lnTo>
                  <a:pt x="961350" y="3008006"/>
                </a:lnTo>
                <a:close/>
                <a:moveTo>
                  <a:pt x="1951785" y="240951"/>
                </a:moveTo>
                <a:lnTo>
                  <a:pt x="1949448" y="233112"/>
                </a:lnTo>
                <a:lnTo>
                  <a:pt x="1946940" y="225365"/>
                </a:lnTo>
                <a:lnTo>
                  <a:pt x="1944235" y="217697"/>
                </a:lnTo>
                <a:lnTo>
                  <a:pt x="1941360" y="210120"/>
                </a:lnTo>
                <a:lnTo>
                  <a:pt x="1938287" y="202622"/>
                </a:lnTo>
                <a:lnTo>
                  <a:pt x="1935057" y="195230"/>
                </a:lnTo>
                <a:lnTo>
                  <a:pt x="1931643" y="187929"/>
                </a:lnTo>
                <a:lnTo>
                  <a:pt x="1928071" y="180720"/>
                </a:lnTo>
                <a:lnTo>
                  <a:pt x="1924316" y="173616"/>
                </a:lnTo>
                <a:lnTo>
                  <a:pt x="1920403" y="166618"/>
                </a:lnTo>
                <a:lnTo>
                  <a:pt x="1916332" y="159724"/>
                </a:lnTo>
                <a:lnTo>
                  <a:pt x="1912091" y="152948"/>
                </a:lnTo>
                <a:lnTo>
                  <a:pt x="1909675" y="149272"/>
                </a:lnTo>
                <a:lnTo>
                  <a:pt x="1898711" y="156494"/>
                </a:lnTo>
                <a:lnTo>
                  <a:pt x="1901087" y="160092"/>
                </a:lnTo>
                <a:lnTo>
                  <a:pt x="1900995" y="159960"/>
                </a:lnTo>
                <a:lnTo>
                  <a:pt x="1905145" y="166618"/>
                </a:lnTo>
                <a:lnTo>
                  <a:pt x="1905066" y="166473"/>
                </a:lnTo>
                <a:lnTo>
                  <a:pt x="1909071" y="173236"/>
                </a:lnTo>
                <a:lnTo>
                  <a:pt x="1908979" y="173104"/>
                </a:lnTo>
                <a:lnTo>
                  <a:pt x="1912826" y="179959"/>
                </a:lnTo>
                <a:lnTo>
                  <a:pt x="1912747" y="179827"/>
                </a:lnTo>
                <a:lnTo>
                  <a:pt x="1916424" y="186787"/>
                </a:lnTo>
                <a:lnTo>
                  <a:pt x="1916345" y="186642"/>
                </a:lnTo>
                <a:lnTo>
                  <a:pt x="1919851" y="193707"/>
                </a:lnTo>
                <a:lnTo>
                  <a:pt x="1919786" y="193562"/>
                </a:lnTo>
                <a:lnTo>
                  <a:pt x="1923121" y="200718"/>
                </a:lnTo>
                <a:lnTo>
                  <a:pt x="1923055" y="200561"/>
                </a:lnTo>
                <a:lnTo>
                  <a:pt x="1926212" y="207776"/>
                </a:lnTo>
                <a:lnTo>
                  <a:pt x="1929161" y="215005"/>
                </a:lnTo>
                <a:lnTo>
                  <a:pt x="1929108" y="214860"/>
                </a:lnTo>
                <a:lnTo>
                  <a:pt x="1931932" y="222292"/>
                </a:lnTo>
                <a:lnTo>
                  <a:pt x="1931879" y="222135"/>
                </a:lnTo>
                <a:lnTo>
                  <a:pt x="1934500" y="229595"/>
                </a:lnTo>
                <a:lnTo>
                  <a:pt x="1936934" y="237091"/>
                </a:lnTo>
                <a:lnTo>
                  <a:pt x="1936895" y="236933"/>
                </a:lnTo>
                <a:lnTo>
                  <a:pt x="1939167" y="244615"/>
                </a:lnTo>
                <a:lnTo>
                  <a:pt x="1939127" y="244457"/>
                </a:lnTo>
                <a:lnTo>
                  <a:pt x="1940637" y="250025"/>
                </a:lnTo>
                <a:lnTo>
                  <a:pt x="1953309" y="246598"/>
                </a:lnTo>
                <a:lnTo>
                  <a:pt x="1951785" y="240951"/>
                </a:lnTo>
                <a:close/>
                <a:moveTo>
                  <a:pt x="1963406" y="306251"/>
                </a:moveTo>
                <a:lnTo>
                  <a:pt x="1962658" y="297861"/>
                </a:lnTo>
                <a:lnTo>
                  <a:pt x="1961699" y="289523"/>
                </a:lnTo>
                <a:lnTo>
                  <a:pt x="1961213" y="286003"/>
                </a:lnTo>
                <a:lnTo>
                  <a:pt x="1948201" y="287829"/>
                </a:lnTo>
                <a:lnTo>
                  <a:pt x="1948687" y="291256"/>
                </a:lnTo>
                <a:lnTo>
                  <a:pt x="1948673" y="291098"/>
                </a:lnTo>
                <a:lnTo>
                  <a:pt x="1949606" y="299266"/>
                </a:lnTo>
                <a:lnTo>
                  <a:pt x="1949579" y="299108"/>
                </a:lnTo>
                <a:lnTo>
                  <a:pt x="1950304" y="307207"/>
                </a:lnTo>
                <a:lnTo>
                  <a:pt x="1950827" y="315456"/>
                </a:lnTo>
                <a:lnTo>
                  <a:pt x="1950814" y="315285"/>
                </a:lnTo>
                <a:lnTo>
                  <a:pt x="1951129" y="323623"/>
                </a:lnTo>
                <a:lnTo>
                  <a:pt x="1951129" y="323466"/>
                </a:lnTo>
                <a:lnTo>
                  <a:pt x="1951234" y="331856"/>
                </a:lnTo>
                <a:lnTo>
                  <a:pt x="1951234" y="391812"/>
                </a:lnTo>
                <a:lnTo>
                  <a:pt x="1964365" y="391812"/>
                </a:lnTo>
                <a:lnTo>
                  <a:pt x="1964365" y="331725"/>
                </a:lnTo>
                <a:lnTo>
                  <a:pt x="1964260" y="323216"/>
                </a:lnTo>
                <a:lnTo>
                  <a:pt x="1963932" y="314708"/>
                </a:lnTo>
                <a:lnTo>
                  <a:pt x="1963406" y="306251"/>
                </a:lnTo>
                <a:close/>
                <a:moveTo>
                  <a:pt x="1964365" y="536252"/>
                </a:moveTo>
                <a:lnTo>
                  <a:pt x="1964365" y="431205"/>
                </a:lnTo>
                <a:lnTo>
                  <a:pt x="1951234" y="431205"/>
                </a:lnTo>
                <a:lnTo>
                  <a:pt x="1951234" y="536252"/>
                </a:lnTo>
                <a:lnTo>
                  <a:pt x="1964365" y="536252"/>
                </a:lnTo>
                <a:close/>
                <a:moveTo>
                  <a:pt x="1964365" y="680691"/>
                </a:moveTo>
                <a:lnTo>
                  <a:pt x="1964365" y="575644"/>
                </a:lnTo>
                <a:lnTo>
                  <a:pt x="1951234" y="575644"/>
                </a:lnTo>
                <a:lnTo>
                  <a:pt x="1951234" y="680691"/>
                </a:lnTo>
                <a:lnTo>
                  <a:pt x="1964365" y="680691"/>
                </a:lnTo>
                <a:close/>
                <a:moveTo>
                  <a:pt x="1964365" y="825131"/>
                </a:moveTo>
                <a:lnTo>
                  <a:pt x="1964365" y="720084"/>
                </a:lnTo>
                <a:lnTo>
                  <a:pt x="1951234" y="720084"/>
                </a:lnTo>
                <a:lnTo>
                  <a:pt x="1951234" y="825131"/>
                </a:lnTo>
                <a:lnTo>
                  <a:pt x="1964365" y="825131"/>
                </a:lnTo>
                <a:close/>
                <a:moveTo>
                  <a:pt x="1964365" y="969570"/>
                </a:moveTo>
                <a:lnTo>
                  <a:pt x="1964365" y="864523"/>
                </a:lnTo>
                <a:lnTo>
                  <a:pt x="1951234" y="864523"/>
                </a:lnTo>
                <a:lnTo>
                  <a:pt x="1951234" y="969570"/>
                </a:lnTo>
                <a:lnTo>
                  <a:pt x="1964365" y="969570"/>
                </a:lnTo>
                <a:close/>
                <a:moveTo>
                  <a:pt x="1964365" y="1114010"/>
                </a:moveTo>
                <a:lnTo>
                  <a:pt x="1964365" y="1008963"/>
                </a:lnTo>
                <a:lnTo>
                  <a:pt x="1951234" y="1008963"/>
                </a:lnTo>
                <a:lnTo>
                  <a:pt x="1951234" y="1114010"/>
                </a:lnTo>
                <a:lnTo>
                  <a:pt x="1964365" y="1114010"/>
                </a:lnTo>
                <a:close/>
                <a:moveTo>
                  <a:pt x="1964365" y="1258449"/>
                </a:moveTo>
                <a:lnTo>
                  <a:pt x="1964365" y="1153402"/>
                </a:lnTo>
                <a:lnTo>
                  <a:pt x="1951234" y="1153402"/>
                </a:lnTo>
                <a:lnTo>
                  <a:pt x="1951234" y="1258449"/>
                </a:lnTo>
                <a:lnTo>
                  <a:pt x="1964365" y="1258449"/>
                </a:lnTo>
                <a:close/>
                <a:moveTo>
                  <a:pt x="1951234" y="1402889"/>
                </a:moveTo>
                <a:lnTo>
                  <a:pt x="1964365" y="1402889"/>
                </a:lnTo>
                <a:lnTo>
                  <a:pt x="1964365" y="1297842"/>
                </a:lnTo>
                <a:lnTo>
                  <a:pt x="1951234" y="1297842"/>
                </a:lnTo>
                <a:lnTo>
                  <a:pt x="1951234" y="1402889"/>
                </a:lnTo>
                <a:close/>
                <a:moveTo>
                  <a:pt x="1964365" y="1547328"/>
                </a:moveTo>
                <a:lnTo>
                  <a:pt x="1964365" y="1442282"/>
                </a:lnTo>
                <a:lnTo>
                  <a:pt x="1951234" y="1442282"/>
                </a:lnTo>
                <a:lnTo>
                  <a:pt x="1951234" y="1547328"/>
                </a:lnTo>
                <a:lnTo>
                  <a:pt x="1964365" y="1547328"/>
                </a:lnTo>
                <a:close/>
                <a:moveTo>
                  <a:pt x="1964365" y="1691768"/>
                </a:moveTo>
                <a:lnTo>
                  <a:pt x="1964365" y="1586721"/>
                </a:lnTo>
                <a:lnTo>
                  <a:pt x="1951234" y="1586721"/>
                </a:lnTo>
                <a:lnTo>
                  <a:pt x="1951234" y="1691768"/>
                </a:lnTo>
                <a:lnTo>
                  <a:pt x="1964365" y="1691768"/>
                </a:lnTo>
                <a:close/>
                <a:moveTo>
                  <a:pt x="1964365" y="1836208"/>
                </a:moveTo>
                <a:lnTo>
                  <a:pt x="1964365" y="1731161"/>
                </a:lnTo>
                <a:lnTo>
                  <a:pt x="1951234" y="1731161"/>
                </a:lnTo>
                <a:lnTo>
                  <a:pt x="1951234" y="1836208"/>
                </a:lnTo>
                <a:lnTo>
                  <a:pt x="1964365" y="1836208"/>
                </a:lnTo>
                <a:close/>
                <a:moveTo>
                  <a:pt x="1964365" y="1980647"/>
                </a:moveTo>
                <a:lnTo>
                  <a:pt x="1964365" y="1875600"/>
                </a:lnTo>
                <a:lnTo>
                  <a:pt x="1951234" y="1875600"/>
                </a:lnTo>
                <a:lnTo>
                  <a:pt x="1951234" y="1980647"/>
                </a:lnTo>
                <a:lnTo>
                  <a:pt x="1964365" y="1980647"/>
                </a:lnTo>
                <a:close/>
                <a:moveTo>
                  <a:pt x="1964365" y="2125087"/>
                </a:moveTo>
                <a:lnTo>
                  <a:pt x="1964365" y="2020040"/>
                </a:lnTo>
                <a:lnTo>
                  <a:pt x="1951234" y="2020040"/>
                </a:lnTo>
                <a:lnTo>
                  <a:pt x="1951234" y="2125087"/>
                </a:lnTo>
                <a:lnTo>
                  <a:pt x="1964365" y="2125087"/>
                </a:lnTo>
                <a:close/>
                <a:moveTo>
                  <a:pt x="1964365" y="2269526"/>
                </a:moveTo>
                <a:lnTo>
                  <a:pt x="1964365" y="2164479"/>
                </a:lnTo>
                <a:lnTo>
                  <a:pt x="1951234" y="2164479"/>
                </a:lnTo>
                <a:lnTo>
                  <a:pt x="1951234" y="2269526"/>
                </a:lnTo>
                <a:lnTo>
                  <a:pt x="1964365" y="2269526"/>
                </a:lnTo>
                <a:close/>
                <a:moveTo>
                  <a:pt x="1951234" y="2413966"/>
                </a:moveTo>
                <a:lnTo>
                  <a:pt x="1964365" y="2413966"/>
                </a:lnTo>
                <a:lnTo>
                  <a:pt x="1964365" y="2308919"/>
                </a:lnTo>
                <a:lnTo>
                  <a:pt x="1951234" y="2308919"/>
                </a:lnTo>
                <a:lnTo>
                  <a:pt x="1951234" y="2413966"/>
                </a:lnTo>
                <a:close/>
                <a:moveTo>
                  <a:pt x="1964365" y="2558405"/>
                </a:moveTo>
                <a:lnTo>
                  <a:pt x="1964365" y="2453358"/>
                </a:lnTo>
                <a:lnTo>
                  <a:pt x="1951234" y="2453358"/>
                </a:lnTo>
                <a:lnTo>
                  <a:pt x="1951234" y="2558405"/>
                </a:lnTo>
                <a:lnTo>
                  <a:pt x="1964365" y="2558405"/>
                </a:lnTo>
                <a:close/>
                <a:moveTo>
                  <a:pt x="1964365" y="2597798"/>
                </a:moveTo>
                <a:lnTo>
                  <a:pt x="1951234" y="2597798"/>
                </a:lnTo>
                <a:lnTo>
                  <a:pt x="1951234" y="2676150"/>
                </a:lnTo>
                <a:lnTo>
                  <a:pt x="1951129" y="2684540"/>
                </a:lnTo>
                <a:lnTo>
                  <a:pt x="1951129" y="2684370"/>
                </a:lnTo>
                <a:lnTo>
                  <a:pt x="1950814" y="2692721"/>
                </a:lnTo>
                <a:lnTo>
                  <a:pt x="1950827" y="2692550"/>
                </a:lnTo>
                <a:lnTo>
                  <a:pt x="1950305" y="2700787"/>
                </a:lnTo>
                <a:lnTo>
                  <a:pt x="1950170" y="2702241"/>
                </a:lnTo>
                <a:lnTo>
                  <a:pt x="1963249" y="2703396"/>
                </a:lnTo>
                <a:lnTo>
                  <a:pt x="1963406" y="2701755"/>
                </a:lnTo>
                <a:lnTo>
                  <a:pt x="1963932" y="2693299"/>
                </a:lnTo>
                <a:lnTo>
                  <a:pt x="1964260" y="2684790"/>
                </a:lnTo>
                <a:lnTo>
                  <a:pt x="1964365" y="2676268"/>
                </a:lnTo>
                <a:lnTo>
                  <a:pt x="1964365" y="2597798"/>
                </a:lnTo>
                <a:close/>
                <a:moveTo>
                  <a:pt x="1908979" y="2834902"/>
                </a:moveTo>
                <a:lnTo>
                  <a:pt x="1909071" y="2834771"/>
                </a:lnTo>
                <a:lnTo>
                  <a:pt x="1908230" y="2836163"/>
                </a:lnTo>
                <a:lnTo>
                  <a:pt x="1919536" y="2842846"/>
                </a:lnTo>
                <a:lnTo>
                  <a:pt x="1920403" y="2841376"/>
                </a:lnTo>
                <a:lnTo>
                  <a:pt x="1924316" y="2834377"/>
                </a:lnTo>
                <a:lnTo>
                  <a:pt x="1928071" y="2827273"/>
                </a:lnTo>
                <a:lnTo>
                  <a:pt x="1931643" y="2820077"/>
                </a:lnTo>
                <a:lnTo>
                  <a:pt x="1935057" y="2812777"/>
                </a:lnTo>
                <a:lnTo>
                  <a:pt x="1938287" y="2805371"/>
                </a:lnTo>
                <a:lnTo>
                  <a:pt x="1941360" y="2797886"/>
                </a:lnTo>
                <a:lnTo>
                  <a:pt x="1944235" y="2790310"/>
                </a:lnTo>
                <a:lnTo>
                  <a:pt x="1946940" y="2782641"/>
                </a:lnTo>
                <a:lnTo>
                  <a:pt x="1949448" y="2774894"/>
                </a:lnTo>
                <a:lnTo>
                  <a:pt x="1951785" y="2767055"/>
                </a:lnTo>
                <a:lnTo>
                  <a:pt x="1953926" y="2759137"/>
                </a:lnTo>
                <a:lnTo>
                  <a:pt x="1955869" y="2751153"/>
                </a:lnTo>
                <a:lnTo>
                  <a:pt x="1957602" y="2743196"/>
                </a:lnTo>
                <a:lnTo>
                  <a:pt x="1944774" y="2740399"/>
                </a:lnTo>
                <a:lnTo>
                  <a:pt x="1943067" y="2748278"/>
                </a:lnTo>
                <a:lnTo>
                  <a:pt x="1943093" y="2748120"/>
                </a:lnTo>
                <a:lnTo>
                  <a:pt x="1941218" y="2755827"/>
                </a:lnTo>
                <a:lnTo>
                  <a:pt x="1939127" y="2763549"/>
                </a:lnTo>
                <a:lnTo>
                  <a:pt x="1939167" y="2763391"/>
                </a:lnTo>
                <a:lnTo>
                  <a:pt x="1936895" y="2771073"/>
                </a:lnTo>
                <a:lnTo>
                  <a:pt x="1936934" y="2770915"/>
                </a:lnTo>
                <a:lnTo>
                  <a:pt x="1934466" y="2778505"/>
                </a:lnTo>
                <a:lnTo>
                  <a:pt x="1934518" y="2778361"/>
                </a:lnTo>
                <a:lnTo>
                  <a:pt x="1931879" y="2785871"/>
                </a:lnTo>
                <a:lnTo>
                  <a:pt x="1931932" y="2785714"/>
                </a:lnTo>
                <a:lnTo>
                  <a:pt x="1929108" y="2793146"/>
                </a:lnTo>
                <a:lnTo>
                  <a:pt x="1929161" y="2792988"/>
                </a:lnTo>
                <a:lnTo>
                  <a:pt x="1926167" y="2800328"/>
                </a:lnTo>
                <a:lnTo>
                  <a:pt x="1926233" y="2800184"/>
                </a:lnTo>
                <a:lnTo>
                  <a:pt x="1923081" y="2807372"/>
                </a:lnTo>
                <a:lnTo>
                  <a:pt x="1919786" y="2814444"/>
                </a:lnTo>
                <a:lnTo>
                  <a:pt x="1919851" y="2814300"/>
                </a:lnTo>
                <a:lnTo>
                  <a:pt x="1916345" y="2821364"/>
                </a:lnTo>
                <a:lnTo>
                  <a:pt x="1916424" y="2821220"/>
                </a:lnTo>
                <a:lnTo>
                  <a:pt x="1912747" y="2828179"/>
                </a:lnTo>
                <a:lnTo>
                  <a:pt x="1912826" y="2828048"/>
                </a:lnTo>
                <a:lnTo>
                  <a:pt x="1908979" y="283490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Text Hierarchical">
            <a:extLst xmlns:a="http://schemas.openxmlformats.org/drawingml/2006/main">
              <a:ext uri="{FF2B5EF4-FFF2-40B4-BE49-F238E27FC236}">
                <a16:creationId xmlns:a16="http://schemas.microsoft.com/office/drawing/2014/main" id="{FFEB08C3-8CAB-4686-9DB7-996982CBB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548" y="2070240"/>
            <a:ext cx="1159775" cy="167342"/>
          </a:xfrm>
          <a:custGeom xmlns:a="http://schemas.openxmlformats.org/drawingml/2006/main">
            <a:pathLst>
              <a:path w="1159775" h="167342">
                <a:moveTo>
                  <a:pt x="44547" y="80093"/>
                </a:moveTo>
                <a:lnTo>
                  <a:pt x="117255" y="80093"/>
                </a:lnTo>
                <a:lnTo>
                  <a:pt x="117255" y="35315"/>
                </a:lnTo>
                <a:cubicBezTo>
                  <a:pt x="117255" y="27393"/>
                  <a:pt x="116754" y="22174"/>
                  <a:pt x="115754" y="19659"/>
                </a:cubicBezTo>
                <a:cubicBezTo>
                  <a:pt x="114985" y="17755"/>
                  <a:pt x="113369" y="16116"/>
                  <a:pt x="110907" y="14743"/>
                </a:cubicBezTo>
                <a:cubicBezTo>
                  <a:pt x="107599" y="12916"/>
                  <a:pt x="104098" y="12002"/>
                  <a:pt x="100405" y="12002"/>
                </a:cubicBezTo>
                <a:lnTo>
                  <a:pt x="94865" y="12002"/>
                </a:lnTo>
                <a:lnTo>
                  <a:pt x="94865" y="7617"/>
                </a:lnTo>
                <a:lnTo>
                  <a:pt x="161802" y="7617"/>
                </a:lnTo>
                <a:lnTo>
                  <a:pt x="161802" y="12002"/>
                </a:lnTo>
                <a:lnTo>
                  <a:pt x="156262" y="12002"/>
                </a:lnTo>
                <a:cubicBezTo>
                  <a:pt x="152569" y="12002"/>
                  <a:pt x="149069" y="12879"/>
                  <a:pt x="145760" y="14632"/>
                </a:cubicBezTo>
                <a:cubicBezTo>
                  <a:pt x="143298" y="15851"/>
                  <a:pt x="141625" y="17698"/>
                  <a:pt x="140740" y="20175"/>
                </a:cubicBezTo>
                <a:cubicBezTo>
                  <a:pt x="139855" y="22649"/>
                  <a:pt x="139413" y="27696"/>
                  <a:pt x="139413" y="35315"/>
                </a:cubicBezTo>
                <a:lnTo>
                  <a:pt x="139413" y="136412"/>
                </a:lnTo>
                <a:cubicBezTo>
                  <a:pt x="139413" y="144299"/>
                  <a:pt x="139913" y="149505"/>
                  <a:pt x="140913" y="152032"/>
                </a:cubicBezTo>
                <a:cubicBezTo>
                  <a:pt x="141683" y="153946"/>
                  <a:pt x="143260" y="155592"/>
                  <a:pt x="145645" y="156969"/>
                </a:cubicBezTo>
                <a:cubicBezTo>
                  <a:pt x="149030" y="158806"/>
                  <a:pt x="152569" y="159725"/>
                  <a:pt x="156262" y="159725"/>
                </a:cubicBezTo>
                <a:lnTo>
                  <a:pt x="161802" y="159725"/>
                </a:lnTo>
                <a:lnTo>
                  <a:pt x="161802" y="164110"/>
                </a:lnTo>
                <a:lnTo>
                  <a:pt x="94865" y="164110"/>
                </a:lnTo>
                <a:lnTo>
                  <a:pt x="94865" y="159725"/>
                </a:lnTo>
                <a:lnTo>
                  <a:pt x="100405" y="159725"/>
                </a:lnTo>
                <a:cubicBezTo>
                  <a:pt x="106791" y="159725"/>
                  <a:pt x="111446" y="157849"/>
                  <a:pt x="114369" y="154099"/>
                </a:cubicBezTo>
                <a:cubicBezTo>
                  <a:pt x="116293" y="151649"/>
                  <a:pt x="117255" y="145753"/>
                  <a:pt x="117255" y="136412"/>
                </a:cubicBezTo>
                <a:lnTo>
                  <a:pt x="117255" y="88633"/>
                </a:lnTo>
                <a:lnTo>
                  <a:pt x="44547" y="88633"/>
                </a:lnTo>
                <a:lnTo>
                  <a:pt x="44547" y="136412"/>
                </a:lnTo>
                <a:cubicBezTo>
                  <a:pt x="44547" y="144299"/>
                  <a:pt x="45048" y="149505"/>
                  <a:pt x="46048" y="152032"/>
                </a:cubicBezTo>
                <a:cubicBezTo>
                  <a:pt x="46817" y="153946"/>
                  <a:pt x="48433" y="155592"/>
                  <a:pt x="50895" y="156969"/>
                </a:cubicBezTo>
                <a:cubicBezTo>
                  <a:pt x="54203" y="158806"/>
                  <a:pt x="57704" y="159725"/>
                  <a:pt x="61397" y="159725"/>
                </a:cubicBezTo>
                <a:lnTo>
                  <a:pt x="67052" y="159725"/>
                </a:lnTo>
                <a:lnTo>
                  <a:pt x="67052" y="164110"/>
                </a:lnTo>
                <a:lnTo>
                  <a:pt x="0" y="164110"/>
                </a:lnTo>
                <a:lnTo>
                  <a:pt x="0" y="159725"/>
                </a:lnTo>
                <a:lnTo>
                  <a:pt x="5540" y="159725"/>
                </a:lnTo>
                <a:cubicBezTo>
                  <a:pt x="12002" y="159725"/>
                  <a:pt x="16696" y="157849"/>
                  <a:pt x="19619" y="154099"/>
                </a:cubicBezTo>
                <a:cubicBezTo>
                  <a:pt x="21466" y="151649"/>
                  <a:pt x="22389" y="145753"/>
                  <a:pt x="22389" y="136412"/>
                </a:cubicBezTo>
                <a:lnTo>
                  <a:pt x="22389" y="35315"/>
                </a:lnTo>
                <a:cubicBezTo>
                  <a:pt x="22389" y="27393"/>
                  <a:pt x="21889" y="22174"/>
                  <a:pt x="20889" y="19659"/>
                </a:cubicBezTo>
                <a:cubicBezTo>
                  <a:pt x="20119" y="17755"/>
                  <a:pt x="18542" y="16116"/>
                  <a:pt x="16157" y="14743"/>
                </a:cubicBezTo>
                <a:cubicBezTo>
                  <a:pt x="12772" y="12916"/>
                  <a:pt x="9233" y="12002"/>
                  <a:pt x="5540" y="12002"/>
                </a:cubicBezTo>
                <a:lnTo>
                  <a:pt x="0" y="12002"/>
                </a:lnTo>
                <a:lnTo>
                  <a:pt x="0" y="7617"/>
                </a:lnTo>
                <a:lnTo>
                  <a:pt x="67052" y="7617"/>
                </a:lnTo>
                <a:lnTo>
                  <a:pt x="67052" y="12002"/>
                </a:lnTo>
                <a:lnTo>
                  <a:pt x="61397" y="12002"/>
                </a:lnTo>
                <a:cubicBezTo>
                  <a:pt x="57704" y="12002"/>
                  <a:pt x="54203" y="12879"/>
                  <a:pt x="50895" y="14632"/>
                </a:cubicBezTo>
                <a:cubicBezTo>
                  <a:pt x="48510" y="15851"/>
                  <a:pt x="46856" y="17698"/>
                  <a:pt x="45932" y="20175"/>
                </a:cubicBezTo>
                <a:cubicBezTo>
                  <a:pt x="45009" y="22649"/>
                  <a:pt x="44547" y="27696"/>
                  <a:pt x="44547" y="35315"/>
                </a:cubicBezTo>
                <a:lnTo>
                  <a:pt x="44547" y="80093"/>
                </a:lnTo>
                <a:close/>
                <a:moveTo>
                  <a:pt x="200939" y="0"/>
                </a:moveTo>
                <a:cubicBezTo>
                  <a:pt x="204171" y="0"/>
                  <a:pt x="206921" y="1141"/>
                  <a:pt x="209191" y="3423"/>
                </a:cubicBezTo>
                <a:cubicBezTo>
                  <a:pt x="211460" y="5702"/>
                  <a:pt x="212595" y="8466"/>
                  <a:pt x="212595" y="11714"/>
                </a:cubicBezTo>
                <a:cubicBezTo>
                  <a:pt x="212595" y="14962"/>
                  <a:pt x="211460" y="17746"/>
                  <a:pt x="209191" y="20067"/>
                </a:cubicBezTo>
                <a:cubicBezTo>
                  <a:pt x="206921" y="22384"/>
                  <a:pt x="204171" y="23543"/>
                  <a:pt x="200939" y="23543"/>
                </a:cubicBezTo>
                <a:cubicBezTo>
                  <a:pt x="197708" y="23543"/>
                  <a:pt x="194938" y="22384"/>
                  <a:pt x="192630" y="20067"/>
                </a:cubicBezTo>
                <a:cubicBezTo>
                  <a:pt x="190322" y="17746"/>
                  <a:pt x="189167" y="14962"/>
                  <a:pt x="189167" y="11714"/>
                </a:cubicBezTo>
                <a:cubicBezTo>
                  <a:pt x="189167" y="8466"/>
                  <a:pt x="190302" y="5702"/>
                  <a:pt x="192572" y="3423"/>
                </a:cubicBezTo>
                <a:cubicBezTo>
                  <a:pt x="194842" y="1141"/>
                  <a:pt x="197631" y="0"/>
                  <a:pt x="200939" y="0"/>
                </a:cubicBezTo>
                <a:moveTo>
                  <a:pt x="210518" y="55396"/>
                </a:moveTo>
                <a:lnTo>
                  <a:pt x="210518" y="140105"/>
                </a:lnTo>
                <a:cubicBezTo>
                  <a:pt x="210518" y="146761"/>
                  <a:pt x="210999" y="151192"/>
                  <a:pt x="211961" y="153399"/>
                </a:cubicBezTo>
                <a:cubicBezTo>
                  <a:pt x="212922" y="155604"/>
                  <a:pt x="214346" y="157248"/>
                  <a:pt x="216231" y="158333"/>
                </a:cubicBezTo>
                <a:cubicBezTo>
                  <a:pt x="218116" y="159415"/>
                  <a:pt x="221559" y="159956"/>
                  <a:pt x="226560" y="159956"/>
                </a:cubicBezTo>
                <a:lnTo>
                  <a:pt x="226560" y="164110"/>
                </a:lnTo>
                <a:lnTo>
                  <a:pt x="175203" y="164110"/>
                </a:lnTo>
                <a:lnTo>
                  <a:pt x="175203" y="159956"/>
                </a:lnTo>
                <a:cubicBezTo>
                  <a:pt x="180358" y="159956"/>
                  <a:pt x="183820" y="159453"/>
                  <a:pt x="185590" y="158448"/>
                </a:cubicBezTo>
                <a:cubicBezTo>
                  <a:pt x="187359" y="157441"/>
                  <a:pt x="188764" y="155777"/>
                  <a:pt x="189802" y="153457"/>
                </a:cubicBezTo>
                <a:cubicBezTo>
                  <a:pt x="190841" y="151134"/>
                  <a:pt x="191360" y="146684"/>
                  <a:pt x="191360" y="140105"/>
                </a:cubicBezTo>
                <a:lnTo>
                  <a:pt x="191360" y="99713"/>
                </a:lnTo>
                <a:cubicBezTo>
                  <a:pt x="191360" y="88201"/>
                  <a:pt x="191014" y="80745"/>
                  <a:pt x="190322" y="77345"/>
                </a:cubicBezTo>
                <a:cubicBezTo>
                  <a:pt x="189783" y="74871"/>
                  <a:pt x="188937" y="73153"/>
                  <a:pt x="187783" y="72191"/>
                </a:cubicBezTo>
                <a:cubicBezTo>
                  <a:pt x="186629" y="71227"/>
                  <a:pt x="185051" y="70745"/>
                  <a:pt x="183051" y="70745"/>
                </a:cubicBezTo>
                <a:cubicBezTo>
                  <a:pt x="180897" y="70745"/>
                  <a:pt x="178281" y="71322"/>
                  <a:pt x="175203" y="72476"/>
                </a:cubicBezTo>
                <a:lnTo>
                  <a:pt x="173587" y="68322"/>
                </a:lnTo>
                <a:lnTo>
                  <a:pt x="205440" y="55396"/>
                </a:lnTo>
                <a:lnTo>
                  <a:pt x="210518" y="55396"/>
                </a:lnTo>
                <a:close/>
                <a:moveTo>
                  <a:pt x="257476" y="98328"/>
                </a:moveTo>
                <a:cubicBezTo>
                  <a:pt x="257399" y="113951"/>
                  <a:pt x="261208" y="126205"/>
                  <a:pt x="268901" y="135089"/>
                </a:cubicBezTo>
                <a:cubicBezTo>
                  <a:pt x="276595" y="143973"/>
                  <a:pt x="285636" y="148415"/>
                  <a:pt x="296022" y="148415"/>
                </a:cubicBezTo>
                <a:cubicBezTo>
                  <a:pt x="302947" y="148415"/>
                  <a:pt x="308967" y="146502"/>
                  <a:pt x="314084" y="142677"/>
                </a:cubicBezTo>
                <a:cubicBezTo>
                  <a:pt x="319200" y="138851"/>
                  <a:pt x="323489" y="132301"/>
                  <a:pt x="326952" y="123025"/>
                </a:cubicBezTo>
                <a:lnTo>
                  <a:pt x="330529" y="125344"/>
                </a:lnTo>
                <a:cubicBezTo>
                  <a:pt x="328914" y="135940"/>
                  <a:pt x="324220" y="145588"/>
                  <a:pt x="316450" y="154290"/>
                </a:cubicBezTo>
                <a:cubicBezTo>
                  <a:pt x="308679" y="162991"/>
                  <a:pt x="298946" y="167342"/>
                  <a:pt x="287251" y="167342"/>
                </a:cubicBezTo>
                <a:cubicBezTo>
                  <a:pt x="274556" y="167342"/>
                  <a:pt x="263689" y="162409"/>
                  <a:pt x="254649" y="152544"/>
                </a:cubicBezTo>
                <a:cubicBezTo>
                  <a:pt x="245608" y="142677"/>
                  <a:pt x="241088" y="129412"/>
                  <a:pt x="241088" y="112750"/>
                </a:cubicBezTo>
                <a:cubicBezTo>
                  <a:pt x="241088" y="94708"/>
                  <a:pt x="245724" y="80639"/>
                  <a:pt x="254995" y="70543"/>
                </a:cubicBezTo>
                <a:cubicBezTo>
                  <a:pt x="264266" y="60445"/>
                  <a:pt x="275903" y="55396"/>
                  <a:pt x="289906" y="55396"/>
                </a:cubicBezTo>
                <a:cubicBezTo>
                  <a:pt x="301754" y="55396"/>
                  <a:pt x="311487" y="59291"/>
                  <a:pt x="319104" y="67081"/>
                </a:cubicBezTo>
                <a:cubicBezTo>
                  <a:pt x="326721" y="74869"/>
                  <a:pt x="330529" y="85284"/>
                  <a:pt x="330529" y="98328"/>
                </a:cubicBezTo>
                <a:lnTo>
                  <a:pt x="257476" y="98328"/>
                </a:lnTo>
                <a:moveTo>
                  <a:pt x="257476" y="91634"/>
                </a:moveTo>
                <a:lnTo>
                  <a:pt x="306409" y="91634"/>
                </a:lnTo>
                <a:cubicBezTo>
                  <a:pt x="306024" y="84919"/>
                  <a:pt x="305217" y="80188"/>
                  <a:pt x="303986" y="77442"/>
                </a:cubicBezTo>
                <a:cubicBezTo>
                  <a:pt x="302062" y="73167"/>
                  <a:pt x="299196" y="69810"/>
                  <a:pt x="295388" y="67369"/>
                </a:cubicBezTo>
                <a:cubicBezTo>
                  <a:pt x="291579" y="64927"/>
                  <a:pt x="287598" y="63705"/>
                  <a:pt x="283443" y="63705"/>
                </a:cubicBezTo>
                <a:cubicBezTo>
                  <a:pt x="277057" y="63705"/>
                  <a:pt x="271344" y="66166"/>
                  <a:pt x="266305" y="71088"/>
                </a:cubicBezTo>
                <a:cubicBezTo>
                  <a:pt x="261265" y="76009"/>
                  <a:pt x="258322" y="82858"/>
                  <a:pt x="257476" y="91634"/>
                </a:cubicBezTo>
                <a:close/>
                <a:moveTo>
                  <a:pt x="375680" y="55396"/>
                </a:moveTo>
                <a:lnTo>
                  <a:pt x="375680" y="79170"/>
                </a:lnTo>
                <a:cubicBezTo>
                  <a:pt x="384528" y="63321"/>
                  <a:pt x="393607" y="55396"/>
                  <a:pt x="402917" y="55396"/>
                </a:cubicBezTo>
                <a:cubicBezTo>
                  <a:pt x="407148" y="55396"/>
                  <a:pt x="410649" y="56685"/>
                  <a:pt x="413419" y="59262"/>
                </a:cubicBezTo>
                <a:cubicBezTo>
                  <a:pt x="416189" y="61839"/>
                  <a:pt x="417573" y="64821"/>
                  <a:pt x="417573" y="68206"/>
                </a:cubicBezTo>
                <a:cubicBezTo>
                  <a:pt x="417573" y="71207"/>
                  <a:pt x="416573" y="73746"/>
                  <a:pt x="414573" y="75823"/>
                </a:cubicBezTo>
                <a:cubicBezTo>
                  <a:pt x="412572" y="77900"/>
                  <a:pt x="410187" y="78939"/>
                  <a:pt x="407417" y="78939"/>
                </a:cubicBezTo>
                <a:cubicBezTo>
                  <a:pt x="404725" y="78939"/>
                  <a:pt x="401705" y="77631"/>
                  <a:pt x="398358" y="75015"/>
                </a:cubicBezTo>
                <a:cubicBezTo>
                  <a:pt x="395011" y="72399"/>
                  <a:pt x="392530" y="71091"/>
                  <a:pt x="390914" y="71091"/>
                </a:cubicBezTo>
                <a:cubicBezTo>
                  <a:pt x="389529" y="71091"/>
                  <a:pt x="388029" y="71855"/>
                  <a:pt x="386413" y="73381"/>
                </a:cubicBezTo>
                <a:cubicBezTo>
                  <a:pt x="382951" y="76514"/>
                  <a:pt x="379373" y="81670"/>
                  <a:pt x="375680" y="88850"/>
                </a:cubicBezTo>
                <a:lnTo>
                  <a:pt x="375680" y="139413"/>
                </a:lnTo>
                <a:cubicBezTo>
                  <a:pt x="375680" y="145265"/>
                  <a:pt x="376411" y="149691"/>
                  <a:pt x="377873" y="152692"/>
                </a:cubicBezTo>
                <a:cubicBezTo>
                  <a:pt x="378873" y="154772"/>
                  <a:pt x="380643" y="156503"/>
                  <a:pt x="383182" y="157885"/>
                </a:cubicBezTo>
                <a:cubicBezTo>
                  <a:pt x="385721" y="159265"/>
                  <a:pt x="389375" y="159956"/>
                  <a:pt x="394146" y="159956"/>
                </a:cubicBezTo>
                <a:lnTo>
                  <a:pt x="394146" y="164110"/>
                </a:lnTo>
                <a:lnTo>
                  <a:pt x="340019" y="164110"/>
                </a:lnTo>
                <a:lnTo>
                  <a:pt x="340019" y="159956"/>
                </a:lnTo>
                <a:cubicBezTo>
                  <a:pt x="345405" y="159956"/>
                  <a:pt x="349406" y="159100"/>
                  <a:pt x="352022" y="157388"/>
                </a:cubicBezTo>
                <a:cubicBezTo>
                  <a:pt x="353945" y="156142"/>
                  <a:pt x="355292" y="154157"/>
                  <a:pt x="356061" y="151433"/>
                </a:cubicBezTo>
                <a:cubicBezTo>
                  <a:pt x="356446" y="150109"/>
                  <a:pt x="356638" y="146333"/>
                  <a:pt x="356638" y="140105"/>
                </a:cubicBezTo>
                <a:lnTo>
                  <a:pt x="356638" y="99482"/>
                </a:lnTo>
                <a:cubicBezTo>
                  <a:pt x="356638" y="87172"/>
                  <a:pt x="356388" y="79843"/>
                  <a:pt x="355888" y="77496"/>
                </a:cubicBezTo>
                <a:cubicBezTo>
                  <a:pt x="355388" y="75150"/>
                  <a:pt x="354464" y="73438"/>
                  <a:pt x="353118" y="72361"/>
                </a:cubicBezTo>
                <a:cubicBezTo>
                  <a:pt x="351772" y="71284"/>
                  <a:pt x="350098" y="70745"/>
                  <a:pt x="348098" y="70745"/>
                </a:cubicBezTo>
                <a:cubicBezTo>
                  <a:pt x="345713" y="70745"/>
                  <a:pt x="343020" y="71322"/>
                  <a:pt x="340019" y="72476"/>
                </a:cubicBezTo>
                <a:lnTo>
                  <a:pt x="338865" y="68322"/>
                </a:lnTo>
                <a:lnTo>
                  <a:pt x="370833" y="55396"/>
                </a:lnTo>
                <a:lnTo>
                  <a:pt x="375680" y="55396"/>
                </a:lnTo>
                <a:close/>
                <a:moveTo>
                  <a:pt x="483433" y="148999"/>
                </a:moveTo>
                <a:cubicBezTo>
                  <a:pt x="472585" y="157383"/>
                  <a:pt x="465776" y="162228"/>
                  <a:pt x="463006" y="163533"/>
                </a:cubicBezTo>
                <a:cubicBezTo>
                  <a:pt x="458851" y="165457"/>
                  <a:pt x="454427" y="166418"/>
                  <a:pt x="449734" y="166418"/>
                </a:cubicBezTo>
                <a:cubicBezTo>
                  <a:pt x="442425" y="166418"/>
                  <a:pt x="436404" y="163918"/>
                  <a:pt x="431672" y="158917"/>
                </a:cubicBezTo>
                <a:cubicBezTo>
                  <a:pt x="426941" y="153916"/>
                  <a:pt x="424575" y="147338"/>
                  <a:pt x="424575" y="139182"/>
                </a:cubicBezTo>
                <a:cubicBezTo>
                  <a:pt x="424575" y="134027"/>
                  <a:pt x="425729" y="129565"/>
                  <a:pt x="428037" y="125795"/>
                </a:cubicBezTo>
                <a:cubicBezTo>
                  <a:pt x="431192" y="120563"/>
                  <a:pt x="436673" y="115639"/>
                  <a:pt x="444483" y="111023"/>
                </a:cubicBezTo>
                <a:cubicBezTo>
                  <a:pt x="452292" y="106406"/>
                  <a:pt x="465275" y="100790"/>
                  <a:pt x="483433" y="94173"/>
                </a:cubicBezTo>
                <a:lnTo>
                  <a:pt x="483433" y="90033"/>
                </a:lnTo>
                <a:cubicBezTo>
                  <a:pt x="483433" y="79531"/>
                  <a:pt x="481760" y="72325"/>
                  <a:pt x="478413" y="68415"/>
                </a:cubicBezTo>
                <a:cubicBezTo>
                  <a:pt x="475066" y="64506"/>
                  <a:pt x="470200" y="62551"/>
                  <a:pt x="463814" y="62551"/>
                </a:cubicBezTo>
                <a:cubicBezTo>
                  <a:pt x="458966" y="62551"/>
                  <a:pt x="455120" y="63859"/>
                  <a:pt x="452273" y="66475"/>
                </a:cubicBezTo>
                <a:cubicBezTo>
                  <a:pt x="449349" y="69091"/>
                  <a:pt x="447887" y="72092"/>
                  <a:pt x="447887" y="75477"/>
                </a:cubicBezTo>
                <a:lnTo>
                  <a:pt x="448118" y="82171"/>
                </a:lnTo>
                <a:cubicBezTo>
                  <a:pt x="448118" y="85710"/>
                  <a:pt x="447214" y="88441"/>
                  <a:pt x="445406" y="90364"/>
                </a:cubicBezTo>
                <a:cubicBezTo>
                  <a:pt x="443598" y="92288"/>
                  <a:pt x="441232" y="93250"/>
                  <a:pt x="438308" y="93250"/>
                </a:cubicBezTo>
                <a:cubicBezTo>
                  <a:pt x="435462" y="93250"/>
                  <a:pt x="433134" y="92247"/>
                  <a:pt x="431326" y="90242"/>
                </a:cubicBezTo>
                <a:cubicBezTo>
                  <a:pt x="429518" y="88234"/>
                  <a:pt x="428614" y="85495"/>
                  <a:pt x="428614" y="82023"/>
                </a:cubicBezTo>
                <a:cubicBezTo>
                  <a:pt x="428614" y="75384"/>
                  <a:pt x="431999" y="69287"/>
                  <a:pt x="438770" y="63730"/>
                </a:cubicBezTo>
                <a:cubicBezTo>
                  <a:pt x="445541" y="58174"/>
                  <a:pt x="455043" y="55396"/>
                  <a:pt x="467276" y="55396"/>
                </a:cubicBezTo>
                <a:cubicBezTo>
                  <a:pt x="476662" y="55396"/>
                  <a:pt x="484356" y="56971"/>
                  <a:pt x="490357" y="60120"/>
                </a:cubicBezTo>
                <a:cubicBezTo>
                  <a:pt x="494897" y="62503"/>
                  <a:pt x="498244" y="66231"/>
                  <a:pt x="500398" y="71304"/>
                </a:cubicBezTo>
                <a:cubicBezTo>
                  <a:pt x="501783" y="74608"/>
                  <a:pt x="502475" y="81370"/>
                  <a:pt x="502475" y="91591"/>
                </a:cubicBezTo>
                <a:lnTo>
                  <a:pt x="502475" y="127439"/>
                </a:lnTo>
                <a:cubicBezTo>
                  <a:pt x="502475" y="137506"/>
                  <a:pt x="502668" y="143673"/>
                  <a:pt x="503052" y="145941"/>
                </a:cubicBezTo>
                <a:cubicBezTo>
                  <a:pt x="503437" y="148208"/>
                  <a:pt x="504072" y="149726"/>
                  <a:pt x="504957" y="150496"/>
                </a:cubicBezTo>
                <a:cubicBezTo>
                  <a:pt x="505841" y="151263"/>
                  <a:pt x="506861" y="151646"/>
                  <a:pt x="508015" y="151646"/>
                </a:cubicBezTo>
                <a:cubicBezTo>
                  <a:pt x="509246" y="151646"/>
                  <a:pt x="510323" y="151377"/>
                  <a:pt x="511246" y="150838"/>
                </a:cubicBezTo>
                <a:cubicBezTo>
                  <a:pt x="512862" y="149838"/>
                  <a:pt x="515978" y="147030"/>
                  <a:pt x="520594" y="142414"/>
                </a:cubicBezTo>
                <a:lnTo>
                  <a:pt x="520594" y="148876"/>
                </a:lnTo>
                <a:cubicBezTo>
                  <a:pt x="511977" y="160417"/>
                  <a:pt x="503745" y="166188"/>
                  <a:pt x="495897" y="166188"/>
                </a:cubicBezTo>
                <a:cubicBezTo>
                  <a:pt x="492127" y="166188"/>
                  <a:pt x="489126" y="164889"/>
                  <a:pt x="486895" y="162293"/>
                </a:cubicBezTo>
                <a:cubicBezTo>
                  <a:pt x="484664" y="159693"/>
                  <a:pt x="483510" y="155262"/>
                  <a:pt x="483433" y="148999"/>
                </a:cubicBezTo>
                <a:moveTo>
                  <a:pt x="483433" y="141516"/>
                </a:moveTo>
                <a:lnTo>
                  <a:pt x="483433" y="101328"/>
                </a:lnTo>
                <a:cubicBezTo>
                  <a:pt x="471815" y="105935"/>
                  <a:pt x="464314" y="109198"/>
                  <a:pt x="460928" y="111116"/>
                </a:cubicBezTo>
                <a:cubicBezTo>
                  <a:pt x="454850" y="114494"/>
                  <a:pt x="450503" y="118026"/>
                  <a:pt x="447887" y="121712"/>
                </a:cubicBezTo>
                <a:cubicBezTo>
                  <a:pt x="445271" y="125396"/>
                  <a:pt x="443963" y="129425"/>
                  <a:pt x="443963" y="133801"/>
                </a:cubicBezTo>
                <a:cubicBezTo>
                  <a:pt x="443963" y="139329"/>
                  <a:pt x="445618" y="143916"/>
                  <a:pt x="448926" y="147564"/>
                </a:cubicBezTo>
                <a:cubicBezTo>
                  <a:pt x="452234" y="151209"/>
                  <a:pt x="456043" y="153031"/>
                  <a:pt x="460351" y="153031"/>
                </a:cubicBezTo>
                <a:cubicBezTo>
                  <a:pt x="466199" y="153031"/>
                  <a:pt x="473893" y="149193"/>
                  <a:pt x="483433" y="141516"/>
                </a:cubicBezTo>
                <a:close/>
                <a:moveTo>
                  <a:pt x="559511" y="55396"/>
                </a:moveTo>
                <a:lnTo>
                  <a:pt x="559511" y="79170"/>
                </a:lnTo>
                <a:cubicBezTo>
                  <a:pt x="568359" y="63321"/>
                  <a:pt x="577438" y="55396"/>
                  <a:pt x="586748" y="55396"/>
                </a:cubicBezTo>
                <a:cubicBezTo>
                  <a:pt x="590979" y="55396"/>
                  <a:pt x="594480" y="56685"/>
                  <a:pt x="597250" y="59262"/>
                </a:cubicBezTo>
                <a:cubicBezTo>
                  <a:pt x="600019" y="61839"/>
                  <a:pt x="601404" y="64821"/>
                  <a:pt x="601404" y="68206"/>
                </a:cubicBezTo>
                <a:cubicBezTo>
                  <a:pt x="601404" y="71207"/>
                  <a:pt x="600404" y="73746"/>
                  <a:pt x="598404" y="75823"/>
                </a:cubicBezTo>
                <a:cubicBezTo>
                  <a:pt x="596403" y="77900"/>
                  <a:pt x="594018" y="78939"/>
                  <a:pt x="591248" y="78939"/>
                </a:cubicBezTo>
                <a:cubicBezTo>
                  <a:pt x="588556" y="78939"/>
                  <a:pt x="585536" y="77631"/>
                  <a:pt x="582189" y="75015"/>
                </a:cubicBezTo>
                <a:cubicBezTo>
                  <a:pt x="578842" y="72399"/>
                  <a:pt x="576361" y="71091"/>
                  <a:pt x="574745" y="71091"/>
                </a:cubicBezTo>
                <a:cubicBezTo>
                  <a:pt x="573360" y="71091"/>
                  <a:pt x="571860" y="71855"/>
                  <a:pt x="570244" y="73381"/>
                </a:cubicBezTo>
                <a:cubicBezTo>
                  <a:pt x="566782" y="76514"/>
                  <a:pt x="563204" y="81670"/>
                  <a:pt x="559511" y="88850"/>
                </a:cubicBezTo>
                <a:lnTo>
                  <a:pt x="559511" y="139413"/>
                </a:lnTo>
                <a:cubicBezTo>
                  <a:pt x="559511" y="145265"/>
                  <a:pt x="560242" y="149691"/>
                  <a:pt x="561704" y="152692"/>
                </a:cubicBezTo>
                <a:cubicBezTo>
                  <a:pt x="562704" y="154772"/>
                  <a:pt x="564474" y="156503"/>
                  <a:pt x="567013" y="157885"/>
                </a:cubicBezTo>
                <a:cubicBezTo>
                  <a:pt x="569552" y="159265"/>
                  <a:pt x="573206" y="159956"/>
                  <a:pt x="577977" y="159956"/>
                </a:cubicBezTo>
                <a:lnTo>
                  <a:pt x="577977" y="164110"/>
                </a:lnTo>
                <a:lnTo>
                  <a:pt x="523850" y="164110"/>
                </a:lnTo>
                <a:lnTo>
                  <a:pt x="523850" y="159956"/>
                </a:lnTo>
                <a:cubicBezTo>
                  <a:pt x="529236" y="159956"/>
                  <a:pt x="533237" y="159100"/>
                  <a:pt x="535853" y="157388"/>
                </a:cubicBezTo>
                <a:cubicBezTo>
                  <a:pt x="537776" y="156142"/>
                  <a:pt x="539123" y="154157"/>
                  <a:pt x="539892" y="151433"/>
                </a:cubicBezTo>
                <a:cubicBezTo>
                  <a:pt x="540277" y="150109"/>
                  <a:pt x="540469" y="146333"/>
                  <a:pt x="540469" y="140105"/>
                </a:cubicBezTo>
                <a:lnTo>
                  <a:pt x="540469" y="99482"/>
                </a:lnTo>
                <a:cubicBezTo>
                  <a:pt x="540469" y="87172"/>
                  <a:pt x="540219" y="79843"/>
                  <a:pt x="539719" y="77496"/>
                </a:cubicBezTo>
                <a:cubicBezTo>
                  <a:pt x="539219" y="75150"/>
                  <a:pt x="538295" y="73438"/>
                  <a:pt x="536949" y="72361"/>
                </a:cubicBezTo>
                <a:cubicBezTo>
                  <a:pt x="535603" y="71284"/>
                  <a:pt x="533929" y="70745"/>
                  <a:pt x="531929" y="70745"/>
                </a:cubicBezTo>
                <a:cubicBezTo>
                  <a:pt x="529544" y="70745"/>
                  <a:pt x="526851" y="71322"/>
                  <a:pt x="523850" y="72476"/>
                </a:cubicBezTo>
                <a:lnTo>
                  <a:pt x="522696" y="68322"/>
                </a:lnTo>
                <a:lnTo>
                  <a:pt x="554664" y="55396"/>
                </a:lnTo>
                <a:lnTo>
                  <a:pt x="559511" y="55396"/>
                </a:lnTo>
                <a:close/>
                <a:moveTo>
                  <a:pt x="697155" y="123948"/>
                </a:moveTo>
                <a:cubicBezTo>
                  <a:pt x="694308" y="137874"/>
                  <a:pt x="688730" y="148588"/>
                  <a:pt x="680421" y="156089"/>
                </a:cubicBezTo>
                <a:cubicBezTo>
                  <a:pt x="672111" y="163591"/>
                  <a:pt x="662917" y="167342"/>
                  <a:pt x="652838" y="167342"/>
                </a:cubicBezTo>
                <a:cubicBezTo>
                  <a:pt x="640836" y="167342"/>
                  <a:pt x="630372" y="162308"/>
                  <a:pt x="621447" y="152241"/>
                </a:cubicBezTo>
                <a:cubicBezTo>
                  <a:pt x="612522" y="142172"/>
                  <a:pt x="608060" y="128567"/>
                  <a:pt x="608060" y="111426"/>
                </a:cubicBezTo>
                <a:cubicBezTo>
                  <a:pt x="608060" y="94825"/>
                  <a:pt x="613003" y="81336"/>
                  <a:pt x="622890" y="70962"/>
                </a:cubicBezTo>
                <a:cubicBezTo>
                  <a:pt x="632776" y="60584"/>
                  <a:pt x="644644" y="55396"/>
                  <a:pt x="658493" y="55396"/>
                </a:cubicBezTo>
                <a:cubicBezTo>
                  <a:pt x="668880" y="55396"/>
                  <a:pt x="677420" y="58156"/>
                  <a:pt x="684114" y="63676"/>
                </a:cubicBezTo>
                <a:cubicBezTo>
                  <a:pt x="690807" y="69194"/>
                  <a:pt x="694154" y="74925"/>
                  <a:pt x="694154" y="80869"/>
                </a:cubicBezTo>
                <a:cubicBezTo>
                  <a:pt x="694154" y="83802"/>
                  <a:pt x="693212" y="86176"/>
                  <a:pt x="691327" y="87991"/>
                </a:cubicBezTo>
                <a:cubicBezTo>
                  <a:pt x="689442" y="89804"/>
                  <a:pt x="686807" y="90711"/>
                  <a:pt x="683421" y="90711"/>
                </a:cubicBezTo>
                <a:cubicBezTo>
                  <a:pt x="678882" y="90711"/>
                  <a:pt x="675458" y="89237"/>
                  <a:pt x="673150" y="86289"/>
                </a:cubicBezTo>
                <a:cubicBezTo>
                  <a:pt x="671842" y="84659"/>
                  <a:pt x="670977" y="81555"/>
                  <a:pt x="670553" y="76977"/>
                </a:cubicBezTo>
                <a:cubicBezTo>
                  <a:pt x="670130" y="72399"/>
                  <a:pt x="668572" y="68908"/>
                  <a:pt x="665879" y="66504"/>
                </a:cubicBezTo>
                <a:cubicBezTo>
                  <a:pt x="663186" y="64176"/>
                  <a:pt x="659455" y="63013"/>
                  <a:pt x="654685" y="63013"/>
                </a:cubicBezTo>
                <a:cubicBezTo>
                  <a:pt x="646991" y="63013"/>
                  <a:pt x="640797" y="65860"/>
                  <a:pt x="636104" y="71553"/>
                </a:cubicBezTo>
                <a:cubicBezTo>
                  <a:pt x="629872" y="79093"/>
                  <a:pt x="626756" y="89057"/>
                  <a:pt x="626756" y="101444"/>
                </a:cubicBezTo>
                <a:cubicBezTo>
                  <a:pt x="626756" y="114062"/>
                  <a:pt x="629853" y="125198"/>
                  <a:pt x="636046" y="134854"/>
                </a:cubicBezTo>
                <a:cubicBezTo>
                  <a:pt x="642240" y="144510"/>
                  <a:pt x="650607" y="149338"/>
                  <a:pt x="661148" y="149338"/>
                </a:cubicBezTo>
                <a:cubicBezTo>
                  <a:pt x="668688" y="149338"/>
                  <a:pt x="675458" y="146761"/>
                  <a:pt x="681459" y="141606"/>
                </a:cubicBezTo>
                <a:cubicBezTo>
                  <a:pt x="685691" y="138066"/>
                  <a:pt x="689807" y="131642"/>
                  <a:pt x="693808" y="122333"/>
                </a:cubicBezTo>
                <a:lnTo>
                  <a:pt x="697155" y="123948"/>
                </a:lnTo>
                <a:close/>
                <a:moveTo>
                  <a:pt x="743460" y="0"/>
                </a:moveTo>
                <a:lnTo>
                  <a:pt x="743460" y="77536"/>
                </a:lnTo>
                <a:cubicBezTo>
                  <a:pt x="752000" y="68109"/>
                  <a:pt x="758770" y="62062"/>
                  <a:pt x="763771" y="59395"/>
                </a:cubicBezTo>
                <a:cubicBezTo>
                  <a:pt x="768772" y="56729"/>
                  <a:pt x="773773" y="55396"/>
                  <a:pt x="778775" y="55396"/>
                </a:cubicBezTo>
                <a:cubicBezTo>
                  <a:pt x="784776" y="55396"/>
                  <a:pt x="789931" y="57046"/>
                  <a:pt x="794239" y="60348"/>
                </a:cubicBezTo>
                <a:cubicBezTo>
                  <a:pt x="798548" y="63646"/>
                  <a:pt x="801741" y="68825"/>
                  <a:pt x="803818" y="75884"/>
                </a:cubicBezTo>
                <a:cubicBezTo>
                  <a:pt x="805280" y="80794"/>
                  <a:pt x="806011" y="89771"/>
                  <a:pt x="806011" y="102814"/>
                </a:cubicBezTo>
                <a:lnTo>
                  <a:pt x="806011" y="140105"/>
                </a:lnTo>
                <a:cubicBezTo>
                  <a:pt x="806011" y="146837"/>
                  <a:pt x="806549" y="151442"/>
                  <a:pt x="807627" y="153918"/>
                </a:cubicBezTo>
                <a:cubicBezTo>
                  <a:pt x="808396" y="155777"/>
                  <a:pt x="809704" y="157248"/>
                  <a:pt x="811550" y="158333"/>
                </a:cubicBezTo>
                <a:cubicBezTo>
                  <a:pt x="813397" y="159415"/>
                  <a:pt x="816782" y="159956"/>
                  <a:pt x="821706" y="159956"/>
                </a:cubicBezTo>
                <a:lnTo>
                  <a:pt x="821706" y="164110"/>
                </a:lnTo>
                <a:lnTo>
                  <a:pt x="769773" y="164110"/>
                </a:lnTo>
                <a:lnTo>
                  <a:pt x="769773" y="159956"/>
                </a:lnTo>
                <a:lnTo>
                  <a:pt x="772196" y="159956"/>
                </a:lnTo>
                <a:cubicBezTo>
                  <a:pt x="777120" y="159956"/>
                  <a:pt x="780544" y="159202"/>
                  <a:pt x="782468" y="157694"/>
                </a:cubicBezTo>
                <a:cubicBezTo>
                  <a:pt x="784391" y="156184"/>
                  <a:pt x="785737" y="153959"/>
                  <a:pt x="786507" y="151019"/>
                </a:cubicBezTo>
                <a:cubicBezTo>
                  <a:pt x="786738" y="149780"/>
                  <a:pt x="786853" y="146143"/>
                  <a:pt x="786853" y="140105"/>
                </a:cubicBezTo>
                <a:lnTo>
                  <a:pt x="786853" y="102897"/>
                </a:lnTo>
                <a:cubicBezTo>
                  <a:pt x="786853" y="91412"/>
                  <a:pt x="786257" y="83870"/>
                  <a:pt x="785064" y="80274"/>
                </a:cubicBezTo>
                <a:cubicBezTo>
                  <a:pt x="783872" y="76674"/>
                  <a:pt x="781967" y="73975"/>
                  <a:pt x="779352" y="72177"/>
                </a:cubicBezTo>
                <a:cubicBezTo>
                  <a:pt x="776736" y="70376"/>
                  <a:pt x="773581" y="69476"/>
                  <a:pt x="769888" y="69476"/>
                </a:cubicBezTo>
                <a:cubicBezTo>
                  <a:pt x="766118" y="69476"/>
                  <a:pt x="762194" y="70473"/>
                  <a:pt x="758116" y="72469"/>
                </a:cubicBezTo>
                <a:cubicBezTo>
                  <a:pt x="754039" y="74465"/>
                  <a:pt x="749153" y="78494"/>
                  <a:pt x="743460" y="84558"/>
                </a:cubicBezTo>
                <a:lnTo>
                  <a:pt x="743460" y="140105"/>
                </a:lnTo>
                <a:cubicBezTo>
                  <a:pt x="743460" y="147381"/>
                  <a:pt x="743864" y="151908"/>
                  <a:pt x="744671" y="153687"/>
                </a:cubicBezTo>
                <a:cubicBezTo>
                  <a:pt x="745479" y="155467"/>
                  <a:pt x="746980" y="156956"/>
                  <a:pt x="749172" y="158156"/>
                </a:cubicBezTo>
                <a:cubicBezTo>
                  <a:pt x="751365" y="159356"/>
                  <a:pt x="755154" y="159956"/>
                  <a:pt x="760540" y="159956"/>
                </a:cubicBezTo>
                <a:lnTo>
                  <a:pt x="760540" y="164110"/>
                </a:lnTo>
                <a:lnTo>
                  <a:pt x="708145" y="164110"/>
                </a:lnTo>
                <a:lnTo>
                  <a:pt x="708145" y="159956"/>
                </a:lnTo>
                <a:cubicBezTo>
                  <a:pt x="712838" y="159956"/>
                  <a:pt x="716531" y="159220"/>
                  <a:pt x="719224" y="157748"/>
                </a:cubicBezTo>
                <a:cubicBezTo>
                  <a:pt x="720763" y="156977"/>
                  <a:pt x="721994" y="155508"/>
                  <a:pt x="722917" y="153341"/>
                </a:cubicBezTo>
                <a:cubicBezTo>
                  <a:pt x="723840" y="151173"/>
                  <a:pt x="724302" y="146761"/>
                  <a:pt x="724302" y="140105"/>
                </a:cubicBezTo>
                <a:lnTo>
                  <a:pt x="724302" y="44548"/>
                </a:lnTo>
                <a:cubicBezTo>
                  <a:pt x="724302" y="32519"/>
                  <a:pt x="724013" y="25125"/>
                  <a:pt x="723436" y="22368"/>
                </a:cubicBezTo>
                <a:cubicBezTo>
                  <a:pt x="722859" y="19610"/>
                  <a:pt x="721975" y="17732"/>
                  <a:pt x="720782" y="16734"/>
                </a:cubicBezTo>
                <a:cubicBezTo>
                  <a:pt x="719589" y="15734"/>
                  <a:pt x="717993" y="15234"/>
                  <a:pt x="715993" y="15234"/>
                </a:cubicBezTo>
                <a:cubicBezTo>
                  <a:pt x="714377" y="15234"/>
                  <a:pt x="711761" y="15849"/>
                  <a:pt x="708145" y="17080"/>
                </a:cubicBezTo>
                <a:lnTo>
                  <a:pt x="706529" y="12926"/>
                </a:lnTo>
                <a:lnTo>
                  <a:pt x="738151" y="0"/>
                </a:lnTo>
                <a:lnTo>
                  <a:pt x="743460" y="0"/>
                </a:lnTo>
                <a:close/>
                <a:moveTo>
                  <a:pt x="857482" y="0"/>
                </a:moveTo>
                <a:cubicBezTo>
                  <a:pt x="860714" y="0"/>
                  <a:pt x="863464" y="1141"/>
                  <a:pt x="865734" y="3423"/>
                </a:cubicBezTo>
                <a:cubicBezTo>
                  <a:pt x="868004" y="5702"/>
                  <a:pt x="869139" y="8466"/>
                  <a:pt x="869139" y="11714"/>
                </a:cubicBezTo>
                <a:cubicBezTo>
                  <a:pt x="869139" y="14962"/>
                  <a:pt x="868004" y="17746"/>
                  <a:pt x="865734" y="20067"/>
                </a:cubicBezTo>
                <a:cubicBezTo>
                  <a:pt x="863464" y="22384"/>
                  <a:pt x="860714" y="23543"/>
                  <a:pt x="857482" y="23543"/>
                </a:cubicBezTo>
                <a:cubicBezTo>
                  <a:pt x="854251" y="23543"/>
                  <a:pt x="851481" y="22384"/>
                  <a:pt x="849173" y="20067"/>
                </a:cubicBezTo>
                <a:cubicBezTo>
                  <a:pt x="846865" y="17746"/>
                  <a:pt x="845711" y="14962"/>
                  <a:pt x="845711" y="11714"/>
                </a:cubicBezTo>
                <a:cubicBezTo>
                  <a:pt x="845711" y="8466"/>
                  <a:pt x="846846" y="5702"/>
                  <a:pt x="849115" y="3423"/>
                </a:cubicBezTo>
                <a:cubicBezTo>
                  <a:pt x="851385" y="1141"/>
                  <a:pt x="854174" y="0"/>
                  <a:pt x="857482" y="0"/>
                </a:cubicBezTo>
                <a:moveTo>
                  <a:pt x="867061" y="55396"/>
                </a:moveTo>
                <a:lnTo>
                  <a:pt x="867061" y="140105"/>
                </a:lnTo>
                <a:cubicBezTo>
                  <a:pt x="867061" y="146761"/>
                  <a:pt x="867542" y="151192"/>
                  <a:pt x="868504" y="153399"/>
                </a:cubicBezTo>
                <a:cubicBezTo>
                  <a:pt x="869465" y="155604"/>
                  <a:pt x="870889" y="157248"/>
                  <a:pt x="872774" y="158333"/>
                </a:cubicBezTo>
                <a:cubicBezTo>
                  <a:pt x="874659" y="159415"/>
                  <a:pt x="878102" y="159956"/>
                  <a:pt x="883103" y="159956"/>
                </a:cubicBezTo>
                <a:lnTo>
                  <a:pt x="883103" y="164110"/>
                </a:lnTo>
                <a:lnTo>
                  <a:pt x="831746" y="164110"/>
                </a:lnTo>
                <a:lnTo>
                  <a:pt x="831746" y="159956"/>
                </a:lnTo>
                <a:cubicBezTo>
                  <a:pt x="836901" y="159956"/>
                  <a:pt x="840363" y="159453"/>
                  <a:pt x="842133" y="158448"/>
                </a:cubicBezTo>
                <a:cubicBezTo>
                  <a:pt x="843903" y="157441"/>
                  <a:pt x="845307" y="155777"/>
                  <a:pt x="846345" y="153457"/>
                </a:cubicBezTo>
                <a:cubicBezTo>
                  <a:pt x="847384" y="151134"/>
                  <a:pt x="847903" y="146684"/>
                  <a:pt x="847903" y="140105"/>
                </a:cubicBezTo>
                <a:lnTo>
                  <a:pt x="847903" y="99713"/>
                </a:lnTo>
                <a:cubicBezTo>
                  <a:pt x="847903" y="88201"/>
                  <a:pt x="847557" y="80745"/>
                  <a:pt x="846865" y="77345"/>
                </a:cubicBezTo>
                <a:cubicBezTo>
                  <a:pt x="846326" y="74871"/>
                  <a:pt x="845480" y="73153"/>
                  <a:pt x="844326" y="72191"/>
                </a:cubicBezTo>
                <a:cubicBezTo>
                  <a:pt x="843172" y="71227"/>
                  <a:pt x="841594" y="70745"/>
                  <a:pt x="839594" y="70745"/>
                </a:cubicBezTo>
                <a:cubicBezTo>
                  <a:pt x="837440" y="70745"/>
                  <a:pt x="834824" y="71322"/>
                  <a:pt x="831746" y="72476"/>
                </a:cubicBezTo>
                <a:lnTo>
                  <a:pt x="830131" y="68322"/>
                </a:lnTo>
                <a:lnTo>
                  <a:pt x="861983" y="55396"/>
                </a:lnTo>
                <a:lnTo>
                  <a:pt x="867061" y="55396"/>
                </a:lnTo>
                <a:close/>
                <a:moveTo>
                  <a:pt x="986034" y="123948"/>
                </a:moveTo>
                <a:cubicBezTo>
                  <a:pt x="983187" y="137874"/>
                  <a:pt x="977609" y="148588"/>
                  <a:pt x="969299" y="156089"/>
                </a:cubicBezTo>
                <a:cubicBezTo>
                  <a:pt x="960990" y="163591"/>
                  <a:pt x="951796" y="167342"/>
                  <a:pt x="941717" y="167342"/>
                </a:cubicBezTo>
                <a:cubicBezTo>
                  <a:pt x="929714" y="167342"/>
                  <a:pt x="919251" y="162308"/>
                  <a:pt x="910326" y="152241"/>
                </a:cubicBezTo>
                <a:cubicBezTo>
                  <a:pt x="901401" y="142172"/>
                  <a:pt x="896939" y="128567"/>
                  <a:pt x="896939" y="111426"/>
                </a:cubicBezTo>
                <a:cubicBezTo>
                  <a:pt x="896939" y="94825"/>
                  <a:pt x="901882" y="81336"/>
                  <a:pt x="911769" y="70962"/>
                </a:cubicBezTo>
                <a:cubicBezTo>
                  <a:pt x="921655" y="60584"/>
                  <a:pt x="933523" y="55396"/>
                  <a:pt x="947372" y="55396"/>
                </a:cubicBezTo>
                <a:cubicBezTo>
                  <a:pt x="957759" y="55396"/>
                  <a:pt x="966299" y="58156"/>
                  <a:pt x="972992" y="63676"/>
                </a:cubicBezTo>
                <a:cubicBezTo>
                  <a:pt x="979686" y="69194"/>
                  <a:pt x="983033" y="74925"/>
                  <a:pt x="983033" y="80869"/>
                </a:cubicBezTo>
                <a:cubicBezTo>
                  <a:pt x="983033" y="83802"/>
                  <a:pt x="982090" y="86176"/>
                  <a:pt x="980205" y="87991"/>
                </a:cubicBezTo>
                <a:cubicBezTo>
                  <a:pt x="978320" y="89804"/>
                  <a:pt x="975685" y="90711"/>
                  <a:pt x="972300" y="90711"/>
                </a:cubicBezTo>
                <a:cubicBezTo>
                  <a:pt x="967761" y="90711"/>
                  <a:pt x="964337" y="89237"/>
                  <a:pt x="962029" y="86289"/>
                </a:cubicBezTo>
                <a:cubicBezTo>
                  <a:pt x="960721" y="84659"/>
                  <a:pt x="959855" y="81555"/>
                  <a:pt x="959432" y="76977"/>
                </a:cubicBezTo>
                <a:cubicBezTo>
                  <a:pt x="959009" y="72399"/>
                  <a:pt x="957451" y="68908"/>
                  <a:pt x="954758" y="66504"/>
                </a:cubicBezTo>
                <a:cubicBezTo>
                  <a:pt x="952065" y="64176"/>
                  <a:pt x="948334" y="63013"/>
                  <a:pt x="943563" y="63013"/>
                </a:cubicBezTo>
                <a:cubicBezTo>
                  <a:pt x="935870" y="63013"/>
                  <a:pt x="929676" y="65860"/>
                  <a:pt x="924983" y="71553"/>
                </a:cubicBezTo>
                <a:cubicBezTo>
                  <a:pt x="918751" y="79093"/>
                  <a:pt x="915635" y="89057"/>
                  <a:pt x="915635" y="101444"/>
                </a:cubicBezTo>
                <a:cubicBezTo>
                  <a:pt x="915635" y="114062"/>
                  <a:pt x="918731" y="125198"/>
                  <a:pt x="924925" y="134854"/>
                </a:cubicBezTo>
                <a:cubicBezTo>
                  <a:pt x="931119" y="144510"/>
                  <a:pt x="939486" y="149338"/>
                  <a:pt x="950026" y="149338"/>
                </a:cubicBezTo>
                <a:cubicBezTo>
                  <a:pt x="957566" y="149338"/>
                  <a:pt x="964337" y="146761"/>
                  <a:pt x="970338" y="141606"/>
                </a:cubicBezTo>
                <a:cubicBezTo>
                  <a:pt x="974570" y="138066"/>
                  <a:pt x="978686" y="131642"/>
                  <a:pt x="982687" y="122333"/>
                </a:cubicBezTo>
                <a:lnTo>
                  <a:pt x="986034" y="123948"/>
                </a:lnTo>
                <a:close/>
                <a:moveTo>
                  <a:pt x="1061191" y="148999"/>
                </a:moveTo>
                <a:cubicBezTo>
                  <a:pt x="1050342" y="157383"/>
                  <a:pt x="1043533" y="162228"/>
                  <a:pt x="1040763" y="163533"/>
                </a:cubicBezTo>
                <a:cubicBezTo>
                  <a:pt x="1036609" y="165457"/>
                  <a:pt x="1032185" y="166418"/>
                  <a:pt x="1027491" y="166418"/>
                </a:cubicBezTo>
                <a:cubicBezTo>
                  <a:pt x="1020182" y="166418"/>
                  <a:pt x="1014162" y="163918"/>
                  <a:pt x="1009430" y="158917"/>
                </a:cubicBezTo>
                <a:cubicBezTo>
                  <a:pt x="1004698" y="153916"/>
                  <a:pt x="1002333" y="147338"/>
                  <a:pt x="1002333" y="139182"/>
                </a:cubicBezTo>
                <a:cubicBezTo>
                  <a:pt x="1002333" y="134027"/>
                  <a:pt x="1003487" y="129565"/>
                  <a:pt x="1005795" y="125795"/>
                </a:cubicBezTo>
                <a:cubicBezTo>
                  <a:pt x="1008949" y="120563"/>
                  <a:pt x="1014431" y="115639"/>
                  <a:pt x="1022240" y="111023"/>
                </a:cubicBezTo>
                <a:cubicBezTo>
                  <a:pt x="1030050" y="106406"/>
                  <a:pt x="1043033" y="100790"/>
                  <a:pt x="1061191" y="94173"/>
                </a:cubicBezTo>
                <a:lnTo>
                  <a:pt x="1061191" y="90033"/>
                </a:lnTo>
                <a:cubicBezTo>
                  <a:pt x="1061191" y="79531"/>
                  <a:pt x="1059517" y="72325"/>
                  <a:pt x="1056170" y="68415"/>
                </a:cubicBezTo>
                <a:cubicBezTo>
                  <a:pt x="1052824" y="64506"/>
                  <a:pt x="1047957" y="62551"/>
                  <a:pt x="1041571" y="62551"/>
                </a:cubicBezTo>
                <a:cubicBezTo>
                  <a:pt x="1036724" y="62551"/>
                  <a:pt x="1032877" y="63859"/>
                  <a:pt x="1030030" y="66475"/>
                </a:cubicBezTo>
                <a:cubicBezTo>
                  <a:pt x="1027107" y="69091"/>
                  <a:pt x="1025645" y="72092"/>
                  <a:pt x="1025645" y="75477"/>
                </a:cubicBezTo>
                <a:lnTo>
                  <a:pt x="1025876" y="82171"/>
                </a:lnTo>
                <a:cubicBezTo>
                  <a:pt x="1025876" y="85710"/>
                  <a:pt x="1024972" y="88441"/>
                  <a:pt x="1023164" y="90364"/>
                </a:cubicBezTo>
                <a:cubicBezTo>
                  <a:pt x="1021356" y="92288"/>
                  <a:pt x="1018990" y="93250"/>
                  <a:pt x="1016066" y="93250"/>
                </a:cubicBezTo>
                <a:cubicBezTo>
                  <a:pt x="1013219" y="93250"/>
                  <a:pt x="1010892" y="92247"/>
                  <a:pt x="1009084" y="90242"/>
                </a:cubicBezTo>
                <a:cubicBezTo>
                  <a:pt x="1007276" y="88234"/>
                  <a:pt x="1006372" y="85495"/>
                  <a:pt x="1006372" y="82023"/>
                </a:cubicBezTo>
                <a:cubicBezTo>
                  <a:pt x="1006372" y="75384"/>
                  <a:pt x="1009757" y="69287"/>
                  <a:pt x="1016528" y="63730"/>
                </a:cubicBezTo>
                <a:cubicBezTo>
                  <a:pt x="1023298" y="58174"/>
                  <a:pt x="1032800" y="55396"/>
                  <a:pt x="1045033" y="55396"/>
                </a:cubicBezTo>
                <a:cubicBezTo>
                  <a:pt x="1054420" y="55396"/>
                  <a:pt x="1062114" y="56971"/>
                  <a:pt x="1068115" y="60120"/>
                </a:cubicBezTo>
                <a:cubicBezTo>
                  <a:pt x="1072654" y="62503"/>
                  <a:pt x="1076001" y="66231"/>
                  <a:pt x="1078156" y="71304"/>
                </a:cubicBezTo>
                <a:cubicBezTo>
                  <a:pt x="1079540" y="74608"/>
                  <a:pt x="1080233" y="81370"/>
                  <a:pt x="1080233" y="91591"/>
                </a:cubicBezTo>
                <a:lnTo>
                  <a:pt x="1080233" y="127439"/>
                </a:lnTo>
                <a:cubicBezTo>
                  <a:pt x="1080233" y="137506"/>
                  <a:pt x="1080425" y="143673"/>
                  <a:pt x="1080810" y="145941"/>
                </a:cubicBezTo>
                <a:cubicBezTo>
                  <a:pt x="1081195" y="148208"/>
                  <a:pt x="1081829" y="149726"/>
                  <a:pt x="1082714" y="150496"/>
                </a:cubicBezTo>
                <a:cubicBezTo>
                  <a:pt x="1083599" y="151263"/>
                  <a:pt x="1084618" y="151646"/>
                  <a:pt x="1085773" y="151646"/>
                </a:cubicBezTo>
                <a:cubicBezTo>
                  <a:pt x="1087004" y="151646"/>
                  <a:pt x="1088081" y="151377"/>
                  <a:pt x="1089004" y="150838"/>
                </a:cubicBezTo>
                <a:cubicBezTo>
                  <a:pt x="1090620" y="149838"/>
                  <a:pt x="1093736" y="147030"/>
                  <a:pt x="1098352" y="142414"/>
                </a:cubicBezTo>
                <a:lnTo>
                  <a:pt x="1098352" y="148876"/>
                </a:lnTo>
                <a:cubicBezTo>
                  <a:pt x="1089735" y="160417"/>
                  <a:pt x="1081502" y="166188"/>
                  <a:pt x="1073655" y="166188"/>
                </a:cubicBezTo>
                <a:cubicBezTo>
                  <a:pt x="1069885" y="166188"/>
                  <a:pt x="1066884" y="164889"/>
                  <a:pt x="1064653" y="162293"/>
                </a:cubicBezTo>
                <a:cubicBezTo>
                  <a:pt x="1062422" y="159693"/>
                  <a:pt x="1061268" y="155262"/>
                  <a:pt x="1061191" y="148999"/>
                </a:cubicBezTo>
                <a:moveTo>
                  <a:pt x="1061191" y="141516"/>
                </a:moveTo>
                <a:lnTo>
                  <a:pt x="1061191" y="101328"/>
                </a:lnTo>
                <a:cubicBezTo>
                  <a:pt x="1049573" y="105935"/>
                  <a:pt x="1042071" y="109198"/>
                  <a:pt x="1038686" y="111116"/>
                </a:cubicBezTo>
                <a:cubicBezTo>
                  <a:pt x="1032608" y="114494"/>
                  <a:pt x="1028261" y="118026"/>
                  <a:pt x="1025645" y="121712"/>
                </a:cubicBezTo>
                <a:cubicBezTo>
                  <a:pt x="1023029" y="125396"/>
                  <a:pt x="1021721" y="129425"/>
                  <a:pt x="1021721" y="133801"/>
                </a:cubicBezTo>
                <a:cubicBezTo>
                  <a:pt x="1021721" y="139329"/>
                  <a:pt x="1023375" y="143916"/>
                  <a:pt x="1026684" y="147564"/>
                </a:cubicBezTo>
                <a:cubicBezTo>
                  <a:pt x="1029992" y="151209"/>
                  <a:pt x="1033800" y="153031"/>
                  <a:pt x="1038109" y="153031"/>
                </a:cubicBezTo>
                <a:cubicBezTo>
                  <a:pt x="1043956" y="153031"/>
                  <a:pt x="1051650" y="149193"/>
                  <a:pt x="1061191" y="141516"/>
                </a:cubicBezTo>
                <a:close/>
                <a:moveTo>
                  <a:pt x="1142695" y="0"/>
                </a:moveTo>
                <a:lnTo>
                  <a:pt x="1142695" y="140105"/>
                </a:lnTo>
                <a:cubicBezTo>
                  <a:pt x="1142695" y="146761"/>
                  <a:pt x="1143176" y="151173"/>
                  <a:pt x="1144138" y="153341"/>
                </a:cubicBezTo>
                <a:cubicBezTo>
                  <a:pt x="1145099" y="155508"/>
                  <a:pt x="1146580" y="157152"/>
                  <a:pt x="1148581" y="158275"/>
                </a:cubicBezTo>
                <a:cubicBezTo>
                  <a:pt x="1150581" y="159395"/>
                  <a:pt x="1154313" y="159956"/>
                  <a:pt x="1159775" y="159956"/>
                </a:cubicBezTo>
                <a:lnTo>
                  <a:pt x="1159775" y="164110"/>
                </a:lnTo>
                <a:lnTo>
                  <a:pt x="1107957" y="164110"/>
                </a:lnTo>
                <a:lnTo>
                  <a:pt x="1107957" y="159956"/>
                </a:lnTo>
                <a:cubicBezTo>
                  <a:pt x="1112804" y="159956"/>
                  <a:pt x="1116113" y="159453"/>
                  <a:pt x="1117882" y="158448"/>
                </a:cubicBezTo>
                <a:cubicBezTo>
                  <a:pt x="1119652" y="157441"/>
                  <a:pt x="1121037" y="155777"/>
                  <a:pt x="1122037" y="153457"/>
                </a:cubicBezTo>
                <a:cubicBezTo>
                  <a:pt x="1123037" y="151134"/>
                  <a:pt x="1123537" y="146684"/>
                  <a:pt x="1123537" y="140105"/>
                </a:cubicBezTo>
                <a:lnTo>
                  <a:pt x="1123537" y="44317"/>
                </a:lnTo>
                <a:cubicBezTo>
                  <a:pt x="1123537" y="32391"/>
                  <a:pt x="1123268" y="25063"/>
                  <a:pt x="1122729" y="22331"/>
                </a:cubicBezTo>
                <a:cubicBezTo>
                  <a:pt x="1122191" y="19600"/>
                  <a:pt x="1121325" y="17734"/>
                  <a:pt x="1120133" y="16734"/>
                </a:cubicBezTo>
                <a:cubicBezTo>
                  <a:pt x="1118940" y="15734"/>
                  <a:pt x="1117421" y="15234"/>
                  <a:pt x="1115574" y="15234"/>
                </a:cubicBezTo>
                <a:cubicBezTo>
                  <a:pt x="1113574" y="15234"/>
                  <a:pt x="1111035" y="15849"/>
                  <a:pt x="1107957" y="17080"/>
                </a:cubicBezTo>
                <a:lnTo>
                  <a:pt x="1105995" y="12926"/>
                </a:lnTo>
                <a:lnTo>
                  <a:pt x="1137502" y="0"/>
                </a:lnTo>
                <a:lnTo>
                  <a:pt x="114269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Text Tarif">
            <a:extLst xmlns:a="http://schemas.openxmlformats.org/drawingml/2006/main">
              <a:ext uri="{FF2B5EF4-FFF2-40B4-BE49-F238E27FC236}">
                <a16:creationId xmlns:a16="http://schemas.microsoft.com/office/drawing/2014/main" id="{362953A8-F451-453F-80DD-FF1582D60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0907" y="2353866"/>
            <a:ext cx="489482" cy="166418"/>
          </a:xfrm>
          <a:custGeom xmlns:a="http://schemas.openxmlformats.org/drawingml/2006/main">
            <a:pathLst>
              <a:path w="489482" h="166418">
                <a:moveTo>
                  <a:pt x="129603" y="7617"/>
                </a:moveTo>
                <a:lnTo>
                  <a:pt x="131334" y="44432"/>
                </a:lnTo>
                <a:lnTo>
                  <a:pt x="126949" y="44432"/>
                </a:lnTo>
                <a:cubicBezTo>
                  <a:pt x="126103" y="37969"/>
                  <a:pt x="124948" y="33353"/>
                  <a:pt x="123487" y="30583"/>
                </a:cubicBezTo>
                <a:cubicBezTo>
                  <a:pt x="121102" y="26121"/>
                  <a:pt x="117928" y="22832"/>
                  <a:pt x="113965" y="20716"/>
                </a:cubicBezTo>
                <a:cubicBezTo>
                  <a:pt x="110003" y="18600"/>
                  <a:pt x="104790" y="17542"/>
                  <a:pt x="98328" y="17542"/>
                </a:cubicBezTo>
                <a:lnTo>
                  <a:pt x="76285" y="17542"/>
                </a:lnTo>
                <a:lnTo>
                  <a:pt x="76285" y="136874"/>
                </a:lnTo>
                <a:cubicBezTo>
                  <a:pt x="76285" y="146491"/>
                  <a:pt x="77323" y="152492"/>
                  <a:pt x="79401" y="154878"/>
                </a:cubicBezTo>
                <a:cubicBezTo>
                  <a:pt x="82324" y="158109"/>
                  <a:pt x="86825" y="159725"/>
                  <a:pt x="92903" y="159725"/>
                </a:cubicBezTo>
                <a:lnTo>
                  <a:pt x="98328" y="159725"/>
                </a:lnTo>
                <a:lnTo>
                  <a:pt x="98328" y="164110"/>
                </a:lnTo>
                <a:lnTo>
                  <a:pt x="31968" y="164110"/>
                </a:lnTo>
                <a:lnTo>
                  <a:pt x="31968" y="159725"/>
                </a:lnTo>
                <a:lnTo>
                  <a:pt x="37508" y="159725"/>
                </a:lnTo>
                <a:cubicBezTo>
                  <a:pt x="44124" y="159725"/>
                  <a:pt x="48818" y="157724"/>
                  <a:pt x="51587" y="153724"/>
                </a:cubicBezTo>
                <a:cubicBezTo>
                  <a:pt x="53280" y="151261"/>
                  <a:pt x="54126" y="145645"/>
                  <a:pt x="54126" y="136874"/>
                </a:cubicBezTo>
                <a:lnTo>
                  <a:pt x="54126" y="17542"/>
                </a:lnTo>
                <a:lnTo>
                  <a:pt x="35315" y="17542"/>
                </a:lnTo>
                <a:cubicBezTo>
                  <a:pt x="28006" y="17542"/>
                  <a:pt x="22812" y="18081"/>
                  <a:pt x="19735" y="19158"/>
                </a:cubicBezTo>
                <a:cubicBezTo>
                  <a:pt x="15734" y="20620"/>
                  <a:pt x="12310" y="23428"/>
                  <a:pt x="9463" y="27583"/>
                </a:cubicBezTo>
                <a:cubicBezTo>
                  <a:pt x="6617" y="31737"/>
                  <a:pt x="4924" y="37354"/>
                  <a:pt x="4386" y="44432"/>
                </a:cubicBezTo>
                <a:lnTo>
                  <a:pt x="0" y="44432"/>
                </a:lnTo>
                <a:lnTo>
                  <a:pt x="1847" y="7617"/>
                </a:lnTo>
                <a:lnTo>
                  <a:pt x="129603" y="7617"/>
                </a:lnTo>
                <a:close/>
                <a:moveTo>
                  <a:pt x="204567" y="148999"/>
                </a:moveTo>
                <a:cubicBezTo>
                  <a:pt x="193719" y="157383"/>
                  <a:pt x="186910" y="162228"/>
                  <a:pt x="184140" y="163533"/>
                </a:cubicBezTo>
                <a:cubicBezTo>
                  <a:pt x="179985" y="165457"/>
                  <a:pt x="175561" y="166418"/>
                  <a:pt x="170868" y="166418"/>
                </a:cubicBezTo>
                <a:cubicBezTo>
                  <a:pt x="163559" y="166418"/>
                  <a:pt x="157538" y="163918"/>
                  <a:pt x="152807" y="158917"/>
                </a:cubicBezTo>
                <a:cubicBezTo>
                  <a:pt x="148075" y="153916"/>
                  <a:pt x="145709" y="147338"/>
                  <a:pt x="145709" y="139182"/>
                </a:cubicBezTo>
                <a:cubicBezTo>
                  <a:pt x="145709" y="134027"/>
                  <a:pt x="146863" y="129565"/>
                  <a:pt x="149171" y="125795"/>
                </a:cubicBezTo>
                <a:cubicBezTo>
                  <a:pt x="152326" y="120563"/>
                  <a:pt x="157808" y="115639"/>
                  <a:pt x="165617" y="111023"/>
                </a:cubicBezTo>
                <a:cubicBezTo>
                  <a:pt x="173426" y="106406"/>
                  <a:pt x="186410" y="100790"/>
                  <a:pt x="204567" y="94173"/>
                </a:cubicBezTo>
                <a:lnTo>
                  <a:pt x="204567" y="90033"/>
                </a:lnTo>
                <a:cubicBezTo>
                  <a:pt x="204567" y="79531"/>
                  <a:pt x="202894" y="72325"/>
                  <a:pt x="199547" y="68415"/>
                </a:cubicBezTo>
                <a:cubicBezTo>
                  <a:pt x="196200" y="64506"/>
                  <a:pt x="191334" y="62551"/>
                  <a:pt x="184948" y="62551"/>
                </a:cubicBezTo>
                <a:cubicBezTo>
                  <a:pt x="180101" y="62551"/>
                  <a:pt x="176254" y="63859"/>
                  <a:pt x="173407" y="66475"/>
                </a:cubicBezTo>
                <a:cubicBezTo>
                  <a:pt x="170483" y="69091"/>
                  <a:pt x="169021" y="72092"/>
                  <a:pt x="169021" y="75477"/>
                </a:cubicBezTo>
                <a:lnTo>
                  <a:pt x="169252" y="82171"/>
                </a:lnTo>
                <a:cubicBezTo>
                  <a:pt x="169252" y="85710"/>
                  <a:pt x="168348" y="88441"/>
                  <a:pt x="166540" y="90364"/>
                </a:cubicBezTo>
                <a:cubicBezTo>
                  <a:pt x="164732" y="92288"/>
                  <a:pt x="162366" y="93250"/>
                  <a:pt x="159443" y="93250"/>
                </a:cubicBezTo>
                <a:cubicBezTo>
                  <a:pt x="156596" y="93250"/>
                  <a:pt x="154268" y="92247"/>
                  <a:pt x="152460" y="90242"/>
                </a:cubicBezTo>
                <a:cubicBezTo>
                  <a:pt x="150652" y="88234"/>
                  <a:pt x="149748" y="85495"/>
                  <a:pt x="149748" y="82023"/>
                </a:cubicBezTo>
                <a:cubicBezTo>
                  <a:pt x="149748" y="75384"/>
                  <a:pt x="153134" y="69287"/>
                  <a:pt x="159904" y="63730"/>
                </a:cubicBezTo>
                <a:cubicBezTo>
                  <a:pt x="166675" y="58174"/>
                  <a:pt x="176177" y="55396"/>
                  <a:pt x="188410" y="55396"/>
                </a:cubicBezTo>
                <a:cubicBezTo>
                  <a:pt x="197796" y="55396"/>
                  <a:pt x="205490" y="56971"/>
                  <a:pt x="211492" y="60120"/>
                </a:cubicBezTo>
                <a:cubicBezTo>
                  <a:pt x="216031" y="62503"/>
                  <a:pt x="219378" y="66231"/>
                  <a:pt x="221532" y="71304"/>
                </a:cubicBezTo>
                <a:cubicBezTo>
                  <a:pt x="222917" y="74608"/>
                  <a:pt x="223609" y="81370"/>
                  <a:pt x="223609" y="91591"/>
                </a:cubicBezTo>
                <a:lnTo>
                  <a:pt x="223609" y="127439"/>
                </a:lnTo>
                <a:cubicBezTo>
                  <a:pt x="223609" y="137506"/>
                  <a:pt x="223802" y="143673"/>
                  <a:pt x="224186" y="145941"/>
                </a:cubicBezTo>
                <a:cubicBezTo>
                  <a:pt x="224571" y="148208"/>
                  <a:pt x="225206" y="149726"/>
                  <a:pt x="226091" y="150496"/>
                </a:cubicBezTo>
                <a:cubicBezTo>
                  <a:pt x="226975" y="151263"/>
                  <a:pt x="227995" y="151646"/>
                  <a:pt x="229149" y="151646"/>
                </a:cubicBezTo>
                <a:cubicBezTo>
                  <a:pt x="230380" y="151646"/>
                  <a:pt x="231457" y="151377"/>
                  <a:pt x="232380" y="150838"/>
                </a:cubicBezTo>
                <a:cubicBezTo>
                  <a:pt x="233996" y="149838"/>
                  <a:pt x="237112" y="147030"/>
                  <a:pt x="241728" y="142414"/>
                </a:cubicBezTo>
                <a:lnTo>
                  <a:pt x="241728" y="148876"/>
                </a:lnTo>
                <a:cubicBezTo>
                  <a:pt x="233111" y="160417"/>
                  <a:pt x="224879" y="166188"/>
                  <a:pt x="217031" y="166188"/>
                </a:cubicBezTo>
                <a:cubicBezTo>
                  <a:pt x="213261" y="166188"/>
                  <a:pt x="210261" y="164889"/>
                  <a:pt x="208029" y="162293"/>
                </a:cubicBezTo>
                <a:cubicBezTo>
                  <a:pt x="205798" y="159693"/>
                  <a:pt x="204644" y="155262"/>
                  <a:pt x="204567" y="148999"/>
                </a:cubicBezTo>
                <a:moveTo>
                  <a:pt x="204567" y="141516"/>
                </a:moveTo>
                <a:lnTo>
                  <a:pt x="204567" y="101328"/>
                </a:lnTo>
                <a:cubicBezTo>
                  <a:pt x="192949" y="105935"/>
                  <a:pt x="185448" y="109198"/>
                  <a:pt x="182063" y="111116"/>
                </a:cubicBezTo>
                <a:cubicBezTo>
                  <a:pt x="175984" y="114494"/>
                  <a:pt x="171637" y="118026"/>
                  <a:pt x="169021" y="121712"/>
                </a:cubicBezTo>
                <a:cubicBezTo>
                  <a:pt x="166405" y="125396"/>
                  <a:pt x="165098" y="129425"/>
                  <a:pt x="165098" y="133801"/>
                </a:cubicBezTo>
                <a:cubicBezTo>
                  <a:pt x="165098" y="139329"/>
                  <a:pt x="166752" y="143916"/>
                  <a:pt x="170060" y="147564"/>
                </a:cubicBezTo>
                <a:cubicBezTo>
                  <a:pt x="173368" y="151209"/>
                  <a:pt x="177177" y="153031"/>
                  <a:pt x="181485" y="153031"/>
                </a:cubicBezTo>
                <a:cubicBezTo>
                  <a:pt x="187333" y="153031"/>
                  <a:pt x="195027" y="149193"/>
                  <a:pt x="204567" y="141516"/>
                </a:cubicBezTo>
                <a:close/>
                <a:moveTo>
                  <a:pt x="280646" y="55396"/>
                </a:moveTo>
                <a:lnTo>
                  <a:pt x="280646" y="79170"/>
                </a:lnTo>
                <a:cubicBezTo>
                  <a:pt x="289494" y="63321"/>
                  <a:pt x="298572" y="55396"/>
                  <a:pt x="307882" y="55396"/>
                </a:cubicBezTo>
                <a:cubicBezTo>
                  <a:pt x="312114" y="55396"/>
                  <a:pt x="315614" y="56685"/>
                  <a:pt x="318384" y="59262"/>
                </a:cubicBezTo>
                <a:cubicBezTo>
                  <a:pt x="321154" y="61839"/>
                  <a:pt x="322539" y="64821"/>
                  <a:pt x="322539" y="68206"/>
                </a:cubicBezTo>
                <a:cubicBezTo>
                  <a:pt x="322539" y="71207"/>
                  <a:pt x="321539" y="73746"/>
                  <a:pt x="319538" y="75823"/>
                </a:cubicBezTo>
                <a:cubicBezTo>
                  <a:pt x="317538" y="77900"/>
                  <a:pt x="315153" y="78939"/>
                  <a:pt x="312383" y="78939"/>
                </a:cubicBezTo>
                <a:cubicBezTo>
                  <a:pt x="309690" y="78939"/>
                  <a:pt x="306670" y="77631"/>
                  <a:pt x="303323" y="75015"/>
                </a:cubicBezTo>
                <a:cubicBezTo>
                  <a:pt x="299976" y="72399"/>
                  <a:pt x="297495" y="71091"/>
                  <a:pt x="295879" y="71091"/>
                </a:cubicBezTo>
                <a:cubicBezTo>
                  <a:pt x="294495" y="71091"/>
                  <a:pt x="292994" y="71855"/>
                  <a:pt x="291379" y="73381"/>
                </a:cubicBezTo>
                <a:cubicBezTo>
                  <a:pt x="287916" y="76514"/>
                  <a:pt x="284339" y="81670"/>
                  <a:pt x="280646" y="88850"/>
                </a:cubicBezTo>
                <a:lnTo>
                  <a:pt x="280646" y="139413"/>
                </a:lnTo>
                <a:cubicBezTo>
                  <a:pt x="280646" y="145265"/>
                  <a:pt x="281377" y="149691"/>
                  <a:pt x="282838" y="152692"/>
                </a:cubicBezTo>
                <a:cubicBezTo>
                  <a:pt x="283839" y="154772"/>
                  <a:pt x="285608" y="156503"/>
                  <a:pt x="288147" y="157885"/>
                </a:cubicBezTo>
                <a:cubicBezTo>
                  <a:pt x="290686" y="159265"/>
                  <a:pt x="294341" y="159956"/>
                  <a:pt x="299111" y="159956"/>
                </a:cubicBezTo>
                <a:lnTo>
                  <a:pt x="299111" y="164110"/>
                </a:lnTo>
                <a:lnTo>
                  <a:pt x="244985" y="164110"/>
                </a:lnTo>
                <a:lnTo>
                  <a:pt x="244985" y="159956"/>
                </a:lnTo>
                <a:cubicBezTo>
                  <a:pt x="250370" y="159956"/>
                  <a:pt x="254371" y="159100"/>
                  <a:pt x="256987" y="157388"/>
                </a:cubicBezTo>
                <a:cubicBezTo>
                  <a:pt x="258910" y="156142"/>
                  <a:pt x="260257" y="154157"/>
                  <a:pt x="261026" y="151433"/>
                </a:cubicBezTo>
                <a:cubicBezTo>
                  <a:pt x="261411" y="150109"/>
                  <a:pt x="261603" y="146333"/>
                  <a:pt x="261603" y="140105"/>
                </a:cubicBezTo>
                <a:lnTo>
                  <a:pt x="261603" y="99482"/>
                </a:lnTo>
                <a:cubicBezTo>
                  <a:pt x="261603" y="87172"/>
                  <a:pt x="261353" y="79843"/>
                  <a:pt x="260853" y="77496"/>
                </a:cubicBezTo>
                <a:cubicBezTo>
                  <a:pt x="260353" y="75150"/>
                  <a:pt x="259430" y="73438"/>
                  <a:pt x="258083" y="72361"/>
                </a:cubicBezTo>
                <a:cubicBezTo>
                  <a:pt x="256737" y="71284"/>
                  <a:pt x="255064" y="70745"/>
                  <a:pt x="253063" y="70745"/>
                </a:cubicBezTo>
                <a:cubicBezTo>
                  <a:pt x="250678" y="70745"/>
                  <a:pt x="247985" y="71322"/>
                  <a:pt x="244985" y="72476"/>
                </a:cubicBezTo>
                <a:lnTo>
                  <a:pt x="243830" y="68322"/>
                </a:lnTo>
                <a:lnTo>
                  <a:pt x="275798" y="55396"/>
                </a:lnTo>
                <a:lnTo>
                  <a:pt x="280646" y="55396"/>
                </a:lnTo>
                <a:close/>
                <a:moveTo>
                  <a:pt x="355391" y="0"/>
                </a:moveTo>
                <a:cubicBezTo>
                  <a:pt x="358622" y="0"/>
                  <a:pt x="361373" y="1141"/>
                  <a:pt x="363643" y="3423"/>
                </a:cubicBezTo>
                <a:cubicBezTo>
                  <a:pt x="365912" y="5702"/>
                  <a:pt x="367047" y="8466"/>
                  <a:pt x="367047" y="11714"/>
                </a:cubicBezTo>
                <a:cubicBezTo>
                  <a:pt x="367047" y="14962"/>
                  <a:pt x="365912" y="17746"/>
                  <a:pt x="363643" y="20067"/>
                </a:cubicBezTo>
                <a:cubicBezTo>
                  <a:pt x="361373" y="22384"/>
                  <a:pt x="358622" y="23543"/>
                  <a:pt x="355391" y="23543"/>
                </a:cubicBezTo>
                <a:cubicBezTo>
                  <a:pt x="352160" y="23543"/>
                  <a:pt x="349390" y="22384"/>
                  <a:pt x="347082" y="20067"/>
                </a:cubicBezTo>
                <a:cubicBezTo>
                  <a:pt x="344774" y="17746"/>
                  <a:pt x="343619" y="14962"/>
                  <a:pt x="343619" y="11714"/>
                </a:cubicBezTo>
                <a:cubicBezTo>
                  <a:pt x="343619" y="8466"/>
                  <a:pt x="344754" y="5702"/>
                  <a:pt x="347024" y="3423"/>
                </a:cubicBezTo>
                <a:cubicBezTo>
                  <a:pt x="349294" y="1141"/>
                  <a:pt x="352083" y="0"/>
                  <a:pt x="355391" y="0"/>
                </a:cubicBezTo>
                <a:moveTo>
                  <a:pt x="364970" y="55396"/>
                </a:moveTo>
                <a:lnTo>
                  <a:pt x="364970" y="140105"/>
                </a:lnTo>
                <a:cubicBezTo>
                  <a:pt x="364970" y="146761"/>
                  <a:pt x="365451" y="151192"/>
                  <a:pt x="366413" y="153399"/>
                </a:cubicBezTo>
                <a:cubicBezTo>
                  <a:pt x="367374" y="155604"/>
                  <a:pt x="368798" y="157248"/>
                  <a:pt x="370683" y="158333"/>
                </a:cubicBezTo>
                <a:cubicBezTo>
                  <a:pt x="372568" y="159415"/>
                  <a:pt x="376011" y="159956"/>
                  <a:pt x="381012" y="159956"/>
                </a:cubicBezTo>
                <a:lnTo>
                  <a:pt x="381012" y="164110"/>
                </a:lnTo>
                <a:lnTo>
                  <a:pt x="329655" y="164110"/>
                </a:lnTo>
                <a:lnTo>
                  <a:pt x="329655" y="159956"/>
                </a:lnTo>
                <a:cubicBezTo>
                  <a:pt x="334810" y="159956"/>
                  <a:pt x="338272" y="159453"/>
                  <a:pt x="340042" y="158448"/>
                </a:cubicBezTo>
                <a:cubicBezTo>
                  <a:pt x="341811" y="157441"/>
                  <a:pt x="343216" y="155777"/>
                  <a:pt x="344254" y="153457"/>
                </a:cubicBezTo>
                <a:cubicBezTo>
                  <a:pt x="345293" y="151134"/>
                  <a:pt x="345812" y="146684"/>
                  <a:pt x="345812" y="140105"/>
                </a:cubicBezTo>
                <a:lnTo>
                  <a:pt x="345812" y="99713"/>
                </a:lnTo>
                <a:cubicBezTo>
                  <a:pt x="345812" y="88201"/>
                  <a:pt x="345466" y="80745"/>
                  <a:pt x="344774" y="77345"/>
                </a:cubicBezTo>
                <a:cubicBezTo>
                  <a:pt x="344235" y="74871"/>
                  <a:pt x="343389" y="73153"/>
                  <a:pt x="342235" y="72191"/>
                </a:cubicBezTo>
                <a:cubicBezTo>
                  <a:pt x="341080" y="71227"/>
                  <a:pt x="339503" y="70745"/>
                  <a:pt x="337503" y="70745"/>
                </a:cubicBezTo>
                <a:cubicBezTo>
                  <a:pt x="335349" y="70745"/>
                  <a:pt x="332733" y="71322"/>
                  <a:pt x="329655" y="72476"/>
                </a:cubicBezTo>
                <a:lnTo>
                  <a:pt x="328039" y="68322"/>
                </a:lnTo>
                <a:lnTo>
                  <a:pt x="359892" y="55396"/>
                </a:lnTo>
                <a:lnTo>
                  <a:pt x="364970" y="55396"/>
                </a:lnTo>
                <a:close/>
                <a:moveTo>
                  <a:pt x="435471" y="66706"/>
                </a:moveTo>
                <a:lnTo>
                  <a:pt x="435471" y="136181"/>
                </a:lnTo>
                <a:cubicBezTo>
                  <a:pt x="435471" y="146030"/>
                  <a:pt x="436548" y="152262"/>
                  <a:pt x="438702" y="154878"/>
                </a:cubicBezTo>
                <a:cubicBezTo>
                  <a:pt x="441549" y="158263"/>
                  <a:pt x="445358" y="159956"/>
                  <a:pt x="450128" y="159956"/>
                </a:cubicBezTo>
                <a:lnTo>
                  <a:pt x="459707" y="159956"/>
                </a:lnTo>
                <a:lnTo>
                  <a:pt x="459707" y="164110"/>
                </a:lnTo>
                <a:lnTo>
                  <a:pt x="396578" y="164110"/>
                </a:lnTo>
                <a:lnTo>
                  <a:pt x="396578" y="159956"/>
                </a:lnTo>
                <a:lnTo>
                  <a:pt x="401310" y="159956"/>
                </a:lnTo>
                <a:cubicBezTo>
                  <a:pt x="404388" y="159956"/>
                  <a:pt x="407196" y="159186"/>
                  <a:pt x="409735" y="157647"/>
                </a:cubicBezTo>
                <a:cubicBezTo>
                  <a:pt x="412274" y="156109"/>
                  <a:pt x="414024" y="154031"/>
                  <a:pt x="414986" y="151415"/>
                </a:cubicBezTo>
                <a:cubicBezTo>
                  <a:pt x="415948" y="148799"/>
                  <a:pt x="416429" y="143721"/>
                  <a:pt x="416429" y="136181"/>
                </a:cubicBezTo>
                <a:lnTo>
                  <a:pt x="416429" y="66706"/>
                </a:lnTo>
                <a:lnTo>
                  <a:pt x="395886" y="66706"/>
                </a:lnTo>
                <a:lnTo>
                  <a:pt x="395886" y="58396"/>
                </a:lnTo>
                <a:lnTo>
                  <a:pt x="416429" y="58396"/>
                </a:lnTo>
                <a:lnTo>
                  <a:pt x="416429" y="51443"/>
                </a:lnTo>
                <a:cubicBezTo>
                  <a:pt x="416429" y="40862"/>
                  <a:pt x="418121" y="31902"/>
                  <a:pt x="421507" y="24564"/>
                </a:cubicBezTo>
                <a:cubicBezTo>
                  <a:pt x="424892" y="17226"/>
                  <a:pt x="430066" y="11298"/>
                  <a:pt x="437029" y="6780"/>
                </a:cubicBezTo>
                <a:cubicBezTo>
                  <a:pt x="443992" y="2260"/>
                  <a:pt x="451820" y="0"/>
                  <a:pt x="460515" y="0"/>
                </a:cubicBezTo>
                <a:cubicBezTo>
                  <a:pt x="468593" y="0"/>
                  <a:pt x="476018" y="2616"/>
                  <a:pt x="482788" y="7848"/>
                </a:cubicBezTo>
                <a:cubicBezTo>
                  <a:pt x="487251" y="11310"/>
                  <a:pt x="489482" y="15195"/>
                  <a:pt x="489482" y="19504"/>
                </a:cubicBezTo>
                <a:cubicBezTo>
                  <a:pt x="489482" y="21812"/>
                  <a:pt x="488482" y="23986"/>
                  <a:pt x="486481" y="26025"/>
                </a:cubicBezTo>
                <a:cubicBezTo>
                  <a:pt x="484481" y="28063"/>
                  <a:pt x="482327" y="29083"/>
                  <a:pt x="480018" y="29083"/>
                </a:cubicBezTo>
                <a:cubicBezTo>
                  <a:pt x="478249" y="29083"/>
                  <a:pt x="476383" y="28448"/>
                  <a:pt x="474421" y="27179"/>
                </a:cubicBezTo>
                <a:cubicBezTo>
                  <a:pt x="472459" y="25909"/>
                  <a:pt x="470055" y="23178"/>
                  <a:pt x="467208" y="18985"/>
                </a:cubicBezTo>
                <a:cubicBezTo>
                  <a:pt x="464361" y="14791"/>
                  <a:pt x="461746" y="11964"/>
                  <a:pt x="459360" y="10502"/>
                </a:cubicBezTo>
                <a:cubicBezTo>
                  <a:pt x="456975" y="9040"/>
                  <a:pt x="454321" y="8309"/>
                  <a:pt x="451397" y="8309"/>
                </a:cubicBezTo>
                <a:cubicBezTo>
                  <a:pt x="447858" y="8309"/>
                  <a:pt x="444858" y="9257"/>
                  <a:pt x="442395" y="11151"/>
                </a:cubicBezTo>
                <a:cubicBezTo>
                  <a:pt x="439933" y="13044"/>
                  <a:pt x="438164" y="15980"/>
                  <a:pt x="437087" y="19962"/>
                </a:cubicBezTo>
                <a:cubicBezTo>
                  <a:pt x="436010" y="23944"/>
                  <a:pt x="435471" y="34204"/>
                  <a:pt x="435471" y="50743"/>
                </a:cubicBezTo>
                <a:lnTo>
                  <a:pt x="435471" y="58396"/>
                </a:lnTo>
                <a:lnTo>
                  <a:pt x="462707" y="58396"/>
                </a:lnTo>
                <a:lnTo>
                  <a:pt x="462707" y="66706"/>
                </a:lnTo>
                <a:lnTo>
                  <a:pt x="435471" y="6670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Text frules">
            <a:extLst xmlns:a="http://schemas.openxmlformats.org/drawingml/2006/main">
              <a:ext uri="{FF2B5EF4-FFF2-40B4-BE49-F238E27FC236}">
                <a16:creationId xmlns:a16="http://schemas.microsoft.com/office/drawing/2014/main" id="{3C810522-1FB6-473C-A92B-083094FD4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5579" y="2353866"/>
            <a:ext cx="580092" cy="167342"/>
          </a:xfrm>
          <a:custGeom xmlns:a="http://schemas.openxmlformats.org/drawingml/2006/main">
            <a:pathLst>
              <a:path w="580092" h="167342">
                <a:moveTo>
                  <a:pt x="39585" y="66706"/>
                </a:moveTo>
                <a:lnTo>
                  <a:pt x="39585" y="136181"/>
                </a:lnTo>
                <a:cubicBezTo>
                  <a:pt x="39585" y="146030"/>
                  <a:pt x="40662" y="152262"/>
                  <a:pt x="42816" y="154878"/>
                </a:cubicBezTo>
                <a:cubicBezTo>
                  <a:pt x="45663" y="158263"/>
                  <a:pt x="49472" y="159956"/>
                  <a:pt x="54242" y="159956"/>
                </a:cubicBezTo>
                <a:lnTo>
                  <a:pt x="63821" y="159956"/>
                </a:lnTo>
                <a:lnTo>
                  <a:pt x="63821" y="164110"/>
                </a:lnTo>
                <a:lnTo>
                  <a:pt x="692" y="164110"/>
                </a:lnTo>
                <a:lnTo>
                  <a:pt x="692" y="159956"/>
                </a:lnTo>
                <a:lnTo>
                  <a:pt x="5424" y="159956"/>
                </a:lnTo>
                <a:cubicBezTo>
                  <a:pt x="8502" y="159956"/>
                  <a:pt x="11310" y="159186"/>
                  <a:pt x="13849" y="157647"/>
                </a:cubicBezTo>
                <a:cubicBezTo>
                  <a:pt x="16388" y="156109"/>
                  <a:pt x="18138" y="154031"/>
                  <a:pt x="19100" y="151415"/>
                </a:cubicBezTo>
                <a:cubicBezTo>
                  <a:pt x="20062" y="148799"/>
                  <a:pt x="20543" y="143721"/>
                  <a:pt x="20543" y="136181"/>
                </a:cubicBezTo>
                <a:lnTo>
                  <a:pt x="20543" y="66706"/>
                </a:lnTo>
                <a:lnTo>
                  <a:pt x="0" y="66706"/>
                </a:lnTo>
                <a:lnTo>
                  <a:pt x="0" y="58396"/>
                </a:lnTo>
                <a:lnTo>
                  <a:pt x="20543" y="58396"/>
                </a:lnTo>
                <a:lnTo>
                  <a:pt x="20543" y="51443"/>
                </a:lnTo>
                <a:cubicBezTo>
                  <a:pt x="20543" y="40862"/>
                  <a:pt x="22235" y="31902"/>
                  <a:pt x="25621" y="24564"/>
                </a:cubicBezTo>
                <a:cubicBezTo>
                  <a:pt x="29006" y="17226"/>
                  <a:pt x="34180" y="11298"/>
                  <a:pt x="41143" y="6780"/>
                </a:cubicBezTo>
                <a:cubicBezTo>
                  <a:pt x="48106" y="2260"/>
                  <a:pt x="55934" y="0"/>
                  <a:pt x="64629" y="0"/>
                </a:cubicBezTo>
                <a:cubicBezTo>
                  <a:pt x="72707" y="0"/>
                  <a:pt x="80132" y="2616"/>
                  <a:pt x="86902" y="7848"/>
                </a:cubicBezTo>
                <a:cubicBezTo>
                  <a:pt x="91365" y="11310"/>
                  <a:pt x="93596" y="15195"/>
                  <a:pt x="93596" y="19504"/>
                </a:cubicBezTo>
                <a:cubicBezTo>
                  <a:pt x="93596" y="21812"/>
                  <a:pt x="92596" y="23986"/>
                  <a:pt x="90595" y="26025"/>
                </a:cubicBezTo>
                <a:cubicBezTo>
                  <a:pt x="88595" y="28063"/>
                  <a:pt x="86441" y="29083"/>
                  <a:pt x="84132" y="29083"/>
                </a:cubicBezTo>
                <a:cubicBezTo>
                  <a:pt x="82363" y="29083"/>
                  <a:pt x="80497" y="28448"/>
                  <a:pt x="78535" y="27179"/>
                </a:cubicBezTo>
                <a:cubicBezTo>
                  <a:pt x="76573" y="25909"/>
                  <a:pt x="74169" y="23178"/>
                  <a:pt x="71322" y="18985"/>
                </a:cubicBezTo>
                <a:cubicBezTo>
                  <a:pt x="68475" y="14791"/>
                  <a:pt x="65860" y="11964"/>
                  <a:pt x="63474" y="10502"/>
                </a:cubicBezTo>
                <a:cubicBezTo>
                  <a:pt x="61089" y="9040"/>
                  <a:pt x="58435" y="8309"/>
                  <a:pt x="55511" y="8309"/>
                </a:cubicBezTo>
                <a:cubicBezTo>
                  <a:pt x="51972" y="8309"/>
                  <a:pt x="48971" y="9257"/>
                  <a:pt x="46509" y="11151"/>
                </a:cubicBezTo>
                <a:cubicBezTo>
                  <a:pt x="44047" y="13044"/>
                  <a:pt x="42278" y="15980"/>
                  <a:pt x="41201" y="19962"/>
                </a:cubicBezTo>
                <a:cubicBezTo>
                  <a:pt x="40124" y="23944"/>
                  <a:pt x="39585" y="34204"/>
                  <a:pt x="39585" y="50743"/>
                </a:cubicBezTo>
                <a:lnTo>
                  <a:pt x="39585" y="58396"/>
                </a:lnTo>
                <a:lnTo>
                  <a:pt x="66821" y="58396"/>
                </a:lnTo>
                <a:lnTo>
                  <a:pt x="66821" y="66706"/>
                </a:lnTo>
                <a:lnTo>
                  <a:pt x="39585" y="66706"/>
                </a:lnTo>
                <a:close/>
                <a:moveTo>
                  <a:pt x="167073" y="55396"/>
                </a:moveTo>
                <a:lnTo>
                  <a:pt x="167073" y="79170"/>
                </a:lnTo>
                <a:cubicBezTo>
                  <a:pt x="175921" y="63321"/>
                  <a:pt x="185000" y="55396"/>
                  <a:pt x="194309" y="55396"/>
                </a:cubicBezTo>
                <a:cubicBezTo>
                  <a:pt x="198541" y="55396"/>
                  <a:pt x="202042" y="56685"/>
                  <a:pt x="204811" y="59262"/>
                </a:cubicBezTo>
                <a:cubicBezTo>
                  <a:pt x="207581" y="61839"/>
                  <a:pt x="208966" y="64821"/>
                  <a:pt x="208966" y="68206"/>
                </a:cubicBezTo>
                <a:cubicBezTo>
                  <a:pt x="208966" y="71207"/>
                  <a:pt x="207966" y="73746"/>
                  <a:pt x="205965" y="75823"/>
                </a:cubicBezTo>
                <a:cubicBezTo>
                  <a:pt x="203965" y="77900"/>
                  <a:pt x="201580" y="78939"/>
                  <a:pt x="198810" y="78939"/>
                </a:cubicBezTo>
                <a:cubicBezTo>
                  <a:pt x="196117" y="78939"/>
                  <a:pt x="193097" y="77631"/>
                  <a:pt x="189751" y="75015"/>
                </a:cubicBezTo>
                <a:cubicBezTo>
                  <a:pt x="186404" y="72399"/>
                  <a:pt x="183922" y="71091"/>
                  <a:pt x="182307" y="71091"/>
                </a:cubicBezTo>
                <a:cubicBezTo>
                  <a:pt x="180922" y="71091"/>
                  <a:pt x="179422" y="71855"/>
                  <a:pt x="177806" y="73381"/>
                </a:cubicBezTo>
                <a:cubicBezTo>
                  <a:pt x="174344" y="76514"/>
                  <a:pt x="170766" y="81670"/>
                  <a:pt x="167073" y="88850"/>
                </a:cubicBezTo>
                <a:lnTo>
                  <a:pt x="167073" y="139413"/>
                </a:lnTo>
                <a:cubicBezTo>
                  <a:pt x="167073" y="145265"/>
                  <a:pt x="167804" y="149691"/>
                  <a:pt x="169266" y="152692"/>
                </a:cubicBezTo>
                <a:cubicBezTo>
                  <a:pt x="170266" y="154772"/>
                  <a:pt x="172035" y="156503"/>
                  <a:pt x="174574" y="157885"/>
                </a:cubicBezTo>
                <a:cubicBezTo>
                  <a:pt x="177113" y="159265"/>
                  <a:pt x="180768" y="159956"/>
                  <a:pt x="185538" y="159956"/>
                </a:cubicBezTo>
                <a:lnTo>
                  <a:pt x="185538" y="164110"/>
                </a:lnTo>
                <a:lnTo>
                  <a:pt x="131412" y="164110"/>
                </a:lnTo>
                <a:lnTo>
                  <a:pt x="131412" y="159956"/>
                </a:lnTo>
                <a:cubicBezTo>
                  <a:pt x="136798" y="159956"/>
                  <a:pt x="140798" y="159100"/>
                  <a:pt x="143414" y="157388"/>
                </a:cubicBezTo>
                <a:cubicBezTo>
                  <a:pt x="145338" y="156142"/>
                  <a:pt x="146684" y="154157"/>
                  <a:pt x="147454" y="151433"/>
                </a:cubicBezTo>
                <a:cubicBezTo>
                  <a:pt x="147838" y="150109"/>
                  <a:pt x="148031" y="146333"/>
                  <a:pt x="148031" y="140105"/>
                </a:cubicBezTo>
                <a:lnTo>
                  <a:pt x="148031" y="99482"/>
                </a:lnTo>
                <a:cubicBezTo>
                  <a:pt x="148031" y="87172"/>
                  <a:pt x="147781" y="79843"/>
                  <a:pt x="147280" y="77496"/>
                </a:cubicBezTo>
                <a:cubicBezTo>
                  <a:pt x="146780" y="75150"/>
                  <a:pt x="145857" y="73438"/>
                  <a:pt x="144511" y="72361"/>
                </a:cubicBezTo>
                <a:cubicBezTo>
                  <a:pt x="143164" y="71284"/>
                  <a:pt x="141491" y="70745"/>
                  <a:pt x="139490" y="70745"/>
                </a:cubicBezTo>
                <a:cubicBezTo>
                  <a:pt x="137105" y="70745"/>
                  <a:pt x="134412" y="71322"/>
                  <a:pt x="131412" y="72476"/>
                </a:cubicBezTo>
                <a:lnTo>
                  <a:pt x="130258" y="68322"/>
                </a:lnTo>
                <a:lnTo>
                  <a:pt x="162226" y="55396"/>
                </a:lnTo>
                <a:lnTo>
                  <a:pt x="167073" y="55396"/>
                </a:lnTo>
                <a:close/>
                <a:moveTo>
                  <a:pt x="307601" y="58396"/>
                </a:moveTo>
                <a:lnTo>
                  <a:pt x="307601" y="122794"/>
                </a:lnTo>
                <a:cubicBezTo>
                  <a:pt x="307601" y="134876"/>
                  <a:pt x="307889" y="142266"/>
                  <a:pt x="308466" y="144963"/>
                </a:cubicBezTo>
                <a:cubicBezTo>
                  <a:pt x="309043" y="147659"/>
                  <a:pt x="309967" y="149542"/>
                  <a:pt x="311236" y="150615"/>
                </a:cubicBezTo>
                <a:cubicBezTo>
                  <a:pt x="312506" y="151687"/>
                  <a:pt x="313987" y="152223"/>
                  <a:pt x="315679" y="152223"/>
                </a:cubicBezTo>
                <a:cubicBezTo>
                  <a:pt x="318065" y="152223"/>
                  <a:pt x="320757" y="151569"/>
                  <a:pt x="323758" y="150261"/>
                </a:cubicBezTo>
                <a:lnTo>
                  <a:pt x="325374" y="154416"/>
                </a:lnTo>
                <a:lnTo>
                  <a:pt x="293752" y="167342"/>
                </a:lnTo>
                <a:lnTo>
                  <a:pt x="288559" y="167342"/>
                </a:lnTo>
                <a:lnTo>
                  <a:pt x="288559" y="145057"/>
                </a:lnTo>
                <a:cubicBezTo>
                  <a:pt x="279480" y="154860"/>
                  <a:pt x="272555" y="161024"/>
                  <a:pt x="267785" y="163551"/>
                </a:cubicBezTo>
                <a:cubicBezTo>
                  <a:pt x="263015" y="166078"/>
                  <a:pt x="257975" y="167342"/>
                  <a:pt x="252667" y="167342"/>
                </a:cubicBezTo>
                <a:cubicBezTo>
                  <a:pt x="246742" y="167342"/>
                  <a:pt x="241607" y="165630"/>
                  <a:pt x="237260" y="162206"/>
                </a:cubicBezTo>
                <a:cubicBezTo>
                  <a:pt x="232913" y="158782"/>
                  <a:pt x="229893" y="154377"/>
                  <a:pt x="228200" y="148992"/>
                </a:cubicBezTo>
                <a:cubicBezTo>
                  <a:pt x="226508" y="143606"/>
                  <a:pt x="225661" y="135989"/>
                  <a:pt x="225661" y="126141"/>
                </a:cubicBezTo>
                <a:lnTo>
                  <a:pt x="225661" y="78939"/>
                </a:lnTo>
                <a:cubicBezTo>
                  <a:pt x="225661" y="73902"/>
                  <a:pt x="225123" y="70416"/>
                  <a:pt x="224045" y="68480"/>
                </a:cubicBezTo>
                <a:cubicBezTo>
                  <a:pt x="222968" y="66542"/>
                  <a:pt x="221372" y="65050"/>
                  <a:pt x="219256" y="64005"/>
                </a:cubicBezTo>
                <a:cubicBezTo>
                  <a:pt x="217140" y="62959"/>
                  <a:pt x="213313" y="62474"/>
                  <a:pt x="207773" y="62551"/>
                </a:cubicBezTo>
                <a:lnTo>
                  <a:pt x="207773" y="58396"/>
                </a:lnTo>
                <a:lnTo>
                  <a:pt x="244819" y="58396"/>
                </a:lnTo>
                <a:lnTo>
                  <a:pt x="244819" y="129228"/>
                </a:lnTo>
                <a:cubicBezTo>
                  <a:pt x="244819" y="139088"/>
                  <a:pt x="246531" y="145560"/>
                  <a:pt x="249955" y="148642"/>
                </a:cubicBezTo>
                <a:cubicBezTo>
                  <a:pt x="253378" y="151722"/>
                  <a:pt x="257514" y="153262"/>
                  <a:pt x="262361" y="153262"/>
                </a:cubicBezTo>
                <a:cubicBezTo>
                  <a:pt x="265669" y="153262"/>
                  <a:pt x="269420" y="152222"/>
                  <a:pt x="273613" y="150142"/>
                </a:cubicBezTo>
                <a:cubicBezTo>
                  <a:pt x="277806" y="148063"/>
                  <a:pt x="282788" y="144095"/>
                  <a:pt x="288559" y="138241"/>
                </a:cubicBezTo>
                <a:lnTo>
                  <a:pt x="288559" y="78477"/>
                </a:lnTo>
                <a:cubicBezTo>
                  <a:pt x="288559" y="72344"/>
                  <a:pt x="287462" y="68195"/>
                  <a:pt x="285269" y="66031"/>
                </a:cubicBezTo>
                <a:cubicBezTo>
                  <a:pt x="283077" y="63868"/>
                  <a:pt x="278518" y="62707"/>
                  <a:pt x="271594" y="62551"/>
                </a:cubicBezTo>
                <a:lnTo>
                  <a:pt x="271594" y="58396"/>
                </a:lnTo>
                <a:lnTo>
                  <a:pt x="307601" y="58396"/>
                </a:lnTo>
                <a:close/>
                <a:moveTo>
                  <a:pt x="369459" y="0"/>
                </a:moveTo>
                <a:lnTo>
                  <a:pt x="369459" y="140105"/>
                </a:lnTo>
                <a:cubicBezTo>
                  <a:pt x="369459" y="146761"/>
                  <a:pt x="369940" y="151173"/>
                  <a:pt x="370902" y="153341"/>
                </a:cubicBezTo>
                <a:cubicBezTo>
                  <a:pt x="371864" y="155508"/>
                  <a:pt x="373345" y="157152"/>
                  <a:pt x="375345" y="158275"/>
                </a:cubicBezTo>
                <a:cubicBezTo>
                  <a:pt x="377346" y="159395"/>
                  <a:pt x="381077" y="159956"/>
                  <a:pt x="386540" y="159956"/>
                </a:cubicBezTo>
                <a:lnTo>
                  <a:pt x="386540" y="164110"/>
                </a:lnTo>
                <a:lnTo>
                  <a:pt x="334722" y="164110"/>
                </a:lnTo>
                <a:lnTo>
                  <a:pt x="334722" y="159956"/>
                </a:lnTo>
                <a:cubicBezTo>
                  <a:pt x="339569" y="159956"/>
                  <a:pt x="342877" y="159453"/>
                  <a:pt x="344647" y="158448"/>
                </a:cubicBezTo>
                <a:cubicBezTo>
                  <a:pt x="346416" y="157441"/>
                  <a:pt x="347801" y="155777"/>
                  <a:pt x="348801" y="153457"/>
                </a:cubicBezTo>
                <a:cubicBezTo>
                  <a:pt x="349802" y="151134"/>
                  <a:pt x="350302" y="146684"/>
                  <a:pt x="350302" y="140105"/>
                </a:cubicBezTo>
                <a:lnTo>
                  <a:pt x="350302" y="44317"/>
                </a:lnTo>
                <a:cubicBezTo>
                  <a:pt x="350302" y="32391"/>
                  <a:pt x="350032" y="25063"/>
                  <a:pt x="349494" y="22331"/>
                </a:cubicBezTo>
                <a:cubicBezTo>
                  <a:pt x="348955" y="19600"/>
                  <a:pt x="348090" y="17734"/>
                  <a:pt x="346897" y="16734"/>
                </a:cubicBezTo>
                <a:cubicBezTo>
                  <a:pt x="345705" y="15734"/>
                  <a:pt x="344185" y="15234"/>
                  <a:pt x="342339" y="15234"/>
                </a:cubicBezTo>
                <a:cubicBezTo>
                  <a:pt x="340338" y="15234"/>
                  <a:pt x="337799" y="15849"/>
                  <a:pt x="334722" y="17080"/>
                </a:cubicBezTo>
                <a:lnTo>
                  <a:pt x="332760" y="12926"/>
                </a:lnTo>
                <a:lnTo>
                  <a:pt x="364266" y="0"/>
                </a:lnTo>
                <a:lnTo>
                  <a:pt x="369459" y="0"/>
                </a:lnTo>
                <a:close/>
                <a:moveTo>
                  <a:pt x="416533" y="98328"/>
                </a:moveTo>
                <a:cubicBezTo>
                  <a:pt x="416456" y="113951"/>
                  <a:pt x="420264" y="126205"/>
                  <a:pt x="427958" y="135089"/>
                </a:cubicBezTo>
                <a:cubicBezTo>
                  <a:pt x="435652" y="143973"/>
                  <a:pt x="444692" y="148415"/>
                  <a:pt x="455079" y="148415"/>
                </a:cubicBezTo>
                <a:cubicBezTo>
                  <a:pt x="462003" y="148415"/>
                  <a:pt x="468024" y="146502"/>
                  <a:pt x="473140" y="142677"/>
                </a:cubicBezTo>
                <a:cubicBezTo>
                  <a:pt x="478257" y="138851"/>
                  <a:pt x="482546" y="132301"/>
                  <a:pt x="486008" y="123025"/>
                </a:cubicBezTo>
                <a:lnTo>
                  <a:pt x="489586" y="125344"/>
                </a:lnTo>
                <a:cubicBezTo>
                  <a:pt x="487970" y="135940"/>
                  <a:pt x="483277" y="145588"/>
                  <a:pt x="475506" y="154290"/>
                </a:cubicBezTo>
                <a:cubicBezTo>
                  <a:pt x="467735" y="162991"/>
                  <a:pt x="458003" y="167342"/>
                  <a:pt x="446308" y="167342"/>
                </a:cubicBezTo>
                <a:cubicBezTo>
                  <a:pt x="433613" y="167342"/>
                  <a:pt x="422745" y="162409"/>
                  <a:pt x="413705" y="152544"/>
                </a:cubicBezTo>
                <a:cubicBezTo>
                  <a:pt x="404665" y="142677"/>
                  <a:pt x="400145" y="129412"/>
                  <a:pt x="400145" y="112750"/>
                </a:cubicBezTo>
                <a:cubicBezTo>
                  <a:pt x="400145" y="94708"/>
                  <a:pt x="404780" y="80639"/>
                  <a:pt x="414051" y="70543"/>
                </a:cubicBezTo>
                <a:cubicBezTo>
                  <a:pt x="423322" y="60445"/>
                  <a:pt x="434959" y="55396"/>
                  <a:pt x="448962" y="55396"/>
                </a:cubicBezTo>
                <a:cubicBezTo>
                  <a:pt x="460811" y="55396"/>
                  <a:pt x="470544" y="59291"/>
                  <a:pt x="478161" y="67081"/>
                </a:cubicBezTo>
                <a:cubicBezTo>
                  <a:pt x="485777" y="74869"/>
                  <a:pt x="489586" y="85284"/>
                  <a:pt x="489586" y="98328"/>
                </a:cubicBezTo>
                <a:lnTo>
                  <a:pt x="416533" y="98328"/>
                </a:lnTo>
                <a:moveTo>
                  <a:pt x="416533" y="91634"/>
                </a:moveTo>
                <a:lnTo>
                  <a:pt x="465466" y="91634"/>
                </a:lnTo>
                <a:cubicBezTo>
                  <a:pt x="465081" y="84919"/>
                  <a:pt x="464273" y="80188"/>
                  <a:pt x="463042" y="77442"/>
                </a:cubicBezTo>
                <a:cubicBezTo>
                  <a:pt x="461119" y="73167"/>
                  <a:pt x="458253" y="69810"/>
                  <a:pt x="454444" y="67369"/>
                </a:cubicBezTo>
                <a:cubicBezTo>
                  <a:pt x="450636" y="64927"/>
                  <a:pt x="446654" y="63705"/>
                  <a:pt x="442499" y="63705"/>
                </a:cubicBezTo>
                <a:cubicBezTo>
                  <a:pt x="436114" y="63705"/>
                  <a:pt x="430401" y="66166"/>
                  <a:pt x="425361" y="71088"/>
                </a:cubicBezTo>
                <a:cubicBezTo>
                  <a:pt x="420322" y="76009"/>
                  <a:pt x="417379" y="82858"/>
                  <a:pt x="416533" y="91634"/>
                </a:cubicBezTo>
                <a:close/>
                <a:moveTo>
                  <a:pt x="572129" y="55396"/>
                </a:moveTo>
                <a:lnTo>
                  <a:pt x="572129" y="91403"/>
                </a:lnTo>
                <a:lnTo>
                  <a:pt x="568320" y="91403"/>
                </a:lnTo>
                <a:cubicBezTo>
                  <a:pt x="565397" y="80139"/>
                  <a:pt x="561646" y="72476"/>
                  <a:pt x="557068" y="68415"/>
                </a:cubicBezTo>
                <a:cubicBezTo>
                  <a:pt x="552490" y="64352"/>
                  <a:pt x="546662" y="62320"/>
                  <a:pt x="539584" y="62320"/>
                </a:cubicBezTo>
                <a:cubicBezTo>
                  <a:pt x="534198" y="62320"/>
                  <a:pt x="529851" y="63739"/>
                  <a:pt x="526543" y="66576"/>
                </a:cubicBezTo>
                <a:cubicBezTo>
                  <a:pt x="523234" y="69413"/>
                  <a:pt x="521580" y="72557"/>
                  <a:pt x="521580" y="76007"/>
                </a:cubicBezTo>
                <a:cubicBezTo>
                  <a:pt x="521580" y="80299"/>
                  <a:pt x="522811" y="83979"/>
                  <a:pt x="525273" y="87047"/>
                </a:cubicBezTo>
                <a:cubicBezTo>
                  <a:pt x="527658" y="90189"/>
                  <a:pt x="532505" y="93524"/>
                  <a:pt x="539815" y="97051"/>
                </a:cubicBezTo>
                <a:lnTo>
                  <a:pt x="556664" y="105216"/>
                </a:lnTo>
                <a:cubicBezTo>
                  <a:pt x="572283" y="112823"/>
                  <a:pt x="580092" y="122851"/>
                  <a:pt x="580092" y="135298"/>
                </a:cubicBezTo>
                <a:cubicBezTo>
                  <a:pt x="580092" y="144903"/>
                  <a:pt x="576457" y="152645"/>
                  <a:pt x="569186" y="158524"/>
                </a:cubicBezTo>
                <a:cubicBezTo>
                  <a:pt x="561915" y="164402"/>
                  <a:pt x="553779" y="167342"/>
                  <a:pt x="544777" y="167342"/>
                </a:cubicBezTo>
                <a:cubicBezTo>
                  <a:pt x="538314" y="167342"/>
                  <a:pt x="530928" y="166245"/>
                  <a:pt x="522619" y="164053"/>
                </a:cubicBezTo>
                <a:cubicBezTo>
                  <a:pt x="520080" y="163322"/>
                  <a:pt x="518002" y="162956"/>
                  <a:pt x="516387" y="162956"/>
                </a:cubicBezTo>
                <a:cubicBezTo>
                  <a:pt x="514617" y="162956"/>
                  <a:pt x="513232" y="163879"/>
                  <a:pt x="512232" y="165726"/>
                </a:cubicBezTo>
                <a:lnTo>
                  <a:pt x="508424" y="165726"/>
                </a:lnTo>
                <a:lnTo>
                  <a:pt x="508424" y="127872"/>
                </a:lnTo>
                <a:lnTo>
                  <a:pt x="512232" y="127872"/>
                </a:lnTo>
                <a:cubicBezTo>
                  <a:pt x="514386" y="138644"/>
                  <a:pt x="518502" y="146761"/>
                  <a:pt x="524581" y="152223"/>
                </a:cubicBezTo>
                <a:cubicBezTo>
                  <a:pt x="530659" y="157686"/>
                  <a:pt x="537468" y="160417"/>
                  <a:pt x="545008" y="160417"/>
                </a:cubicBezTo>
                <a:cubicBezTo>
                  <a:pt x="550317" y="160417"/>
                  <a:pt x="554644" y="158868"/>
                  <a:pt x="557991" y="155768"/>
                </a:cubicBezTo>
                <a:cubicBezTo>
                  <a:pt x="561338" y="152667"/>
                  <a:pt x="563012" y="148934"/>
                  <a:pt x="563012" y="144570"/>
                </a:cubicBezTo>
                <a:cubicBezTo>
                  <a:pt x="563012" y="139288"/>
                  <a:pt x="561146" y="134848"/>
                  <a:pt x="557414" y="131251"/>
                </a:cubicBezTo>
                <a:cubicBezTo>
                  <a:pt x="553683" y="127652"/>
                  <a:pt x="546239" y="123107"/>
                  <a:pt x="535083" y="117615"/>
                </a:cubicBezTo>
                <a:cubicBezTo>
                  <a:pt x="523927" y="112121"/>
                  <a:pt x="516617" y="107140"/>
                  <a:pt x="513155" y="102670"/>
                </a:cubicBezTo>
                <a:cubicBezTo>
                  <a:pt x="509693" y="98277"/>
                  <a:pt x="507962" y="92729"/>
                  <a:pt x="507962" y="86026"/>
                </a:cubicBezTo>
                <a:cubicBezTo>
                  <a:pt x="507962" y="77317"/>
                  <a:pt x="510943" y="70036"/>
                  <a:pt x="516906" y="64181"/>
                </a:cubicBezTo>
                <a:cubicBezTo>
                  <a:pt x="522869" y="58324"/>
                  <a:pt x="530582" y="55396"/>
                  <a:pt x="540045" y="55396"/>
                </a:cubicBezTo>
                <a:cubicBezTo>
                  <a:pt x="544200" y="55396"/>
                  <a:pt x="549240" y="56281"/>
                  <a:pt x="555164" y="58050"/>
                </a:cubicBezTo>
                <a:cubicBezTo>
                  <a:pt x="559088" y="59204"/>
                  <a:pt x="561704" y="59781"/>
                  <a:pt x="563012" y="59781"/>
                </a:cubicBezTo>
                <a:cubicBezTo>
                  <a:pt x="564243" y="59781"/>
                  <a:pt x="565204" y="59512"/>
                  <a:pt x="565897" y="58974"/>
                </a:cubicBezTo>
                <a:cubicBezTo>
                  <a:pt x="566589" y="58435"/>
                  <a:pt x="567397" y="57242"/>
                  <a:pt x="568320" y="55396"/>
                </a:cubicBezTo>
                <a:lnTo>
                  <a:pt x="572129" y="553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3381D4-4CF4-46F3-AD00-C3D7DA476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361" y="1869259"/>
            <a:ext cx="1680226" cy="2995453"/>
          </a:xfrm>
          <a:custGeom xmlns:a="http://schemas.openxmlformats.org/drawingml/2006/main">
            <a:pathLst>
              <a:path w="1680226" h="2995453">
                <a:moveTo>
                  <a:pt x="0" y="145004"/>
                </a:moveTo>
                <a:cubicBezTo>
                  <a:pt x="762" y="65182"/>
                  <a:pt x="65943" y="0"/>
                  <a:pt x="146540" y="39"/>
                </a:cubicBezTo>
                <a:lnTo>
                  <a:pt x="1534736" y="39"/>
                </a:lnTo>
                <a:cubicBezTo>
                  <a:pt x="1615044" y="0"/>
                  <a:pt x="1680226" y="65182"/>
                  <a:pt x="1679701" y="145004"/>
                </a:cubicBezTo>
                <a:lnTo>
                  <a:pt x="1679701" y="2848913"/>
                </a:lnTo>
                <a:cubicBezTo>
                  <a:pt x="1680226" y="2929694"/>
                  <a:pt x="1615044" y="2994875"/>
                  <a:pt x="1534736" y="2995453"/>
                </a:cubicBezTo>
                <a:lnTo>
                  <a:pt x="146540" y="2995453"/>
                </a:lnTo>
                <a:cubicBezTo>
                  <a:pt x="65943" y="2994875"/>
                  <a:pt x="762" y="2929694"/>
                  <a:pt x="0" y="2848913"/>
                </a:cubicBezTo>
                <a:lnTo>
                  <a:pt x="0" y="145004"/>
                </a:lnTo>
              </a:path>
            </a:pathLst>
          </a:custGeom>
          <a:solidFill xmlns:a="http://schemas.openxmlformats.org/drawingml/2006/main">
            <a:srgbClr val="DEEBF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A12541-60A3-4599-ACD7-BC7E277F9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7557" y="1862694"/>
            <a:ext cx="1692595" cy="3008006"/>
          </a:xfrm>
          <a:custGeom xmlns:a="http://schemas.openxmlformats.org/drawingml/2006/main">
            <a:pathLst>
              <a:path w="1692595" h="3008006">
                <a:moveTo>
                  <a:pt x="44566" y="44566"/>
                </a:moveTo>
                <a:lnTo>
                  <a:pt x="39524" y="49845"/>
                </a:lnTo>
                <a:lnTo>
                  <a:pt x="34744" y="55360"/>
                </a:lnTo>
                <a:lnTo>
                  <a:pt x="30227" y="61111"/>
                </a:lnTo>
                <a:lnTo>
                  <a:pt x="25986" y="67072"/>
                </a:lnTo>
                <a:lnTo>
                  <a:pt x="22034" y="73244"/>
                </a:lnTo>
                <a:lnTo>
                  <a:pt x="18370" y="79626"/>
                </a:lnTo>
                <a:lnTo>
                  <a:pt x="15009" y="86178"/>
                </a:lnTo>
                <a:lnTo>
                  <a:pt x="11949" y="92927"/>
                </a:lnTo>
                <a:lnTo>
                  <a:pt x="9231" y="99834"/>
                </a:lnTo>
                <a:lnTo>
                  <a:pt x="6841" y="106912"/>
                </a:lnTo>
                <a:lnTo>
                  <a:pt x="5896" y="110234"/>
                </a:lnTo>
                <a:lnTo>
                  <a:pt x="18528" y="113818"/>
                </a:lnTo>
                <a:lnTo>
                  <a:pt x="19347" y="110915"/>
                </a:lnTo>
                <a:lnTo>
                  <a:pt x="21531" y="104439"/>
                </a:lnTo>
                <a:lnTo>
                  <a:pt x="24108" y="97891"/>
                </a:lnTo>
                <a:lnTo>
                  <a:pt x="23990" y="98193"/>
                </a:lnTo>
                <a:lnTo>
                  <a:pt x="26878" y="91791"/>
                </a:lnTo>
                <a:lnTo>
                  <a:pt x="29978" y="85745"/>
                </a:lnTo>
                <a:lnTo>
                  <a:pt x="29833" y="86033"/>
                </a:lnTo>
                <a:lnTo>
                  <a:pt x="33326" y="79928"/>
                </a:lnTo>
                <a:lnTo>
                  <a:pt x="33169" y="80203"/>
                </a:lnTo>
                <a:lnTo>
                  <a:pt x="36806" y="74520"/>
                </a:lnTo>
                <a:lnTo>
                  <a:pt x="40721" y="69008"/>
                </a:lnTo>
                <a:lnTo>
                  <a:pt x="44897" y="63703"/>
                </a:lnTo>
                <a:lnTo>
                  <a:pt x="49319" y="58594"/>
                </a:lnTo>
                <a:lnTo>
                  <a:pt x="53846" y="53846"/>
                </a:lnTo>
                <a:lnTo>
                  <a:pt x="58595" y="49318"/>
                </a:lnTo>
                <a:lnTo>
                  <a:pt x="63842" y="44763"/>
                </a:lnTo>
                <a:lnTo>
                  <a:pt x="63606" y="44973"/>
                </a:lnTo>
                <a:lnTo>
                  <a:pt x="69108" y="40653"/>
                </a:lnTo>
                <a:lnTo>
                  <a:pt x="68845" y="40837"/>
                </a:lnTo>
                <a:lnTo>
                  <a:pt x="74532" y="36798"/>
                </a:lnTo>
                <a:lnTo>
                  <a:pt x="77131" y="35125"/>
                </a:lnTo>
                <a:lnTo>
                  <a:pt x="70053" y="24082"/>
                </a:lnTo>
                <a:lnTo>
                  <a:pt x="67072" y="25986"/>
                </a:lnTo>
                <a:lnTo>
                  <a:pt x="61111" y="30227"/>
                </a:lnTo>
                <a:lnTo>
                  <a:pt x="55360" y="34744"/>
                </a:lnTo>
                <a:lnTo>
                  <a:pt x="49845" y="39524"/>
                </a:lnTo>
                <a:lnTo>
                  <a:pt x="44566" y="44566"/>
                </a:lnTo>
                <a:close/>
                <a:moveTo>
                  <a:pt x="13157" y="151058"/>
                </a:moveTo>
                <a:lnTo>
                  <a:pt x="26" y="150729"/>
                </a:lnTo>
                <a:lnTo>
                  <a:pt x="0" y="152069"/>
                </a:lnTo>
                <a:lnTo>
                  <a:pt x="0" y="255934"/>
                </a:lnTo>
                <a:lnTo>
                  <a:pt x="13131" y="255934"/>
                </a:lnTo>
                <a:lnTo>
                  <a:pt x="13131" y="152318"/>
                </a:lnTo>
                <a:lnTo>
                  <a:pt x="13157" y="151058"/>
                </a:lnTo>
                <a:close/>
                <a:moveTo>
                  <a:pt x="0" y="295326"/>
                </a:moveTo>
                <a:lnTo>
                  <a:pt x="0" y="400373"/>
                </a:lnTo>
                <a:lnTo>
                  <a:pt x="13131" y="400373"/>
                </a:lnTo>
                <a:lnTo>
                  <a:pt x="13131" y="295326"/>
                </a:lnTo>
                <a:lnTo>
                  <a:pt x="0" y="295326"/>
                </a:lnTo>
                <a:close/>
                <a:moveTo>
                  <a:pt x="0" y="439766"/>
                </a:moveTo>
                <a:lnTo>
                  <a:pt x="0" y="544813"/>
                </a:lnTo>
                <a:lnTo>
                  <a:pt x="13131" y="544813"/>
                </a:lnTo>
                <a:lnTo>
                  <a:pt x="13131" y="439766"/>
                </a:lnTo>
                <a:lnTo>
                  <a:pt x="0" y="439766"/>
                </a:lnTo>
                <a:close/>
                <a:moveTo>
                  <a:pt x="0" y="584205"/>
                </a:moveTo>
                <a:lnTo>
                  <a:pt x="0" y="689252"/>
                </a:lnTo>
                <a:lnTo>
                  <a:pt x="13131" y="689252"/>
                </a:lnTo>
                <a:lnTo>
                  <a:pt x="13131" y="584205"/>
                </a:lnTo>
                <a:lnTo>
                  <a:pt x="0" y="584205"/>
                </a:lnTo>
                <a:close/>
                <a:moveTo>
                  <a:pt x="0" y="728645"/>
                </a:moveTo>
                <a:lnTo>
                  <a:pt x="0" y="833692"/>
                </a:lnTo>
                <a:lnTo>
                  <a:pt x="13131" y="833692"/>
                </a:lnTo>
                <a:lnTo>
                  <a:pt x="13131" y="728645"/>
                </a:lnTo>
                <a:lnTo>
                  <a:pt x="0" y="728645"/>
                </a:lnTo>
                <a:close/>
                <a:moveTo>
                  <a:pt x="0" y="873085"/>
                </a:moveTo>
                <a:lnTo>
                  <a:pt x="0" y="978132"/>
                </a:lnTo>
                <a:lnTo>
                  <a:pt x="13131" y="978132"/>
                </a:lnTo>
                <a:lnTo>
                  <a:pt x="13131" y="873085"/>
                </a:lnTo>
                <a:lnTo>
                  <a:pt x="0" y="873085"/>
                </a:lnTo>
                <a:close/>
                <a:moveTo>
                  <a:pt x="0" y="1017524"/>
                </a:moveTo>
                <a:lnTo>
                  <a:pt x="0" y="1122571"/>
                </a:lnTo>
                <a:lnTo>
                  <a:pt x="13131" y="1122571"/>
                </a:lnTo>
                <a:lnTo>
                  <a:pt x="13131" y="1017524"/>
                </a:lnTo>
                <a:lnTo>
                  <a:pt x="0" y="1017524"/>
                </a:lnTo>
                <a:close/>
                <a:moveTo>
                  <a:pt x="0" y="1161964"/>
                </a:moveTo>
                <a:lnTo>
                  <a:pt x="0" y="1267011"/>
                </a:lnTo>
                <a:lnTo>
                  <a:pt x="13131" y="1267011"/>
                </a:lnTo>
                <a:lnTo>
                  <a:pt x="13131" y="1161964"/>
                </a:lnTo>
                <a:lnTo>
                  <a:pt x="0" y="1161964"/>
                </a:lnTo>
                <a:close/>
                <a:moveTo>
                  <a:pt x="0" y="1411450"/>
                </a:moveTo>
                <a:lnTo>
                  <a:pt x="13131" y="1411450"/>
                </a:lnTo>
                <a:lnTo>
                  <a:pt x="13131" y="1306403"/>
                </a:lnTo>
                <a:lnTo>
                  <a:pt x="0" y="1306403"/>
                </a:lnTo>
                <a:lnTo>
                  <a:pt x="0" y="1411450"/>
                </a:lnTo>
                <a:close/>
                <a:moveTo>
                  <a:pt x="0" y="1555890"/>
                </a:moveTo>
                <a:lnTo>
                  <a:pt x="13131" y="1555890"/>
                </a:lnTo>
                <a:lnTo>
                  <a:pt x="13131" y="1450843"/>
                </a:lnTo>
                <a:lnTo>
                  <a:pt x="0" y="1450843"/>
                </a:lnTo>
                <a:lnTo>
                  <a:pt x="0" y="1555890"/>
                </a:lnTo>
                <a:close/>
                <a:moveTo>
                  <a:pt x="0" y="1595282"/>
                </a:moveTo>
                <a:lnTo>
                  <a:pt x="0" y="1700329"/>
                </a:lnTo>
                <a:lnTo>
                  <a:pt x="13131" y="1700329"/>
                </a:lnTo>
                <a:lnTo>
                  <a:pt x="13131" y="1595282"/>
                </a:lnTo>
                <a:lnTo>
                  <a:pt x="0" y="1595282"/>
                </a:lnTo>
                <a:close/>
                <a:moveTo>
                  <a:pt x="0" y="1739722"/>
                </a:moveTo>
                <a:lnTo>
                  <a:pt x="0" y="1844769"/>
                </a:lnTo>
                <a:lnTo>
                  <a:pt x="13131" y="1844769"/>
                </a:lnTo>
                <a:lnTo>
                  <a:pt x="13131" y="1739722"/>
                </a:lnTo>
                <a:lnTo>
                  <a:pt x="0" y="1739722"/>
                </a:lnTo>
                <a:close/>
                <a:moveTo>
                  <a:pt x="0" y="1884162"/>
                </a:moveTo>
                <a:lnTo>
                  <a:pt x="0" y="1989208"/>
                </a:lnTo>
                <a:lnTo>
                  <a:pt x="13131" y="1989208"/>
                </a:lnTo>
                <a:lnTo>
                  <a:pt x="13131" y="1884162"/>
                </a:lnTo>
                <a:lnTo>
                  <a:pt x="0" y="1884162"/>
                </a:lnTo>
                <a:close/>
                <a:moveTo>
                  <a:pt x="0" y="2028601"/>
                </a:moveTo>
                <a:lnTo>
                  <a:pt x="0" y="2133648"/>
                </a:lnTo>
                <a:lnTo>
                  <a:pt x="13131" y="2133648"/>
                </a:lnTo>
                <a:lnTo>
                  <a:pt x="13131" y="2028601"/>
                </a:lnTo>
                <a:lnTo>
                  <a:pt x="0" y="2028601"/>
                </a:lnTo>
                <a:close/>
                <a:moveTo>
                  <a:pt x="0" y="2173041"/>
                </a:moveTo>
                <a:lnTo>
                  <a:pt x="0" y="2278088"/>
                </a:lnTo>
                <a:lnTo>
                  <a:pt x="13131" y="2278088"/>
                </a:lnTo>
                <a:lnTo>
                  <a:pt x="13131" y="2173041"/>
                </a:lnTo>
                <a:lnTo>
                  <a:pt x="0" y="2173041"/>
                </a:lnTo>
                <a:close/>
                <a:moveTo>
                  <a:pt x="0" y="2317480"/>
                </a:moveTo>
                <a:lnTo>
                  <a:pt x="0" y="2422527"/>
                </a:lnTo>
                <a:lnTo>
                  <a:pt x="13131" y="2422527"/>
                </a:lnTo>
                <a:lnTo>
                  <a:pt x="13131" y="2317480"/>
                </a:lnTo>
                <a:lnTo>
                  <a:pt x="0" y="2317480"/>
                </a:lnTo>
                <a:close/>
                <a:moveTo>
                  <a:pt x="0" y="2461920"/>
                </a:moveTo>
                <a:lnTo>
                  <a:pt x="0" y="2566967"/>
                </a:lnTo>
                <a:lnTo>
                  <a:pt x="13131" y="2566967"/>
                </a:lnTo>
                <a:lnTo>
                  <a:pt x="13131" y="2461920"/>
                </a:lnTo>
                <a:lnTo>
                  <a:pt x="0" y="2461920"/>
                </a:lnTo>
                <a:close/>
                <a:moveTo>
                  <a:pt x="0" y="2606359"/>
                </a:moveTo>
                <a:lnTo>
                  <a:pt x="0" y="2711406"/>
                </a:lnTo>
                <a:lnTo>
                  <a:pt x="13131" y="2711406"/>
                </a:lnTo>
                <a:lnTo>
                  <a:pt x="13131" y="2606359"/>
                </a:lnTo>
                <a:lnTo>
                  <a:pt x="0" y="2606359"/>
                </a:lnTo>
                <a:close/>
                <a:moveTo>
                  <a:pt x="0" y="2750799"/>
                </a:moveTo>
                <a:lnTo>
                  <a:pt x="0" y="2855846"/>
                </a:lnTo>
                <a:lnTo>
                  <a:pt x="13131" y="2855846"/>
                </a:lnTo>
                <a:lnTo>
                  <a:pt x="13131" y="2750799"/>
                </a:lnTo>
                <a:lnTo>
                  <a:pt x="0" y="2750799"/>
                </a:lnTo>
                <a:close/>
                <a:moveTo>
                  <a:pt x="22034" y="2934749"/>
                </a:moveTo>
                <a:lnTo>
                  <a:pt x="25986" y="2940934"/>
                </a:lnTo>
                <a:lnTo>
                  <a:pt x="30227" y="2946895"/>
                </a:lnTo>
                <a:lnTo>
                  <a:pt x="34744" y="2952647"/>
                </a:lnTo>
                <a:lnTo>
                  <a:pt x="39524" y="2958162"/>
                </a:lnTo>
                <a:lnTo>
                  <a:pt x="44566" y="2963440"/>
                </a:lnTo>
                <a:lnTo>
                  <a:pt x="49845" y="2968482"/>
                </a:lnTo>
                <a:lnTo>
                  <a:pt x="55360" y="2973262"/>
                </a:lnTo>
                <a:lnTo>
                  <a:pt x="61111" y="2977779"/>
                </a:lnTo>
                <a:lnTo>
                  <a:pt x="67072" y="2982020"/>
                </a:lnTo>
                <a:lnTo>
                  <a:pt x="68215" y="2982756"/>
                </a:lnTo>
                <a:lnTo>
                  <a:pt x="75306" y="2971699"/>
                </a:lnTo>
                <a:lnTo>
                  <a:pt x="74509" y="2971192"/>
                </a:lnTo>
                <a:lnTo>
                  <a:pt x="68845" y="2967169"/>
                </a:lnTo>
                <a:lnTo>
                  <a:pt x="69108" y="2967353"/>
                </a:lnTo>
                <a:lnTo>
                  <a:pt x="63701" y="2963108"/>
                </a:lnTo>
                <a:lnTo>
                  <a:pt x="58594" y="2958687"/>
                </a:lnTo>
                <a:lnTo>
                  <a:pt x="53849" y="2954163"/>
                </a:lnTo>
                <a:lnTo>
                  <a:pt x="49197" y="2949271"/>
                </a:lnTo>
                <a:lnTo>
                  <a:pt x="44899" y="2944305"/>
                </a:lnTo>
                <a:lnTo>
                  <a:pt x="40653" y="2938899"/>
                </a:lnTo>
                <a:lnTo>
                  <a:pt x="40837" y="2939161"/>
                </a:lnTo>
                <a:lnTo>
                  <a:pt x="36806" y="2933487"/>
                </a:lnTo>
                <a:lnTo>
                  <a:pt x="33236" y="2927908"/>
                </a:lnTo>
                <a:lnTo>
                  <a:pt x="29863" y="2922024"/>
                </a:lnTo>
                <a:lnTo>
                  <a:pt x="26878" y="2916201"/>
                </a:lnTo>
                <a:lnTo>
                  <a:pt x="23990" y="2909814"/>
                </a:lnTo>
                <a:lnTo>
                  <a:pt x="24108" y="2910116"/>
                </a:lnTo>
                <a:lnTo>
                  <a:pt x="21530" y="2903552"/>
                </a:lnTo>
                <a:lnTo>
                  <a:pt x="19343" y="2897081"/>
                </a:lnTo>
                <a:lnTo>
                  <a:pt x="17924" y="2892087"/>
                </a:lnTo>
                <a:lnTo>
                  <a:pt x="5305" y="2895672"/>
                </a:lnTo>
                <a:lnTo>
                  <a:pt x="6841" y="2901095"/>
                </a:lnTo>
                <a:lnTo>
                  <a:pt x="9231" y="2908172"/>
                </a:lnTo>
                <a:lnTo>
                  <a:pt x="11949" y="2915079"/>
                </a:lnTo>
                <a:lnTo>
                  <a:pt x="15009" y="2921815"/>
                </a:lnTo>
                <a:lnTo>
                  <a:pt x="18370" y="2928381"/>
                </a:lnTo>
                <a:lnTo>
                  <a:pt x="22034" y="2934749"/>
                </a:lnTo>
                <a:close/>
                <a:moveTo>
                  <a:pt x="502466" y="0"/>
                </a:moveTo>
                <a:lnTo>
                  <a:pt x="397419" y="0"/>
                </a:lnTo>
                <a:lnTo>
                  <a:pt x="397419" y="13131"/>
                </a:lnTo>
                <a:lnTo>
                  <a:pt x="502466" y="13131"/>
                </a:lnTo>
                <a:lnTo>
                  <a:pt x="502466" y="0"/>
                </a:lnTo>
                <a:close/>
                <a:moveTo>
                  <a:pt x="646905" y="0"/>
                </a:moveTo>
                <a:lnTo>
                  <a:pt x="541858" y="0"/>
                </a:lnTo>
                <a:lnTo>
                  <a:pt x="541858" y="13131"/>
                </a:lnTo>
                <a:lnTo>
                  <a:pt x="646905" y="13131"/>
                </a:lnTo>
                <a:lnTo>
                  <a:pt x="646905" y="0"/>
                </a:lnTo>
                <a:close/>
                <a:moveTo>
                  <a:pt x="1080224" y="0"/>
                </a:moveTo>
                <a:lnTo>
                  <a:pt x="975177" y="0"/>
                </a:lnTo>
                <a:lnTo>
                  <a:pt x="975177" y="13131"/>
                </a:lnTo>
                <a:lnTo>
                  <a:pt x="1080224" y="13131"/>
                </a:lnTo>
                <a:lnTo>
                  <a:pt x="1080224" y="0"/>
                </a:lnTo>
                <a:close/>
                <a:moveTo>
                  <a:pt x="791345" y="0"/>
                </a:moveTo>
                <a:lnTo>
                  <a:pt x="686298" y="0"/>
                </a:lnTo>
                <a:lnTo>
                  <a:pt x="686298" y="13131"/>
                </a:lnTo>
                <a:lnTo>
                  <a:pt x="791345" y="13131"/>
                </a:lnTo>
                <a:lnTo>
                  <a:pt x="791345" y="0"/>
                </a:lnTo>
                <a:close/>
                <a:moveTo>
                  <a:pt x="358026" y="0"/>
                </a:moveTo>
                <a:lnTo>
                  <a:pt x="252979" y="0"/>
                </a:lnTo>
                <a:lnTo>
                  <a:pt x="252979" y="13131"/>
                </a:lnTo>
                <a:lnTo>
                  <a:pt x="358026" y="13131"/>
                </a:lnTo>
                <a:lnTo>
                  <a:pt x="358026" y="0"/>
                </a:lnTo>
                <a:close/>
                <a:moveTo>
                  <a:pt x="935785" y="0"/>
                </a:moveTo>
                <a:lnTo>
                  <a:pt x="830738" y="0"/>
                </a:lnTo>
                <a:lnTo>
                  <a:pt x="830738" y="13131"/>
                </a:lnTo>
                <a:lnTo>
                  <a:pt x="935785" y="13131"/>
                </a:lnTo>
                <a:lnTo>
                  <a:pt x="935785" y="0"/>
                </a:lnTo>
                <a:close/>
                <a:moveTo>
                  <a:pt x="136600" y="775"/>
                </a:moveTo>
                <a:lnTo>
                  <a:pt x="128998" y="1746"/>
                </a:lnTo>
                <a:lnTo>
                  <a:pt x="121500" y="3086"/>
                </a:lnTo>
                <a:lnTo>
                  <a:pt x="114134" y="4780"/>
                </a:lnTo>
                <a:lnTo>
                  <a:pt x="107397" y="6697"/>
                </a:lnTo>
                <a:lnTo>
                  <a:pt x="110982" y="19329"/>
                </a:lnTo>
                <a:lnTo>
                  <a:pt x="117448" y="17496"/>
                </a:lnTo>
                <a:lnTo>
                  <a:pt x="124104" y="15956"/>
                </a:lnTo>
                <a:lnTo>
                  <a:pt x="131138" y="14707"/>
                </a:lnTo>
                <a:lnTo>
                  <a:pt x="130810" y="14746"/>
                </a:lnTo>
                <a:lnTo>
                  <a:pt x="138063" y="13831"/>
                </a:lnTo>
                <a:lnTo>
                  <a:pt x="145069" y="13309"/>
                </a:lnTo>
                <a:lnTo>
                  <a:pt x="152318" y="13118"/>
                </a:lnTo>
                <a:lnTo>
                  <a:pt x="152161" y="13131"/>
                </a:lnTo>
                <a:lnTo>
                  <a:pt x="213587" y="13131"/>
                </a:lnTo>
                <a:lnTo>
                  <a:pt x="213587" y="0"/>
                </a:lnTo>
                <a:lnTo>
                  <a:pt x="152069" y="0"/>
                </a:lnTo>
                <a:lnTo>
                  <a:pt x="144335" y="197"/>
                </a:lnTo>
                <a:lnTo>
                  <a:pt x="136600" y="775"/>
                </a:lnTo>
                <a:close/>
                <a:moveTo>
                  <a:pt x="136600" y="3007218"/>
                </a:moveTo>
                <a:lnTo>
                  <a:pt x="144335" y="3007809"/>
                </a:lnTo>
                <a:lnTo>
                  <a:pt x="152069" y="3008006"/>
                </a:lnTo>
                <a:lnTo>
                  <a:pt x="211420" y="3008006"/>
                </a:lnTo>
                <a:lnTo>
                  <a:pt x="211420" y="2994875"/>
                </a:lnTo>
                <a:lnTo>
                  <a:pt x="152318" y="2994875"/>
                </a:lnTo>
                <a:lnTo>
                  <a:pt x="145064" y="2994697"/>
                </a:lnTo>
                <a:lnTo>
                  <a:pt x="137820" y="2994144"/>
                </a:lnTo>
                <a:lnTo>
                  <a:pt x="130926" y="2993262"/>
                </a:lnTo>
                <a:lnTo>
                  <a:pt x="124104" y="2992050"/>
                </a:lnTo>
                <a:lnTo>
                  <a:pt x="117447" y="2990510"/>
                </a:lnTo>
                <a:lnTo>
                  <a:pt x="110921" y="2988661"/>
                </a:lnTo>
                <a:lnTo>
                  <a:pt x="109223" y="2988087"/>
                </a:lnTo>
                <a:lnTo>
                  <a:pt x="105021" y="3000522"/>
                </a:lnTo>
                <a:lnTo>
                  <a:pt x="106912" y="3001165"/>
                </a:lnTo>
                <a:lnTo>
                  <a:pt x="114134" y="3003214"/>
                </a:lnTo>
                <a:lnTo>
                  <a:pt x="121500" y="3004921"/>
                </a:lnTo>
                <a:lnTo>
                  <a:pt x="128998" y="3006260"/>
                </a:lnTo>
                <a:lnTo>
                  <a:pt x="136600" y="3007218"/>
                </a:lnTo>
                <a:close/>
                <a:moveTo>
                  <a:pt x="539692" y="3008006"/>
                </a:moveTo>
                <a:lnTo>
                  <a:pt x="644739" y="3008006"/>
                </a:lnTo>
                <a:lnTo>
                  <a:pt x="644739" y="2994875"/>
                </a:lnTo>
                <a:lnTo>
                  <a:pt x="539692" y="2994875"/>
                </a:lnTo>
                <a:lnTo>
                  <a:pt x="539692" y="3008006"/>
                </a:lnTo>
                <a:close/>
                <a:moveTo>
                  <a:pt x="684131" y="3008006"/>
                </a:moveTo>
                <a:lnTo>
                  <a:pt x="789178" y="3008006"/>
                </a:lnTo>
                <a:lnTo>
                  <a:pt x="789178" y="2994875"/>
                </a:lnTo>
                <a:lnTo>
                  <a:pt x="684131" y="2994875"/>
                </a:lnTo>
                <a:lnTo>
                  <a:pt x="684131" y="3008006"/>
                </a:lnTo>
                <a:close/>
                <a:moveTo>
                  <a:pt x="395252" y="3008006"/>
                </a:moveTo>
                <a:lnTo>
                  <a:pt x="500299" y="3008006"/>
                </a:lnTo>
                <a:lnTo>
                  <a:pt x="500299" y="2994875"/>
                </a:lnTo>
                <a:lnTo>
                  <a:pt x="395252" y="2994875"/>
                </a:lnTo>
                <a:lnTo>
                  <a:pt x="395252" y="3008006"/>
                </a:lnTo>
                <a:close/>
                <a:moveTo>
                  <a:pt x="828571" y="3008006"/>
                </a:moveTo>
                <a:lnTo>
                  <a:pt x="933618" y="3008006"/>
                </a:lnTo>
                <a:lnTo>
                  <a:pt x="933618" y="2994875"/>
                </a:lnTo>
                <a:lnTo>
                  <a:pt x="828571" y="2994875"/>
                </a:lnTo>
                <a:lnTo>
                  <a:pt x="828571" y="3008006"/>
                </a:lnTo>
                <a:close/>
                <a:moveTo>
                  <a:pt x="250813" y="3008006"/>
                </a:moveTo>
                <a:lnTo>
                  <a:pt x="355860" y="3008006"/>
                </a:lnTo>
                <a:lnTo>
                  <a:pt x="355860" y="2994875"/>
                </a:lnTo>
                <a:lnTo>
                  <a:pt x="250813" y="2994875"/>
                </a:lnTo>
                <a:lnTo>
                  <a:pt x="250813" y="3008006"/>
                </a:lnTo>
                <a:close/>
                <a:moveTo>
                  <a:pt x="1078057" y="3008006"/>
                </a:moveTo>
                <a:lnTo>
                  <a:pt x="1078057" y="2994875"/>
                </a:lnTo>
                <a:lnTo>
                  <a:pt x="973011" y="2994875"/>
                </a:lnTo>
                <a:lnTo>
                  <a:pt x="973011" y="3008006"/>
                </a:lnTo>
                <a:lnTo>
                  <a:pt x="1078057" y="3008006"/>
                </a:lnTo>
                <a:close/>
                <a:moveTo>
                  <a:pt x="1222497" y="3008006"/>
                </a:moveTo>
                <a:lnTo>
                  <a:pt x="1222497" y="2994875"/>
                </a:lnTo>
                <a:lnTo>
                  <a:pt x="1117450" y="2994875"/>
                </a:lnTo>
                <a:lnTo>
                  <a:pt x="1117450" y="3008006"/>
                </a:lnTo>
                <a:lnTo>
                  <a:pt x="1222497" y="3008006"/>
                </a:lnTo>
                <a:close/>
                <a:moveTo>
                  <a:pt x="1224664" y="0"/>
                </a:moveTo>
                <a:lnTo>
                  <a:pt x="1119617" y="0"/>
                </a:lnTo>
                <a:lnTo>
                  <a:pt x="1119617" y="13131"/>
                </a:lnTo>
                <a:lnTo>
                  <a:pt x="1224664" y="13131"/>
                </a:lnTo>
                <a:lnTo>
                  <a:pt x="1224664" y="0"/>
                </a:lnTo>
                <a:close/>
                <a:moveTo>
                  <a:pt x="1369103" y="0"/>
                </a:moveTo>
                <a:lnTo>
                  <a:pt x="1264056" y="0"/>
                </a:lnTo>
                <a:lnTo>
                  <a:pt x="1264056" y="13131"/>
                </a:lnTo>
                <a:lnTo>
                  <a:pt x="1369103" y="13131"/>
                </a:lnTo>
                <a:lnTo>
                  <a:pt x="1369103" y="0"/>
                </a:lnTo>
                <a:close/>
                <a:moveTo>
                  <a:pt x="1513543" y="0"/>
                </a:moveTo>
                <a:lnTo>
                  <a:pt x="1408496" y="0"/>
                </a:lnTo>
                <a:lnTo>
                  <a:pt x="1408496" y="13131"/>
                </a:lnTo>
                <a:lnTo>
                  <a:pt x="1513543" y="13131"/>
                </a:lnTo>
                <a:lnTo>
                  <a:pt x="1513543" y="0"/>
                </a:lnTo>
                <a:close/>
                <a:moveTo>
                  <a:pt x="1637222" y="34744"/>
                </a:moveTo>
                <a:lnTo>
                  <a:pt x="1631484" y="30227"/>
                </a:lnTo>
                <a:lnTo>
                  <a:pt x="1625510" y="25986"/>
                </a:lnTo>
                <a:lnTo>
                  <a:pt x="1619338" y="22020"/>
                </a:lnTo>
                <a:lnTo>
                  <a:pt x="1612970" y="18357"/>
                </a:lnTo>
                <a:lnTo>
                  <a:pt x="1606404" y="14995"/>
                </a:lnTo>
                <a:lnTo>
                  <a:pt x="1599668" y="11949"/>
                </a:lnTo>
                <a:lnTo>
                  <a:pt x="1592748" y="9231"/>
                </a:lnTo>
                <a:lnTo>
                  <a:pt x="1585684" y="6841"/>
                </a:lnTo>
                <a:lnTo>
                  <a:pt x="1578462" y="4780"/>
                </a:lnTo>
                <a:lnTo>
                  <a:pt x="1571095" y="3086"/>
                </a:lnTo>
                <a:lnTo>
                  <a:pt x="1563598" y="1746"/>
                </a:lnTo>
                <a:lnTo>
                  <a:pt x="1555982" y="775"/>
                </a:lnTo>
                <a:lnTo>
                  <a:pt x="1553421" y="578"/>
                </a:lnTo>
                <a:lnTo>
                  <a:pt x="1552423" y="13682"/>
                </a:lnTo>
                <a:lnTo>
                  <a:pt x="1554551" y="13834"/>
                </a:lnTo>
                <a:lnTo>
                  <a:pt x="1561786" y="14746"/>
                </a:lnTo>
                <a:lnTo>
                  <a:pt x="1561457" y="14707"/>
                </a:lnTo>
                <a:lnTo>
                  <a:pt x="1568436" y="15946"/>
                </a:lnTo>
                <a:lnTo>
                  <a:pt x="1575149" y="17497"/>
                </a:lnTo>
                <a:lnTo>
                  <a:pt x="1581675" y="19345"/>
                </a:lnTo>
                <a:lnTo>
                  <a:pt x="1588141" y="21530"/>
                </a:lnTo>
                <a:lnTo>
                  <a:pt x="1594705" y="24108"/>
                </a:lnTo>
                <a:lnTo>
                  <a:pt x="1594403" y="23990"/>
                </a:lnTo>
                <a:lnTo>
                  <a:pt x="1600790" y="26878"/>
                </a:lnTo>
                <a:lnTo>
                  <a:pt x="1606820" y="29969"/>
                </a:lnTo>
                <a:lnTo>
                  <a:pt x="1612492" y="33233"/>
                </a:lnTo>
                <a:lnTo>
                  <a:pt x="1618075" y="36806"/>
                </a:lnTo>
                <a:lnTo>
                  <a:pt x="1623572" y="40720"/>
                </a:lnTo>
                <a:lnTo>
                  <a:pt x="1628989" y="44973"/>
                </a:lnTo>
                <a:lnTo>
                  <a:pt x="1628753" y="44763"/>
                </a:lnTo>
                <a:lnTo>
                  <a:pt x="1633853" y="49191"/>
                </a:lnTo>
                <a:lnTo>
                  <a:pt x="1638851" y="53955"/>
                </a:lnTo>
                <a:lnTo>
                  <a:pt x="1638641" y="53732"/>
                </a:lnTo>
                <a:lnTo>
                  <a:pt x="1640847" y="56043"/>
                </a:lnTo>
                <a:lnTo>
                  <a:pt x="1650340" y="46982"/>
                </a:lnTo>
                <a:lnTo>
                  <a:pt x="1648029" y="44566"/>
                </a:lnTo>
                <a:lnTo>
                  <a:pt x="1642750" y="39524"/>
                </a:lnTo>
                <a:lnTo>
                  <a:pt x="1637222" y="34744"/>
                </a:lnTo>
                <a:close/>
                <a:moveTo>
                  <a:pt x="1585684" y="3001165"/>
                </a:moveTo>
                <a:lnTo>
                  <a:pt x="1592748" y="2998775"/>
                </a:lnTo>
                <a:lnTo>
                  <a:pt x="1599668" y="2996044"/>
                </a:lnTo>
                <a:lnTo>
                  <a:pt x="1606404" y="2992998"/>
                </a:lnTo>
                <a:lnTo>
                  <a:pt x="1612970" y="2989636"/>
                </a:lnTo>
                <a:lnTo>
                  <a:pt x="1619338" y="2985973"/>
                </a:lnTo>
                <a:lnTo>
                  <a:pt x="1625510" y="2982020"/>
                </a:lnTo>
                <a:lnTo>
                  <a:pt x="1631484" y="2977779"/>
                </a:lnTo>
                <a:lnTo>
                  <a:pt x="1637222" y="2973262"/>
                </a:lnTo>
                <a:lnTo>
                  <a:pt x="1642750" y="2968482"/>
                </a:lnTo>
                <a:lnTo>
                  <a:pt x="1648029" y="2963440"/>
                </a:lnTo>
                <a:lnTo>
                  <a:pt x="1648843" y="2962587"/>
                </a:lnTo>
                <a:lnTo>
                  <a:pt x="1639336" y="2953526"/>
                </a:lnTo>
                <a:lnTo>
                  <a:pt x="1638828" y="2954073"/>
                </a:lnTo>
                <a:lnTo>
                  <a:pt x="1633858" y="2958811"/>
                </a:lnTo>
                <a:lnTo>
                  <a:pt x="1628894" y="2963108"/>
                </a:lnTo>
                <a:lnTo>
                  <a:pt x="1623572" y="2967287"/>
                </a:lnTo>
                <a:lnTo>
                  <a:pt x="1618075" y="2971201"/>
                </a:lnTo>
                <a:lnTo>
                  <a:pt x="1612392" y="2974838"/>
                </a:lnTo>
                <a:lnTo>
                  <a:pt x="1612655" y="2974667"/>
                </a:lnTo>
                <a:lnTo>
                  <a:pt x="1606611" y="2978145"/>
                </a:lnTo>
                <a:lnTo>
                  <a:pt x="1600790" y="2981128"/>
                </a:lnTo>
                <a:lnTo>
                  <a:pt x="1594403" y="2984016"/>
                </a:lnTo>
                <a:lnTo>
                  <a:pt x="1594705" y="2983898"/>
                </a:lnTo>
                <a:lnTo>
                  <a:pt x="1588141" y="2986476"/>
                </a:lnTo>
                <a:lnTo>
                  <a:pt x="1581675" y="2988661"/>
                </a:lnTo>
                <a:lnTo>
                  <a:pt x="1575149" y="2990510"/>
                </a:lnTo>
                <a:lnTo>
                  <a:pt x="1568436" y="2992060"/>
                </a:lnTo>
                <a:lnTo>
                  <a:pt x="1561669" y="2993262"/>
                </a:lnTo>
                <a:lnTo>
                  <a:pt x="1554774" y="2994144"/>
                </a:lnTo>
                <a:lnTo>
                  <a:pt x="1550257" y="2994495"/>
                </a:lnTo>
                <a:lnTo>
                  <a:pt x="1551255" y="3007586"/>
                </a:lnTo>
                <a:lnTo>
                  <a:pt x="1555982" y="3007218"/>
                </a:lnTo>
                <a:lnTo>
                  <a:pt x="1563598" y="3006260"/>
                </a:lnTo>
                <a:lnTo>
                  <a:pt x="1571095" y="3004921"/>
                </a:lnTo>
                <a:lnTo>
                  <a:pt x="1578462" y="3003214"/>
                </a:lnTo>
                <a:lnTo>
                  <a:pt x="1585684" y="3001165"/>
                </a:lnTo>
                <a:close/>
                <a:moveTo>
                  <a:pt x="1366937" y="3008006"/>
                </a:moveTo>
                <a:lnTo>
                  <a:pt x="1366937" y="2994875"/>
                </a:lnTo>
                <a:lnTo>
                  <a:pt x="1261890" y="2994875"/>
                </a:lnTo>
                <a:lnTo>
                  <a:pt x="1261890" y="3008006"/>
                </a:lnTo>
                <a:lnTo>
                  <a:pt x="1366937" y="3008006"/>
                </a:lnTo>
                <a:close/>
                <a:moveTo>
                  <a:pt x="1511376" y="3008006"/>
                </a:moveTo>
                <a:lnTo>
                  <a:pt x="1511376" y="2994875"/>
                </a:lnTo>
                <a:lnTo>
                  <a:pt x="1406329" y="2994875"/>
                </a:lnTo>
                <a:lnTo>
                  <a:pt x="1406329" y="3008006"/>
                </a:lnTo>
                <a:lnTo>
                  <a:pt x="1511376" y="3008006"/>
                </a:lnTo>
                <a:close/>
                <a:moveTo>
                  <a:pt x="1689510" y="121500"/>
                </a:moveTo>
                <a:lnTo>
                  <a:pt x="1687802" y="114134"/>
                </a:lnTo>
                <a:lnTo>
                  <a:pt x="1685754" y="106912"/>
                </a:lnTo>
                <a:lnTo>
                  <a:pt x="1683364" y="99834"/>
                </a:lnTo>
                <a:lnTo>
                  <a:pt x="1680633" y="92927"/>
                </a:lnTo>
                <a:lnTo>
                  <a:pt x="1677587" y="86178"/>
                </a:lnTo>
                <a:lnTo>
                  <a:pt x="1674553" y="80269"/>
                </a:lnTo>
                <a:lnTo>
                  <a:pt x="1662867" y="86257"/>
                </a:lnTo>
                <a:lnTo>
                  <a:pt x="1665720" y="91800"/>
                </a:lnTo>
                <a:lnTo>
                  <a:pt x="1668605" y="98193"/>
                </a:lnTo>
                <a:lnTo>
                  <a:pt x="1668487" y="97891"/>
                </a:lnTo>
                <a:lnTo>
                  <a:pt x="1671065" y="104439"/>
                </a:lnTo>
                <a:lnTo>
                  <a:pt x="1673250" y="110920"/>
                </a:lnTo>
                <a:lnTo>
                  <a:pt x="1675099" y="117447"/>
                </a:lnTo>
                <a:lnTo>
                  <a:pt x="1676639" y="124104"/>
                </a:lnTo>
                <a:lnTo>
                  <a:pt x="1677851" y="130926"/>
                </a:lnTo>
                <a:lnTo>
                  <a:pt x="1678733" y="137820"/>
                </a:lnTo>
                <a:lnTo>
                  <a:pt x="1679286" y="145064"/>
                </a:lnTo>
                <a:lnTo>
                  <a:pt x="1679464" y="152318"/>
                </a:lnTo>
                <a:lnTo>
                  <a:pt x="1679464" y="185434"/>
                </a:lnTo>
                <a:lnTo>
                  <a:pt x="1692595" y="185434"/>
                </a:lnTo>
                <a:lnTo>
                  <a:pt x="1692595" y="152069"/>
                </a:lnTo>
                <a:lnTo>
                  <a:pt x="1692398" y="144335"/>
                </a:lnTo>
                <a:lnTo>
                  <a:pt x="1691807" y="136600"/>
                </a:lnTo>
                <a:lnTo>
                  <a:pt x="1690849" y="128985"/>
                </a:lnTo>
                <a:lnTo>
                  <a:pt x="1689510" y="121500"/>
                </a:lnTo>
                <a:close/>
                <a:moveTo>
                  <a:pt x="1692595" y="329874"/>
                </a:moveTo>
                <a:lnTo>
                  <a:pt x="1692595" y="224827"/>
                </a:lnTo>
                <a:lnTo>
                  <a:pt x="1679464" y="224827"/>
                </a:lnTo>
                <a:lnTo>
                  <a:pt x="1679464" y="329874"/>
                </a:lnTo>
                <a:lnTo>
                  <a:pt x="1692595" y="329874"/>
                </a:lnTo>
                <a:close/>
                <a:moveTo>
                  <a:pt x="1692595" y="474313"/>
                </a:moveTo>
                <a:lnTo>
                  <a:pt x="1692595" y="369266"/>
                </a:lnTo>
                <a:lnTo>
                  <a:pt x="1679464" y="369266"/>
                </a:lnTo>
                <a:lnTo>
                  <a:pt x="1679464" y="474313"/>
                </a:lnTo>
                <a:lnTo>
                  <a:pt x="1692595" y="474313"/>
                </a:lnTo>
                <a:close/>
                <a:moveTo>
                  <a:pt x="1692595" y="618753"/>
                </a:moveTo>
                <a:lnTo>
                  <a:pt x="1692595" y="513706"/>
                </a:lnTo>
                <a:lnTo>
                  <a:pt x="1679464" y="513706"/>
                </a:lnTo>
                <a:lnTo>
                  <a:pt x="1679464" y="618753"/>
                </a:lnTo>
                <a:lnTo>
                  <a:pt x="1692595" y="618753"/>
                </a:lnTo>
                <a:close/>
                <a:moveTo>
                  <a:pt x="1692595" y="763192"/>
                </a:moveTo>
                <a:lnTo>
                  <a:pt x="1692595" y="658145"/>
                </a:lnTo>
                <a:lnTo>
                  <a:pt x="1679464" y="658145"/>
                </a:lnTo>
                <a:lnTo>
                  <a:pt x="1679464" y="763192"/>
                </a:lnTo>
                <a:lnTo>
                  <a:pt x="1692595" y="763192"/>
                </a:lnTo>
                <a:close/>
                <a:moveTo>
                  <a:pt x="1692595" y="907632"/>
                </a:moveTo>
                <a:lnTo>
                  <a:pt x="1692595" y="802585"/>
                </a:lnTo>
                <a:lnTo>
                  <a:pt x="1679464" y="802585"/>
                </a:lnTo>
                <a:lnTo>
                  <a:pt x="1679464" y="907632"/>
                </a:lnTo>
                <a:lnTo>
                  <a:pt x="1692595" y="907632"/>
                </a:lnTo>
                <a:close/>
                <a:moveTo>
                  <a:pt x="1692595" y="1052071"/>
                </a:moveTo>
                <a:lnTo>
                  <a:pt x="1692595" y="947025"/>
                </a:lnTo>
                <a:lnTo>
                  <a:pt x="1679464" y="947025"/>
                </a:lnTo>
                <a:lnTo>
                  <a:pt x="1679464" y="1052071"/>
                </a:lnTo>
                <a:lnTo>
                  <a:pt x="1692595" y="1052071"/>
                </a:lnTo>
                <a:close/>
                <a:moveTo>
                  <a:pt x="1692595" y="1196511"/>
                </a:moveTo>
                <a:lnTo>
                  <a:pt x="1692595" y="1091464"/>
                </a:lnTo>
                <a:lnTo>
                  <a:pt x="1679464" y="1091464"/>
                </a:lnTo>
                <a:lnTo>
                  <a:pt x="1679464" y="1196511"/>
                </a:lnTo>
                <a:lnTo>
                  <a:pt x="1692595" y="1196511"/>
                </a:lnTo>
                <a:close/>
                <a:moveTo>
                  <a:pt x="1692595" y="1235904"/>
                </a:moveTo>
                <a:lnTo>
                  <a:pt x="1679464" y="1235904"/>
                </a:lnTo>
                <a:lnTo>
                  <a:pt x="1679464" y="1340951"/>
                </a:lnTo>
                <a:lnTo>
                  <a:pt x="1692595" y="1340951"/>
                </a:lnTo>
                <a:lnTo>
                  <a:pt x="1692595" y="1235904"/>
                </a:lnTo>
                <a:close/>
                <a:moveTo>
                  <a:pt x="1692595" y="1380343"/>
                </a:moveTo>
                <a:lnTo>
                  <a:pt x="1679464" y="1380343"/>
                </a:lnTo>
                <a:lnTo>
                  <a:pt x="1679464" y="1485390"/>
                </a:lnTo>
                <a:lnTo>
                  <a:pt x="1692595" y="1485390"/>
                </a:lnTo>
                <a:lnTo>
                  <a:pt x="1692595" y="1380343"/>
                </a:lnTo>
                <a:close/>
                <a:moveTo>
                  <a:pt x="1692595" y="1629830"/>
                </a:moveTo>
                <a:lnTo>
                  <a:pt x="1692595" y="1524783"/>
                </a:lnTo>
                <a:lnTo>
                  <a:pt x="1679464" y="1524783"/>
                </a:lnTo>
                <a:lnTo>
                  <a:pt x="1679464" y="1629830"/>
                </a:lnTo>
                <a:lnTo>
                  <a:pt x="1692595" y="1629830"/>
                </a:lnTo>
                <a:close/>
                <a:moveTo>
                  <a:pt x="1692595" y="1774269"/>
                </a:moveTo>
                <a:lnTo>
                  <a:pt x="1692595" y="1669222"/>
                </a:lnTo>
                <a:lnTo>
                  <a:pt x="1679464" y="1669222"/>
                </a:lnTo>
                <a:lnTo>
                  <a:pt x="1679464" y="1774269"/>
                </a:lnTo>
                <a:lnTo>
                  <a:pt x="1692595" y="1774269"/>
                </a:lnTo>
                <a:close/>
                <a:moveTo>
                  <a:pt x="1692595" y="1918709"/>
                </a:moveTo>
                <a:lnTo>
                  <a:pt x="1692595" y="1813662"/>
                </a:lnTo>
                <a:lnTo>
                  <a:pt x="1679464" y="1813662"/>
                </a:lnTo>
                <a:lnTo>
                  <a:pt x="1679464" y="1918709"/>
                </a:lnTo>
                <a:lnTo>
                  <a:pt x="1692595" y="1918709"/>
                </a:lnTo>
                <a:close/>
                <a:moveTo>
                  <a:pt x="1692595" y="2063148"/>
                </a:moveTo>
                <a:lnTo>
                  <a:pt x="1692595" y="1958101"/>
                </a:lnTo>
                <a:lnTo>
                  <a:pt x="1679464" y="1958101"/>
                </a:lnTo>
                <a:lnTo>
                  <a:pt x="1679464" y="2063148"/>
                </a:lnTo>
                <a:lnTo>
                  <a:pt x="1692595" y="2063148"/>
                </a:lnTo>
                <a:close/>
                <a:moveTo>
                  <a:pt x="1692595" y="2207588"/>
                </a:moveTo>
                <a:lnTo>
                  <a:pt x="1692595" y="2102541"/>
                </a:lnTo>
                <a:lnTo>
                  <a:pt x="1679464" y="2102541"/>
                </a:lnTo>
                <a:lnTo>
                  <a:pt x="1679464" y="2207588"/>
                </a:lnTo>
                <a:lnTo>
                  <a:pt x="1692595" y="2207588"/>
                </a:lnTo>
                <a:close/>
                <a:moveTo>
                  <a:pt x="1692595" y="2352027"/>
                </a:moveTo>
                <a:lnTo>
                  <a:pt x="1692595" y="2246981"/>
                </a:lnTo>
                <a:lnTo>
                  <a:pt x="1679464" y="2246981"/>
                </a:lnTo>
                <a:lnTo>
                  <a:pt x="1679464" y="2352027"/>
                </a:lnTo>
                <a:lnTo>
                  <a:pt x="1692595" y="2352027"/>
                </a:lnTo>
                <a:close/>
                <a:moveTo>
                  <a:pt x="1692595" y="2496467"/>
                </a:moveTo>
                <a:lnTo>
                  <a:pt x="1692595" y="2391420"/>
                </a:lnTo>
                <a:lnTo>
                  <a:pt x="1679464" y="2391420"/>
                </a:lnTo>
                <a:lnTo>
                  <a:pt x="1679464" y="2496467"/>
                </a:lnTo>
                <a:lnTo>
                  <a:pt x="1692595" y="2496467"/>
                </a:lnTo>
                <a:close/>
                <a:moveTo>
                  <a:pt x="1692595" y="2640907"/>
                </a:moveTo>
                <a:lnTo>
                  <a:pt x="1692595" y="2535860"/>
                </a:lnTo>
                <a:lnTo>
                  <a:pt x="1679464" y="2535860"/>
                </a:lnTo>
                <a:lnTo>
                  <a:pt x="1679464" y="2640907"/>
                </a:lnTo>
                <a:lnTo>
                  <a:pt x="1692595" y="2640907"/>
                </a:lnTo>
                <a:close/>
                <a:moveTo>
                  <a:pt x="1692595" y="2785346"/>
                </a:moveTo>
                <a:lnTo>
                  <a:pt x="1692595" y="2680299"/>
                </a:lnTo>
                <a:lnTo>
                  <a:pt x="1679464" y="2680299"/>
                </a:lnTo>
                <a:lnTo>
                  <a:pt x="1679464" y="2785346"/>
                </a:lnTo>
                <a:lnTo>
                  <a:pt x="1692595" y="2785346"/>
                </a:lnTo>
                <a:close/>
                <a:moveTo>
                  <a:pt x="1685754" y="2901095"/>
                </a:moveTo>
                <a:lnTo>
                  <a:pt x="1687802" y="2893873"/>
                </a:lnTo>
                <a:lnTo>
                  <a:pt x="1689510" y="2886506"/>
                </a:lnTo>
                <a:lnTo>
                  <a:pt x="1690849" y="2879009"/>
                </a:lnTo>
                <a:lnTo>
                  <a:pt x="1691807" y="2871393"/>
                </a:lnTo>
                <a:lnTo>
                  <a:pt x="1692398" y="2863672"/>
                </a:lnTo>
                <a:lnTo>
                  <a:pt x="1692595" y="2855938"/>
                </a:lnTo>
                <a:lnTo>
                  <a:pt x="1692595" y="2824739"/>
                </a:lnTo>
                <a:lnTo>
                  <a:pt x="1679464" y="2824739"/>
                </a:lnTo>
                <a:lnTo>
                  <a:pt x="1679464" y="2855688"/>
                </a:lnTo>
                <a:lnTo>
                  <a:pt x="1679286" y="2862942"/>
                </a:lnTo>
                <a:lnTo>
                  <a:pt x="1678733" y="2870187"/>
                </a:lnTo>
                <a:lnTo>
                  <a:pt x="1677851" y="2877080"/>
                </a:lnTo>
                <a:lnTo>
                  <a:pt x="1676649" y="2883847"/>
                </a:lnTo>
                <a:lnTo>
                  <a:pt x="1675099" y="2890561"/>
                </a:lnTo>
                <a:lnTo>
                  <a:pt x="1673250" y="2897086"/>
                </a:lnTo>
                <a:lnTo>
                  <a:pt x="1671065" y="2903552"/>
                </a:lnTo>
                <a:lnTo>
                  <a:pt x="1668487" y="2910116"/>
                </a:lnTo>
                <a:lnTo>
                  <a:pt x="1668605" y="2909814"/>
                </a:lnTo>
                <a:lnTo>
                  <a:pt x="1665717" y="2916201"/>
                </a:lnTo>
                <a:lnTo>
                  <a:pt x="1662731" y="2922027"/>
                </a:lnTo>
                <a:lnTo>
                  <a:pt x="1661961" y="2923378"/>
                </a:lnTo>
                <a:lnTo>
                  <a:pt x="1673345" y="2929917"/>
                </a:lnTo>
                <a:lnTo>
                  <a:pt x="1674225" y="2928381"/>
                </a:lnTo>
                <a:lnTo>
                  <a:pt x="1677587" y="2921815"/>
                </a:lnTo>
                <a:lnTo>
                  <a:pt x="1680633" y="2915079"/>
                </a:lnTo>
                <a:lnTo>
                  <a:pt x="1683364" y="2908172"/>
                </a:lnTo>
                <a:lnTo>
                  <a:pt x="1685754" y="290109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ABD615-91B2-41B9-8AFC-BFA384D56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732" y="339290"/>
            <a:ext cx="2589854" cy="766318"/>
          </a:xfrm>
          <a:custGeom xmlns:a="http://schemas.openxmlformats.org/drawingml/2006/main">
            <a:pathLst>
              <a:path w="2589854" h="766318">
                <a:moveTo>
                  <a:pt x="578" y="127632"/>
                </a:moveTo>
                <a:cubicBezTo>
                  <a:pt x="0" y="57684"/>
                  <a:pt x="57146" y="538"/>
                  <a:pt x="128210" y="0"/>
                </a:cubicBezTo>
                <a:lnTo>
                  <a:pt x="2461828" y="0"/>
                </a:lnTo>
                <a:cubicBezTo>
                  <a:pt x="2532708" y="538"/>
                  <a:pt x="2589854" y="57684"/>
                  <a:pt x="2589460" y="127632"/>
                </a:cubicBezTo>
                <a:lnTo>
                  <a:pt x="2589460" y="638160"/>
                </a:lnTo>
                <a:cubicBezTo>
                  <a:pt x="2589854" y="709172"/>
                  <a:pt x="2532708" y="766318"/>
                  <a:pt x="2461828" y="765792"/>
                </a:cubicBezTo>
                <a:lnTo>
                  <a:pt x="128210" y="765792"/>
                </a:lnTo>
                <a:cubicBezTo>
                  <a:pt x="57146" y="766318"/>
                  <a:pt x="0" y="709172"/>
                  <a:pt x="578" y="638160"/>
                </a:cubicBezTo>
                <a:lnTo>
                  <a:pt x="578" y="127632"/>
                </a:lnTo>
              </a:path>
            </a:pathLst>
          </a:custGeom>
          <a:solidFill xmlns:a="http://schemas.openxmlformats.org/drawingml/2006/main">
            <a:srgbClr val="DEEBF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6551DE-7D1A-4C9A-992E-65ABF1F70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166" y="333263"/>
            <a:ext cx="2602985" cy="778910"/>
          </a:xfrm>
          <a:custGeom xmlns:a="http://schemas.openxmlformats.org/drawingml/2006/main">
            <a:pathLst>
              <a:path w="2602985" h="778910">
                <a:moveTo>
                  <a:pt x="76015" y="13236"/>
                </a:moveTo>
                <a:lnTo>
                  <a:pt x="70224" y="16190"/>
                </a:lnTo>
                <a:lnTo>
                  <a:pt x="64604" y="19421"/>
                </a:lnTo>
                <a:lnTo>
                  <a:pt x="59155" y="22913"/>
                </a:lnTo>
                <a:lnTo>
                  <a:pt x="53902" y="26656"/>
                </a:lnTo>
                <a:lnTo>
                  <a:pt x="48834" y="30647"/>
                </a:lnTo>
                <a:lnTo>
                  <a:pt x="43962" y="34862"/>
                </a:lnTo>
                <a:lnTo>
                  <a:pt x="39301" y="39301"/>
                </a:lnTo>
                <a:lnTo>
                  <a:pt x="34862" y="43962"/>
                </a:lnTo>
                <a:lnTo>
                  <a:pt x="30647" y="48834"/>
                </a:lnTo>
                <a:lnTo>
                  <a:pt x="26656" y="53902"/>
                </a:lnTo>
                <a:lnTo>
                  <a:pt x="22913" y="59155"/>
                </a:lnTo>
                <a:lnTo>
                  <a:pt x="19434" y="64604"/>
                </a:lnTo>
                <a:lnTo>
                  <a:pt x="18186" y="66757"/>
                </a:lnTo>
                <a:lnTo>
                  <a:pt x="29571" y="73310"/>
                </a:lnTo>
                <a:lnTo>
                  <a:pt x="30739" y="71287"/>
                </a:lnTo>
                <a:lnTo>
                  <a:pt x="30569" y="71550"/>
                </a:lnTo>
                <a:lnTo>
                  <a:pt x="33863" y="66419"/>
                </a:lnTo>
                <a:lnTo>
                  <a:pt x="37147" y="61802"/>
                </a:lnTo>
                <a:lnTo>
                  <a:pt x="40876" y="57067"/>
                </a:lnTo>
                <a:lnTo>
                  <a:pt x="40666" y="57303"/>
                </a:lnTo>
                <a:lnTo>
                  <a:pt x="44652" y="52718"/>
                </a:lnTo>
                <a:lnTo>
                  <a:pt x="48593" y="48593"/>
                </a:lnTo>
                <a:lnTo>
                  <a:pt x="52718" y="44652"/>
                </a:lnTo>
                <a:lnTo>
                  <a:pt x="57167" y="40784"/>
                </a:lnTo>
                <a:lnTo>
                  <a:pt x="61799" y="37150"/>
                </a:lnTo>
                <a:lnTo>
                  <a:pt x="66418" y="33864"/>
                </a:lnTo>
                <a:lnTo>
                  <a:pt x="71563" y="30569"/>
                </a:lnTo>
                <a:lnTo>
                  <a:pt x="71287" y="30726"/>
                </a:lnTo>
                <a:lnTo>
                  <a:pt x="76372" y="27803"/>
                </a:lnTo>
                <a:lnTo>
                  <a:pt x="81633" y="25104"/>
                </a:lnTo>
                <a:lnTo>
                  <a:pt x="87215" y="22572"/>
                </a:lnTo>
                <a:lnTo>
                  <a:pt x="86926" y="22703"/>
                </a:lnTo>
                <a:lnTo>
                  <a:pt x="92667" y="20438"/>
                </a:lnTo>
                <a:lnTo>
                  <a:pt x="98065" y="18611"/>
                </a:lnTo>
                <a:lnTo>
                  <a:pt x="103975" y="16932"/>
                </a:lnTo>
                <a:lnTo>
                  <a:pt x="107699" y="16072"/>
                </a:lnTo>
                <a:lnTo>
                  <a:pt x="104745" y="3283"/>
                </a:lnTo>
                <a:lnTo>
                  <a:pt x="100661" y="4215"/>
                </a:lnTo>
                <a:lnTo>
                  <a:pt x="94293" y="6027"/>
                </a:lnTo>
                <a:lnTo>
                  <a:pt x="88056" y="8141"/>
                </a:lnTo>
                <a:lnTo>
                  <a:pt x="81963" y="10544"/>
                </a:lnTo>
                <a:lnTo>
                  <a:pt x="76015" y="13236"/>
                </a:lnTo>
                <a:close/>
                <a:moveTo>
                  <a:pt x="0" y="134106"/>
                </a:moveTo>
                <a:lnTo>
                  <a:pt x="0" y="211394"/>
                </a:lnTo>
                <a:lnTo>
                  <a:pt x="13131" y="211394"/>
                </a:lnTo>
                <a:lnTo>
                  <a:pt x="13131" y="134355"/>
                </a:lnTo>
                <a:lnTo>
                  <a:pt x="13283" y="128019"/>
                </a:lnTo>
                <a:lnTo>
                  <a:pt x="13770" y="121694"/>
                </a:lnTo>
                <a:lnTo>
                  <a:pt x="14539" y="115671"/>
                </a:lnTo>
                <a:lnTo>
                  <a:pt x="15603" y="109757"/>
                </a:lnTo>
                <a:lnTo>
                  <a:pt x="15993" y="108041"/>
                </a:lnTo>
                <a:lnTo>
                  <a:pt x="3204" y="105086"/>
                </a:lnTo>
                <a:lnTo>
                  <a:pt x="2718" y="107161"/>
                </a:lnTo>
                <a:lnTo>
                  <a:pt x="1536" y="113766"/>
                </a:lnTo>
                <a:lnTo>
                  <a:pt x="683" y="120476"/>
                </a:lnTo>
                <a:lnTo>
                  <a:pt x="171" y="127291"/>
                </a:lnTo>
                <a:lnTo>
                  <a:pt x="0" y="134106"/>
                </a:lnTo>
                <a:close/>
                <a:moveTo>
                  <a:pt x="0" y="250786"/>
                </a:moveTo>
                <a:lnTo>
                  <a:pt x="0" y="355833"/>
                </a:lnTo>
                <a:lnTo>
                  <a:pt x="13131" y="355833"/>
                </a:lnTo>
                <a:lnTo>
                  <a:pt x="13131" y="250786"/>
                </a:lnTo>
                <a:lnTo>
                  <a:pt x="0" y="250786"/>
                </a:lnTo>
                <a:close/>
                <a:moveTo>
                  <a:pt x="13131" y="395226"/>
                </a:moveTo>
                <a:lnTo>
                  <a:pt x="0" y="395226"/>
                </a:lnTo>
                <a:lnTo>
                  <a:pt x="0" y="500273"/>
                </a:lnTo>
                <a:lnTo>
                  <a:pt x="13131" y="500273"/>
                </a:lnTo>
                <a:lnTo>
                  <a:pt x="13131" y="395226"/>
                </a:lnTo>
                <a:close/>
                <a:moveTo>
                  <a:pt x="0" y="539666"/>
                </a:moveTo>
                <a:lnTo>
                  <a:pt x="0" y="644713"/>
                </a:lnTo>
                <a:lnTo>
                  <a:pt x="13131" y="644713"/>
                </a:lnTo>
                <a:lnTo>
                  <a:pt x="13131" y="539666"/>
                </a:lnTo>
                <a:lnTo>
                  <a:pt x="0" y="539666"/>
                </a:lnTo>
                <a:close/>
                <a:moveTo>
                  <a:pt x="8141" y="690854"/>
                </a:moveTo>
                <a:lnTo>
                  <a:pt x="10544" y="696947"/>
                </a:lnTo>
                <a:lnTo>
                  <a:pt x="13236" y="702895"/>
                </a:lnTo>
                <a:lnTo>
                  <a:pt x="16203" y="708686"/>
                </a:lnTo>
                <a:lnTo>
                  <a:pt x="19434" y="714306"/>
                </a:lnTo>
                <a:lnTo>
                  <a:pt x="22913" y="719742"/>
                </a:lnTo>
                <a:lnTo>
                  <a:pt x="26656" y="725008"/>
                </a:lnTo>
                <a:lnTo>
                  <a:pt x="30647" y="730076"/>
                </a:lnTo>
                <a:lnTo>
                  <a:pt x="34862" y="734948"/>
                </a:lnTo>
                <a:lnTo>
                  <a:pt x="39301" y="739609"/>
                </a:lnTo>
                <a:lnTo>
                  <a:pt x="43962" y="744048"/>
                </a:lnTo>
                <a:lnTo>
                  <a:pt x="48834" y="748263"/>
                </a:lnTo>
                <a:lnTo>
                  <a:pt x="53902" y="752241"/>
                </a:lnTo>
                <a:lnTo>
                  <a:pt x="59155" y="755984"/>
                </a:lnTo>
                <a:lnTo>
                  <a:pt x="64604" y="759476"/>
                </a:lnTo>
                <a:lnTo>
                  <a:pt x="69869" y="762510"/>
                </a:lnTo>
                <a:lnTo>
                  <a:pt x="76409" y="751125"/>
                </a:lnTo>
                <a:lnTo>
                  <a:pt x="71381" y="748224"/>
                </a:lnTo>
                <a:lnTo>
                  <a:pt x="66604" y="745165"/>
                </a:lnTo>
                <a:lnTo>
                  <a:pt x="61636" y="741631"/>
                </a:lnTo>
                <a:lnTo>
                  <a:pt x="61886" y="741828"/>
                </a:lnTo>
                <a:lnTo>
                  <a:pt x="57166" y="738112"/>
                </a:lnTo>
                <a:lnTo>
                  <a:pt x="52717" y="734257"/>
                </a:lnTo>
                <a:lnTo>
                  <a:pt x="48597" y="730320"/>
                </a:lnTo>
                <a:lnTo>
                  <a:pt x="44532" y="726053"/>
                </a:lnTo>
                <a:lnTo>
                  <a:pt x="40815" y="721765"/>
                </a:lnTo>
                <a:lnTo>
                  <a:pt x="37147" y="717108"/>
                </a:lnTo>
                <a:lnTo>
                  <a:pt x="33864" y="712492"/>
                </a:lnTo>
                <a:lnTo>
                  <a:pt x="30687" y="707532"/>
                </a:lnTo>
                <a:lnTo>
                  <a:pt x="27694" y="702326"/>
                </a:lnTo>
                <a:lnTo>
                  <a:pt x="25104" y="697279"/>
                </a:lnTo>
                <a:lnTo>
                  <a:pt x="22668" y="691893"/>
                </a:lnTo>
                <a:lnTo>
                  <a:pt x="20419" y="686180"/>
                </a:lnTo>
                <a:lnTo>
                  <a:pt x="20524" y="686495"/>
                </a:lnTo>
                <a:lnTo>
                  <a:pt x="18544" y="680608"/>
                </a:lnTo>
                <a:lnTo>
                  <a:pt x="16899" y="674808"/>
                </a:lnTo>
                <a:lnTo>
                  <a:pt x="16978" y="675137"/>
                </a:lnTo>
                <a:lnTo>
                  <a:pt x="16873" y="674703"/>
                </a:lnTo>
                <a:lnTo>
                  <a:pt x="4084" y="677645"/>
                </a:lnTo>
                <a:lnTo>
                  <a:pt x="4228" y="678249"/>
                </a:lnTo>
                <a:lnTo>
                  <a:pt x="6027" y="684617"/>
                </a:lnTo>
                <a:lnTo>
                  <a:pt x="8141" y="690854"/>
                </a:lnTo>
                <a:close/>
                <a:moveTo>
                  <a:pt x="972630" y="13131"/>
                </a:moveTo>
                <a:lnTo>
                  <a:pt x="972630" y="0"/>
                </a:lnTo>
                <a:lnTo>
                  <a:pt x="867583" y="0"/>
                </a:lnTo>
                <a:lnTo>
                  <a:pt x="867583" y="13131"/>
                </a:lnTo>
                <a:lnTo>
                  <a:pt x="972630" y="13131"/>
                </a:lnTo>
                <a:close/>
                <a:moveTo>
                  <a:pt x="250432" y="0"/>
                </a:moveTo>
                <a:lnTo>
                  <a:pt x="145385" y="0"/>
                </a:lnTo>
                <a:lnTo>
                  <a:pt x="145385" y="13131"/>
                </a:lnTo>
                <a:lnTo>
                  <a:pt x="250432" y="13131"/>
                </a:lnTo>
                <a:lnTo>
                  <a:pt x="250432" y="0"/>
                </a:lnTo>
                <a:close/>
                <a:moveTo>
                  <a:pt x="1405948" y="0"/>
                </a:moveTo>
                <a:lnTo>
                  <a:pt x="1300901" y="0"/>
                </a:lnTo>
                <a:lnTo>
                  <a:pt x="1300901" y="13131"/>
                </a:lnTo>
                <a:lnTo>
                  <a:pt x="1405948" y="13131"/>
                </a:lnTo>
                <a:lnTo>
                  <a:pt x="1405948" y="0"/>
                </a:lnTo>
                <a:close/>
                <a:moveTo>
                  <a:pt x="394871" y="0"/>
                </a:moveTo>
                <a:lnTo>
                  <a:pt x="289825" y="0"/>
                </a:lnTo>
                <a:lnTo>
                  <a:pt x="289825" y="13131"/>
                </a:lnTo>
                <a:lnTo>
                  <a:pt x="394871" y="13131"/>
                </a:lnTo>
                <a:lnTo>
                  <a:pt x="394871" y="0"/>
                </a:lnTo>
                <a:close/>
                <a:moveTo>
                  <a:pt x="539311" y="0"/>
                </a:moveTo>
                <a:lnTo>
                  <a:pt x="434264" y="0"/>
                </a:lnTo>
                <a:lnTo>
                  <a:pt x="434264" y="13131"/>
                </a:lnTo>
                <a:lnTo>
                  <a:pt x="539311" y="13131"/>
                </a:lnTo>
                <a:lnTo>
                  <a:pt x="539311" y="0"/>
                </a:lnTo>
                <a:close/>
                <a:moveTo>
                  <a:pt x="1261509" y="0"/>
                </a:moveTo>
                <a:lnTo>
                  <a:pt x="1156462" y="0"/>
                </a:lnTo>
                <a:lnTo>
                  <a:pt x="1156462" y="13131"/>
                </a:lnTo>
                <a:lnTo>
                  <a:pt x="1261509" y="13131"/>
                </a:lnTo>
                <a:lnTo>
                  <a:pt x="1261509" y="0"/>
                </a:lnTo>
                <a:close/>
                <a:moveTo>
                  <a:pt x="683751" y="0"/>
                </a:moveTo>
                <a:lnTo>
                  <a:pt x="578704" y="0"/>
                </a:lnTo>
                <a:lnTo>
                  <a:pt x="578704" y="13131"/>
                </a:lnTo>
                <a:lnTo>
                  <a:pt x="683751" y="13131"/>
                </a:lnTo>
                <a:lnTo>
                  <a:pt x="683751" y="0"/>
                </a:lnTo>
                <a:close/>
                <a:moveTo>
                  <a:pt x="1117069" y="13131"/>
                </a:moveTo>
                <a:lnTo>
                  <a:pt x="1117069" y="0"/>
                </a:lnTo>
                <a:lnTo>
                  <a:pt x="1012022" y="0"/>
                </a:lnTo>
                <a:lnTo>
                  <a:pt x="1012022" y="13131"/>
                </a:lnTo>
                <a:lnTo>
                  <a:pt x="1117069" y="13131"/>
                </a:lnTo>
                <a:close/>
                <a:moveTo>
                  <a:pt x="828190" y="0"/>
                </a:moveTo>
                <a:lnTo>
                  <a:pt x="723143" y="0"/>
                </a:lnTo>
                <a:lnTo>
                  <a:pt x="723143" y="13131"/>
                </a:lnTo>
                <a:lnTo>
                  <a:pt x="828190" y="13131"/>
                </a:lnTo>
                <a:lnTo>
                  <a:pt x="828190" y="0"/>
                </a:lnTo>
                <a:close/>
                <a:moveTo>
                  <a:pt x="214979" y="778910"/>
                </a:moveTo>
                <a:lnTo>
                  <a:pt x="214979" y="765779"/>
                </a:lnTo>
                <a:lnTo>
                  <a:pt x="134368" y="765779"/>
                </a:lnTo>
                <a:lnTo>
                  <a:pt x="127790" y="765608"/>
                </a:lnTo>
                <a:lnTo>
                  <a:pt x="128131" y="765635"/>
                </a:lnTo>
                <a:lnTo>
                  <a:pt x="121693" y="765140"/>
                </a:lnTo>
                <a:lnTo>
                  <a:pt x="115713" y="764377"/>
                </a:lnTo>
                <a:lnTo>
                  <a:pt x="111232" y="763573"/>
                </a:lnTo>
                <a:lnTo>
                  <a:pt x="108921" y="776494"/>
                </a:lnTo>
                <a:lnTo>
                  <a:pt x="113766" y="777361"/>
                </a:lnTo>
                <a:lnTo>
                  <a:pt x="120489" y="778214"/>
                </a:lnTo>
                <a:lnTo>
                  <a:pt x="127291" y="778739"/>
                </a:lnTo>
                <a:lnTo>
                  <a:pt x="134119" y="778910"/>
                </a:lnTo>
                <a:lnTo>
                  <a:pt x="214979" y="778910"/>
                </a:lnTo>
                <a:close/>
                <a:moveTo>
                  <a:pt x="398811" y="778910"/>
                </a:moveTo>
                <a:lnTo>
                  <a:pt x="503858" y="778910"/>
                </a:lnTo>
                <a:lnTo>
                  <a:pt x="503858" y="765779"/>
                </a:lnTo>
                <a:lnTo>
                  <a:pt x="398811" y="765779"/>
                </a:lnTo>
                <a:lnTo>
                  <a:pt x="398811" y="778910"/>
                </a:lnTo>
                <a:close/>
                <a:moveTo>
                  <a:pt x="832129" y="778910"/>
                </a:moveTo>
                <a:lnTo>
                  <a:pt x="937176" y="778910"/>
                </a:lnTo>
                <a:lnTo>
                  <a:pt x="937176" y="765779"/>
                </a:lnTo>
                <a:lnTo>
                  <a:pt x="832129" y="765779"/>
                </a:lnTo>
                <a:lnTo>
                  <a:pt x="832129" y="778910"/>
                </a:lnTo>
                <a:close/>
                <a:moveTo>
                  <a:pt x="976569" y="778910"/>
                </a:moveTo>
                <a:lnTo>
                  <a:pt x="1081616" y="778910"/>
                </a:lnTo>
                <a:lnTo>
                  <a:pt x="1081616" y="765779"/>
                </a:lnTo>
                <a:lnTo>
                  <a:pt x="976569" y="765779"/>
                </a:lnTo>
                <a:lnTo>
                  <a:pt x="976569" y="778910"/>
                </a:lnTo>
                <a:close/>
                <a:moveTo>
                  <a:pt x="687690" y="778910"/>
                </a:moveTo>
                <a:lnTo>
                  <a:pt x="792737" y="778910"/>
                </a:lnTo>
                <a:lnTo>
                  <a:pt x="792737" y="765779"/>
                </a:lnTo>
                <a:lnTo>
                  <a:pt x="687690" y="765779"/>
                </a:lnTo>
                <a:lnTo>
                  <a:pt x="687690" y="778910"/>
                </a:lnTo>
                <a:close/>
                <a:moveTo>
                  <a:pt x="1121009" y="778910"/>
                </a:moveTo>
                <a:lnTo>
                  <a:pt x="1226055" y="778910"/>
                </a:lnTo>
                <a:lnTo>
                  <a:pt x="1226055" y="765779"/>
                </a:lnTo>
                <a:lnTo>
                  <a:pt x="1121009" y="765779"/>
                </a:lnTo>
                <a:lnTo>
                  <a:pt x="1121009" y="778910"/>
                </a:lnTo>
                <a:close/>
                <a:moveTo>
                  <a:pt x="543250" y="778910"/>
                </a:moveTo>
                <a:lnTo>
                  <a:pt x="648297" y="778910"/>
                </a:lnTo>
                <a:lnTo>
                  <a:pt x="648297" y="765779"/>
                </a:lnTo>
                <a:lnTo>
                  <a:pt x="543250" y="765779"/>
                </a:lnTo>
                <a:lnTo>
                  <a:pt x="543250" y="778910"/>
                </a:lnTo>
                <a:close/>
                <a:moveTo>
                  <a:pt x="1265448" y="778910"/>
                </a:moveTo>
                <a:lnTo>
                  <a:pt x="1370495" y="778910"/>
                </a:lnTo>
                <a:lnTo>
                  <a:pt x="1370495" y="765779"/>
                </a:lnTo>
                <a:lnTo>
                  <a:pt x="1265448" y="765779"/>
                </a:lnTo>
                <a:lnTo>
                  <a:pt x="1265448" y="778910"/>
                </a:lnTo>
                <a:close/>
                <a:moveTo>
                  <a:pt x="254371" y="778910"/>
                </a:moveTo>
                <a:lnTo>
                  <a:pt x="359418" y="778910"/>
                </a:lnTo>
                <a:lnTo>
                  <a:pt x="359418" y="765779"/>
                </a:lnTo>
                <a:lnTo>
                  <a:pt x="254371" y="765779"/>
                </a:lnTo>
                <a:lnTo>
                  <a:pt x="254371" y="778910"/>
                </a:lnTo>
                <a:close/>
                <a:moveTo>
                  <a:pt x="1409888" y="778910"/>
                </a:moveTo>
                <a:lnTo>
                  <a:pt x="1514935" y="778910"/>
                </a:lnTo>
                <a:lnTo>
                  <a:pt x="1514935" y="765779"/>
                </a:lnTo>
                <a:lnTo>
                  <a:pt x="1409888" y="765779"/>
                </a:lnTo>
                <a:lnTo>
                  <a:pt x="1409888" y="778910"/>
                </a:lnTo>
                <a:close/>
                <a:moveTo>
                  <a:pt x="2128146" y="13131"/>
                </a:moveTo>
                <a:lnTo>
                  <a:pt x="2128146" y="0"/>
                </a:lnTo>
                <a:lnTo>
                  <a:pt x="2023099" y="0"/>
                </a:lnTo>
                <a:lnTo>
                  <a:pt x="2023099" y="13131"/>
                </a:lnTo>
                <a:lnTo>
                  <a:pt x="2128146" y="13131"/>
                </a:lnTo>
                <a:close/>
                <a:moveTo>
                  <a:pt x="1550388" y="0"/>
                </a:moveTo>
                <a:lnTo>
                  <a:pt x="1445341" y="0"/>
                </a:lnTo>
                <a:lnTo>
                  <a:pt x="1445341" y="13131"/>
                </a:lnTo>
                <a:lnTo>
                  <a:pt x="1550388" y="13131"/>
                </a:lnTo>
                <a:lnTo>
                  <a:pt x="1550388" y="0"/>
                </a:lnTo>
                <a:close/>
                <a:moveTo>
                  <a:pt x="1694828" y="0"/>
                </a:moveTo>
                <a:lnTo>
                  <a:pt x="1589781" y="0"/>
                </a:lnTo>
                <a:lnTo>
                  <a:pt x="1589781" y="13131"/>
                </a:lnTo>
                <a:lnTo>
                  <a:pt x="1694828" y="13131"/>
                </a:lnTo>
                <a:lnTo>
                  <a:pt x="1694828" y="0"/>
                </a:lnTo>
                <a:close/>
                <a:moveTo>
                  <a:pt x="2417025" y="0"/>
                </a:moveTo>
                <a:lnTo>
                  <a:pt x="2311978" y="0"/>
                </a:lnTo>
                <a:lnTo>
                  <a:pt x="2311978" y="13131"/>
                </a:lnTo>
                <a:lnTo>
                  <a:pt x="2417025" y="13131"/>
                </a:lnTo>
                <a:lnTo>
                  <a:pt x="2417025" y="0"/>
                </a:lnTo>
                <a:close/>
                <a:moveTo>
                  <a:pt x="1839267" y="0"/>
                </a:moveTo>
                <a:lnTo>
                  <a:pt x="1734220" y="0"/>
                </a:lnTo>
                <a:lnTo>
                  <a:pt x="1734220" y="13131"/>
                </a:lnTo>
                <a:lnTo>
                  <a:pt x="1839267" y="13131"/>
                </a:lnTo>
                <a:lnTo>
                  <a:pt x="1839267" y="0"/>
                </a:lnTo>
                <a:close/>
                <a:moveTo>
                  <a:pt x="2272586" y="0"/>
                </a:moveTo>
                <a:lnTo>
                  <a:pt x="2167539" y="0"/>
                </a:lnTo>
                <a:lnTo>
                  <a:pt x="2167539" y="13131"/>
                </a:lnTo>
                <a:lnTo>
                  <a:pt x="2272586" y="13131"/>
                </a:lnTo>
                <a:lnTo>
                  <a:pt x="2272586" y="0"/>
                </a:lnTo>
                <a:close/>
                <a:moveTo>
                  <a:pt x="1983707" y="0"/>
                </a:moveTo>
                <a:lnTo>
                  <a:pt x="1878660" y="0"/>
                </a:lnTo>
                <a:lnTo>
                  <a:pt x="1878660" y="13131"/>
                </a:lnTo>
                <a:lnTo>
                  <a:pt x="1983707" y="13131"/>
                </a:lnTo>
                <a:lnTo>
                  <a:pt x="1983707" y="0"/>
                </a:lnTo>
                <a:close/>
                <a:moveTo>
                  <a:pt x="2532748" y="16190"/>
                </a:moveTo>
                <a:lnTo>
                  <a:pt x="2526970" y="13236"/>
                </a:lnTo>
                <a:lnTo>
                  <a:pt x="2521022" y="10544"/>
                </a:lnTo>
                <a:lnTo>
                  <a:pt x="2514929" y="8141"/>
                </a:lnTo>
                <a:lnTo>
                  <a:pt x="2508692" y="6027"/>
                </a:lnTo>
                <a:lnTo>
                  <a:pt x="2502310" y="4215"/>
                </a:lnTo>
                <a:lnTo>
                  <a:pt x="2495824" y="2718"/>
                </a:lnTo>
                <a:lnTo>
                  <a:pt x="2489206" y="1536"/>
                </a:lnTo>
                <a:lnTo>
                  <a:pt x="2482496" y="683"/>
                </a:lnTo>
                <a:lnTo>
                  <a:pt x="2475681" y="171"/>
                </a:lnTo>
                <a:lnTo>
                  <a:pt x="2468866" y="0"/>
                </a:lnTo>
                <a:lnTo>
                  <a:pt x="2456418" y="0"/>
                </a:lnTo>
                <a:lnTo>
                  <a:pt x="2456418" y="13131"/>
                </a:lnTo>
                <a:lnTo>
                  <a:pt x="2468616" y="13131"/>
                </a:lnTo>
                <a:lnTo>
                  <a:pt x="2474957" y="13283"/>
                </a:lnTo>
                <a:lnTo>
                  <a:pt x="2481012" y="13737"/>
                </a:lnTo>
                <a:lnTo>
                  <a:pt x="2487279" y="14534"/>
                </a:lnTo>
                <a:lnTo>
                  <a:pt x="2493163" y="15578"/>
                </a:lnTo>
                <a:lnTo>
                  <a:pt x="2498992" y="16930"/>
                </a:lnTo>
                <a:lnTo>
                  <a:pt x="2504936" y="18620"/>
                </a:lnTo>
                <a:lnTo>
                  <a:pt x="2504634" y="18515"/>
                </a:lnTo>
                <a:lnTo>
                  <a:pt x="2510302" y="20437"/>
                </a:lnTo>
                <a:lnTo>
                  <a:pt x="2515968" y="22668"/>
                </a:lnTo>
                <a:lnTo>
                  <a:pt x="2521353" y="25104"/>
                </a:lnTo>
                <a:lnTo>
                  <a:pt x="2526613" y="27803"/>
                </a:lnTo>
                <a:lnTo>
                  <a:pt x="2531697" y="30726"/>
                </a:lnTo>
                <a:lnTo>
                  <a:pt x="2531421" y="30569"/>
                </a:lnTo>
                <a:lnTo>
                  <a:pt x="2536558" y="33867"/>
                </a:lnTo>
                <a:lnTo>
                  <a:pt x="2541348" y="37265"/>
                </a:lnTo>
                <a:lnTo>
                  <a:pt x="2541086" y="37082"/>
                </a:lnTo>
                <a:lnTo>
                  <a:pt x="2545689" y="40684"/>
                </a:lnTo>
                <a:lnTo>
                  <a:pt x="2549214" y="43739"/>
                </a:lnTo>
                <a:lnTo>
                  <a:pt x="2557814" y="33812"/>
                </a:lnTo>
                <a:lnTo>
                  <a:pt x="2554151" y="30647"/>
                </a:lnTo>
                <a:lnTo>
                  <a:pt x="2549082" y="26656"/>
                </a:lnTo>
                <a:lnTo>
                  <a:pt x="2543817" y="22913"/>
                </a:lnTo>
                <a:lnTo>
                  <a:pt x="2538381" y="19421"/>
                </a:lnTo>
                <a:lnTo>
                  <a:pt x="2532748" y="16190"/>
                </a:lnTo>
                <a:close/>
                <a:moveTo>
                  <a:pt x="2495824" y="776179"/>
                </a:moveTo>
                <a:lnTo>
                  <a:pt x="2502310" y="774682"/>
                </a:lnTo>
                <a:lnTo>
                  <a:pt x="2508692" y="772870"/>
                </a:lnTo>
                <a:lnTo>
                  <a:pt x="2514929" y="770769"/>
                </a:lnTo>
                <a:lnTo>
                  <a:pt x="2521022" y="768366"/>
                </a:lnTo>
                <a:lnTo>
                  <a:pt x="2526970" y="765674"/>
                </a:lnTo>
                <a:lnTo>
                  <a:pt x="2527114" y="765595"/>
                </a:lnTo>
                <a:lnTo>
                  <a:pt x="2521127" y="753909"/>
                </a:lnTo>
                <a:lnTo>
                  <a:pt x="2521416" y="753778"/>
                </a:lnTo>
                <a:lnTo>
                  <a:pt x="2515756" y="756325"/>
                </a:lnTo>
                <a:lnTo>
                  <a:pt x="2516058" y="756207"/>
                </a:lnTo>
                <a:lnTo>
                  <a:pt x="2510543" y="758378"/>
                </a:lnTo>
                <a:lnTo>
                  <a:pt x="2504745" y="760345"/>
                </a:lnTo>
                <a:lnTo>
                  <a:pt x="2499000" y="761977"/>
                </a:lnTo>
                <a:lnTo>
                  <a:pt x="2493160" y="763319"/>
                </a:lnTo>
                <a:lnTo>
                  <a:pt x="2487271" y="764377"/>
                </a:lnTo>
                <a:lnTo>
                  <a:pt x="2481259" y="765142"/>
                </a:lnTo>
                <a:lnTo>
                  <a:pt x="2474854" y="765635"/>
                </a:lnTo>
                <a:lnTo>
                  <a:pt x="2475182" y="765608"/>
                </a:lnTo>
                <a:lnTo>
                  <a:pt x="2468616" y="765779"/>
                </a:lnTo>
                <a:lnTo>
                  <a:pt x="2420965" y="765779"/>
                </a:lnTo>
                <a:lnTo>
                  <a:pt x="2420965" y="778910"/>
                </a:lnTo>
                <a:lnTo>
                  <a:pt x="2468866" y="778910"/>
                </a:lnTo>
                <a:lnTo>
                  <a:pt x="2475681" y="778739"/>
                </a:lnTo>
                <a:lnTo>
                  <a:pt x="2482496" y="778214"/>
                </a:lnTo>
                <a:lnTo>
                  <a:pt x="2489206" y="777361"/>
                </a:lnTo>
                <a:lnTo>
                  <a:pt x="2495824" y="776179"/>
                </a:lnTo>
                <a:close/>
                <a:moveTo>
                  <a:pt x="1987646" y="778910"/>
                </a:moveTo>
                <a:lnTo>
                  <a:pt x="2092693" y="778910"/>
                </a:lnTo>
                <a:lnTo>
                  <a:pt x="2092693" y="765779"/>
                </a:lnTo>
                <a:lnTo>
                  <a:pt x="1987646" y="765779"/>
                </a:lnTo>
                <a:lnTo>
                  <a:pt x="1987646" y="778910"/>
                </a:lnTo>
                <a:close/>
                <a:moveTo>
                  <a:pt x="2132085" y="778910"/>
                </a:moveTo>
                <a:lnTo>
                  <a:pt x="2237132" y="778910"/>
                </a:lnTo>
                <a:lnTo>
                  <a:pt x="2237132" y="765779"/>
                </a:lnTo>
                <a:lnTo>
                  <a:pt x="2132085" y="765779"/>
                </a:lnTo>
                <a:lnTo>
                  <a:pt x="2132085" y="778910"/>
                </a:lnTo>
                <a:close/>
                <a:moveTo>
                  <a:pt x="1843206" y="778910"/>
                </a:moveTo>
                <a:lnTo>
                  <a:pt x="1948253" y="778910"/>
                </a:lnTo>
                <a:lnTo>
                  <a:pt x="1948253" y="765779"/>
                </a:lnTo>
                <a:lnTo>
                  <a:pt x="1843206" y="765779"/>
                </a:lnTo>
                <a:lnTo>
                  <a:pt x="1843206" y="778910"/>
                </a:lnTo>
                <a:close/>
                <a:moveTo>
                  <a:pt x="2276525" y="778910"/>
                </a:moveTo>
                <a:lnTo>
                  <a:pt x="2381572" y="778910"/>
                </a:lnTo>
                <a:lnTo>
                  <a:pt x="2381572" y="765779"/>
                </a:lnTo>
                <a:lnTo>
                  <a:pt x="2276525" y="765779"/>
                </a:lnTo>
                <a:lnTo>
                  <a:pt x="2276525" y="778910"/>
                </a:lnTo>
                <a:close/>
                <a:moveTo>
                  <a:pt x="1698767" y="778910"/>
                </a:moveTo>
                <a:lnTo>
                  <a:pt x="1803814" y="778910"/>
                </a:lnTo>
                <a:lnTo>
                  <a:pt x="1803814" y="765779"/>
                </a:lnTo>
                <a:lnTo>
                  <a:pt x="1698767" y="765779"/>
                </a:lnTo>
                <a:lnTo>
                  <a:pt x="1698767" y="778910"/>
                </a:lnTo>
                <a:close/>
                <a:moveTo>
                  <a:pt x="1554327" y="778910"/>
                </a:moveTo>
                <a:lnTo>
                  <a:pt x="1659374" y="778910"/>
                </a:lnTo>
                <a:lnTo>
                  <a:pt x="1659374" y="765779"/>
                </a:lnTo>
                <a:lnTo>
                  <a:pt x="1554327" y="765779"/>
                </a:lnTo>
                <a:lnTo>
                  <a:pt x="1554327" y="778910"/>
                </a:lnTo>
                <a:close/>
                <a:moveTo>
                  <a:pt x="2600253" y="107161"/>
                </a:moveTo>
                <a:lnTo>
                  <a:pt x="2598757" y="100661"/>
                </a:lnTo>
                <a:lnTo>
                  <a:pt x="2596944" y="94293"/>
                </a:lnTo>
                <a:lnTo>
                  <a:pt x="2594844" y="88056"/>
                </a:lnTo>
                <a:lnTo>
                  <a:pt x="2592427" y="81950"/>
                </a:lnTo>
                <a:lnTo>
                  <a:pt x="2589749" y="76015"/>
                </a:lnTo>
                <a:lnTo>
                  <a:pt x="2586781" y="70224"/>
                </a:lnTo>
                <a:lnTo>
                  <a:pt x="2584208" y="65746"/>
                </a:lnTo>
                <a:lnTo>
                  <a:pt x="2572823" y="72285"/>
                </a:lnTo>
                <a:lnTo>
                  <a:pt x="2575166" y="76368"/>
                </a:lnTo>
                <a:lnTo>
                  <a:pt x="2577975" y="81842"/>
                </a:lnTo>
                <a:lnTo>
                  <a:pt x="2580366" y="87141"/>
                </a:lnTo>
                <a:lnTo>
                  <a:pt x="2582454" y="92433"/>
                </a:lnTo>
                <a:lnTo>
                  <a:pt x="2584442" y="98307"/>
                </a:lnTo>
                <a:lnTo>
                  <a:pt x="2586085" y="104088"/>
                </a:lnTo>
                <a:lnTo>
                  <a:pt x="2585993" y="103773"/>
                </a:lnTo>
                <a:lnTo>
                  <a:pt x="2587383" y="109767"/>
                </a:lnTo>
                <a:lnTo>
                  <a:pt x="2588475" y="115906"/>
                </a:lnTo>
                <a:lnTo>
                  <a:pt x="2588436" y="115591"/>
                </a:lnTo>
                <a:lnTo>
                  <a:pt x="2589233" y="121940"/>
                </a:lnTo>
                <a:lnTo>
                  <a:pt x="2589689" y="128024"/>
                </a:lnTo>
                <a:lnTo>
                  <a:pt x="2589854" y="134355"/>
                </a:lnTo>
                <a:lnTo>
                  <a:pt x="2589854" y="170819"/>
                </a:lnTo>
                <a:lnTo>
                  <a:pt x="2602985" y="170819"/>
                </a:lnTo>
                <a:lnTo>
                  <a:pt x="2602985" y="134106"/>
                </a:lnTo>
                <a:lnTo>
                  <a:pt x="2602814" y="127291"/>
                </a:lnTo>
                <a:lnTo>
                  <a:pt x="2602289" y="120476"/>
                </a:lnTo>
                <a:lnTo>
                  <a:pt x="2601435" y="113766"/>
                </a:lnTo>
                <a:lnTo>
                  <a:pt x="2600253" y="107161"/>
                </a:lnTo>
                <a:close/>
                <a:moveTo>
                  <a:pt x="2602985" y="315259"/>
                </a:moveTo>
                <a:lnTo>
                  <a:pt x="2602985" y="210212"/>
                </a:lnTo>
                <a:lnTo>
                  <a:pt x="2589854" y="210212"/>
                </a:lnTo>
                <a:lnTo>
                  <a:pt x="2589854" y="315259"/>
                </a:lnTo>
                <a:lnTo>
                  <a:pt x="2602985" y="315259"/>
                </a:lnTo>
                <a:close/>
                <a:moveTo>
                  <a:pt x="2602985" y="459699"/>
                </a:moveTo>
                <a:lnTo>
                  <a:pt x="2602985" y="354652"/>
                </a:lnTo>
                <a:lnTo>
                  <a:pt x="2589854" y="354652"/>
                </a:lnTo>
                <a:lnTo>
                  <a:pt x="2589854" y="459699"/>
                </a:lnTo>
                <a:lnTo>
                  <a:pt x="2602985" y="459699"/>
                </a:lnTo>
                <a:close/>
                <a:moveTo>
                  <a:pt x="2589854" y="604138"/>
                </a:moveTo>
                <a:lnTo>
                  <a:pt x="2602985" y="604138"/>
                </a:lnTo>
                <a:lnTo>
                  <a:pt x="2602985" y="499091"/>
                </a:lnTo>
                <a:lnTo>
                  <a:pt x="2589854" y="499091"/>
                </a:lnTo>
                <a:lnTo>
                  <a:pt x="2589854" y="604138"/>
                </a:lnTo>
                <a:close/>
                <a:moveTo>
                  <a:pt x="2580058" y="719742"/>
                </a:moveTo>
                <a:lnTo>
                  <a:pt x="2583551" y="714306"/>
                </a:lnTo>
                <a:lnTo>
                  <a:pt x="2586781" y="708686"/>
                </a:lnTo>
                <a:lnTo>
                  <a:pt x="2589749" y="702895"/>
                </a:lnTo>
                <a:lnTo>
                  <a:pt x="2592427" y="696947"/>
                </a:lnTo>
                <a:lnTo>
                  <a:pt x="2594844" y="690854"/>
                </a:lnTo>
                <a:lnTo>
                  <a:pt x="2596944" y="684617"/>
                </a:lnTo>
                <a:lnTo>
                  <a:pt x="2598757" y="678249"/>
                </a:lnTo>
                <a:lnTo>
                  <a:pt x="2600253" y="671749"/>
                </a:lnTo>
                <a:lnTo>
                  <a:pt x="2601435" y="665144"/>
                </a:lnTo>
                <a:lnTo>
                  <a:pt x="2602289" y="658421"/>
                </a:lnTo>
                <a:lnTo>
                  <a:pt x="2602814" y="651606"/>
                </a:lnTo>
                <a:lnTo>
                  <a:pt x="2602985" y="644791"/>
                </a:lnTo>
                <a:lnTo>
                  <a:pt x="2602985" y="643531"/>
                </a:lnTo>
                <a:lnTo>
                  <a:pt x="2589854" y="643531"/>
                </a:lnTo>
                <a:lnTo>
                  <a:pt x="2589854" y="644542"/>
                </a:lnTo>
                <a:lnTo>
                  <a:pt x="2589689" y="650873"/>
                </a:lnTo>
                <a:lnTo>
                  <a:pt x="2589232" y="656970"/>
                </a:lnTo>
                <a:lnTo>
                  <a:pt x="2588436" y="663319"/>
                </a:lnTo>
                <a:lnTo>
                  <a:pt x="2588475" y="662991"/>
                </a:lnTo>
                <a:lnTo>
                  <a:pt x="2587393" y="669089"/>
                </a:lnTo>
                <a:lnTo>
                  <a:pt x="2585998" y="675114"/>
                </a:lnTo>
                <a:lnTo>
                  <a:pt x="2584441" y="680606"/>
                </a:lnTo>
                <a:lnTo>
                  <a:pt x="2582484" y="686388"/>
                </a:lnTo>
                <a:lnTo>
                  <a:pt x="2580281" y="691984"/>
                </a:lnTo>
                <a:lnTo>
                  <a:pt x="2580400" y="691682"/>
                </a:lnTo>
                <a:lnTo>
                  <a:pt x="2577973" y="697072"/>
                </a:lnTo>
                <a:lnTo>
                  <a:pt x="2575168" y="702538"/>
                </a:lnTo>
                <a:lnTo>
                  <a:pt x="2572297" y="707532"/>
                </a:lnTo>
                <a:lnTo>
                  <a:pt x="2569240" y="712306"/>
                </a:lnTo>
                <a:lnTo>
                  <a:pt x="2565706" y="717274"/>
                </a:lnTo>
                <a:lnTo>
                  <a:pt x="2565903" y="717024"/>
                </a:lnTo>
                <a:lnTo>
                  <a:pt x="2562300" y="721600"/>
                </a:lnTo>
                <a:lnTo>
                  <a:pt x="2558447" y="726059"/>
                </a:lnTo>
                <a:lnTo>
                  <a:pt x="2554388" y="730319"/>
                </a:lnTo>
                <a:lnTo>
                  <a:pt x="2551879" y="732716"/>
                </a:lnTo>
                <a:lnTo>
                  <a:pt x="2560940" y="742209"/>
                </a:lnTo>
                <a:lnTo>
                  <a:pt x="2563671" y="739609"/>
                </a:lnTo>
                <a:lnTo>
                  <a:pt x="2568122" y="734948"/>
                </a:lnTo>
                <a:lnTo>
                  <a:pt x="2572337" y="730076"/>
                </a:lnTo>
                <a:lnTo>
                  <a:pt x="2576316" y="725008"/>
                </a:lnTo>
                <a:lnTo>
                  <a:pt x="2580058" y="71974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F3C594-43B1-4A58-964B-8FF5251E8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35" y="38317"/>
            <a:ext cx="9855938" cy="4947015"/>
          </a:xfrm>
          <a:custGeom xmlns:a="http://schemas.openxmlformats.org/drawingml/2006/main">
            <a:pathLst>
              <a:path w="9855938" h="4947015">
                <a:moveTo>
                  <a:pt x="0" y="4947015"/>
                </a:moveTo>
                <a:lnTo>
                  <a:pt x="9855938" y="4947015"/>
                </a:lnTo>
                <a:lnTo>
                  <a:pt x="9855938" y="0"/>
                </a:lnTo>
                <a:lnTo>
                  <a:pt x="0" y="0"/>
                </a:lnTo>
                <a:lnTo>
                  <a:pt x="0" y="4947015"/>
                </a:lnTo>
                <a:close/>
                <a:moveTo>
                  <a:pt x="9823111" y="4914188"/>
                </a:moveTo>
                <a:lnTo>
                  <a:pt x="32827" y="4914188"/>
                </a:lnTo>
                <a:lnTo>
                  <a:pt x="32827" y="32827"/>
                </a:lnTo>
                <a:lnTo>
                  <a:pt x="9823111" y="32827"/>
                </a:lnTo>
                <a:lnTo>
                  <a:pt x="9823111" y="4914188"/>
                </a:lnTo>
                <a:close/>
              </a:path>
            </a:pathLst>
          </a:custGeom>
          <a:solidFill xmlns:a="http://schemas.openxmlformats.org/drawingml/2006/main">
            <a:srgbClr val="40404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a1127a9e5a4015"/>
          <a:stretch xmlns:a="http://schemas.openxmlformats.org/drawingml/2006/main"/>
        </p:blipFill>
        <p:spPr>
          <a:xfrm xmlns:a="http://schemas.openxmlformats.org/drawingml/2006/main">
            <a:off x="5995076" y="436983"/>
            <a:ext cx="2064132" cy="526285"/>
          </a:xfrm>
          <a:prstGeom xmlns:a="http://schemas.openxmlformats.org/drawingml/2006/main" prst="rect">
            <a:avLst/>
          </a:prstGeom>
        </p:spPr>
      </p:pic>
      <p:pic>
        <p:nvPicPr>
          <p:cNvPr id="1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fa57c81d05432c"/>
          <a:stretch xmlns:a="http://schemas.openxmlformats.org/drawingml/2006/main"/>
        </p:blipFill>
        <p:spPr>
          <a:xfrm xmlns:a="http://schemas.openxmlformats.org/drawingml/2006/main">
            <a:off x="6059128" y="2264800"/>
            <a:ext cx="1422349" cy="2581004"/>
          </a:xfrm>
          <a:prstGeom xmlns:a="http://schemas.openxmlformats.org/drawingml/2006/main" prst="rect">
            <a:avLst/>
          </a:prstGeom>
        </p:spPr>
      </p:pic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0FA60F-B431-4A9F-BFCB-5F2073669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318" y="1118725"/>
            <a:ext cx="1417845" cy="2749433"/>
          </a:xfrm>
          <a:custGeom xmlns:a="http://schemas.openxmlformats.org/drawingml/2006/main">
            <a:pathLst>
              <a:path w="1417845" h="2749433">
                <a:moveTo>
                  <a:pt x="1319363" y="154301"/>
                </a:moveTo>
                <a:lnTo>
                  <a:pt x="1368604" y="252782"/>
                </a:lnTo>
                <a:lnTo>
                  <a:pt x="1417845" y="154301"/>
                </a:lnTo>
                <a:lnTo>
                  <a:pt x="1385018" y="154301"/>
                </a:lnTo>
                <a:lnTo>
                  <a:pt x="1385018" y="0"/>
                </a:lnTo>
                <a:lnTo>
                  <a:pt x="124074" y="0"/>
                </a:lnTo>
                <a:lnTo>
                  <a:pt x="124074" y="2716606"/>
                </a:lnTo>
                <a:lnTo>
                  <a:pt x="0" y="2716606"/>
                </a:lnTo>
                <a:lnTo>
                  <a:pt x="0" y="2749433"/>
                </a:lnTo>
                <a:lnTo>
                  <a:pt x="156901" y="2749433"/>
                </a:lnTo>
                <a:lnTo>
                  <a:pt x="156901" y="32827"/>
                </a:lnTo>
                <a:lnTo>
                  <a:pt x="1352191" y="32827"/>
                </a:lnTo>
                <a:lnTo>
                  <a:pt x="1352191" y="154301"/>
                </a:lnTo>
                <a:lnTo>
                  <a:pt x="1319363" y="154301"/>
                </a:lnTo>
                <a:close/>
              </a:path>
            </a:pathLst>
          </a:custGeom>
          <a:solidFill xmlns:a="http://schemas.openxmlformats.org/drawingml/2006/main">
            <a:srgbClr val="76717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Text Norelatedresults">
            <a:extLst xmlns:a="http://schemas.openxmlformats.org/drawingml/2006/main">
              <a:ext uri="{FF2B5EF4-FFF2-40B4-BE49-F238E27FC236}">
                <a16:creationId xmlns:a16="http://schemas.microsoft.com/office/drawing/2014/main" id="{0FEFCA40-A51E-4042-BEE7-98F5FA177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5739" y="4363913"/>
            <a:ext cx="1662491" cy="167342"/>
          </a:xfrm>
          <a:custGeom xmlns:a="http://schemas.openxmlformats.org/drawingml/2006/main">
            <a:pathLst>
              <a:path w="1662491" h="167342">
                <a:moveTo>
                  <a:pt x="0" y="7617"/>
                </a:moveTo>
                <a:lnTo>
                  <a:pt x="42470" y="7617"/>
                </a:lnTo>
                <a:lnTo>
                  <a:pt x="138143" y="124987"/>
                </a:lnTo>
                <a:lnTo>
                  <a:pt x="138143" y="34853"/>
                </a:lnTo>
                <a:cubicBezTo>
                  <a:pt x="138143" y="25236"/>
                  <a:pt x="137066" y="19235"/>
                  <a:pt x="134912" y="16850"/>
                </a:cubicBezTo>
                <a:cubicBezTo>
                  <a:pt x="132065" y="13618"/>
                  <a:pt x="127564" y="12002"/>
                  <a:pt x="121409" y="12002"/>
                </a:cubicBezTo>
                <a:lnTo>
                  <a:pt x="115985" y="12002"/>
                </a:lnTo>
                <a:lnTo>
                  <a:pt x="115985" y="7617"/>
                </a:lnTo>
                <a:lnTo>
                  <a:pt x="170458" y="7617"/>
                </a:lnTo>
                <a:lnTo>
                  <a:pt x="170458" y="12002"/>
                </a:lnTo>
                <a:lnTo>
                  <a:pt x="164918" y="12002"/>
                </a:lnTo>
                <a:cubicBezTo>
                  <a:pt x="158301" y="12002"/>
                  <a:pt x="153608" y="14003"/>
                  <a:pt x="150838" y="18004"/>
                </a:cubicBezTo>
                <a:cubicBezTo>
                  <a:pt x="149146" y="20466"/>
                  <a:pt x="148299" y="26082"/>
                  <a:pt x="148299" y="34853"/>
                </a:cubicBezTo>
                <a:lnTo>
                  <a:pt x="148299" y="166649"/>
                </a:lnTo>
                <a:lnTo>
                  <a:pt x="144145" y="166649"/>
                </a:lnTo>
                <a:lnTo>
                  <a:pt x="40970" y="40573"/>
                </a:lnTo>
                <a:lnTo>
                  <a:pt x="40970" y="136874"/>
                </a:lnTo>
                <a:cubicBezTo>
                  <a:pt x="40970" y="146491"/>
                  <a:pt x="42009" y="152492"/>
                  <a:pt x="44086" y="154878"/>
                </a:cubicBezTo>
                <a:cubicBezTo>
                  <a:pt x="47010" y="158109"/>
                  <a:pt x="51510" y="159725"/>
                  <a:pt x="57589" y="159725"/>
                </a:cubicBezTo>
                <a:lnTo>
                  <a:pt x="63128" y="159725"/>
                </a:lnTo>
                <a:lnTo>
                  <a:pt x="63128" y="164110"/>
                </a:lnTo>
                <a:lnTo>
                  <a:pt x="8656" y="164110"/>
                </a:lnTo>
                <a:lnTo>
                  <a:pt x="8656" y="159725"/>
                </a:lnTo>
                <a:lnTo>
                  <a:pt x="14080" y="159725"/>
                </a:lnTo>
                <a:cubicBezTo>
                  <a:pt x="20773" y="159725"/>
                  <a:pt x="25505" y="157724"/>
                  <a:pt x="28275" y="153724"/>
                </a:cubicBezTo>
                <a:cubicBezTo>
                  <a:pt x="29968" y="151261"/>
                  <a:pt x="30814" y="145645"/>
                  <a:pt x="30814" y="136874"/>
                </a:cubicBezTo>
                <a:lnTo>
                  <a:pt x="30814" y="28160"/>
                </a:lnTo>
                <a:cubicBezTo>
                  <a:pt x="26275" y="22889"/>
                  <a:pt x="22832" y="19414"/>
                  <a:pt x="20485" y="17733"/>
                </a:cubicBezTo>
                <a:cubicBezTo>
                  <a:pt x="18138" y="16053"/>
                  <a:pt x="14695" y="14486"/>
                  <a:pt x="10156" y="13034"/>
                </a:cubicBezTo>
                <a:cubicBezTo>
                  <a:pt x="7925" y="12346"/>
                  <a:pt x="4539" y="12002"/>
                  <a:pt x="0" y="12002"/>
                </a:cubicBezTo>
                <a:lnTo>
                  <a:pt x="0" y="7617"/>
                </a:lnTo>
                <a:close/>
                <a:moveTo>
                  <a:pt x="232906" y="55396"/>
                </a:moveTo>
                <a:cubicBezTo>
                  <a:pt x="248910" y="55396"/>
                  <a:pt x="261758" y="61468"/>
                  <a:pt x="271453" y="73612"/>
                </a:cubicBezTo>
                <a:cubicBezTo>
                  <a:pt x="279685" y="83987"/>
                  <a:pt x="283801" y="95900"/>
                  <a:pt x="283801" y="109353"/>
                </a:cubicBezTo>
                <a:cubicBezTo>
                  <a:pt x="283801" y="118807"/>
                  <a:pt x="281532" y="128376"/>
                  <a:pt x="276992" y="138060"/>
                </a:cubicBezTo>
                <a:cubicBezTo>
                  <a:pt x="272453" y="147743"/>
                  <a:pt x="266201" y="155043"/>
                  <a:pt x="258238" y="159963"/>
                </a:cubicBezTo>
                <a:cubicBezTo>
                  <a:pt x="250275" y="164882"/>
                  <a:pt x="241408" y="167342"/>
                  <a:pt x="231637" y="167342"/>
                </a:cubicBezTo>
                <a:cubicBezTo>
                  <a:pt x="215710" y="167342"/>
                  <a:pt x="203054" y="161000"/>
                  <a:pt x="193668" y="148317"/>
                </a:cubicBezTo>
                <a:cubicBezTo>
                  <a:pt x="185743" y="137635"/>
                  <a:pt x="181781" y="125646"/>
                  <a:pt x="181781" y="112350"/>
                </a:cubicBezTo>
                <a:cubicBezTo>
                  <a:pt x="181781" y="102665"/>
                  <a:pt x="184185" y="93038"/>
                  <a:pt x="188994" y="83469"/>
                </a:cubicBezTo>
                <a:cubicBezTo>
                  <a:pt x="193802" y="73900"/>
                  <a:pt x="200130" y="66828"/>
                  <a:pt x="207978" y="62255"/>
                </a:cubicBezTo>
                <a:cubicBezTo>
                  <a:pt x="215826" y="57682"/>
                  <a:pt x="224135" y="55396"/>
                  <a:pt x="232906" y="55396"/>
                </a:cubicBezTo>
                <a:moveTo>
                  <a:pt x="229329" y="63013"/>
                </a:moveTo>
                <a:cubicBezTo>
                  <a:pt x="225251" y="63013"/>
                  <a:pt x="221154" y="64221"/>
                  <a:pt x="217038" y="66637"/>
                </a:cubicBezTo>
                <a:cubicBezTo>
                  <a:pt x="212921" y="69051"/>
                  <a:pt x="209594" y="73287"/>
                  <a:pt x="207055" y="79343"/>
                </a:cubicBezTo>
                <a:cubicBezTo>
                  <a:pt x="204516" y="85400"/>
                  <a:pt x="203246" y="93180"/>
                  <a:pt x="203246" y="102684"/>
                </a:cubicBezTo>
                <a:cubicBezTo>
                  <a:pt x="203246" y="118017"/>
                  <a:pt x="206305" y="131242"/>
                  <a:pt x="212421" y="142359"/>
                </a:cubicBezTo>
                <a:cubicBezTo>
                  <a:pt x="218538" y="153475"/>
                  <a:pt x="226597" y="159032"/>
                  <a:pt x="236599" y="159032"/>
                </a:cubicBezTo>
                <a:cubicBezTo>
                  <a:pt x="244062" y="159032"/>
                  <a:pt x="250217" y="155966"/>
                  <a:pt x="255065" y="149832"/>
                </a:cubicBezTo>
                <a:cubicBezTo>
                  <a:pt x="259912" y="143699"/>
                  <a:pt x="262335" y="133158"/>
                  <a:pt x="262335" y="118210"/>
                </a:cubicBezTo>
                <a:cubicBezTo>
                  <a:pt x="262335" y="99505"/>
                  <a:pt x="258296" y="84785"/>
                  <a:pt x="250217" y="74052"/>
                </a:cubicBezTo>
                <a:cubicBezTo>
                  <a:pt x="244755" y="66693"/>
                  <a:pt x="237792" y="63013"/>
                  <a:pt x="229329" y="63013"/>
                </a:cubicBezTo>
                <a:close/>
                <a:moveTo>
                  <a:pt x="389400" y="55396"/>
                </a:moveTo>
                <a:lnTo>
                  <a:pt x="389400" y="79170"/>
                </a:lnTo>
                <a:cubicBezTo>
                  <a:pt x="398248" y="63321"/>
                  <a:pt x="407327" y="55396"/>
                  <a:pt x="416636" y="55396"/>
                </a:cubicBezTo>
                <a:cubicBezTo>
                  <a:pt x="420868" y="55396"/>
                  <a:pt x="424368" y="56685"/>
                  <a:pt x="427138" y="59262"/>
                </a:cubicBezTo>
                <a:cubicBezTo>
                  <a:pt x="429908" y="61839"/>
                  <a:pt x="431293" y="64821"/>
                  <a:pt x="431293" y="68206"/>
                </a:cubicBezTo>
                <a:cubicBezTo>
                  <a:pt x="431293" y="71207"/>
                  <a:pt x="430293" y="73746"/>
                  <a:pt x="428292" y="75823"/>
                </a:cubicBezTo>
                <a:cubicBezTo>
                  <a:pt x="426292" y="77900"/>
                  <a:pt x="423907" y="78939"/>
                  <a:pt x="421137" y="78939"/>
                </a:cubicBezTo>
                <a:cubicBezTo>
                  <a:pt x="418444" y="78939"/>
                  <a:pt x="415424" y="77631"/>
                  <a:pt x="412078" y="75015"/>
                </a:cubicBezTo>
                <a:cubicBezTo>
                  <a:pt x="408731" y="72399"/>
                  <a:pt x="406249" y="71091"/>
                  <a:pt x="404634" y="71091"/>
                </a:cubicBezTo>
                <a:cubicBezTo>
                  <a:pt x="403249" y="71091"/>
                  <a:pt x="401748" y="71855"/>
                  <a:pt x="400133" y="73381"/>
                </a:cubicBezTo>
                <a:cubicBezTo>
                  <a:pt x="396671" y="76514"/>
                  <a:pt x="393093" y="81670"/>
                  <a:pt x="389400" y="88850"/>
                </a:cubicBezTo>
                <a:lnTo>
                  <a:pt x="389400" y="139413"/>
                </a:lnTo>
                <a:cubicBezTo>
                  <a:pt x="389400" y="145265"/>
                  <a:pt x="390131" y="149691"/>
                  <a:pt x="391593" y="152692"/>
                </a:cubicBezTo>
                <a:cubicBezTo>
                  <a:pt x="392593" y="154772"/>
                  <a:pt x="394362" y="156503"/>
                  <a:pt x="396901" y="157885"/>
                </a:cubicBezTo>
                <a:cubicBezTo>
                  <a:pt x="399440" y="159265"/>
                  <a:pt x="403095" y="159956"/>
                  <a:pt x="407865" y="159956"/>
                </a:cubicBezTo>
                <a:lnTo>
                  <a:pt x="407865" y="164110"/>
                </a:lnTo>
                <a:lnTo>
                  <a:pt x="353739" y="164110"/>
                </a:lnTo>
                <a:lnTo>
                  <a:pt x="353739" y="159956"/>
                </a:lnTo>
                <a:cubicBezTo>
                  <a:pt x="359124" y="159956"/>
                  <a:pt x="363125" y="159100"/>
                  <a:pt x="365741" y="157388"/>
                </a:cubicBezTo>
                <a:cubicBezTo>
                  <a:pt x="367665" y="156142"/>
                  <a:pt x="369011" y="154157"/>
                  <a:pt x="369780" y="151433"/>
                </a:cubicBezTo>
                <a:cubicBezTo>
                  <a:pt x="370165" y="150109"/>
                  <a:pt x="370358" y="146333"/>
                  <a:pt x="370358" y="140105"/>
                </a:cubicBezTo>
                <a:lnTo>
                  <a:pt x="370358" y="99482"/>
                </a:lnTo>
                <a:cubicBezTo>
                  <a:pt x="370358" y="87172"/>
                  <a:pt x="370107" y="79843"/>
                  <a:pt x="369607" y="77496"/>
                </a:cubicBezTo>
                <a:cubicBezTo>
                  <a:pt x="369107" y="75150"/>
                  <a:pt x="368184" y="73438"/>
                  <a:pt x="366838" y="72361"/>
                </a:cubicBezTo>
                <a:cubicBezTo>
                  <a:pt x="365491" y="71284"/>
                  <a:pt x="363818" y="70745"/>
                  <a:pt x="361817" y="70745"/>
                </a:cubicBezTo>
                <a:cubicBezTo>
                  <a:pt x="359432" y="70745"/>
                  <a:pt x="356739" y="71322"/>
                  <a:pt x="353739" y="72476"/>
                </a:cubicBezTo>
                <a:lnTo>
                  <a:pt x="352585" y="68322"/>
                </a:lnTo>
                <a:lnTo>
                  <a:pt x="384553" y="55396"/>
                </a:lnTo>
                <a:lnTo>
                  <a:pt x="389400" y="55396"/>
                </a:lnTo>
                <a:close/>
                <a:moveTo>
                  <a:pt x="455028" y="98328"/>
                </a:moveTo>
                <a:cubicBezTo>
                  <a:pt x="454951" y="113951"/>
                  <a:pt x="458760" y="126205"/>
                  <a:pt x="466454" y="135089"/>
                </a:cubicBezTo>
                <a:cubicBezTo>
                  <a:pt x="474148" y="143973"/>
                  <a:pt x="483188" y="148415"/>
                  <a:pt x="493575" y="148415"/>
                </a:cubicBezTo>
                <a:cubicBezTo>
                  <a:pt x="500499" y="148415"/>
                  <a:pt x="506520" y="146502"/>
                  <a:pt x="511636" y="142677"/>
                </a:cubicBezTo>
                <a:cubicBezTo>
                  <a:pt x="516752" y="138851"/>
                  <a:pt x="521042" y="132301"/>
                  <a:pt x="524504" y="123025"/>
                </a:cubicBezTo>
                <a:lnTo>
                  <a:pt x="528082" y="125344"/>
                </a:lnTo>
                <a:cubicBezTo>
                  <a:pt x="526466" y="135940"/>
                  <a:pt x="521773" y="145588"/>
                  <a:pt x="514002" y="154290"/>
                </a:cubicBezTo>
                <a:cubicBezTo>
                  <a:pt x="506231" y="162991"/>
                  <a:pt x="496498" y="167342"/>
                  <a:pt x="484804" y="167342"/>
                </a:cubicBezTo>
                <a:cubicBezTo>
                  <a:pt x="472109" y="167342"/>
                  <a:pt x="461241" y="162409"/>
                  <a:pt x="452201" y="152544"/>
                </a:cubicBezTo>
                <a:cubicBezTo>
                  <a:pt x="443160" y="142677"/>
                  <a:pt x="438640" y="129412"/>
                  <a:pt x="438640" y="112750"/>
                </a:cubicBezTo>
                <a:cubicBezTo>
                  <a:pt x="438640" y="94708"/>
                  <a:pt x="443276" y="80639"/>
                  <a:pt x="452547" y="70543"/>
                </a:cubicBezTo>
                <a:cubicBezTo>
                  <a:pt x="461818" y="60445"/>
                  <a:pt x="473455" y="55396"/>
                  <a:pt x="487458" y="55396"/>
                </a:cubicBezTo>
                <a:cubicBezTo>
                  <a:pt x="499306" y="55396"/>
                  <a:pt x="509039" y="59291"/>
                  <a:pt x="516656" y="67081"/>
                </a:cubicBezTo>
                <a:cubicBezTo>
                  <a:pt x="524273" y="74869"/>
                  <a:pt x="528082" y="85284"/>
                  <a:pt x="528082" y="98328"/>
                </a:cubicBezTo>
                <a:lnTo>
                  <a:pt x="455028" y="98328"/>
                </a:lnTo>
                <a:moveTo>
                  <a:pt x="455028" y="91634"/>
                </a:moveTo>
                <a:lnTo>
                  <a:pt x="503961" y="91634"/>
                </a:lnTo>
                <a:cubicBezTo>
                  <a:pt x="503577" y="84919"/>
                  <a:pt x="502769" y="80188"/>
                  <a:pt x="501538" y="77442"/>
                </a:cubicBezTo>
                <a:cubicBezTo>
                  <a:pt x="499614" y="73167"/>
                  <a:pt x="496748" y="69810"/>
                  <a:pt x="492940" y="67369"/>
                </a:cubicBezTo>
                <a:cubicBezTo>
                  <a:pt x="489131" y="64927"/>
                  <a:pt x="485150" y="63705"/>
                  <a:pt x="480995" y="63705"/>
                </a:cubicBezTo>
                <a:cubicBezTo>
                  <a:pt x="474609" y="63705"/>
                  <a:pt x="468896" y="66166"/>
                  <a:pt x="463857" y="71088"/>
                </a:cubicBezTo>
                <a:cubicBezTo>
                  <a:pt x="458818" y="76009"/>
                  <a:pt x="455875" y="82858"/>
                  <a:pt x="455028" y="91634"/>
                </a:cubicBezTo>
                <a:close/>
                <a:moveTo>
                  <a:pt x="578656" y="0"/>
                </a:moveTo>
                <a:lnTo>
                  <a:pt x="578656" y="140105"/>
                </a:lnTo>
                <a:cubicBezTo>
                  <a:pt x="578656" y="146761"/>
                  <a:pt x="579137" y="151173"/>
                  <a:pt x="580099" y="153341"/>
                </a:cubicBezTo>
                <a:cubicBezTo>
                  <a:pt x="581060" y="155508"/>
                  <a:pt x="582542" y="157152"/>
                  <a:pt x="584542" y="158275"/>
                </a:cubicBezTo>
                <a:cubicBezTo>
                  <a:pt x="586542" y="159395"/>
                  <a:pt x="590274" y="159956"/>
                  <a:pt x="595737" y="159956"/>
                </a:cubicBezTo>
                <a:lnTo>
                  <a:pt x="595737" y="164110"/>
                </a:lnTo>
                <a:lnTo>
                  <a:pt x="543918" y="164110"/>
                </a:lnTo>
                <a:lnTo>
                  <a:pt x="543918" y="159956"/>
                </a:lnTo>
                <a:cubicBezTo>
                  <a:pt x="548765" y="159956"/>
                  <a:pt x="552074" y="159453"/>
                  <a:pt x="553843" y="158448"/>
                </a:cubicBezTo>
                <a:cubicBezTo>
                  <a:pt x="555613" y="157441"/>
                  <a:pt x="556998" y="155777"/>
                  <a:pt x="557998" y="153457"/>
                </a:cubicBezTo>
                <a:cubicBezTo>
                  <a:pt x="558998" y="151134"/>
                  <a:pt x="559498" y="146684"/>
                  <a:pt x="559498" y="140105"/>
                </a:cubicBezTo>
                <a:lnTo>
                  <a:pt x="559498" y="44317"/>
                </a:lnTo>
                <a:cubicBezTo>
                  <a:pt x="559498" y="32391"/>
                  <a:pt x="559229" y="25063"/>
                  <a:pt x="558691" y="22331"/>
                </a:cubicBezTo>
                <a:cubicBezTo>
                  <a:pt x="558152" y="19600"/>
                  <a:pt x="557286" y="17734"/>
                  <a:pt x="556094" y="16734"/>
                </a:cubicBezTo>
                <a:cubicBezTo>
                  <a:pt x="554901" y="15734"/>
                  <a:pt x="553382" y="15234"/>
                  <a:pt x="551535" y="15234"/>
                </a:cubicBezTo>
                <a:cubicBezTo>
                  <a:pt x="549535" y="15234"/>
                  <a:pt x="546996" y="15849"/>
                  <a:pt x="543918" y="17080"/>
                </a:cubicBezTo>
                <a:lnTo>
                  <a:pt x="541956" y="12926"/>
                </a:lnTo>
                <a:lnTo>
                  <a:pt x="573463" y="0"/>
                </a:lnTo>
                <a:lnTo>
                  <a:pt x="578656" y="0"/>
                </a:lnTo>
                <a:close/>
                <a:moveTo>
                  <a:pt x="667854" y="148999"/>
                </a:moveTo>
                <a:cubicBezTo>
                  <a:pt x="657005" y="157383"/>
                  <a:pt x="650196" y="162228"/>
                  <a:pt x="647426" y="163533"/>
                </a:cubicBezTo>
                <a:cubicBezTo>
                  <a:pt x="643272" y="165457"/>
                  <a:pt x="638848" y="166418"/>
                  <a:pt x="634154" y="166418"/>
                </a:cubicBezTo>
                <a:cubicBezTo>
                  <a:pt x="626845" y="166418"/>
                  <a:pt x="620825" y="163918"/>
                  <a:pt x="616093" y="158917"/>
                </a:cubicBezTo>
                <a:cubicBezTo>
                  <a:pt x="611361" y="153916"/>
                  <a:pt x="608995" y="147338"/>
                  <a:pt x="608995" y="139182"/>
                </a:cubicBezTo>
                <a:cubicBezTo>
                  <a:pt x="608995" y="134027"/>
                  <a:pt x="610150" y="129565"/>
                  <a:pt x="612458" y="125795"/>
                </a:cubicBezTo>
                <a:cubicBezTo>
                  <a:pt x="615612" y="120563"/>
                  <a:pt x="621094" y="115639"/>
                  <a:pt x="628903" y="111023"/>
                </a:cubicBezTo>
                <a:cubicBezTo>
                  <a:pt x="636713" y="106406"/>
                  <a:pt x="649696" y="100790"/>
                  <a:pt x="667854" y="94173"/>
                </a:cubicBezTo>
                <a:lnTo>
                  <a:pt x="667854" y="90033"/>
                </a:lnTo>
                <a:cubicBezTo>
                  <a:pt x="667854" y="79531"/>
                  <a:pt x="666180" y="72325"/>
                  <a:pt x="662833" y="68415"/>
                </a:cubicBezTo>
                <a:cubicBezTo>
                  <a:pt x="659486" y="64506"/>
                  <a:pt x="654620" y="62551"/>
                  <a:pt x="648234" y="62551"/>
                </a:cubicBezTo>
                <a:cubicBezTo>
                  <a:pt x="643387" y="62551"/>
                  <a:pt x="639540" y="63859"/>
                  <a:pt x="636693" y="66475"/>
                </a:cubicBezTo>
                <a:cubicBezTo>
                  <a:pt x="633770" y="69091"/>
                  <a:pt x="632308" y="72092"/>
                  <a:pt x="632308" y="75477"/>
                </a:cubicBezTo>
                <a:lnTo>
                  <a:pt x="632539" y="82171"/>
                </a:lnTo>
                <a:cubicBezTo>
                  <a:pt x="632539" y="85710"/>
                  <a:pt x="631635" y="88441"/>
                  <a:pt x="629827" y="90364"/>
                </a:cubicBezTo>
                <a:cubicBezTo>
                  <a:pt x="628019" y="92288"/>
                  <a:pt x="625653" y="93250"/>
                  <a:pt x="622729" y="93250"/>
                </a:cubicBezTo>
                <a:cubicBezTo>
                  <a:pt x="619882" y="93250"/>
                  <a:pt x="617555" y="92247"/>
                  <a:pt x="615747" y="90242"/>
                </a:cubicBezTo>
                <a:cubicBezTo>
                  <a:pt x="613939" y="88234"/>
                  <a:pt x="613035" y="85495"/>
                  <a:pt x="613035" y="82023"/>
                </a:cubicBezTo>
                <a:cubicBezTo>
                  <a:pt x="613035" y="75384"/>
                  <a:pt x="616420" y="69287"/>
                  <a:pt x="623191" y="63730"/>
                </a:cubicBezTo>
                <a:cubicBezTo>
                  <a:pt x="629961" y="58174"/>
                  <a:pt x="639463" y="55396"/>
                  <a:pt x="651696" y="55396"/>
                </a:cubicBezTo>
                <a:cubicBezTo>
                  <a:pt x="661083" y="55396"/>
                  <a:pt x="668777" y="56971"/>
                  <a:pt x="674778" y="60120"/>
                </a:cubicBezTo>
                <a:cubicBezTo>
                  <a:pt x="679317" y="62503"/>
                  <a:pt x="682664" y="66231"/>
                  <a:pt x="684819" y="71304"/>
                </a:cubicBezTo>
                <a:cubicBezTo>
                  <a:pt x="686203" y="74608"/>
                  <a:pt x="686896" y="81370"/>
                  <a:pt x="686896" y="91591"/>
                </a:cubicBezTo>
                <a:lnTo>
                  <a:pt x="686896" y="127439"/>
                </a:lnTo>
                <a:cubicBezTo>
                  <a:pt x="686896" y="137506"/>
                  <a:pt x="687088" y="143673"/>
                  <a:pt x="687473" y="145941"/>
                </a:cubicBezTo>
                <a:cubicBezTo>
                  <a:pt x="687858" y="148208"/>
                  <a:pt x="688492" y="149726"/>
                  <a:pt x="689377" y="150496"/>
                </a:cubicBezTo>
                <a:cubicBezTo>
                  <a:pt x="690262" y="151263"/>
                  <a:pt x="691281" y="151646"/>
                  <a:pt x="692435" y="151646"/>
                </a:cubicBezTo>
                <a:cubicBezTo>
                  <a:pt x="693667" y="151646"/>
                  <a:pt x="694744" y="151377"/>
                  <a:pt x="695667" y="150838"/>
                </a:cubicBezTo>
                <a:cubicBezTo>
                  <a:pt x="697283" y="149838"/>
                  <a:pt x="700399" y="147030"/>
                  <a:pt x="705015" y="142414"/>
                </a:cubicBezTo>
                <a:lnTo>
                  <a:pt x="705015" y="148876"/>
                </a:lnTo>
                <a:cubicBezTo>
                  <a:pt x="696398" y="160417"/>
                  <a:pt x="688165" y="166188"/>
                  <a:pt x="680318" y="166188"/>
                </a:cubicBezTo>
                <a:cubicBezTo>
                  <a:pt x="676548" y="166188"/>
                  <a:pt x="673547" y="164889"/>
                  <a:pt x="671316" y="162293"/>
                </a:cubicBezTo>
                <a:cubicBezTo>
                  <a:pt x="669085" y="159693"/>
                  <a:pt x="667931" y="155262"/>
                  <a:pt x="667854" y="148999"/>
                </a:cubicBezTo>
                <a:moveTo>
                  <a:pt x="667854" y="141516"/>
                </a:moveTo>
                <a:lnTo>
                  <a:pt x="667854" y="101328"/>
                </a:lnTo>
                <a:cubicBezTo>
                  <a:pt x="656236" y="105935"/>
                  <a:pt x="648734" y="109198"/>
                  <a:pt x="645349" y="111116"/>
                </a:cubicBezTo>
                <a:cubicBezTo>
                  <a:pt x="639271" y="114494"/>
                  <a:pt x="634924" y="118026"/>
                  <a:pt x="632308" y="121712"/>
                </a:cubicBezTo>
                <a:cubicBezTo>
                  <a:pt x="629692" y="125396"/>
                  <a:pt x="628384" y="129425"/>
                  <a:pt x="628384" y="133801"/>
                </a:cubicBezTo>
                <a:cubicBezTo>
                  <a:pt x="628384" y="139329"/>
                  <a:pt x="630038" y="143916"/>
                  <a:pt x="633347" y="147564"/>
                </a:cubicBezTo>
                <a:cubicBezTo>
                  <a:pt x="636655" y="151209"/>
                  <a:pt x="640463" y="153031"/>
                  <a:pt x="644772" y="153031"/>
                </a:cubicBezTo>
                <a:cubicBezTo>
                  <a:pt x="650619" y="153031"/>
                  <a:pt x="658313" y="149193"/>
                  <a:pt x="667854" y="141516"/>
                </a:cubicBezTo>
                <a:close/>
                <a:moveTo>
                  <a:pt x="743702" y="23543"/>
                </a:moveTo>
                <a:lnTo>
                  <a:pt x="743702" y="58396"/>
                </a:lnTo>
                <a:lnTo>
                  <a:pt x="768400" y="58396"/>
                </a:lnTo>
                <a:lnTo>
                  <a:pt x="768400" y="66244"/>
                </a:lnTo>
                <a:lnTo>
                  <a:pt x="743702" y="66475"/>
                </a:lnTo>
                <a:lnTo>
                  <a:pt x="743702" y="135121"/>
                </a:lnTo>
                <a:cubicBezTo>
                  <a:pt x="743702" y="141976"/>
                  <a:pt x="744683" y="146598"/>
                  <a:pt x="746645" y="148988"/>
                </a:cubicBezTo>
                <a:cubicBezTo>
                  <a:pt x="748607" y="151376"/>
                  <a:pt x="751127" y="152569"/>
                  <a:pt x="754205" y="152569"/>
                </a:cubicBezTo>
                <a:cubicBezTo>
                  <a:pt x="756744" y="152569"/>
                  <a:pt x="759206" y="151771"/>
                  <a:pt x="761591" y="150175"/>
                </a:cubicBezTo>
                <a:cubicBezTo>
                  <a:pt x="763976" y="148578"/>
                  <a:pt x="765822" y="146222"/>
                  <a:pt x="767130" y="143106"/>
                </a:cubicBezTo>
                <a:lnTo>
                  <a:pt x="771631" y="143106"/>
                </a:lnTo>
                <a:cubicBezTo>
                  <a:pt x="768938" y="150684"/>
                  <a:pt x="765130" y="156388"/>
                  <a:pt x="760206" y="160215"/>
                </a:cubicBezTo>
                <a:cubicBezTo>
                  <a:pt x="755282" y="164043"/>
                  <a:pt x="750204" y="165957"/>
                  <a:pt x="744972" y="165957"/>
                </a:cubicBezTo>
                <a:cubicBezTo>
                  <a:pt x="741433" y="165957"/>
                  <a:pt x="737971" y="164972"/>
                  <a:pt x="734585" y="163003"/>
                </a:cubicBezTo>
                <a:cubicBezTo>
                  <a:pt x="731200" y="161034"/>
                  <a:pt x="728699" y="158216"/>
                  <a:pt x="727084" y="154549"/>
                </a:cubicBezTo>
                <a:cubicBezTo>
                  <a:pt x="725468" y="150883"/>
                  <a:pt x="724660" y="145228"/>
                  <a:pt x="724660" y="137584"/>
                </a:cubicBezTo>
                <a:lnTo>
                  <a:pt x="724660" y="66244"/>
                </a:lnTo>
                <a:lnTo>
                  <a:pt x="707926" y="66244"/>
                </a:lnTo>
                <a:lnTo>
                  <a:pt x="707926" y="62544"/>
                </a:lnTo>
                <a:cubicBezTo>
                  <a:pt x="712158" y="60861"/>
                  <a:pt x="716485" y="58012"/>
                  <a:pt x="720909" y="53997"/>
                </a:cubicBezTo>
                <a:cubicBezTo>
                  <a:pt x="725333" y="49981"/>
                  <a:pt x="729276" y="45195"/>
                  <a:pt x="732739" y="39639"/>
                </a:cubicBezTo>
                <a:cubicBezTo>
                  <a:pt x="734508" y="36706"/>
                  <a:pt x="736970" y="31340"/>
                  <a:pt x="740125" y="23543"/>
                </a:cubicBezTo>
                <a:lnTo>
                  <a:pt x="743702" y="23543"/>
                </a:lnTo>
                <a:close/>
                <a:moveTo>
                  <a:pt x="796431" y="98328"/>
                </a:moveTo>
                <a:cubicBezTo>
                  <a:pt x="796354" y="113951"/>
                  <a:pt x="800163" y="126205"/>
                  <a:pt x="807856" y="135089"/>
                </a:cubicBezTo>
                <a:cubicBezTo>
                  <a:pt x="815550" y="143973"/>
                  <a:pt x="824591" y="148415"/>
                  <a:pt x="834977" y="148415"/>
                </a:cubicBezTo>
                <a:cubicBezTo>
                  <a:pt x="841902" y="148415"/>
                  <a:pt x="847922" y="146502"/>
                  <a:pt x="853039" y="142677"/>
                </a:cubicBezTo>
                <a:cubicBezTo>
                  <a:pt x="858155" y="138851"/>
                  <a:pt x="862444" y="132301"/>
                  <a:pt x="865907" y="123025"/>
                </a:cubicBezTo>
                <a:lnTo>
                  <a:pt x="869484" y="125344"/>
                </a:lnTo>
                <a:cubicBezTo>
                  <a:pt x="867869" y="135940"/>
                  <a:pt x="863175" y="145588"/>
                  <a:pt x="855404" y="154290"/>
                </a:cubicBezTo>
                <a:cubicBezTo>
                  <a:pt x="847634" y="162991"/>
                  <a:pt x="837901" y="167342"/>
                  <a:pt x="826206" y="167342"/>
                </a:cubicBezTo>
                <a:cubicBezTo>
                  <a:pt x="813511" y="167342"/>
                  <a:pt x="802644" y="162409"/>
                  <a:pt x="793603" y="152544"/>
                </a:cubicBezTo>
                <a:cubicBezTo>
                  <a:pt x="784563" y="142677"/>
                  <a:pt x="780043" y="129412"/>
                  <a:pt x="780043" y="112750"/>
                </a:cubicBezTo>
                <a:cubicBezTo>
                  <a:pt x="780043" y="94708"/>
                  <a:pt x="784679" y="80639"/>
                  <a:pt x="793950" y="70543"/>
                </a:cubicBezTo>
                <a:cubicBezTo>
                  <a:pt x="803221" y="60445"/>
                  <a:pt x="814858" y="55396"/>
                  <a:pt x="828861" y="55396"/>
                </a:cubicBezTo>
                <a:cubicBezTo>
                  <a:pt x="840709" y="55396"/>
                  <a:pt x="850442" y="59291"/>
                  <a:pt x="858059" y="67081"/>
                </a:cubicBezTo>
                <a:cubicBezTo>
                  <a:pt x="865676" y="74869"/>
                  <a:pt x="869484" y="85284"/>
                  <a:pt x="869484" y="98328"/>
                </a:cubicBezTo>
                <a:lnTo>
                  <a:pt x="796431" y="98328"/>
                </a:lnTo>
                <a:moveTo>
                  <a:pt x="796431" y="91634"/>
                </a:moveTo>
                <a:lnTo>
                  <a:pt x="845364" y="91634"/>
                </a:lnTo>
                <a:cubicBezTo>
                  <a:pt x="844979" y="84919"/>
                  <a:pt x="844171" y="80188"/>
                  <a:pt x="842940" y="77442"/>
                </a:cubicBezTo>
                <a:cubicBezTo>
                  <a:pt x="841017" y="73167"/>
                  <a:pt x="838151" y="69810"/>
                  <a:pt x="834343" y="67369"/>
                </a:cubicBezTo>
                <a:cubicBezTo>
                  <a:pt x="830534" y="64927"/>
                  <a:pt x="826552" y="63705"/>
                  <a:pt x="822398" y="63705"/>
                </a:cubicBezTo>
                <a:cubicBezTo>
                  <a:pt x="816012" y="63705"/>
                  <a:pt x="810299" y="66166"/>
                  <a:pt x="805260" y="71088"/>
                </a:cubicBezTo>
                <a:cubicBezTo>
                  <a:pt x="800220" y="76009"/>
                  <a:pt x="797277" y="82858"/>
                  <a:pt x="796431" y="91634"/>
                </a:cubicBezTo>
                <a:close/>
                <a:moveTo>
                  <a:pt x="958374" y="152230"/>
                </a:moveTo>
                <a:cubicBezTo>
                  <a:pt x="953219" y="157614"/>
                  <a:pt x="948180" y="161479"/>
                  <a:pt x="943256" y="163825"/>
                </a:cubicBezTo>
                <a:cubicBezTo>
                  <a:pt x="938332" y="166170"/>
                  <a:pt x="933023" y="167342"/>
                  <a:pt x="927330" y="167342"/>
                </a:cubicBezTo>
                <a:cubicBezTo>
                  <a:pt x="915789" y="167342"/>
                  <a:pt x="905710" y="162525"/>
                  <a:pt x="897093" y="152890"/>
                </a:cubicBezTo>
                <a:cubicBezTo>
                  <a:pt x="888475" y="143254"/>
                  <a:pt x="884167" y="130872"/>
                  <a:pt x="884167" y="115743"/>
                </a:cubicBezTo>
                <a:cubicBezTo>
                  <a:pt x="884167" y="100618"/>
                  <a:pt x="888937" y="86778"/>
                  <a:pt x="898477" y="74225"/>
                </a:cubicBezTo>
                <a:cubicBezTo>
                  <a:pt x="908018" y="61672"/>
                  <a:pt x="920290" y="55396"/>
                  <a:pt x="935293" y="55396"/>
                </a:cubicBezTo>
                <a:cubicBezTo>
                  <a:pt x="944602" y="55396"/>
                  <a:pt x="952296" y="58357"/>
                  <a:pt x="958374" y="64279"/>
                </a:cubicBezTo>
                <a:lnTo>
                  <a:pt x="958374" y="44548"/>
                </a:lnTo>
                <a:cubicBezTo>
                  <a:pt x="958374" y="32519"/>
                  <a:pt x="958086" y="25125"/>
                  <a:pt x="957509" y="22368"/>
                </a:cubicBezTo>
                <a:cubicBezTo>
                  <a:pt x="956932" y="19610"/>
                  <a:pt x="956028" y="17732"/>
                  <a:pt x="954797" y="16734"/>
                </a:cubicBezTo>
                <a:cubicBezTo>
                  <a:pt x="953566" y="15734"/>
                  <a:pt x="952027" y="15234"/>
                  <a:pt x="950180" y="15234"/>
                </a:cubicBezTo>
                <a:cubicBezTo>
                  <a:pt x="948180" y="15234"/>
                  <a:pt x="945526" y="15849"/>
                  <a:pt x="942217" y="17080"/>
                </a:cubicBezTo>
                <a:lnTo>
                  <a:pt x="940717" y="12926"/>
                </a:lnTo>
                <a:lnTo>
                  <a:pt x="972223" y="0"/>
                </a:lnTo>
                <a:lnTo>
                  <a:pt x="977417" y="0"/>
                </a:lnTo>
                <a:lnTo>
                  <a:pt x="977417" y="122333"/>
                </a:lnTo>
                <a:cubicBezTo>
                  <a:pt x="977417" y="134669"/>
                  <a:pt x="977705" y="142197"/>
                  <a:pt x="978282" y="144916"/>
                </a:cubicBezTo>
                <a:cubicBezTo>
                  <a:pt x="978859" y="147636"/>
                  <a:pt x="979782" y="149534"/>
                  <a:pt x="981052" y="150611"/>
                </a:cubicBezTo>
                <a:cubicBezTo>
                  <a:pt x="982321" y="151686"/>
                  <a:pt x="983803" y="152223"/>
                  <a:pt x="985495" y="152223"/>
                </a:cubicBezTo>
                <a:cubicBezTo>
                  <a:pt x="987573" y="152223"/>
                  <a:pt x="990342" y="151569"/>
                  <a:pt x="993805" y="150261"/>
                </a:cubicBezTo>
                <a:lnTo>
                  <a:pt x="995074" y="154416"/>
                </a:lnTo>
                <a:lnTo>
                  <a:pt x="963683" y="167342"/>
                </a:lnTo>
                <a:lnTo>
                  <a:pt x="958374" y="167342"/>
                </a:lnTo>
                <a:lnTo>
                  <a:pt x="958374" y="152230"/>
                </a:lnTo>
                <a:moveTo>
                  <a:pt x="958374" y="144170"/>
                </a:moveTo>
                <a:lnTo>
                  <a:pt x="958374" y="89834"/>
                </a:lnTo>
                <a:cubicBezTo>
                  <a:pt x="957913" y="84615"/>
                  <a:pt x="956528" y="79856"/>
                  <a:pt x="954220" y="75560"/>
                </a:cubicBezTo>
                <a:cubicBezTo>
                  <a:pt x="951911" y="71261"/>
                  <a:pt x="948853" y="68019"/>
                  <a:pt x="945045" y="65833"/>
                </a:cubicBezTo>
                <a:cubicBezTo>
                  <a:pt x="941236" y="63645"/>
                  <a:pt x="937524" y="62551"/>
                  <a:pt x="933908" y="62551"/>
                </a:cubicBezTo>
                <a:cubicBezTo>
                  <a:pt x="927137" y="62551"/>
                  <a:pt x="921097" y="65583"/>
                  <a:pt x="915789" y="71647"/>
                </a:cubicBezTo>
                <a:cubicBezTo>
                  <a:pt x="908787" y="79627"/>
                  <a:pt x="905287" y="91291"/>
                  <a:pt x="905287" y="106641"/>
                </a:cubicBezTo>
                <a:cubicBezTo>
                  <a:pt x="905287" y="122144"/>
                  <a:pt x="908672" y="134021"/>
                  <a:pt x="915442" y="142273"/>
                </a:cubicBezTo>
                <a:cubicBezTo>
                  <a:pt x="922213" y="150522"/>
                  <a:pt x="929753" y="154647"/>
                  <a:pt x="938062" y="154647"/>
                </a:cubicBezTo>
                <a:cubicBezTo>
                  <a:pt x="945064" y="154647"/>
                  <a:pt x="951834" y="151154"/>
                  <a:pt x="958374" y="144170"/>
                </a:cubicBezTo>
                <a:close/>
                <a:moveTo>
                  <a:pt x="1091901" y="55396"/>
                </a:moveTo>
                <a:lnTo>
                  <a:pt x="1091901" y="79170"/>
                </a:lnTo>
                <a:cubicBezTo>
                  <a:pt x="1100749" y="63321"/>
                  <a:pt x="1109828" y="55396"/>
                  <a:pt x="1119137" y="55396"/>
                </a:cubicBezTo>
                <a:cubicBezTo>
                  <a:pt x="1123369" y="55396"/>
                  <a:pt x="1126870" y="56685"/>
                  <a:pt x="1129639" y="59262"/>
                </a:cubicBezTo>
                <a:cubicBezTo>
                  <a:pt x="1132409" y="61839"/>
                  <a:pt x="1133794" y="64821"/>
                  <a:pt x="1133794" y="68206"/>
                </a:cubicBezTo>
                <a:cubicBezTo>
                  <a:pt x="1133794" y="71207"/>
                  <a:pt x="1132794" y="73746"/>
                  <a:pt x="1130794" y="75823"/>
                </a:cubicBezTo>
                <a:cubicBezTo>
                  <a:pt x="1128793" y="77900"/>
                  <a:pt x="1126408" y="78939"/>
                  <a:pt x="1123638" y="78939"/>
                </a:cubicBezTo>
                <a:cubicBezTo>
                  <a:pt x="1120945" y="78939"/>
                  <a:pt x="1117926" y="77631"/>
                  <a:pt x="1114579" y="75015"/>
                </a:cubicBezTo>
                <a:cubicBezTo>
                  <a:pt x="1111232" y="72399"/>
                  <a:pt x="1108751" y="71091"/>
                  <a:pt x="1107135" y="71091"/>
                </a:cubicBezTo>
                <a:cubicBezTo>
                  <a:pt x="1105750" y="71091"/>
                  <a:pt x="1104250" y="71855"/>
                  <a:pt x="1102634" y="73381"/>
                </a:cubicBezTo>
                <a:cubicBezTo>
                  <a:pt x="1099172" y="76514"/>
                  <a:pt x="1095594" y="81670"/>
                  <a:pt x="1091901" y="88850"/>
                </a:cubicBezTo>
                <a:lnTo>
                  <a:pt x="1091901" y="139413"/>
                </a:lnTo>
                <a:cubicBezTo>
                  <a:pt x="1091901" y="145265"/>
                  <a:pt x="1092632" y="149691"/>
                  <a:pt x="1094094" y="152692"/>
                </a:cubicBezTo>
                <a:cubicBezTo>
                  <a:pt x="1095094" y="154772"/>
                  <a:pt x="1096864" y="156503"/>
                  <a:pt x="1099403" y="157885"/>
                </a:cubicBezTo>
                <a:cubicBezTo>
                  <a:pt x="1101942" y="159265"/>
                  <a:pt x="1105596" y="159956"/>
                  <a:pt x="1110366" y="159956"/>
                </a:cubicBezTo>
                <a:lnTo>
                  <a:pt x="1110366" y="164110"/>
                </a:lnTo>
                <a:lnTo>
                  <a:pt x="1056240" y="164110"/>
                </a:lnTo>
                <a:lnTo>
                  <a:pt x="1056240" y="159956"/>
                </a:lnTo>
                <a:cubicBezTo>
                  <a:pt x="1061626" y="159956"/>
                  <a:pt x="1065626" y="159100"/>
                  <a:pt x="1068242" y="157388"/>
                </a:cubicBezTo>
                <a:cubicBezTo>
                  <a:pt x="1070166" y="156142"/>
                  <a:pt x="1071512" y="154157"/>
                  <a:pt x="1072282" y="151433"/>
                </a:cubicBezTo>
                <a:cubicBezTo>
                  <a:pt x="1072666" y="150109"/>
                  <a:pt x="1072859" y="146333"/>
                  <a:pt x="1072859" y="140105"/>
                </a:cubicBezTo>
                <a:lnTo>
                  <a:pt x="1072859" y="99482"/>
                </a:lnTo>
                <a:cubicBezTo>
                  <a:pt x="1072859" y="87172"/>
                  <a:pt x="1072609" y="79843"/>
                  <a:pt x="1072109" y="77496"/>
                </a:cubicBezTo>
                <a:cubicBezTo>
                  <a:pt x="1071608" y="75150"/>
                  <a:pt x="1070685" y="73438"/>
                  <a:pt x="1069339" y="72361"/>
                </a:cubicBezTo>
                <a:cubicBezTo>
                  <a:pt x="1067992" y="71284"/>
                  <a:pt x="1066319" y="70745"/>
                  <a:pt x="1064319" y="70745"/>
                </a:cubicBezTo>
                <a:cubicBezTo>
                  <a:pt x="1061933" y="70745"/>
                  <a:pt x="1059241" y="71322"/>
                  <a:pt x="1056240" y="72476"/>
                </a:cubicBezTo>
                <a:lnTo>
                  <a:pt x="1055086" y="68322"/>
                </a:lnTo>
                <a:lnTo>
                  <a:pt x="1087054" y="55396"/>
                </a:lnTo>
                <a:lnTo>
                  <a:pt x="1091901" y="55396"/>
                </a:lnTo>
                <a:close/>
                <a:moveTo>
                  <a:pt x="1157530" y="98328"/>
                </a:moveTo>
                <a:cubicBezTo>
                  <a:pt x="1157453" y="113951"/>
                  <a:pt x="1161262" y="126205"/>
                  <a:pt x="1168956" y="135089"/>
                </a:cubicBezTo>
                <a:cubicBezTo>
                  <a:pt x="1176649" y="143973"/>
                  <a:pt x="1185690" y="148415"/>
                  <a:pt x="1196076" y="148415"/>
                </a:cubicBezTo>
                <a:cubicBezTo>
                  <a:pt x="1203001" y="148415"/>
                  <a:pt x="1209021" y="146502"/>
                  <a:pt x="1214138" y="142677"/>
                </a:cubicBezTo>
                <a:cubicBezTo>
                  <a:pt x="1219254" y="138851"/>
                  <a:pt x="1223544" y="132301"/>
                  <a:pt x="1227006" y="123025"/>
                </a:cubicBezTo>
                <a:lnTo>
                  <a:pt x="1230583" y="125344"/>
                </a:lnTo>
                <a:cubicBezTo>
                  <a:pt x="1228968" y="135940"/>
                  <a:pt x="1224274" y="145588"/>
                  <a:pt x="1216504" y="154290"/>
                </a:cubicBezTo>
                <a:cubicBezTo>
                  <a:pt x="1208733" y="162991"/>
                  <a:pt x="1199000" y="167342"/>
                  <a:pt x="1187305" y="167342"/>
                </a:cubicBezTo>
                <a:cubicBezTo>
                  <a:pt x="1174610" y="167342"/>
                  <a:pt x="1163743" y="162409"/>
                  <a:pt x="1154703" y="152544"/>
                </a:cubicBezTo>
                <a:cubicBezTo>
                  <a:pt x="1145662" y="142677"/>
                  <a:pt x="1141142" y="129412"/>
                  <a:pt x="1141142" y="112750"/>
                </a:cubicBezTo>
                <a:cubicBezTo>
                  <a:pt x="1141142" y="94708"/>
                  <a:pt x="1145778" y="80639"/>
                  <a:pt x="1155049" y="70543"/>
                </a:cubicBezTo>
                <a:cubicBezTo>
                  <a:pt x="1164320" y="60445"/>
                  <a:pt x="1175957" y="55396"/>
                  <a:pt x="1189960" y="55396"/>
                </a:cubicBezTo>
                <a:cubicBezTo>
                  <a:pt x="1201808" y="55396"/>
                  <a:pt x="1211541" y="59291"/>
                  <a:pt x="1219158" y="67081"/>
                </a:cubicBezTo>
                <a:cubicBezTo>
                  <a:pt x="1226775" y="74869"/>
                  <a:pt x="1230583" y="85284"/>
                  <a:pt x="1230583" y="98328"/>
                </a:cubicBezTo>
                <a:lnTo>
                  <a:pt x="1157530" y="98328"/>
                </a:lnTo>
                <a:moveTo>
                  <a:pt x="1157530" y="91634"/>
                </a:moveTo>
                <a:lnTo>
                  <a:pt x="1206463" y="91634"/>
                </a:lnTo>
                <a:cubicBezTo>
                  <a:pt x="1206078" y="84919"/>
                  <a:pt x="1205271" y="80188"/>
                  <a:pt x="1204040" y="77442"/>
                </a:cubicBezTo>
                <a:cubicBezTo>
                  <a:pt x="1202116" y="73167"/>
                  <a:pt x="1199250" y="69810"/>
                  <a:pt x="1195442" y="67369"/>
                </a:cubicBezTo>
                <a:cubicBezTo>
                  <a:pt x="1191633" y="64927"/>
                  <a:pt x="1187652" y="63705"/>
                  <a:pt x="1183497" y="63705"/>
                </a:cubicBezTo>
                <a:cubicBezTo>
                  <a:pt x="1177111" y="63705"/>
                  <a:pt x="1171398" y="66166"/>
                  <a:pt x="1166359" y="71088"/>
                </a:cubicBezTo>
                <a:cubicBezTo>
                  <a:pt x="1161319" y="76009"/>
                  <a:pt x="1158376" y="82858"/>
                  <a:pt x="1157530" y="91634"/>
                </a:cubicBezTo>
                <a:close/>
                <a:moveTo>
                  <a:pt x="1313125" y="55396"/>
                </a:moveTo>
                <a:lnTo>
                  <a:pt x="1313125" y="91403"/>
                </a:lnTo>
                <a:lnTo>
                  <a:pt x="1309317" y="91403"/>
                </a:lnTo>
                <a:cubicBezTo>
                  <a:pt x="1306393" y="80139"/>
                  <a:pt x="1302642" y="72476"/>
                  <a:pt x="1298065" y="68415"/>
                </a:cubicBezTo>
                <a:cubicBezTo>
                  <a:pt x="1293487" y="64352"/>
                  <a:pt x="1287659" y="62320"/>
                  <a:pt x="1280580" y="62320"/>
                </a:cubicBezTo>
                <a:cubicBezTo>
                  <a:pt x="1275195" y="62320"/>
                  <a:pt x="1270848" y="63739"/>
                  <a:pt x="1267539" y="66576"/>
                </a:cubicBezTo>
                <a:cubicBezTo>
                  <a:pt x="1264231" y="69413"/>
                  <a:pt x="1262577" y="72557"/>
                  <a:pt x="1262577" y="76007"/>
                </a:cubicBezTo>
                <a:cubicBezTo>
                  <a:pt x="1262577" y="80299"/>
                  <a:pt x="1263808" y="83979"/>
                  <a:pt x="1266270" y="87047"/>
                </a:cubicBezTo>
                <a:cubicBezTo>
                  <a:pt x="1268655" y="90189"/>
                  <a:pt x="1273502" y="93524"/>
                  <a:pt x="1280811" y="97051"/>
                </a:cubicBezTo>
                <a:lnTo>
                  <a:pt x="1297661" y="105216"/>
                </a:lnTo>
                <a:cubicBezTo>
                  <a:pt x="1313279" y="112823"/>
                  <a:pt x="1321089" y="122851"/>
                  <a:pt x="1321089" y="135298"/>
                </a:cubicBezTo>
                <a:cubicBezTo>
                  <a:pt x="1321089" y="144903"/>
                  <a:pt x="1317453" y="152645"/>
                  <a:pt x="1310182" y="158524"/>
                </a:cubicBezTo>
                <a:cubicBezTo>
                  <a:pt x="1302912" y="164402"/>
                  <a:pt x="1294776" y="167342"/>
                  <a:pt x="1285774" y="167342"/>
                </a:cubicBezTo>
                <a:cubicBezTo>
                  <a:pt x="1279311" y="167342"/>
                  <a:pt x="1271925" y="166245"/>
                  <a:pt x="1263615" y="164053"/>
                </a:cubicBezTo>
                <a:cubicBezTo>
                  <a:pt x="1261076" y="163322"/>
                  <a:pt x="1258999" y="162956"/>
                  <a:pt x="1257383" y="162956"/>
                </a:cubicBezTo>
                <a:cubicBezTo>
                  <a:pt x="1255614" y="162956"/>
                  <a:pt x="1254229" y="163879"/>
                  <a:pt x="1253229" y="165726"/>
                </a:cubicBezTo>
                <a:lnTo>
                  <a:pt x="1249420" y="165726"/>
                </a:lnTo>
                <a:lnTo>
                  <a:pt x="1249420" y="127872"/>
                </a:lnTo>
                <a:lnTo>
                  <a:pt x="1253229" y="127872"/>
                </a:lnTo>
                <a:cubicBezTo>
                  <a:pt x="1255383" y="138644"/>
                  <a:pt x="1259499" y="146761"/>
                  <a:pt x="1265577" y="152223"/>
                </a:cubicBezTo>
                <a:cubicBezTo>
                  <a:pt x="1271655" y="157686"/>
                  <a:pt x="1278465" y="160417"/>
                  <a:pt x="1286004" y="160417"/>
                </a:cubicBezTo>
                <a:cubicBezTo>
                  <a:pt x="1291313" y="160417"/>
                  <a:pt x="1295641" y="158868"/>
                  <a:pt x="1298988" y="155768"/>
                </a:cubicBezTo>
                <a:cubicBezTo>
                  <a:pt x="1302335" y="152667"/>
                  <a:pt x="1304008" y="148934"/>
                  <a:pt x="1304008" y="144570"/>
                </a:cubicBezTo>
                <a:cubicBezTo>
                  <a:pt x="1304008" y="139288"/>
                  <a:pt x="1302142" y="134848"/>
                  <a:pt x="1298411" y="131251"/>
                </a:cubicBezTo>
                <a:cubicBezTo>
                  <a:pt x="1294679" y="127652"/>
                  <a:pt x="1287236" y="123107"/>
                  <a:pt x="1276079" y="117615"/>
                </a:cubicBezTo>
                <a:cubicBezTo>
                  <a:pt x="1264923" y="112121"/>
                  <a:pt x="1257614" y="107140"/>
                  <a:pt x="1254152" y="102670"/>
                </a:cubicBezTo>
                <a:cubicBezTo>
                  <a:pt x="1250690" y="98277"/>
                  <a:pt x="1248959" y="92729"/>
                  <a:pt x="1248959" y="86026"/>
                </a:cubicBezTo>
                <a:cubicBezTo>
                  <a:pt x="1248959" y="77317"/>
                  <a:pt x="1251940" y="70036"/>
                  <a:pt x="1257903" y="64181"/>
                </a:cubicBezTo>
                <a:cubicBezTo>
                  <a:pt x="1263865" y="58324"/>
                  <a:pt x="1271578" y="55396"/>
                  <a:pt x="1281042" y="55396"/>
                </a:cubicBezTo>
                <a:cubicBezTo>
                  <a:pt x="1285197" y="55396"/>
                  <a:pt x="1290236" y="56281"/>
                  <a:pt x="1296160" y="58050"/>
                </a:cubicBezTo>
                <a:cubicBezTo>
                  <a:pt x="1300084" y="59204"/>
                  <a:pt x="1302700" y="59781"/>
                  <a:pt x="1304008" y="59781"/>
                </a:cubicBezTo>
                <a:cubicBezTo>
                  <a:pt x="1305239" y="59781"/>
                  <a:pt x="1306201" y="59512"/>
                  <a:pt x="1306893" y="58974"/>
                </a:cubicBezTo>
                <a:cubicBezTo>
                  <a:pt x="1307586" y="58435"/>
                  <a:pt x="1308394" y="57242"/>
                  <a:pt x="1309317" y="55396"/>
                </a:cubicBezTo>
                <a:lnTo>
                  <a:pt x="1313125" y="55396"/>
                </a:lnTo>
                <a:close/>
                <a:moveTo>
                  <a:pt x="1429393" y="58396"/>
                </a:moveTo>
                <a:lnTo>
                  <a:pt x="1429393" y="122794"/>
                </a:lnTo>
                <a:cubicBezTo>
                  <a:pt x="1429393" y="134876"/>
                  <a:pt x="1429681" y="142266"/>
                  <a:pt x="1430258" y="144963"/>
                </a:cubicBezTo>
                <a:cubicBezTo>
                  <a:pt x="1430835" y="147659"/>
                  <a:pt x="1431758" y="149542"/>
                  <a:pt x="1433028" y="150615"/>
                </a:cubicBezTo>
                <a:cubicBezTo>
                  <a:pt x="1434297" y="151687"/>
                  <a:pt x="1435778" y="152223"/>
                  <a:pt x="1437471" y="152223"/>
                </a:cubicBezTo>
                <a:cubicBezTo>
                  <a:pt x="1439856" y="152223"/>
                  <a:pt x="1442549" y="151569"/>
                  <a:pt x="1445550" y="150261"/>
                </a:cubicBezTo>
                <a:lnTo>
                  <a:pt x="1447165" y="154416"/>
                </a:lnTo>
                <a:lnTo>
                  <a:pt x="1415544" y="167342"/>
                </a:lnTo>
                <a:lnTo>
                  <a:pt x="1410350" y="167342"/>
                </a:lnTo>
                <a:lnTo>
                  <a:pt x="1410350" y="145057"/>
                </a:lnTo>
                <a:cubicBezTo>
                  <a:pt x="1401271" y="154860"/>
                  <a:pt x="1394347" y="161024"/>
                  <a:pt x="1389577" y="163551"/>
                </a:cubicBezTo>
                <a:cubicBezTo>
                  <a:pt x="1384807" y="166078"/>
                  <a:pt x="1379767" y="167342"/>
                  <a:pt x="1374458" y="167342"/>
                </a:cubicBezTo>
                <a:cubicBezTo>
                  <a:pt x="1368534" y="167342"/>
                  <a:pt x="1363398" y="165630"/>
                  <a:pt x="1359051" y="162206"/>
                </a:cubicBezTo>
                <a:cubicBezTo>
                  <a:pt x="1354704" y="158782"/>
                  <a:pt x="1351684" y="154377"/>
                  <a:pt x="1349992" y="148992"/>
                </a:cubicBezTo>
                <a:cubicBezTo>
                  <a:pt x="1348299" y="143606"/>
                  <a:pt x="1347453" y="135989"/>
                  <a:pt x="1347453" y="126141"/>
                </a:cubicBezTo>
                <a:lnTo>
                  <a:pt x="1347453" y="78939"/>
                </a:lnTo>
                <a:cubicBezTo>
                  <a:pt x="1347453" y="73902"/>
                  <a:pt x="1346914" y="70416"/>
                  <a:pt x="1345837" y="68480"/>
                </a:cubicBezTo>
                <a:cubicBezTo>
                  <a:pt x="1344760" y="66542"/>
                  <a:pt x="1343164" y="65050"/>
                  <a:pt x="1341048" y="64005"/>
                </a:cubicBezTo>
                <a:cubicBezTo>
                  <a:pt x="1338932" y="62959"/>
                  <a:pt x="1335104" y="62474"/>
                  <a:pt x="1329565" y="62551"/>
                </a:cubicBezTo>
                <a:lnTo>
                  <a:pt x="1329565" y="58396"/>
                </a:lnTo>
                <a:lnTo>
                  <a:pt x="1366611" y="58396"/>
                </a:lnTo>
                <a:lnTo>
                  <a:pt x="1366611" y="129228"/>
                </a:lnTo>
                <a:cubicBezTo>
                  <a:pt x="1366611" y="139088"/>
                  <a:pt x="1368322" y="145560"/>
                  <a:pt x="1371746" y="148642"/>
                </a:cubicBezTo>
                <a:cubicBezTo>
                  <a:pt x="1375170" y="151722"/>
                  <a:pt x="1379305" y="153262"/>
                  <a:pt x="1384153" y="153262"/>
                </a:cubicBezTo>
                <a:cubicBezTo>
                  <a:pt x="1387461" y="153262"/>
                  <a:pt x="1391212" y="152222"/>
                  <a:pt x="1395405" y="150142"/>
                </a:cubicBezTo>
                <a:cubicBezTo>
                  <a:pt x="1399598" y="148063"/>
                  <a:pt x="1404580" y="144095"/>
                  <a:pt x="1410350" y="138241"/>
                </a:cubicBezTo>
                <a:lnTo>
                  <a:pt x="1410350" y="78477"/>
                </a:lnTo>
                <a:cubicBezTo>
                  <a:pt x="1410350" y="72344"/>
                  <a:pt x="1409254" y="68195"/>
                  <a:pt x="1407061" y="66031"/>
                </a:cubicBezTo>
                <a:cubicBezTo>
                  <a:pt x="1404868" y="63868"/>
                  <a:pt x="1400310" y="62707"/>
                  <a:pt x="1393385" y="62551"/>
                </a:cubicBezTo>
                <a:lnTo>
                  <a:pt x="1393385" y="58396"/>
                </a:lnTo>
                <a:lnTo>
                  <a:pt x="1429393" y="58396"/>
                </a:lnTo>
                <a:close/>
                <a:moveTo>
                  <a:pt x="1491252" y="0"/>
                </a:moveTo>
                <a:lnTo>
                  <a:pt x="1491252" y="140105"/>
                </a:lnTo>
                <a:cubicBezTo>
                  <a:pt x="1491252" y="146761"/>
                  <a:pt x="1491732" y="151173"/>
                  <a:pt x="1492694" y="153341"/>
                </a:cubicBezTo>
                <a:cubicBezTo>
                  <a:pt x="1493656" y="155508"/>
                  <a:pt x="1495137" y="157152"/>
                  <a:pt x="1497137" y="158275"/>
                </a:cubicBezTo>
                <a:cubicBezTo>
                  <a:pt x="1499138" y="159395"/>
                  <a:pt x="1502869" y="159956"/>
                  <a:pt x="1508332" y="159956"/>
                </a:cubicBezTo>
                <a:lnTo>
                  <a:pt x="1508332" y="164110"/>
                </a:lnTo>
                <a:lnTo>
                  <a:pt x="1456514" y="164110"/>
                </a:lnTo>
                <a:lnTo>
                  <a:pt x="1456514" y="159956"/>
                </a:lnTo>
                <a:cubicBezTo>
                  <a:pt x="1461361" y="159956"/>
                  <a:pt x="1464669" y="159453"/>
                  <a:pt x="1466439" y="158448"/>
                </a:cubicBezTo>
                <a:cubicBezTo>
                  <a:pt x="1468208" y="157441"/>
                  <a:pt x="1469593" y="155777"/>
                  <a:pt x="1470594" y="153457"/>
                </a:cubicBezTo>
                <a:cubicBezTo>
                  <a:pt x="1471594" y="151134"/>
                  <a:pt x="1472094" y="146684"/>
                  <a:pt x="1472094" y="140105"/>
                </a:cubicBezTo>
                <a:lnTo>
                  <a:pt x="1472094" y="44317"/>
                </a:lnTo>
                <a:cubicBezTo>
                  <a:pt x="1472094" y="32391"/>
                  <a:pt x="1471825" y="25063"/>
                  <a:pt x="1471286" y="22331"/>
                </a:cubicBezTo>
                <a:cubicBezTo>
                  <a:pt x="1470747" y="19600"/>
                  <a:pt x="1469882" y="17734"/>
                  <a:pt x="1468689" y="16734"/>
                </a:cubicBezTo>
                <a:cubicBezTo>
                  <a:pt x="1467497" y="15734"/>
                  <a:pt x="1465977" y="15234"/>
                  <a:pt x="1464131" y="15234"/>
                </a:cubicBezTo>
                <a:cubicBezTo>
                  <a:pt x="1462130" y="15234"/>
                  <a:pt x="1459591" y="15849"/>
                  <a:pt x="1456514" y="17080"/>
                </a:cubicBezTo>
                <a:lnTo>
                  <a:pt x="1454552" y="12926"/>
                </a:lnTo>
                <a:lnTo>
                  <a:pt x="1486058" y="0"/>
                </a:lnTo>
                <a:lnTo>
                  <a:pt x="1491252" y="0"/>
                </a:lnTo>
                <a:close/>
                <a:moveTo>
                  <a:pt x="1551251" y="23543"/>
                </a:moveTo>
                <a:lnTo>
                  <a:pt x="1551251" y="58396"/>
                </a:lnTo>
                <a:lnTo>
                  <a:pt x="1575948" y="58396"/>
                </a:lnTo>
                <a:lnTo>
                  <a:pt x="1575948" y="66244"/>
                </a:lnTo>
                <a:lnTo>
                  <a:pt x="1551251" y="66475"/>
                </a:lnTo>
                <a:lnTo>
                  <a:pt x="1551251" y="135121"/>
                </a:lnTo>
                <a:cubicBezTo>
                  <a:pt x="1551251" y="141976"/>
                  <a:pt x="1552232" y="146598"/>
                  <a:pt x="1554193" y="148988"/>
                </a:cubicBezTo>
                <a:cubicBezTo>
                  <a:pt x="1556155" y="151376"/>
                  <a:pt x="1558675" y="152569"/>
                  <a:pt x="1561753" y="152569"/>
                </a:cubicBezTo>
                <a:cubicBezTo>
                  <a:pt x="1564292" y="152569"/>
                  <a:pt x="1566754" y="151771"/>
                  <a:pt x="1569139" y="150175"/>
                </a:cubicBezTo>
                <a:cubicBezTo>
                  <a:pt x="1571524" y="148578"/>
                  <a:pt x="1573370" y="146222"/>
                  <a:pt x="1574678" y="143106"/>
                </a:cubicBezTo>
                <a:lnTo>
                  <a:pt x="1579179" y="143106"/>
                </a:lnTo>
                <a:cubicBezTo>
                  <a:pt x="1576486" y="150684"/>
                  <a:pt x="1572678" y="156388"/>
                  <a:pt x="1567754" y="160215"/>
                </a:cubicBezTo>
                <a:cubicBezTo>
                  <a:pt x="1562830" y="164043"/>
                  <a:pt x="1557752" y="165957"/>
                  <a:pt x="1552520" y="165957"/>
                </a:cubicBezTo>
                <a:cubicBezTo>
                  <a:pt x="1548981" y="165957"/>
                  <a:pt x="1545519" y="164972"/>
                  <a:pt x="1542133" y="163003"/>
                </a:cubicBezTo>
                <a:cubicBezTo>
                  <a:pt x="1538748" y="161034"/>
                  <a:pt x="1536247" y="158216"/>
                  <a:pt x="1534632" y="154549"/>
                </a:cubicBezTo>
                <a:cubicBezTo>
                  <a:pt x="1533016" y="150883"/>
                  <a:pt x="1532208" y="145228"/>
                  <a:pt x="1532208" y="137584"/>
                </a:cubicBezTo>
                <a:lnTo>
                  <a:pt x="1532208" y="66244"/>
                </a:lnTo>
                <a:lnTo>
                  <a:pt x="1515474" y="66244"/>
                </a:lnTo>
                <a:lnTo>
                  <a:pt x="1515474" y="62544"/>
                </a:lnTo>
                <a:cubicBezTo>
                  <a:pt x="1519706" y="60861"/>
                  <a:pt x="1524033" y="58012"/>
                  <a:pt x="1528457" y="53997"/>
                </a:cubicBezTo>
                <a:cubicBezTo>
                  <a:pt x="1532881" y="49981"/>
                  <a:pt x="1536825" y="45195"/>
                  <a:pt x="1540287" y="39639"/>
                </a:cubicBezTo>
                <a:cubicBezTo>
                  <a:pt x="1542056" y="36706"/>
                  <a:pt x="1544518" y="31340"/>
                  <a:pt x="1547673" y="23543"/>
                </a:cubicBezTo>
                <a:lnTo>
                  <a:pt x="1551251" y="23543"/>
                </a:lnTo>
                <a:close/>
                <a:moveTo>
                  <a:pt x="1654528" y="55396"/>
                </a:moveTo>
                <a:lnTo>
                  <a:pt x="1654528" y="91403"/>
                </a:lnTo>
                <a:lnTo>
                  <a:pt x="1650720" y="91403"/>
                </a:lnTo>
                <a:cubicBezTo>
                  <a:pt x="1647796" y="80139"/>
                  <a:pt x="1644045" y="72476"/>
                  <a:pt x="1639468" y="68415"/>
                </a:cubicBezTo>
                <a:cubicBezTo>
                  <a:pt x="1634890" y="64352"/>
                  <a:pt x="1629062" y="62320"/>
                  <a:pt x="1621983" y="62320"/>
                </a:cubicBezTo>
                <a:cubicBezTo>
                  <a:pt x="1616598" y="62320"/>
                  <a:pt x="1612251" y="63739"/>
                  <a:pt x="1608942" y="66576"/>
                </a:cubicBezTo>
                <a:cubicBezTo>
                  <a:pt x="1605634" y="69413"/>
                  <a:pt x="1603980" y="72557"/>
                  <a:pt x="1603980" y="76007"/>
                </a:cubicBezTo>
                <a:cubicBezTo>
                  <a:pt x="1603980" y="80299"/>
                  <a:pt x="1605211" y="83979"/>
                  <a:pt x="1607673" y="87047"/>
                </a:cubicBezTo>
                <a:cubicBezTo>
                  <a:pt x="1610058" y="90189"/>
                  <a:pt x="1614905" y="93524"/>
                  <a:pt x="1622214" y="97051"/>
                </a:cubicBezTo>
                <a:lnTo>
                  <a:pt x="1639064" y="105216"/>
                </a:lnTo>
                <a:cubicBezTo>
                  <a:pt x="1654682" y="112823"/>
                  <a:pt x="1662491" y="122851"/>
                  <a:pt x="1662491" y="135298"/>
                </a:cubicBezTo>
                <a:cubicBezTo>
                  <a:pt x="1662491" y="144903"/>
                  <a:pt x="1658856" y="152645"/>
                  <a:pt x="1651585" y="158524"/>
                </a:cubicBezTo>
                <a:cubicBezTo>
                  <a:pt x="1644315" y="164402"/>
                  <a:pt x="1636178" y="167342"/>
                  <a:pt x="1627177" y="167342"/>
                </a:cubicBezTo>
                <a:cubicBezTo>
                  <a:pt x="1620714" y="167342"/>
                  <a:pt x="1613328" y="166245"/>
                  <a:pt x="1605018" y="164053"/>
                </a:cubicBezTo>
                <a:cubicBezTo>
                  <a:pt x="1602479" y="163322"/>
                  <a:pt x="1600402" y="162956"/>
                  <a:pt x="1598786" y="162956"/>
                </a:cubicBezTo>
                <a:cubicBezTo>
                  <a:pt x="1597017" y="162956"/>
                  <a:pt x="1595632" y="163879"/>
                  <a:pt x="1594632" y="165726"/>
                </a:cubicBezTo>
                <a:lnTo>
                  <a:pt x="1590823" y="165726"/>
                </a:lnTo>
                <a:lnTo>
                  <a:pt x="1590823" y="127872"/>
                </a:lnTo>
                <a:lnTo>
                  <a:pt x="1594632" y="127872"/>
                </a:lnTo>
                <a:cubicBezTo>
                  <a:pt x="1596786" y="138644"/>
                  <a:pt x="1600902" y="146761"/>
                  <a:pt x="1606980" y="152223"/>
                </a:cubicBezTo>
                <a:cubicBezTo>
                  <a:pt x="1613058" y="157686"/>
                  <a:pt x="1619867" y="160417"/>
                  <a:pt x="1627407" y="160417"/>
                </a:cubicBezTo>
                <a:cubicBezTo>
                  <a:pt x="1632716" y="160417"/>
                  <a:pt x="1637044" y="158868"/>
                  <a:pt x="1640391" y="155768"/>
                </a:cubicBezTo>
                <a:cubicBezTo>
                  <a:pt x="1643738" y="152667"/>
                  <a:pt x="1645411" y="148934"/>
                  <a:pt x="1645411" y="144570"/>
                </a:cubicBezTo>
                <a:cubicBezTo>
                  <a:pt x="1645411" y="139288"/>
                  <a:pt x="1643545" y="134848"/>
                  <a:pt x="1639814" y="131251"/>
                </a:cubicBezTo>
                <a:cubicBezTo>
                  <a:pt x="1636082" y="127652"/>
                  <a:pt x="1628638" y="123107"/>
                  <a:pt x="1617482" y="117615"/>
                </a:cubicBezTo>
                <a:cubicBezTo>
                  <a:pt x="1606326" y="112121"/>
                  <a:pt x="1599017" y="107140"/>
                  <a:pt x="1595555" y="102670"/>
                </a:cubicBezTo>
                <a:cubicBezTo>
                  <a:pt x="1592093" y="98277"/>
                  <a:pt x="1590361" y="92729"/>
                  <a:pt x="1590361" y="86026"/>
                </a:cubicBezTo>
                <a:cubicBezTo>
                  <a:pt x="1590361" y="77317"/>
                  <a:pt x="1593343" y="70036"/>
                  <a:pt x="1599306" y="64181"/>
                </a:cubicBezTo>
                <a:cubicBezTo>
                  <a:pt x="1605268" y="58324"/>
                  <a:pt x="1612981" y="55396"/>
                  <a:pt x="1622445" y="55396"/>
                </a:cubicBezTo>
                <a:cubicBezTo>
                  <a:pt x="1626600" y="55396"/>
                  <a:pt x="1631639" y="56281"/>
                  <a:pt x="1637563" y="58050"/>
                </a:cubicBezTo>
                <a:cubicBezTo>
                  <a:pt x="1641487" y="59204"/>
                  <a:pt x="1644103" y="59781"/>
                  <a:pt x="1645411" y="59781"/>
                </a:cubicBezTo>
                <a:cubicBezTo>
                  <a:pt x="1646642" y="59781"/>
                  <a:pt x="1647604" y="59512"/>
                  <a:pt x="1648296" y="58974"/>
                </a:cubicBezTo>
                <a:cubicBezTo>
                  <a:pt x="1648989" y="58435"/>
                  <a:pt x="1649797" y="57242"/>
                  <a:pt x="1650720" y="55396"/>
                </a:cubicBezTo>
                <a:lnTo>
                  <a:pt x="1654528" y="553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Text RepeatxN">
            <a:extLst xmlns:a="http://schemas.openxmlformats.org/drawingml/2006/main">
              <a:ext uri="{FF2B5EF4-FFF2-40B4-BE49-F238E27FC236}">
                <a16:creationId xmlns:a16="http://schemas.microsoft.com/office/drawing/2014/main" id="{D5255DB8-88B4-4C80-80F3-2F73A167F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1216" y="3526782"/>
            <a:ext cx="1056202" cy="207042"/>
          </a:xfrm>
          <a:custGeom xmlns:a="http://schemas.openxmlformats.org/drawingml/2006/main">
            <a:pathLst>
              <a:path w="1056202" h="207042">
                <a:moveTo>
                  <a:pt x="155685" y="156493"/>
                </a:moveTo>
                <a:lnTo>
                  <a:pt x="113908" y="156493"/>
                </a:lnTo>
                <a:lnTo>
                  <a:pt x="60935" y="83325"/>
                </a:lnTo>
                <a:cubicBezTo>
                  <a:pt x="57012" y="83478"/>
                  <a:pt x="53819" y="83555"/>
                  <a:pt x="51357" y="83555"/>
                </a:cubicBezTo>
                <a:cubicBezTo>
                  <a:pt x="50356" y="83555"/>
                  <a:pt x="49279" y="83536"/>
                  <a:pt x="48125" y="83498"/>
                </a:cubicBezTo>
                <a:cubicBezTo>
                  <a:pt x="46971" y="83459"/>
                  <a:pt x="45779" y="83402"/>
                  <a:pt x="44547" y="83325"/>
                </a:cubicBezTo>
                <a:lnTo>
                  <a:pt x="44547" y="128795"/>
                </a:lnTo>
                <a:cubicBezTo>
                  <a:pt x="44547" y="138595"/>
                  <a:pt x="45625" y="144682"/>
                  <a:pt x="47779" y="147055"/>
                </a:cubicBezTo>
                <a:cubicBezTo>
                  <a:pt x="50703" y="150424"/>
                  <a:pt x="55088" y="152108"/>
                  <a:pt x="60935" y="152108"/>
                </a:cubicBezTo>
                <a:lnTo>
                  <a:pt x="67052" y="152108"/>
                </a:lnTo>
                <a:lnTo>
                  <a:pt x="67052" y="156493"/>
                </a:lnTo>
                <a:lnTo>
                  <a:pt x="0" y="156493"/>
                </a:lnTo>
                <a:lnTo>
                  <a:pt x="0" y="152108"/>
                </a:lnTo>
                <a:lnTo>
                  <a:pt x="5886" y="152108"/>
                </a:lnTo>
                <a:cubicBezTo>
                  <a:pt x="12503" y="152108"/>
                  <a:pt x="17234" y="149964"/>
                  <a:pt x="20081" y="145677"/>
                </a:cubicBezTo>
                <a:cubicBezTo>
                  <a:pt x="21697" y="143304"/>
                  <a:pt x="22505" y="137677"/>
                  <a:pt x="22505" y="128795"/>
                </a:cubicBezTo>
                <a:lnTo>
                  <a:pt x="22505" y="27698"/>
                </a:lnTo>
                <a:cubicBezTo>
                  <a:pt x="22505" y="17898"/>
                  <a:pt x="21427" y="11811"/>
                  <a:pt x="19273" y="9438"/>
                </a:cubicBezTo>
                <a:cubicBezTo>
                  <a:pt x="16273" y="6070"/>
                  <a:pt x="11810" y="4386"/>
                  <a:pt x="5886" y="4386"/>
                </a:cubicBezTo>
                <a:lnTo>
                  <a:pt x="0" y="4386"/>
                </a:lnTo>
                <a:lnTo>
                  <a:pt x="0" y="0"/>
                </a:lnTo>
                <a:lnTo>
                  <a:pt x="57012" y="0"/>
                </a:lnTo>
                <a:cubicBezTo>
                  <a:pt x="73630" y="0"/>
                  <a:pt x="85883" y="1211"/>
                  <a:pt x="93769" y="3632"/>
                </a:cubicBezTo>
                <a:cubicBezTo>
                  <a:pt x="101655" y="6053"/>
                  <a:pt x="108349" y="10512"/>
                  <a:pt x="113850" y="17008"/>
                </a:cubicBezTo>
                <a:cubicBezTo>
                  <a:pt x="119351" y="23502"/>
                  <a:pt x="122102" y="31246"/>
                  <a:pt x="122102" y="40238"/>
                </a:cubicBezTo>
                <a:cubicBezTo>
                  <a:pt x="122102" y="49848"/>
                  <a:pt x="118966" y="58188"/>
                  <a:pt x="112696" y="65260"/>
                </a:cubicBezTo>
                <a:cubicBezTo>
                  <a:pt x="106425" y="72331"/>
                  <a:pt x="96712" y="77327"/>
                  <a:pt x="83555" y="80248"/>
                </a:cubicBezTo>
                <a:lnTo>
                  <a:pt x="115870" y="125102"/>
                </a:lnTo>
                <a:cubicBezTo>
                  <a:pt x="123256" y="135412"/>
                  <a:pt x="129603" y="142260"/>
                  <a:pt x="134912" y="145645"/>
                </a:cubicBezTo>
                <a:cubicBezTo>
                  <a:pt x="140221" y="149030"/>
                  <a:pt x="147145" y="151185"/>
                  <a:pt x="155685" y="152108"/>
                </a:cubicBezTo>
                <a:lnTo>
                  <a:pt x="155685" y="156493"/>
                </a:lnTo>
                <a:moveTo>
                  <a:pt x="44547" y="75938"/>
                </a:moveTo>
                <a:cubicBezTo>
                  <a:pt x="46009" y="75938"/>
                  <a:pt x="47279" y="75958"/>
                  <a:pt x="48356" y="75996"/>
                </a:cubicBezTo>
                <a:cubicBezTo>
                  <a:pt x="49433" y="76035"/>
                  <a:pt x="50318" y="76054"/>
                  <a:pt x="51010" y="76054"/>
                </a:cubicBezTo>
                <a:cubicBezTo>
                  <a:pt x="65936" y="76054"/>
                  <a:pt x="77189" y="72828"/>
                  <a:pt x="84767" y="66378"/>
                </a:cubicBezTo>
                <a:cubicBezTo>
                  <a:pt x="92346" y="59924"/>
                  <a:pt x="96135" y="51705"/>
                  <a:pt x="96135" y="41720"/>
                </a:cubicBezTo>
                <a:cubicBezTo>
                  <a:pt x="96135" y="31966"/>
                  <a:pt x="93077" y="24036"/>
                  <a:pt x="86960" y="17932"/>
                </a:cubicBezTo>
                <a:cubicBezTo>
                  <a:pt x="80843" y="11825"/>
                  <a:pt x="72746" y="8771"/>
                  <a:pt x="62667" y="8771"/>
                </a:cubicBezTo>
                <a:cubicBezTo>
                  <a:pt x="58204" y="8771"/>
                  <a:pt x="52164" y="9540"/>
                  <a:pt x="44547" y="11079"/>
                </a:cubicBezTo>
                <a:lnTo>
                  <a:pt x="44547" y="75938"/>
                </a:lnTo>
                <a:close/>
                <a:moveTo>
                  <a:pt x="178690" y="90711"/>
                </a:moveTo>
                <a:cubicBezTo>
                  <a:pt x="178613" y="106334"/>
                  <a:pt x="182422" y="118588"/>
                  <a:pt x="190116" y="127472"/>
                </a:cubicBezTo>
                <a:cubicBezTo>
                  <a:pt x="197809" y="136356"/>
                  <a:pt x="206850" y="140798"/>
                  <a:pt x="217237" y="140798"/>
                </a:cubicBezTo>
                <a:cubicBezTo>
                  <a:pt x="224161" y="140798"/>
                  <a:pt x="230181" y="138885"/>
                  <a:pt x="235298" y="135060"/>
                </a:cubicBezTo>
                <a:cubicBezTo>
                  <a:pt x="240414" y="131235"/>
                  <a:pt x="244704" y="124684"/>
                  <a:pt x="248166" y="115408"/>
                </a:cubicBezTo>
                <a:lnTo>
                  <a:pt x="251744" y="117727"/>
                </a:lnTo>
                <a:cubicBezTo>
                  <a:pt x="250128" y="128323"/>
                  <a:pt x="245435" y="137972"/>
                  <a:pt x="237664" y="146673"/>
                </a:cubicBezTo>
                <a:cubicBezTo>
                  <a:pt x="229893" y="155374"/>
                  <a:pt x="220160" y="159725"/>
                  <a:pt x="208465" y="159725"/>
                </a:cubicBezTo>
                <a:cubicBezTo>
                  <a:pt x="195771" y="159725"/>
                  <a:pt x="184903" y="154792"/>
                  <a:pt x="175863" y="144927"/>
                </a:cubicBezTo>
                <a:cubicBezTo>
                  <a:pt x="166822" y="135060"/>
                  <a:pt x="162302" y="121795"/>
                  <a:pt x="162302" y="105133"/>
                </a:cubicBezTo>
                <a:cubicBezTo>
                  <a:pt x="162302" y="87091"/>
                  <a:pt x="166938" y="73022"/>
                  <a:pt x="176209" y="62926"/>
                </a:cubicBezTo>
                <a:cubicBezTo>
                  <a:pt x="185480" y="52828"/>
                  <a:pt x="197117" y="47779"/>
                  <a:pt x="211120" y="47779"/>
                </a:cubicBezTo>
                <a:cubicBezTo>
                  <a:pt x="222968" y="47779"/>
                  <a:pt x="232701" y="51674"/>
                  <a:pt x="240318" y="59464"/>
                </a:cubicBezTo>
                <a:cubicBezTo>
                  <a:pt x="247935" y="67252"/>
                  <a:pt x="251744" y="77667"/>
                  <a:pt x="251744" y="90711"/>
                </a:cubicBezTo>
                <a:lnTo>
                  <a:pt x="178690" y="90711"/>
                </a:lnTo>
                <a:moveTo>
                  <a:pt x="178690" y="84017"/>
                </a:moveTo>
                <a:lnTo>
                  <a:pt x="227623" y="84017"/>
                </a:lnTo>
                <a:cubicBezTo>
                  <a:pt x="227239" y="77302"/>
                  <a:pt x="226431" y="72571"/>
                  <a:pt x="225200" y="69825"/>
                </a:cubicBezTo>
                <a:cubicBezTo>
                  <a:pt x="223276" y="65551"/>
                  <a:pt x="220410" y="62193"/>
                  <a:pt x="216602" y="59753"/>
                </a:cubicBezTo>
                <a:cubicBezTo>
                  <a:pt x="212793" y="57310"/>
                  <a:pt x="208812" y="56088"/>
                  <a:pt x="204657" y="56088"/>
                </a:cubicBezTo>
                <a:cubicBezTo>
                  <a:pt x="198271" y="56088"/>
                  <a:pt x="192558" y="58549"/>
                  <a:pt x="187519" y="63471"/>
                </a:cubicBezTo>
                <a:cubicBezTo>
                  <a:pt x="182479" y="68392"/>
                  <a:pt x="179537" y="75241"/>
                  <a:pt x="178690" y="84017"/>
                </a:cubicBezTo>
                <a:close/>
                <a:moveTo>
                  <a:pt x="258347" y="60935"/>
                </a:moveTo>
                <a:lnTo>
                  <a:pt x="290892" y="48010"/>
                </a:lnTo>
                <a:lnTo>
                  <a:pt x="295278" y="48010"/>
                </a:lnTo>
                <a:lnTo>
                  <a:pt x="295278" y="72822"/>
                </a:lnTo>
                <a:cubicBezTo>
                  <a:pt x="300741" y="63556"/>
                  <a:pt x="306222" y="57066"/>
                  <a:pt x="311724" y="53351"/>
                </a:cubicBezTo>
                <a:cubicBezTo>
                  <a:pt x="317225" y="49636"/>
                  <a:pt x="323014" y="47779"/>
                  <a:pt x="329092" y="47779"/>
                </a:cubicBezTo>
                <a:cubicBezTo>
                  <a:pt x="339710" y="47779"/>
                  <a:pt x="348558" y="51929"/>
                  <a:pt x="355636" y="60229"/>
                </a:cubicBezTo>
                <a:cubicBezTo>
                  <a:pt x="364330" y="70375"/>
                  <a:pt x="368677" y="83595"/>
                  <a:pt x="368677" y="99889"/>
                </a:cubicBezTo>
                <a:cubicBezTo>
                  <a:pt x="368677" y="118105"/>
                  <a:pt x="363446" y="133169"/>
                  <a:pt x="352982" y="145082"/>
                </a:cubicBezTo>
                <a:cubicBezTo>
                  <a:pt x="344365" y="154844"/>
                  <a:pt x="333516" y="159725"/>
                  <a:pt x="320437" y="159725"/>
                </a:cubicBezTo>
                <a:cubicBezTo>
                  <a:pt x="314743" y="159725"/>
                  <a:pt x="309819" y="158917"/>
                  <a:pt x="305665" y="157301"/>
                </a:cubicBezTo>
                <a:cubicBezTo>
                  <a:pt x="302587" y="156147"/>
                  <a:pt x="299125" y="153839"/>
                  <a:pt x="295278" y="150377"/>
                </a:cubicBezTo>
                <a:lnTo>
                  <a:pt x="295278" y="182576"/>
                </a:lnTo>
                <a:cubicBezTo>
                  <a:pt x="295278" y="189849"/>
                  <a:pt x="295720" y="194472"/>
                  <a:pt x="296605" y="196446"/>
                </a:cubicBezTo>
                <a:cubicBezTo>
                  <a:pt x="297490" y="198420"/>
                  <a:pt x="299029" y="199987"/>
                  <a:pt x="301221" y="201145"/>
                </a:cubicBezTo>
                <a:cubicBezTo>
                  <a:pt x="303414" y="202307"/>
                  <a:pt x="307396" y="202887"/>
                  <a:pt x="313166" y="202887"/>
                </a:cubicBezTo>
                <a:lnTo>
                  <a:pt x="313166" y="207042"/>
                </a:lnTo>
                <a:lnTo>
                  <a:pt x="257770" y="207042"/>
                </a:lnTo>
                <a:lnTo>
                  <a:pt x="257770" y="202887"/>
                </a:lnTo>
                <a:lnTo>
                  <a:pt x="260655" y="202887"/>
                </a:lnTo>
                <a:cubicBezTo>
                  <a:pt x="264887" y="202964"/>
                  <a:pt x="268503" y="202152"/>
                  <a:pt x="271504" y="200449"/>
                </a:cubicBezTo>
                <a:cubicBezTo>
                  <a:pt x="272966" y="199598"/>
                  <a:pt x="274100" y="198225"/>
                  <a:pt x="274908" y="196331"/>
                </a:cubicBezTo>
                <a:cubicBezTo>
                  <a:pt x="275716" y="194436"/>
                  <a:pt x="276120" y="189620"/>
                  <a:pt x="276120" y="181883"/>
                </a:cubicBezTo>
                <a:lnTo>
                  <a:pt x="276120" y="81709"/>
                </a:lnTo>
                <a:cubicBezTo>
                  <a:pt x="276120" y="74816"/>
                  <a:pt x="275812" y="70440"/>
                  <a:pt x="275197" y="68581"/>
                </a:cubicBezTo>
                <a:cubicBezTo>
                  <a:pt x="274581" y="66720"/>
                  <a:pt x="273600" y="65327"/>
                  <a:pt x="272254" y="64401"/>
                </a:cubicBezTo>
                <a:cubicBezTo>
                  <a:pt x="270908" y="63476"/>
                  <a:pt x="269080" y="63013"/>
                  <a:pt x="266772" y="63013"/>
                </a:cubicBezTo>
                <a:cubicBezTo>
                  <a:pt x="264926" y="63013"/>
                  <a:pt x="262579" y="63551"/>
                  <a:pt x="259732" y="64629"/>
                </a:cubicBezTo>
                <a:lnTo>
                  <a:pt x="258347" y="60935"/>
                </a:lnTo>
                <a:moveTo>
                  <a:pt x="295278" y="79632"/>
                </a:moveTo>
                <a:lnTo>
                  <a:pt x="295278" y="119101"/>
                </a:lnTo>
                <a:cubicBezTo>
                  <a:pt x="295278" y="127641"/>
                  <a:pt x="295624" y="133258"/>
                  <a:pt x="296317" y="135951"/>
                </a:cubicBezTo>
                <a:cubicBezTo>
                  <a:pt x="297394" y="140413"/>
                  <a:pt x="300029" y="144337"/>
                  <a:pt x="304222" y="147722"/>
                </a:cubicBezTo>
                <a:cubicBezTo>
                  <a:pt x="308415" y="151108"/>
                  <a:pt x="313705" y="152800"/>
                  <a:pt x="320091" y="152800"/>
                </a:cubicBezTo>
                <a:cubicBezTo>
                  <a:pt x="327784" y="152800"/>
                  <a:pt x="334017" y="149800"/>
                  <a:pt x="338787" y="143798"/>
                </a:cubicBezTo>
                <a:cubicBezTo>
                  <a:pt x="345019" y="135951"/>
                  <a:pt x="348135" y="124910"/>
                  <a:pt x="348135" y="110676"/>
                </a:cubicBezTo>
                <a:cubicBezTo>
                  <a:pt x="348135" y="94519"/>
                  <a:pt x="344596" y="82094"/>
                  <a:pt x="337517" y="73400"/>
                </a:cubicBezTo>
                <a:cubicBezTo>
                  <a:pt x="332593" y="67398"/>
                  <a:pt x="326746" y="64398"/>
                  <a:pt x="319975" y="64398"/>
                </a:cubicBezTo>
                <a:cubicBezTo>
                  <a:pt x="316282" y="64398"/>
                  <a:pt x="312628" y="65321"/>
                  <a:pt x="309011" y="67167"/>
                </a:cubicBezTo>
                <a:cubicBezTo>
                  <a:pt x="306242" y="68552"/>
                  <a:pt x="301664" y="72707"/>
                  <a:pt x="295278" y="79632"/>
                </a:cubicBezTo>
                <a:close/>
                <a:moveTo>
                  <a:pt x="401915" y="90711"/>
                </a:moveTo>
                <a:cubicBezTo>
                  <a:pt x="401838" y="106334"/>
                  <a:pt x="405647" y="118588"/>
                  <a:pt x="413340" y="127472"/>
                </a:cubicBezTo>
                <a:cubicBezTo>
                  <a:pt x="421034" y="136356"/>
                  <a:pt x="430075" y="140798"/>
                  <a:pt x="440461" y="140798"/>
                </a:cubicBezTo>
                <a:cubicBezTo>
                  <a:pt x="447386" y="140798"/>
                  <a:pt x="453406" y="138885"/>
                  <a:pt x="458523" y="135060"/>
                </a:cubicBezTo>
                <a:cubicBezTo>
                  <a:pt x="463639" y="131235"/>
                  <a:pt x="467928" y="124684"/>
                  <a:pt x="471391" y="115408"/>
                </a:cubicBezTo>
                <a:lnTo>
                  <a:pt x="474968" y="117727"/>
                </a:lnTo>
                <a:cubicBezTo>
                  <a:pt x="473353" y="128323"/>
                  <a:pt x="468659" y="137972"/>
                  <a:pt x="460888" y="146673"/>
                </a:cubicBezTo>
                <a:cubicBezTo>
                  <a:pt x="453118" y="155374"/>
                  <a:pt x="443385" y="159725"/>
                  <a:pt x="431690" y="159725"/>
                </a:cubicBezTo>
                <a:cubicBezTo>
                  <a:pt x="418995" y="159725"/>
                  <a:pt x="408128" y="154792"/>
                  <a:pt x="399087" y="144927"/>
                </a:cubicBezTo>
                <a:cubicBezTo>
                  <a:pt x="390047" y="135060"/>
                  <a:pt x="385527" y="121795"/>
                  <a:pt x="385527" y="105133"/>
                </a:cubicBezTo>
                <a:cubicBezTo>
                  <a:pt x="385527" y="87091"/>
                  <a:pt x="390163" y="73022"/>
                  <a:pt x="399434" y="62926"/>
                </a:cubicBezTo>
                <a:cubicBezTo>
                  <a:pt x="408705" y="52828"/>
                  <a:pt x="420342" y="47779"/>
                  <a:pt x="434345" y="47779"/>
                </a:cubicBezTo>
                <a:cubicBezTo>
                  <a:pt x="446193" y="47779"/>
                  <a:pt x="455926" y="51674"/>
                  <a:pt x="463543" y="59464"/>
                </a:cubicBezTo>
                <a:cubicBezTo>
                  <a:pt x="471160" y="67252"/>
                  <a:pt x="474968" y="77667"/>
                  <a:pt x="474968" y="90711"/>
                </a:cubicBezTo>
                <a:lnTo>
                  <a:pt x="401915" y="90711"/>
                </a:lnTo>
                <a:moveTo>
                  <a:pt x="401915" y="84017"/>
                </a:moveTo>
                <a:lnTo>
                  <a:pt x="450848" y="84017"/>
                </a:lnTo>
                <a:cubicBezTo>
                  <a:pt x="450463" y="77302"/>
                  <a:pt x="449655" y="72571"/>
                  <a:pt x="448424" y="69825"/>
                </a:cubicBezTo>
                <a:cubicBezTo>
                  <a:pt x="446501" y="65551"/>
                  <a:pt x="443635" y="62193"/>
                  <a:pt x="439827" y="59753"/>
                </a:cubicBezTo>
                <a:cubicBezTo>
                  <a:pt x="436018" y="57310"/>
                  <a:pt x="432036" y="56088"/>
                  <a:pt x="427882" y="56088"/>
                </a:cubicBezTo>
                <a:cubicBezTo>
                  <a:pt x="421496" y="56088"/>
                  <a:pt x="415783" y="58549"/>
                  <a:pt x="410744" y="63471"/>
                </a:cubicBezTo>
                <a:cubicBezTo>
                  <a:pt x="405704" y="68392"/>
                  <a:pt x="402761" y="75241"/>
                  <a:pt x="401915" y="84017"/>
                </a:cubicBezTo>
                <a:close/>
                <a:moveTo>
                  <a:pt x="549086" y="141382"/>
                </a:moveTo>
                <a:cubicBezTo>
                  <a:pt x="538237" y="149766"/>
                  <a:pt x="531428" y="154611"/>
                  <a:pt x="528659" y="155916"/>
                </a:cubicBezTo>
                <a:cubicBezTo>
                  <a:pt x="524504" y="157840"/>
                  <a:pt x="520080" y="158801"/>
                  <a:pt x="515387" y="158801"/>
                </a:cubicBezTo>
                <a:cubicBezTo>
                  <a:pt x="508077" y="158801"/>
                  <a:pt x="502057" y="156301"/>
                  <a:pt x="497325" y="151300"/>
                </a:cubicBezTo>
                <a:cubicBezTo>
                  <a:pt x="492594" y="146299"/>
                  <a:pt x="490228" y="139721"/>
                  <a:pt x="490228" y="131565"/>
                </a:cubicBezTo>
                <a:cubicBezTo>
                  <a:pt x="490228" y="126410"/>
                  <a:pt x="491382" y="121948"/>
                  <a:pt x="493690" y="118178"/>
                </a:cubicBezTo>
                <a:cubicBezTo>
                  <a:pt x="496844" y="112946"/>
                  <a:pt x="502326" y="108022"/>
                  <a:pt x="510136" y="103406"/>
                </a:cubicBezTo>
                <a:cubicBezTo>
                  <a:pt x="517945" y="98789"/>
                  <a:pt x="530928" y="93173"/>
                  <a:pt x="549086" y="86556"/>
                </a:cubicBezTo>
                <a:lnTo>
                  <a:pt x="549086" y="82416"/>
                </a:lnTo>
                <a:cubicBezTo>
                  <a:pt x="549086" y="71914"/>
                  <a:pt x="547412" y="64708"/>
                  <a:pt x="544066" y="60798"/>
                </a:cubicBezTo>
                <a:cubicBezTo>
                  <a:pt x="540719" y="56889"/>
                  <a:pt x="535852" y="54934"/>
                  <a:pt x="529466" y="54934"/>
                </a:cubicBezTo>
                <a:cubicBezTo>
                  <a:pt x="524619" y="54934"/>
                  <a:pt x="520772" y="56242"/>
                  <a:pt x="517926" y="58858"/>
                </a:cubicBezTo>
                <a:cubicBezTo>
                  <a:pt x="515002" y="61474"/>
                  <a:pt x="513540" y="64475"/>
                  <a:pt x="513540" y="67860"/>
                </a:cubicBezTo>
                <a:lnTo>
                  <a:pt x="513771" y="74554"/>
                </a:lnTo>
                <a:cubicBezTo>
                  <a:pt x="513771" y="78093"/>
                  <a:pt x="512867" y="80824"/>
                  <a:pt x="511059" y="82748"/>
                </a:cubicBezTo>
                <a:cubicBezTo>
                  <a:pt x="509251" y="84671"/>
                  <a:pt x="506885" y="85633"/>
                  <a:pt x="503961" y="85633"/>
                </a:cubicBezTo>
                <a:cubicBezTo>
                  <a:pt x="501114" y="85633"/>
                  <a:pt x="498787" y="84630"/>
                  <a:pt x="496979" y="82625"/>
                </a:cubicBezTo>
                <a:cubicBezTo>
                  <a:pt x="495171" y="80617"/>
                  <a:pt x="494267" y="77878"/>
                  <a:pt x="494267" y="74406"/>
                </a:cubicBezTo>
                <a:cubicBezTo>
                  <a:pt x="494267" y="67767"/>
                  <a:pt x="497652" y="61670"/>
                  <a:pt x="504423" y="56114"/>
                </a:cubicBezTo>
                <a:cubicBezTo>
                  <a:pt x="511193" y="50557"/>
                  <a:pt x="520695" y="47779"/>
                  <a:pt x="532929" y="47779"/>
                </a:cubicBezTo>
                <a:cubicBezTo>
                  <a:pt x="542315" y="47779"/>
                  <a:pt x="550009" y="49354"/>
                  <a:pt x="556010" y="52503"/>
                </a:cubicBezTo>
                <a:cubicBezTo>
                  <a:pt x="560550" y="54886"/>
                  <a:pt x="563896" y="58614"/>
                  <a:pt x="566051" y="63687"/>
                </a:cubicBezTo>
                <a:cubicBezTo>
                  <a:pt x="567436" y="66991"/>
                  <a:pt x="568128" y="73753"/>
                  <a:pt x="568128" y="83974"/>
                </a:cubicBezTo>
                <a:lnTo>
                  <a:pt x="568128" y="119822"/>
                </a:lnTo>
                <a:cubicBezTo>
                  <a:pt x="568128" y="129889"/>
                  <a:pt x="568320" y="136056"/>
                  <a:pt x="568705" y="138324"/>
                </a:cubicBezTo>
                <a:cubicBezTo>
                  <a:pt x="569090" y="140591"/>
                  <a:pt x="569725" y="142109"/>
                  <a:pt x="570609" y="142879"/>
                </a:cubicBezTo>
                <a:cubicBezTo>
                  <a:pt x="571494" y="143646"/>
                  <a:pt x="572514" y="144029"/>
                  <a:pt x="573668" y="144029"/>
                </a:cubicBezTo>
                <a:cubicBezTo>
                  <a:pt x="574899" y="144029"/>
                  <a:pt x="575976" y="143760"/>
                  <a:pt x="576899" y="143221"/>
                </a:cubicBezTo>
                <a:cubicBezTo>
                  <a:pt x="578515" y="142221"/>
                  <a:pt x="581631" y="139413"/>
                  <a:pt x="586247" y="134797"/>
                </a:cubicBezTo>
                <a:lnTo>
                  <a:pt x="586247" y="141259"/>
                </a:lnTo>
                <a:cubicBezTo>
                  <a:pt x="577630" y="152800"/>
                  <a:pt x="569398" y="158571"/>
                  <a:pt x="561550" y="158571"/>
                </a:cubicBezTo>
                <a:cubicBezTo>
                  <a:pt x="557780" y="158571"/>
                  <a:pt x="554779" y="157272"/>
                  <a:pt x="552548" y="154676"/>
                </a:cubicBezTo>
                <a:cubicBezTo>
                  <a:pt x="550317" y="152077"/>
                  <a:pt x="549163" y="147645"/>
                  <a:pt x="549086" y="141382"/>
                </a:cubicBezTo>
                <a:moveTo>
                  <a:pt x="549086" y="133899"/>
                </a:moveTo>
                <a:lnTo>
                  <a:pt x="549086" y="93711"/>
                </a:lnTo>
                <a:cubicBezTo>
                  <a:pt x="537468" y="98318"/>
                  <a:pt x="529966" y="101581"/>
                  <a:pt x="526581" y="103499"/>
                </a:cubicBezTo>
                <a:cubicBezTo>
                  <a:pt x="520503" y="106877"/>
                  <a:pt x="516156" y="110409"/>
                  <a:pt x="513540" y="114095"/>
                </a:cubicBezTo>
                <a:cubicBezTo>
                  <a:pt x="510924" y="117779"/>
                  <a:pt x="509616" y="121808"/>
                  <a:pt x="509616" y="126184"/>
                </a:cubicBezTo>
                <a:cubicBezTo>
                  <a:pt x="509616" y="131712"/>
                  <a:pt x="511270" y="136299"/>
                  <a:pt x="514579" y="139947"/>
                </a:cubicBezTo>
                <a:cubicBezTo>
                  <a:pt x="517887" y="143592"/>
                  <a:pt x="521696" y="145414"/>
                  <a:pt x="526004" y="145414"/>
                </a:cubicBezTo>
                <a:cubicBezTo>
                  <a:pt x="531851" y="145414"/>
                  <a:pt x="539545" y="141576"/>
                  <a:pt x="549086" y="133899"/>
                </a:cubicBezTo>
                <a:close/>
                <a:moveTo>
                  <a:pt x="624935" y="15926"/>
                </a:moveTo>
                <a:lnTo>
                  <a:pt x="624935" y="50780"/>
                </a:lnTo>
                <a:lnTo>
                  <a:pt x="649632" y="50780"/>
                </a:lnTo>
                <a:lnTo>
                  <a:pt x="649632" y="58627"/>
                </a:lnTo>
                <a:lnTo>
                  <a:pt x="624935" y="58858"/>
                </a:lnTo>
                <a:lnTo>
                  <a:pt x="624935" y="127504"/>
                </a:lnTo>
                <a:cubicBezTo>
                  <a:pt x="624935" y="134359"/>
                  <a:pt x="625916" y="138981"/>
                  <a:pt x="627878" y="141371"/>
                </a:cubicBezTo>
                <a:cubicBezTo>
                  <a:pt x="629840" y="143759"/>
                  <a:pt x="632360" y="144952"/>
                  <a:pt x="635437" y="144952"/>
                </a:cubicBezTo>
                <a:cubicBezTo>
                  <a:pt x="637976" y="144952"/>
                  <a:pt x="640438" y="144154"/>
                  <a:pt x="642823" y="142558"/>
                </a:cubicBezTo>
                <a:cubicBezTo>
                  <a:pt x="645208" y="140961"/>
                  <a:pt x="647055" y="138605"/>
                  <a:pt x="648363" y="135489"/>
                </a:cubicBezTo>
                <a:lnTo>
                  <a:pt x="652864" y="135489"/>
                </a:lnTo>
                <a:cubicBezTo>
                  <a:pt x="650171" y="143067"/>
                  <a:pt x="646362" y="148771"/>
                  <a:pt x="641438" y="152598"/>
                </a:cubicBezTo>
                <a:cubicBezTo>
                  <a:pt x="636514" y="156426"/>
                  <a:pt x="631436" y="158340"/>
                  <a:pt x="626204" y="158340"/>
                </a:cubicBezTo>
                <a:cubicBezTo>
                  <a:pt x="622665" y="158340"/>
                  <a:pt x="619203" y="157355"/>
                  <a:pt x="615818" y="155386"/>
                </a:cubicBezTo>
                <a:cubicBezTo>
                  <a:pt x="612432" y="153417"/>
                  <a:pt x="609932" y="150599"/>
                  <a:pt x="608316" y="146932"/>
                </a:cubicBezTo>
                <a:cubicBezTo>
                  <a:pt x="606700" y="143266"/>
                  <a:pt x="605893" y="137611"/>
                  <a:pt x="605893" y="129967"/>
                </a:cubicBezTo>
                <a:lnTo>
                  <a:pt x="605893" y="58627"/>
                </a:lnTo>
                <a:lnTo>
                  <a:pt x="589158" y="58627"/>
                </a:lnTo>
                <a:lnTo>
                  <a:pt x="589158" y="54927"/>
                </a:lnTo>
                <a:cubicBezTo>
                  <a:pt x="593390" y="53244"/>
                  <a:pt x="597718" y="50395"/>
                  <a:pt x="602142" y="46380"/>
                </a:cubicBezTo>
                <a:cubicBezTo>
                  <a:pt x="606566" y="42364"/>
                  <a:pt x="610509" y="37579"/>
                  <a:pt x="613971" y="32022"/>
                </a:cubicBezTo>
                <a:cubicBezTo>
                  <a:pt x="615741" y="29089"/>
                  <a:pt x="618203" y="23724"/>
                  <a:pt x="621357" y="15926"/>
                </a:cubicBezTo>
                <a:lnTo>
                  <a:pt x="624935" y="15926"/>
                </a:lnTo>
                <a:close/>
                <a:moveTo>
                  <a:pt x="714709" y="50780"/>
                </a:moveTo>
                <a:lnTo>
                  <a:pt x="764450" y="50780"/>
                </a:lnTo>
                <a:lnTo>
                  <a:pt x="764450" y="54934"/>
                </a:lnTo>
                <a:cubicBezTo>
                  <a:pt x="761296" y="54934"/>
                  <a:pt x="759084" y="55479"/>
                  <a:pt x="757814" y="56568"/>
                </a:cubicBezTo>
                <a:cubicBezTo>
                  <a:pt x="756545" y="57655"/>
                  <a:pt x="755910" y="59091"/>
                  <a:pt x="755910" y="60878"/>
                </a:cubicBezTo>
                <a:cubicBezTo>
                  <a:pt x="755910" y="62744"/>
                  <a:pt x="757256" y="65619"/>
                  <a:pt x="759949" y="69504"/>
                </a:cubicBezTo>
                <a:cubicBezTo>
                  <a:pt x="760796" y="70709"/>
                  <a:pt x="762065" y="72593"/>
                  <a:pt x="763758" y="75156"/>
                </a:cubicBezTo>
                <a:lnTo>
                  <a:pt x="771259" y="87202"/>
                </a:lnTo>
                <a:lnTo>
                  <a:pt x="779915" y="75199"/>
                </a:lnTo>
                <a:cubicBezTo>
                  <a:pt x="785454" y="67657"/>
                  <a:pt x="788224" y="62865"/>
                  <a:pt x="788224" y="60824"/>
                </a:cubicBezTo>
                <a:cubicBezTo>
                  <a:pt x="788224" y="59174"/>
                  <a:pt x="787570" y="57781"/>
                  <a:pt x="786262" y="56644"/>
                </a:cubicBezTo>
                <a:cubicBezTo>
                  <a:pt x="784954" y="55504"/>
                  <a:pt x="782839" y="54934"/>
                  <a:pt x="779915" y="54934"/>
                </a:cubicBezTo>
                <a:lnTo>
                  <a:pt x="779915" y="50780"/>
                </a:lnTo>
                <a:lnTo>
                  <a:pt x="815691" y="50780"/>
                </a:lnTo>
                <a:lnTo>
                  <a:pt x="815691" y="54934"/>
                </a:lnTo>
                <a:cubicBezTo>
                  <a:pt x="811921" y="55165"/>
                  <a:pt x="808651" y="56205"/>
                  <a:pt x="805882" y="58054"/>
                </a:cubicBezTo>
                <a:cubicBezTo>
                  <a:pt x="802112" y="60672"/>
                  <a:pt x="796957" y="66370"/>
                  <a:pt x="790417" y="75149"/>
                </a:cubicBezTo>
                <a:lnTo>
                  <a:pt x="775991" y="94400"/>
                </a:lnTo>
                <a:lnTo>
                  <a:pt x="802304" y="132348"/>
                </a:lnTo>
                <a:cubicBezTo>
                  <a:pt x="808767" y="141669"/>
                  <a:pt x="813383" y="147274"/>
                  <a:pt x="816153" y="149161"/>
                </a:cubicBezTo>
                <a:cubicBezTo>
                  <a:pt x="818923" y="151049"/>
                  <a:pt x="822500" y="152108"/>
                  <a:pt x="826886" y="152339"/>
                </a:cubicBezTo>
                <a:lnTo>
                  <a:pt x="826886" y="156493"/>
                </a:lnTo>
                <a:lnTo>
                  <a:pt x="777030" y="156493"/>
                </a:lnTo>
                <a:lnTo>
                  <a:pt x="777030" y="152339"/>
                </a:lnTo>
                <a:cubicBezTo>
                  <a:pt x="780492" y="152339"/>
                  <a:pt x="783185" y="151568"/>
                  <a:pt x="785108" y="150027"/>
                </a:cubicBezTo>
                <a:cubicBezTo>
                  <a:pt x="786570" y="148947"/>
                  <a:pt x="787301" y="147520"/>
                  <a:pt x="787301" y="145746"/>
                </a:cubicBezTo>
                <a:cubicBezTo>
                  <a:pt x="787301" y="143974"/>
                  <a:pt x="784839" y="139503"/>
                  <a:pt x="779915" y="132333"/>
                </a:cubicBezTo>
                <a:lnTo>
                  <a:pt x="764450" y="109721"/>
                </a:lnTo>
                <a:lnTo>
                  <a:pt x="747485" y="132240"/>
                </a:lnTo>
                <a:cubicBezTo>
                  <a:pt x="742253" y="139287"/>
                  <a:pt x="739637" y="143469"/>
                  <a:pt x="739637" y="144787"/>
                </a:cubicBezTo>
                <a:cubicBezTo>
                  <a:pt x="739637" y="146645"/>
                  <a:pt x="740503" y="148331"/>
                  <a:pt x="742234" y="149843"/>
                </a:cubicBezTo>
                <a:cubicBezTo>
                  <a:pt x="743965" y="151353"/>
                  <a:pt x="746562" y="152185"/>
                  <a:pt x="750024" y="152339"/>
                </a:cubicBezTo>
                <a:lnTo>
                  <a:pt x="750024" y="156493"/>
                </a:lnTo>
                <a:lnTo>
                  <a:pt x="715517" y="156493"/>
                </a:lnTo>
                <a:lnTo>
                  <a:pt x="715517" y="152339"/>
                </a:lnTo>
                <a:cubicBezTo>
                  <a:pt x="718287" y="151954"/>
                  <a:pt x="720711" y="150991"/>
                  <a:pt x="722788" y="149450"/>
                </a:cubicBezTo>
                <a:cubicBezTo>
                  <a:pt x="725712" y="147216"/>
                  <a:pt x="730636" y="141516"/>
                  <a:pt x="737560" y="132348"/>
                </a:cubicBezTo>
                <a:lnTo>
                  <a:pt x="759718" y="102857"/>
                </a:lnTo>
                <a:lnTo>
                  <a:pt x="739637" y="73767"/>
                </a:lnTo>
                <a:cubicBezTo>
                  <a:pt x="733944" y="65448"/>
                  <a:pt x="729539" y="60230"/>
                  <a:pt x="726423" y="58112"/>
                </a:cubicBezTo>
                <a:cubicBezTo>
                  <a:pt x="723307" y="55993"/>
                  <a:pt x="719403" y="54934"/>
                  <a:pt x="714709" y="54934"/>
                </a:cubicBezTo>
                <a:lnTo>
                  <a:pt x="714709" y="50780"/>
                </a:lnTo>
                <a:close/>
                <a:moveTo>
                  <a:pt x="885744" y="0"/>
                </a:moveTo>
                <a:lnTo>
                  <a:pt x="928214" y="0"/>
                </a:lnTo>
                <a:lnTo>
                  <a:pt x="1023887" y="117370"/>
                </a:lnTo>
                <a:lnTo>
                  <a:pt x="1023887" y="27236"/>
                </a:lnTo>
                <a:cubicBezTo>
                  <a:pt x="1023887" y="17619"/>
                  <a:pt x="1022810" y="11618"/>
                  <a:pt x="1020656" y="9233"/>
                </a:cubicBezTo>
                <a:cubicBezTo>
                  <a:pt x="1017809" y="6001"/>
                  <a:pt x="1013308" y="4386"/>
                  <a:pt x="1007153" y="4386"/>
                </a:cubicBezTo>
                <a:lnTo>
                  <a:pt x="1001729" y="4386"/>
                </a:lnTo>
                <a:lnTo>
                  <a:pt x="1001729" y="0"/>
                </a:lnTo>
                <a:lnTo>
                  <a:pt x="1056202" y="0"/>
                </a:lnTo>
                <a:lnTo>
                  <a:pt x="1056202" y="4386"/>
                </a:lnTo>
                <a:lnTo>
                  <a:pt x="1050662" y="4386"/>
                </a:lnTo>
                <a:cubicBezTo>
                  <a:pt x="1044045" y="4386"/>
                  <a:pt x="1039352" y="6386"/>
                  <a:pt x="1036582" y="10387"/>
                </a:cubicBezTo>
                <a:cubicBezTo>
                  <a:pt x="1034890" y="12849"/>
                  <a:pt x="1034043" y="18465"/>
                  <a:pt x="1034043" y="27236"/>
                </a:cubicBezTo>
                <a:lnTo>
                  <a:pt x="1034043" y="159032"/>
                </a:lnTo>
                <a:lnTo>
                  <a:pt x="1029889" y="159032"/>
                </a:lnTo>
                <a:lnTo>
                  <a:pt x="926714" y="32956"/>
                </a:lnTo>
                <a:lnTo>
                  <a:pt x="926714" y="129257"/>
                </a:lnTo>
                <a:cubicBezTo>
                  <a:pt x="926714" y="138874"/>
                  <a:pt x="927753" y="144876"/>
                  <a:pt x="929830" y="147261"/>
                </a:cubicBezTo>
                <a:cubicBezTo>
                  <a:pt x="932754" y="150492"/>
                  <a:pt x="937254" y="152108"/>
                  <a:pt x="943333" y="152108"/>
                </a:cubicBezTo>
                <a:lnTo>
                  <a:pt x="948872" y="152108"/>
                </a:lnTo>
                <a:lnTo>
                  <a:pt x="948872" y="156493"/>
                </a:lnTo>
                <a:lnTo>
                  <a:pt x="894400" y="156493"/>
                </a:lnTo>
                <a:lnTo>
                  <a:pt x="894400" y="152108"/>
                </a:lnTo>
                <a:lnTo>
                  <a:pt x="899824" y="152108"/>
                </a:lnTo>
                <a:cubicBezTo>
                  <a:pt x="906517" y="152108"/>
                  <a:pt x="911249" y="150107"/>
                  <a:pt x="914019" y="146107"/>
                </a:cubicBezTo>
                <a:cubicBezTo>
                  <a:pt x="915712" y="143645"/>
                  <a:pt x="916558" y="138028"/>
                  <a:pt x="916558" y="129257"/>
                </a:cubicBezTo>
                <a:lnTo>
                  <a:pt x="916558" y="20543"/>
                </a:lnTo>
                <a:cubicBezTo>
                  <a:pt x="912019" y="15272"/>
                  <a:pt x="908576" y="11797"/>
                  <a:pt x="906229" y="10116"/>
                </a:cubicBezTo>
                <a:cubicBezTo>
                  <a:pt x="903882" y="8436"/>
                  <a:pt x="900439" y="6869"/>
                  <a:pt x="895900" y="5417"/>
                </a:cubicBezTo>
                <a:cubicBezTo>
                  <a:pt x="893669" y="4729"/>
                  <a:pt x="890283" y="4386"/>
                  <a:pt x="885744" y="4386"/>
                </a:cubicBezTo>
                <a:lnTo>
                  <a:pt x="88574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7e0c57026a4464"/>
          <a:stretch xmlns:a="http://schemas.openxmlformats.org/drawingml/2006/main"/>
        </p:blipFill>
        <p:spPr>
          <a:xfrm xmlns:a="http://schemas.openxmlformats.org/drawingml/2006/main">
            <a:off x="3535158" y="3030448"/>
            <a:ext cx="504225" cy="504225"/>
          </a:xfrm>
          <a:prstGeom xmlns:a="http://schemas.openxmlformats.org/drawingml/2006/main" prst="rect">
            <a:avLst/>
          </a:prstGeom>
        </p:spPr>
      </p:pic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5EE9F9-BDE5-4348-BBBA-1D8BD9D5F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042" y="962862"/>
            <a:ext cx="98482" cy="638882"/>
          </a:xfrm>
          <a:custGeom xmlns:a="http://schemas.openxmlformats.org/drawingml/2006/main">
            <a:pathLst>
              <a:path w="98482" h="638882">
                <a:moveTo>
                  <a:pt x="65654" y="0"/>
                </a:moveTo>
                <a:lnTo>
                  <a:pt x="32827" y="0"/>
                </a:lnTo>
                <a:lnTo>
                  <a:pt x="32827" y="540401"/>
                </a:lnTo>
                <a:lnTo>
                  <a:pt x="0" y="540401"/>
                </a:lnTo>
                <a:lnTo>
                  <a:pt x="49241" y="638882"/>
                </a:lnTo>
                <a:lnTo>
                  <a:pt x="98482" y="540401"/>
                </a:lnTo>
                <a:lnTo>
                  <a:pt x="65654" y="540401"/>
                </a:lnTo>
                <a:lnTo>
                  <a:pt x="65654" y="0"/>
                </a:lnTo>
                <a:close/>
              </a:path>
            </a:pathLst>
          </a:custGeom>
          <a:solidFill xmlns:a="http://schemas.openxmlformats.org/drawingml/2006/main">
            <a:srgbClr val="76717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Text CodeNotexisted">
            <a:extLst xmlns:a="http://schemas.openxmlformats.org/drawingml/2006/main">
              <a:ext uri="{FF2B5EF4-FFF2-40B4-BE49-F238E27FC236}">
                <a16:creationId xmlns:a16="http://schemas.microsoft.com/office/drawing/2014/main" id="{A13968D7-549C-4609-93C2-1801B3EAD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186" y="1166652"/>
            <a:ext cx="1633396" cy="167572"/>
          </a:xfrm>
          <a:custGeom xmlns:a="http://schemas.openxmlformats.org/drawingml/2006/main">
            <a:pathLst>
              <a:path w="1633396" h="167572">
                <a:moveTo>
                  <a:pt x="133758" y="4155"/>
                </a:moveTo>
                <a:lnTo>
                  <a:pt x="137336" y="57473"/>
                </a:lnTo>
                <a:lnTo>
                  <a:pt x="133758" y="57473"/>
                </a:lnTo>
                <a:cubicBezTo>
                  <a:pt x="128988" y="41506"/>
                  <a:pt x="122179" y="30013"/>
                  <a:pt x="113331" y="22995"/>
                </a:cubicBezTo>
                <a:cubicBezTo>
                  <a:pt x="104483" y="15974"/>
                  <a:pt x="93865" y="12464"/>
                  <a:pt x="81478" y="12464"/>
                </a:cubicBezTo>
                <a:cubicBezTo>
                  <a:pt x="71091" y="12464"/>
                  <a:pt x="61705" y="15096"/>
                  <a:pt x="53319" y="20359"/>
                </a:cubicBezTo>
                <a:cubicBezTo>
                  <a:pt x="44932" y="25619"/>
                  <a:pt x="38335" y="34012"/>
                  <a:pt x="33526" y="45536"/>
                </a:cubicBezTo>
                <a:cubicBezTo>
                  <a:pt x="28717" y="57057"/>
                  <a:pt x="26313" y="71382"/>
                  <a:pt x="26313" y="88511"/>
                </a:cubicBezTo>
                <a:cubicBezTo>
                  <a:pt x="26313" y="102646"/>
                  <a:pt x="28583" y="114898"/>
                  <a:pt x="33122" y="125268"/>
                </a:cubicBezTo>
                <a:cubicBezTo>
                  <a:pt x="37661" y="135638"/>
                  <a:pt x="44490" y="143589"/>
                  <a:pt x="53607" y="149122"/>
                </a:cubicBezTo>
                <a:cubicBezTo>
                  <a:pt x="62724" y="154652"/>
                  <a:pt x="73130" y="157417"/>
                  <a:pt x="84825" y="157417"/>
                </a:cubicBezTo>
                <a:cubicBezTo>
                  <a:pt x="94981" y="157417"/>
                  <a:pt x="103944" y="155236"/>
                  <a:pt x="111715" y="150874"/>
                </a:cubicBezTo>
                <a:cubicBezTo>
                  <a:pt x="119486" y="146511"/>
                  <a:pt x="128026" y="137843"/>
                  <a:pt x="137336" y="124871"/>
                </a:cubicBezTo>
                <a:lnTo>
                  <a:pt x="140913" y="127180"/>
                </a:lnTo>
                <a:cubicBezTo>
                  <a:pt x="133065" y="141146"/>
                  <a:pt x="123910" y="151371"/>
                  <a:pt x="113446" y="157853"/>
                </a:cubicBezTo>
                <a:cubicBezTo>
                  <a:pt x="102982" y="164333"/>
                  <a:pt x="90557" y="167572"/>
                  <a:pt x="76169" y="167572"/>
                </a:cubicBezTo>
                <a:cubicBezTo>
                  <a:pt x="50241" y="167572"/>
                  <a:pt x="30160" y="157968"/>
                  <a:pt x="15926" y="138760"/>
                </a:cubicBezTo>
                <a:cubicBezTo>
                  <a:pt x="5309" y="124471"/>
                  <a:pt x="0" y="107646"/>
                  <a:pt x="0" y="88284"/>
                </a:cubicBezTo>
                <a:cubicBezTo>
                  <a:pt x="0" y="72687"/>
                  <a:pt x="3501" y="58358"/>
                  <a:pt x="10502" y="45298"/>
                </a:cubicBezTo>
                <a:cubicBezTo>
                  <a:pt x="17504" y="32237"/>
                  <a:pt x="27140" y="22115"/>
                  <a:pt x="39412" y="14931"/>
                </a:cubicBezTo>
                <a:cubicBezTo>
                  <a:pt x="51684" y="7747"/>
                  <a:pt x="65090" y="4155"/>
                  <a:pt x="79632" y="4155"/>
                </a:cubicBezTo>
                <a:cubicBezTo>
                  <a:pt x="90942" y="4155"/>
                  <a:pt x="102098" y="6924"/>
                  <a:pt x="113100" y="12464"/>
                </a:cubicBezTo>
                <a:cubicBezTo>
                  <a:pt x="116331" y="14157"/>
                  <a:pt x="118639" y="15003"/>
                  <a:pt x="120024" y="15003"/>
                </a:cubicBezTo>
                <a:cubicBezTo>
                  <a:pt x="122102" y="15003"/>
                  <a:pt x="123910" y="14272"/>
                  <a:pt x="125449" y="12810"/>
                </a:cubicBezTo>
                <a:cubicBezTo>
                  <a:pt x="127449" y="10733"/>
                  <a:pt x="128872" y="7848"/>
                  <a:pt x="129719" y="4155"/>
                </a:cubicBezTo>
                <a:lnTo>
                  <a:pt x="133758" y="4155"/>
                </a:lnTo>
                <a:close/>
                <a:moveTo>
                  <a:pt x="208119" y="55396"/>
                </a:moveTo>
                <a:cubicBezTo>
                  <a:pt x="224123" y="55396"/>
                  <a:pt x="236971" y="61468"/>
                  <a:pt x="246666" y="73612"/>
                </a:cubicBezTo>
                <a:cubicBezTo>
                  <a:pt x="254898" y="83987"/>
                  <a:pt x="259014" y="95900"/>
                  <a:pt x="259014" y="109353"/>
                </a:cubicBezTo>
                <a:cubicBezTo>
                  <a:pt x="259014" y="118807"/>
                  <a:pt x="256745" y="128376"/>
                  <a:pt x="252205" y="138060"/>
                </a:cubicBezTo>
                <a:cubicBezTo>
                  <a:pt x="247666" y="147743"/>
                  <a:pt x="241414" y="155043"/>
                  <a:pt x="233451" y="159963"/>
                </a:cubicBezTo>
                <a:cubicBezTo>
                  <a:pt x="225488" y="164882"/>
                  <a:pt x="216621" y="167342"/>
                  <a:pt x="206850" y="167342"/>
                </a:cubicBezTo>
                <a:cubicBezTo>
                  <a:pt x="190923" y="167342"/>
                  <a:pt x="178267" y="161000"/>
                  <a:pt x="168881" y="148317"/>
                </a:cubicBezTo>
                <a:cubicBezTo>
                  <a:pt x="160956" y="137635"/>
                  <a:pt x="156994" y="125646"/>
                  <a:pt x="156994" y="112350"/>
                </a:cubicBezTo>
                <a:cubicBezTo>
                  <a:pt x="156994" y="102665"/>
                  <a:pt x="159398" y="93038"/>
                  <a:pt x="164207" y="83469"/>
                </a:cubicBezTo>
                <a:cubicBezTo>
                  <a:pt x="169015" y="73900"/>
                  <a:pt x="175343" y="66828"/>
                  <a:pt x="183191" y="62255"/>
                </a:cubicBezTo>
                <a:cubicBezTo>
                  <a:pt x="191039" y="57682"/>
                  <a:pt x="199348" y="55396"/>
                  <a:pt x="208119" y="55396"/>
                </a:cubicBezTo>
                <a:moveTo>
                  <a:pt x="204542" y="63013"/>
                </a:moveTo>
                <a:cubicBezTo>
                  <a:pt x="200464" y="63013"/>
                  <a:pt x="196367" y="64221"/>
                  <a:pt x="192251" y="66637"/>
                </a:cubicBezTo>
                <a:cubicBezTo>
                  <a:pt x="188134" y="69051"/>
                  <a:pt x="184807" y="73287"/>
                  <a:pt x="182268" y="79343"/>
                </a:cubicBezTo>
                <a:cubicBezTo>
                  <a:pt x="179729" y="85400"/>
                  <a:pt x="178459" y="93180"/>
                  <a:pt x="178459" y="102684"/>
                </a:cubicBezTo>
                <a:cubicBezTo>
                  <a:pt x="178459" y="118017"/>
                  <a:pt x="181518" y="131242"/>
                  <a:pt x="187634" y="142359"/>
                </a:cubicBezTo>
                <a:cubicBezTo>
                  <a:pt x="193751" y="153475"/>
                  <a:pt x="201810" y="159032"/>
                  <a:pt x="211812" y="159032"/>
                </a:cubicBezTo>
                <a:cubicBezTo>
                  <a:pt x="219275" y="159032"/>
                  <a:pt x="225430" y="155966"/>
                  <a:pt x="230278" y="149832"/>
                </a:cubicBezTo>
                <a:cubicBezTo>
                  <a:pt x="235125" y="143699"/>
                  <a:pt x="237548" y="133158"/>
                  <a:pt x="237548" y="118210"/>
                </a:cubicBezTo>
                <a:cubicBezTo>
                  <a:pt x="237548" y="99505"/>
                  <a:pt x="233509" y="84785"/>
                  <a:pt x="225430" y="74052"/>
                </a:cubicBezTo>
                <a:cubicBezTo>
                  <a:pt x="219968" y="66693"/>
                  <a:pt x="213005" y="63013"/>
                  <a:pt x="204542" y="63013"/>
                </a:cubicBezTo>
                <a:close/>
                <a:moveTo>
                  <a:pt x="349263" y="152230"/>
                </a:moveTo>
                <a:cubicBezTo>
                  <a:pt x="344108" y="157614"/>
                  <a:pt x="339069" y="161479"/>
                  <a:pt x="334145" y="163825"/>
                </a:cubicBezTo>
                <a:cubicBezTo>
                  <a:pt x="329221" y="166170"/>
                  <a:pt x="323912" y="167342"/>
                  <a:pt x="318219" y="167342"/>
                </a:cubicBezTo>
                <a:cubicBezTo>
                  <a:pt x="306678" y="167342"/>
                  <a:pt x="296599" y="162525"/>
                  <a:pt x="287982" y="152890"/>
                </a:cubicBezTo>
                <a:cubicBezTo>
                  <a:pt x="279365" y="143254"/>
                  <a:pt x="275056" y="130872"/>
                  <a:pt x="275056" y="115743"/>
                </a:cubicBezTo>
                <a:cubicBezTo>
                  <a:pt x="275056" y="100618"/>
                  <a:pt x="279826" y="86778"/>
                  <a:pt x="289367" y="74225"/>
                </a:cubicBezTo>
                <a:cubicBezTo>
                  <a:pt x="298907" y="61672"/>
                  <a:pt x="311179" y="55396"/>
                  <a:pt x="326182" y="55396"/>
                </a:cubicBezTo>
                <a:cubicBezTo>
                  <a:pt x="335491" y="55396"/>
                  <a:pt x="343185" y="58357"/>
                  <a:pt x="349263" y="64279"/>
                </a:cubicBezTo>
                <a:lnTo>
                  <a:pt x="349263" y="44548"/>
                </a:lnTo>
                <a:cubicBezTo>
                  <a:pt x="349263" y="32519"/>
                  <a:pt x="348975" y="25125"/>
                  <a:pt x="348398" y="22368"/>
                </a:cubicBezTo>
                <a:cubicBezTo>
                  <a:pt x="347821" y="19610"/>
                  <a:pt x="346917" y="17732"/>
                  <a:pt x="345686" y="16734"/>
                </a:cubicBezTo>
                <a:cubicBezTo>
                  <a:pt x="344455" y="15734"/>
                  <a:pt x="342916" y="15234"/>
                  <a:pt x="341069" y="15234"/>
                </a:cubicBezTo>
                <a:cubicBezTo>
                  <a:pt x="339069" y="15234"/>
                  <a:pt x="336415" y="15849"/>
                  <a:pt x="333106" y="17080"/>
                </a:cubicBezTo>
                <a:lnTo>
                  <a:pt x="331606" y="12926"/>
                </a:lnTo>
                <a:lnTo>
                  <a:pt x="363112" y="0"/>
                </a:lnTo>
                <a:lnTo>
                  <a:pt x="368306" y="0"/>
                </a:lnTo>
                <a:lnTo>
                  <a:pt x="368306" y="122333"/>
                </a:lnTo>
                <a:cubicBezTo>
                  <a:pt x="368306" y="134669"/>
                  <a:pt x="368594" y="142197"/>
                  <a:pt x="369171" y="144916"/>
                </a:cubicBezTo>
                <a:cubicBezTo>
                  <a:pt x="369748" y="147636"/>
                  <a:pt x="370672" y="149534"/>
                  <a:pt x="371941" y="150611"/>
                </a:cubicBezTo>
                <a:cubicBezTo>
                  <a:pt x="373211" y="151686"/>
                  <a:pt x="374692" y="152223"/>
                  <a:pt x="376384" y="152223"/>
                </a:cubicBezTo>
                <a:cubicBezTo>
                  <a:pt x="378462" y="152223"/>
                  <a:pt x="381231" y="151569"/>
                  <a:pt x="384694" y="150261"/>
                </a:cubicBezTo>
                <a:lnTo>
                  <a:pt x="385963" y="154416"/>
                </a:lnTo>
                <a:lnTo>
                  <a:pt x="354572" y="167342"/>
                </a:lnTo>
                <a:lnTo>
                  <a:pt x="349263" y="167342"/>
                </a:lnTo>
                <a:lnTo>
                  <a:pt x="349263" y="152230"/>
                </a:lnTo>
                <a:moveTo>
                  <a:pt x="349263" y="144170"/>
                </a:moveTo>
                <a:lnTo>
                  <a:pt x="349263" y="89834"/>
                </a:lnTo>
                <a:cubicBezTo>
                  <a:pt x="348802" y="84615"/>
                  <a:pt x="347417" y="79856"/>
                  <a:pt x="345109" y="75560"/>
                </a:cubicBezTo>
                <a:cubicBezTo>
                  <a:pt x="342801" y="71261"/>
                  <a:pt x="339742" y="68019"/>
                  <a:pt x="335934" y="65833"/>
                </a:cubicBezTo>
                <a:cubicBezTo>
                  <a:pt x="332125" y="63645"/>
                  <a:pt x="328413" y="62551"/>
                  <a:pt x="324797" y="62551"/>
                </a:cubicBezTo>
                <a:cubicBezTo>
                  <a:pt x="318026" y="62551"/>
                  <a:pt x="311987" y="65583"/>
                  <a:pt x="306678" y="71647"/>
                </a:cubicBezTo>
                <a:cubicBezTo>
                  <a:pt x="299676" y="79627"/>
                  <a:pt x="296176" y="91291"/>
                  <a:pt x="296176" y="106641"/>
                </a:cubicBezTo>
                <a:cubicBezTo>
                  <a:pt x="296176" y="122144"/>
                  <a:pt x="299561" y="134021"/>
                  <a:pt x="306332" y="142273"/>
                </a:cubicBezTo>
                <a:cubicBezTo>
                  <a:pt x="313102" y="150522"/>
                  <a:pt x="320642" y="154647"/>
                  <a:pt x="328952" y="154647"/>
                </a:cubicBezTo>
                <a:cubicBezTo>
                  <a:pt x="335953" y="154647"/>
                  <a:pt x="342724" y="151154"/>
                  <a:pt x="349263" y="144170"/>
                </a:cubicBezTo>
                <a:close/>
                <a:moveTo>
                  <a:pt x="410545" y="98328"/>
                </a:moveTo>
                <a:cubicBezTo>
                  <a:pt x="410468" y="113951"/>
                  <a:pt x="414276" y="126205"/>
                  <a:pt x="421970" y="135089"/>
                </a:cubicBezTo>
                <a:cubicBezTo>
                  <a:pt x="429664" y="143973"/>
                  <a:pt x="438704" y="148415"/>
                  <a:pt x="449091" y="148415"/>
                </a:cubicBezTo>
                <a:cubicBezTo>
                  <a:pt x="456015" y="148415"/>
                  <a:pt x="462036" y="146502"/>
                  <a:pt x="467152" y="142677"/>
                </a:cubicBezTo>
                <a:cubicBezTo>
                  <a:pt x="472269" y="138851"/>
                  <a:pt x="476558" y="132301"/>
                  <a:pt x="480020" y="123025"/>
                </a:cubicBezTo>
                <a:lnTo>
                  <a:pt x="483598" y="125344"/>
                </a:lnTo>
                <a:cubicBezTo>
                  <a:pt x="481982" y="135940"/>
                  <a:pt x="477289" y="145588"/>
                  <a:pt x="469518" y="154290"/>
                </a:cubicBezTo>
                <a:cubicBezTo>
                  <a:pt x="461747" y="162991"/>
                  <a:pt x="452015" y="167342"/>
                  <a:pt x="440320" y="167342"/>
                </a:cubicBezTo>
                <a:cubicBezTo>
                  <a:pt x="427625" y="167342"/>
                  <a:pt x="416757" y="162409"/>
                  <a:pt x="407717" y="152544"/>
                </a:cubicBezTo>
                <a:cubicBezTo>
                  <a:pt x="398677" y="142677"/>
                  <a:pt x="394157" y="129412"/>
                  <a:pt x="394157" y="112750"/>
                </a:cubicBezTo>
                <a:cubicBezTo>
                  <a:pt x="394157" y="94708"/>
                  <a:pt x="398792" y="80639"/>
                  <a:pt x="408063" y="70543"/>
                </a:cubicBezTo>
                <a:cubicBezTo>
                  <a:pt x="417334" y="60445"/>
                  <a:pt x="428971" y="55396"/>
                  <a:pt x="442974" y="55396"/>
                </a:cubicBezTo>
                <a:cubicBezTo>
                  <a:pt x="454823" y="55396"/>
                  <a:pt x="464556" y="59291"/>
                  <a:pt x="472172" y="67081"/>
                </a:cubicBezTo>
                <a:cubicBezTo>
                  <a:pt x="479789" y="74869"/>
                  <a:pt x="483598" y="85284"/>
                  <a:pt x="483598" y="98328"/>
                </a:cubicBezTo>
                <a:lnTo>
                  <a:pt x="410545" y="98328"/>
                </a:lnTo>
                <a:moveTo>
                  <a:pt x="410545" y="91634"/>
                </a:moveTo>
                <a:lnTo>
                  <a:pt x="459478" y="91634"/>
                </a:lnTo>
                <a:cubicBezTo>
                  <a:pt x="459093" y="84919"/>
                  <a:pt x="458285" y="80188"/>
                  <a:pt x="457054" y="77442"/>
                </a:cubicBezTo>
                <a:cubicBezTo>
                  <a:pt x="455131" y="73167"/>
                  <a:pt x="452265" y="69810"/>
                  <a:pt x="448456" y="67369"/>
                </a:cubicBezTo>
                <a:cubicBezTo>
                  <a:pt x="444648" y="64927"/>
                  <a:pt x="440666" y="63705"/>
                  <a:pt x="436511" y="63705"/>
                </a:cubicBezTo>
                <a:cubicBezTo>
                  <a:pt x="430125" y="63705"/>
                  <a:pt x="424413" y="66166"/>
                  <a:pt x="419373" y="71088"/>
                </a:cubicBezTo>
                <a:cubicBezTo>
                  <a:pt x="414334" y="76009"/>
                  <a:pt x="411391" y="82858"/>
                  <a:pt x="410545" y="91634"/>
                </a:cubicBezTo>
                <a:close/>
                <a:moveTo>
                  <a:pt x="546406" y="7617"/>
                </a:moveTo>
                <a:lnTo>
                  <a:pt x="588876" y="7617"/>
                </a:lnTo>
                <a:lnTo>
                  <a:pt x="684549" y="124987"/>
                </a:lnTo>
                <a:lnTo>
                  <a:pt x="684549" y="34853"/>
                </a:lnTo>
                <a:cubicBezTo>
                  <a:pt x="684549" y="25236"/>
                  <a:pt x="683472" y="19235"/>
                  <a:pt x="681318" y="16850"/>
                </a:cubicBezTo>
                <a:cubicBezTo>
                  <a:pt x="678471" y="13618"/>
                  <a:pt x="673970" y="12002"/>
                  <a:pt x="667815" y="12002"/>
                </a:cubicBezTo>
                <a:lnTo>
                  <a:pt x="662391" y="12002"/>
                </a:lnTo>
                <a:lnTo>
                  <a:pt x="662391" y="7617"/>
                </a:lnTo>
                <a:lnTo>
                  <a:pt x="716863" y="7617"/>
                </a:lnTo>
                <a:lnTo>
                  <a:pt x="716863" y="12002"/>
                </a:lnTo>
                <a:lnTo>
                  <a:pt x="711324" y="12002"/>
                </a:lnTo>
                <a:cubicBezTo>
                  <a:pt x="704707" y="12002"/>
                  <a:pt x="700014" y="14003"/>
                  <a:pt x="697244" y="18004"/>
                </a:cubicBezTo>
                <a:cubicBezTo>
                  <a:pt x="695551" y="20466"/>
                  <a:pt x="694705" y="26082"/>
                  <a:pt x="694705" y="34853"/>
                </a:cubicBezTo>
                <a:lnTo>
                  <a:pt x="694705" y="166649"/>
                </a:lnTo>
                <a:lnTo>
                  <a:pt x="690550" y="166649"/>
                </a:lnTo>
                <a:lnTo>
                  <a:pt x="587375" y="40573"/>
                </a:lnTo>
                <a:lnTo>
                  <a:pt x="587375" y="136874"/>
                </a:lnTo>
                <a:cubicBezTo>
                  <a:pt x="587375" y="146491"/>
                  <a:pt x="588414" y="152492"/>
                  <a:pt x="590491" y="154878"/>
                </a:cubicBezTo>
                <a:cubicBezTo>
                  <a:pt x="593415" y="158109"/>
                  <a:pt x="597916" y="159725"/>
                  <a:pt x="603994" y="159725"/>
                </a:cubicBezTo>
                <a:lnTo>
                  <a:pt x="609534" y="159725"/>
                </a:lnTo>
                <a:lnTo>
                  <a:pt x="609534" y="164110"/>
                </a:lnTo>
                <a:lnTo>
                  <a:pt x="555061" y="164110"/>
                </a:lnTo>
                <a:lnTo>
                  <a:pt x="555061" y="159725"/>
                </a:lnTo>
                <a:lnTo>
                  <a:pt x="560485" y="159725"/>
                </a:lnTo>
                <a:cubicBezTo>
                  <a:pt x="567179" y="159725"/>
                  <a:pt x="571911" y="157724"/>
                  <a:pt x="574681" y="153724"/>
                </a:cubicBezTo>
                <a:cubicBezTo>
                  <a:pt x="576373" y="151261"/>
                  <a:pt x="577219" y="145645"/>
                  <a:pt x="577219" y="136874"/>
                </a:cubicBezTo>
                <a:lnTo>
                  <a:pt x="577219" y="28160"/>
                </a:lnTo>
                <a:cubicBezTo>
                  <a:pt x="572680" y="22889"/>
                  <a:pt x="569237" y="19414"/>
                  <a:pt x="566890" y="17733"/>
                </a:cubicBezTo>
                <a:cubicBezTo>
                  <a:pt x="564544" y="16053"/>
                  <a:pt x="561101" y="14486"/>
                  <a:pt x="556561" y="13034"/>
                </a:cubicBezTo>
                <a:cubicBezTo>
                  <a:pt x="554330" y="12346"/>
                  <a:pt x="550945" y="12002"/>
                  <a:pt x="546406" y="12002"/>
                </a:cubicBezTo>
                <a:lnTo>
                  <a:pt x="546406" y="7617"/>
                </a:lnTo>
                <a:close/>
                <a:moveTo>
                  <a:pt x="779312" y="55396"/>
                </a:moveTo>
                <a:cubicBezTo>
                  <a:pt x="795316" y="55396"/>
                  <a:pt x="808164" y="61468"/>
                  <a:pt x="817859" y="73612"/>
                </a:cubicBezTo>
                <a:cubicBezTo>
                  <a:pt x="826091" y="83987"/>
                  <a:pt x="830207" y="95900"/>
                  <a:pt x="830207" y="109353"/>
                </a:cubicBezTo>
                <a:cubicBezTo>
                  <a:pt x="830207" y="118807"/>
                  <a:pt x="827938" y="128376"/>
                  <a:pt x="823398" y="138060"/>
                </a:cubicBezTo>
                <a:cubicBezTo>
                  <a:pt x="818859" y="147743"/>
                  <a:pt x="812608" y="155043"/>
                  <a:pt x="804644" y="159963"/>
                </a:cubicBezTo>
                <a:cubicBezTo>
                  <a:pt x="796681" y="164882"/>
                  <a:pt x="787814" y="167342"/>
                  <a:pt x="778043" y="167342"/>
                </a:cubicBezTo>
                <a:cubicBezTo>
                  <a:pt x="762117" y="167342"/>
                  <a:pt x="749460" y="161000"/>
                  <a:pt x="740074" y="148317"/>
                </a:cubicBezTo>
                <a:cubicBezTo>
                  <a:pt x="732149" y="137635"/>
                  <a:pt x="728187" y="125646"/>
                  <a:pt x="728187" y="112350"/>
                </a:cubicBezTo>
                <a:cubicBezTo>
                  <a:pt x="728187" y="102665"/>
                  <a:pt x="730591" y="93038"/>
                  <a:pt x="735400" y="83469"/>
                </a:cubicBezTo>
                <a:cubicBezTo>
                  <a:pt x="740208" y="73900"/>
                  <a:pt x="746536" y="66828"/>
                  <a:pt x="754384" y="62255"/>
                </a:cubicBezTo>
                <a:cubicBezTo>
                  <a:pt x="762232" y="57682"/>
                  <a:pt x="770541" y="55396"/>
                  <a:pt x="779312" y="55396"/>
                </a:cubicBezTo>
                <a:moveTo>
                  <a:pt x="775735" y="63013"/>
                </a:moveTo>
                <a:cubicBezTo>
                  <a:pt x="771657" y="63013"/>
                  <a:pt x="767560" y="64221"/>
                  <a:pt x="763444" y="66637"/>
                </a:cubicBezTo>
                <a:cubicBezTo>
                  <a:pt x="759328" y="69051"/>
                  <a:pt x="756000" y="73287"/>
                  <a:pt x="753461" y="79343"/>
                </a:cubicBezTo>
                <a:cubicBezTo>
                  <a:pt x="750922" y="85400"/>
                  <a:pt x="749653" y="93180"/>
                  <a:pt x="749653" y="102684"/>
                </a:cubicBezTo>
                <a:cubicBezTo>
                  <a:pt x="749653" y="118017"/>
                  <a:pt x="752711" y="131242"/>
                  <a:pt x="758827" y="142359"/>
                </a:cubicBezTo>
                <a:cubicBezTo>
                  <a:pt x="764944" y="153475"/>
                  <a:pt x="773003" y="159032"/>
                  <a:pt x="783005" y="159032"/>
                </a:cubicBezTo>
                <a:cubicBezTo>
                  <a:pt x="790468" y="159032"/>
                  <a:pt x="796624" y="155966"/>
                  <a:pt x="801471" y="149832"/>
                </a:cubicBezTo>
                <a:cubicBezTo>
                  <a:pt x="806318" y="143699"/>
                  <a:pt x="808741" y="133158"/>
                  <a:pt x="808741" y="118210"/>
                </a:cubicBezTo>
                <a:cubicBezTo>
                  <a:pt x="808741" y="99505"/>
                  <a:pt x="804702" y="84785"/>
                  <a:pt x="796624" y="74052"/>
                </a:cubicBezTo>
                <a:cubicBezTo>
                  <a:pt x="791161" y="66693"/>
                  <a:pt x="784198" y="63013"/>
                  <a:pt x="775735" y="63013"/>
                </a:cubicBezTo>
                <a:close/>
                <a:moveTo>
                  <a:pt x="876485" y="23543"/>
                </a:moveTo>
                <a:lnTo>
                  <a:pt x="876485" y="58396"/>
                </a:lnTo>
                <a:lnTo>
                  <a:pt x="901182" y="58396"/>
                </a:lnTo>
                <a:lnTo>
                  <a:pt x="901182" y="66244"/>
                </a:lnTo>
                <a:lnTo>
                  <a:pt x="876485" y="66475"/>
                </a:lnTo>
                <a:lnTo>
                  <a:pt x="876485" y="135121"/>
                </a:lnTo>
                <a:cubicBezTo>
                  <a:pt x="876485" y="141976"/>
                  <a:pt x="877466" y="146598"/>
                  <a:pt x="879428" y="148988"/>
                </a:cubicBezTo>
                <a:cubicBezTo>
                  <a:pt x="881390" y="151376"/>
                  <a:pt x="883910" y="152569"/>
                  <a:pt x="886987" y="152569"/>
                </a:cubicBezTo>
                <a:cubicBezTo>
                  <a:pt x="889526" y="152569"/>
                  <a:pt x="891988" y="151771"/>
                  <a:pt x="894373" y="150175"/>
                </a:cubicBezTo>
                <a:cubicBezTo>
                  <a:pt x="896759" y="148578"/>
                  <a:pt x="898605" y="146222"/>
                  <a:pt x="899913" y="143106"/>
                </a:cubicBezTo>
                <a:lnTo>
                  <a:pt x="904414" y="143106"/>
                </a:lnTo>
                <a:cubicBezTo>
                  <a:pt x="901721" y="150684"/>
                  <a:pt x="897913" y="156388"/>
                  <a:pt x="892989" y="160215"/>
                </a:cubicBezTo>
                <a:cubicBezTo>
                  <a:pt x="888064" y="164043"/>
                  <a:pt x="882986" y="165957"/>
                  <a:pt x="877755" y="165957"/>
                </a:cubicBezTo>
                <a:cubicBezTo>
                  <a:pt x="874215" y="165957"/>
                  <a:pt x="870753" y="164972"/>
                  <a:pt x="867368" y="163003"/>
                </a:cubicBezTo>
                <a:cubicBezTo>
                  <a:pt x="863983" y="161034"/>
                  <a:pt x="861482" y="158216"/>
                  <a:pt x="859866" y="154549"/>
                </a:cubicBezTo>
                <a:cubicBezTo>
                  <a:pt x="858251" y="150883"/>
                  <a:pt x="857443" y="145228"/>
                  <a:pt x="857443" y="137584"/>
                </a:cubicBezTo>
                <a:lnTo>
                  <a:pt x="857443" y="66244"/>
                </a:lnTo>
                <a:lnTo>
                  <a:pt x="840709" y="66244"/>
                </a:lnTo>
                <a:lnTo>
                  <a:pt x="840709" y="62544"/>
                </a:lnTo>
                <a:cubicBezTo>
                  <a:pt x="844940" y="60861"/>
                  <a:pt x="849268" y="58012"/>
                  <a:pt x="853692" y="53997"/>
                </a:cubicBezTo>
                <a:cubicBezTo>
                  <a:pt x="858116" y="49981"/>
                  <a:pt x="862059" y="45195"/>
                  <a:pt x="865521" y="39639"/>
                </a:cubicBezTo>
                <a:cubicBezTo>
                  <a:pt x="867291" y="36706"/>
                  <a:pt x="869753" y="31340"/>
                  <a:pt x="872908" y="23543"/>
                </a:cubicBezTo>
                <a:lnTo>
                  <a:pt x="876485" y="23543"/>
                </a:lnTo>
                <a:close/>
                <a:moveTo>
                  <a:pt x="988303" y="98328"/>
                </a:moveTo>
                <a:cubicBezTo>
                  <a:pt x="988226" y="113951"/>
                  <a:pt x="992034" y="126205"/>
                  <a:pt x="999728" y="135089"/>
                </a:cubicBezTo>
                <a:cubicBezTo>
                  <a:pt x="1007422" y="143973"/>
                  <a:pt x="1016462" y="148415"/>
                  <a:pt x="1026849" y="148415"/>
                </a:cubicBezTo>
                <a:cubicBezTo>
                  <a:pt x="1033774" y="148415"/>
                  <a:pt x="1039794" y="146502"/>
                  <a:pt x="1044910" y="142677"/>
                </a:cubicBezTo>
                <a:cubicBezTo>
                  <a:pt x="1050027" y="138851"/>
                  <a:pt x="1054316" y="132301"/>
                  <a:pt x="1057778" y="123025"/>
                </a:cubicBezTo>
                <a:lnTo>
                  <a:pt x="1061356" y="125344"/>
                </a:lnTo>
                <a:cubicBezTo>
                  <a:pt x="1059740" y="135940"/>
                  <a:pt x="1055047" y="145588"/>
                  <a:pt x="1047276" y="154290"/>
                </a:cubicBezTo>
                <a:cubicBezTo>
                  <a:pt x="1039505" y="162991"/>
                  <a:pt x="1029773" y="167342"/>
                  <a:pt x="1018078" y="167342"/>
                </a:cubicBezTo>
                <a:cubicBezTo>
                  <a:pt x="1005383" y="167342"/>
                  <a:pt x="994516" y="162409"/>
                  <a:pt x="985475" y="152544"/>
                </a:cubicBezTo>
                <a:cubicBezTo>
                  <a:pt x="976435" y="142677"/>
                  <a:pt x="971915" y="129412"/>
                  <a:pt x="971915" y="112750"/>
                </a:cubicBezTo>
                <a:cubicBezTo>
                  <a:pt x="971915" y="94708"/>
                  <a:pt x="976550" y="80639"/>
                  <a:pt x="985822" y="70543"/>
                </a:cubicBezTo>
                <a:cubicBezTo>
                  <a:pt x="995093" y="60445"/>
                  <a:pt x="1006730" y="55396"/>
                  <a:pt x="1020732" y="55396"/>
                </a:cubicBezTo>
                <a:cubicBezTo>
                  <a:pt x="1032581" y="55396"/>
                  <a:pt x="1042314" y="59291"/>
                  <a:pt x="1049931" y="67081"/>
                </a:cubicBezTo>
                <a:cubicBezTo>
                  <a:pt x="1057548" y="74869"/>
                  <a:pt x="1061356" y="85284"/>
                  <a:pt x="1061356" y="98328"/>
                </a:cubicBezTo>
                <a:lnTo>
                  <a:pt x="988303" y="98328"/>
                </a:lnTo>
                <a:moveTo>
                  <a:pt x="988303" y="91634"/>
                </a:moveTo>
                <a:lnTo>
                  <a:pt x="1037236" y="91634"/>
                </a:lnTo>
                <a:cubicBezTo>
                  <a:pt x="1036851" y="84919"/>
                  <a:pt x="1036043" y="80188"/>
                  <a:pt x="1034812" y="77442"/>
                </a:cubicBezTo>
                <a:cubicBezTo>
                  <a:pt x="1032889" y="73167"/>
                  <a:pt x="1030023" y="69810"/>
                  <a:pt x="1026214" y="67369"/>
                </a:cubicBezTo>
                <a:cubicBezTo>
                  <a:pt x="1022406" y="64927"/>
                  <a:pt x="1018424" y="63705"/>
                  <a:pt x="1014270" y="63705"/>
                </a:cubicBezTo>
                <a:cubicBezTo>
                  <a:pt x="1007884" y="63705"/>
                  <a:pt x="1002171" y="66166"/>
                  <a:pt x="997131" y="71088"/>
                </a:cubicBezTo>
                <a:cubicBezTo>
                  <a:pt x="992092" y="76009"/>
                  <a:pt x="989149" y="82858"/>
                  <a:pt x="988303" y="91634"/>
                </a:cubicBezTo>
                <a:close/>
                <a:moveTo>
                  <a:pt x="1071307" y="58396"/>
                </a:moveTo>
                <a:lnTo>
                  <a:pt x="1121048" y="58396"/>
                </a:lnTo>
                <a:lnTo>
                  <a:pt x="1121048" y="62551"/>
                </a:lnTo>
                <a:cubicBezTo>
                  <a:pt x="1117894" y="62551"/>
                  <a:pt x="1115682" y="63096"/>
                  <a:pt x="1114412" y="64185"/>
                </a:cubicBezTo>
                <a:cubicBezTo>
                  <a:pt x="1113143" y="65272"/>
                  <a:pt x="1112508" y="66708"/>
                  <a:pt x="1112508" y="68495"/>
                </a:cubicBezTo>
                <a:cubicBezTo>
                  <a:pt x="1112508" y="70360"/>
                  <a:pt x="1113854" y="73236"/>
                  <a:pt x="1116547" y="77121"/>
                </a:cubicBezTo>
                <a:cubicBezTo>
                  <a:pt x="1117394" y="78326"/>
                  <a:pt x="1118663" y="80210"/>
                  <a:pt x="1120356" y="82773"/>
                </a:cubicBezTo>
                <a:lnTo>
                  <a:pt x="1127857" y="94819"/>
                </a:lnTo>
                <a:lnTo>
                  <a:pt x="1136513" y="82816"/>
                </a:lnTo>
                <a:cubicBezTo>
                  <a:pt x="1142052" y="75274"/>
                  <a:pt x="1144822" y="70482"/>
                  <a:pt x="1144822" y="68441"/>
                </a:cubicBezTo>
                <a:cubicBezTo>
                  <a:pt x="1144822" y="66791"/>
                  <a:pt x="1144168" y="65398"/>
                  <a:pt x="1142860" y="64261"/>
                </a:cubicBezTo>
                <a:cubicBezTo>
                  <a:pt x="1141552" y="63121"/>
                  <a:pt x="1139436" y="62551"/>
                  <a:pt x="1136513" y="62551"/>
                </a:cubicBezTo>
                <a:lnTo>
                  <a:pt x="1136513" y="58396"/>
                </a:lnTo>
                <a:lnTo>
                  <a:pt x="1172289" y="58396"/>
                </a:lnTo>
                <a:lnTo>
                  <a:pt x="1172289" y="62551"/>
                </a:lnTo>
                <a:cubicBezTo>
                  <a:pt x="1168519" y="62782"/>
                  <a:pt x="1165249" y="63822"/>
                  <a:pt x="1162480" y="65671"/>
                </a:cubicBezTo>
                <a:cubicBezTo>
                  <a:pt x="1158710" y="68289"/>
                  <a:pt x="1153555" y="73987"/>
                  <a:pt x="1147015" y="82766"/>
                </a:cubicBezTo>
                <a:lnTo>
                  <a:pt x="1132589" y="102017"/>
                </a:lnTo>
                <a:lnTo>
                  <a:pt x="1158902" y="139965"/>
                </a:lnTo>
                <a:cubicBezTo>
                  <a:pt x="1165365" y="149286"/>
                  <a:pt x="1169981" y="154891"/>
                  <a:pt x="1172751" y="156778"/>
                </a:cubicBezTo>
                <a:cubicBezTo>
                  <a:pt x="1175521" y="158666"/>
                  <a:pt x="1179098" y="159725"/>
                  <a:pt x="1183484" y="159956"/>
                </a:cubicBezTo>
                <a:lnTo>
                  <a:pt x="1183484" y="164110"/>
                </a:lnTo>
                <a:lnTo>
                  <a:pt x="1133628" y="164110"/>
                </a:lnTo>
                <a:lnTo>
                  <a:pt x="1133628" y="159956"/>
                </a:lnTo>
                <a:cubicBezTo>
                  <a:pt x="1137090" y="159956"/>
                  <a:pt x="1139783" y="159185"/>
                  <a:pt x="1141706" y="157644"/>
                </a:cubicBezTo>
                <a:cubicBezTo>
                  <a:pt x="1143168" y="156564"/>
                  <a:pt x="1143899" y="155137"/>
                  <a:pt x="1143899" y="153363"/>
                </a:cubicBezTo>
                <a:cubicBezTo>
                  <a:pt x="1143899" y="151591"/>
                  <a:pt x="1141437" y="147120"/>
                  <a:pt x="1136513" y="139950"/>
                </a:cubicBezTo>
                <a:lnTo>
                  <a:pt x="1121048" y="117338"/>
                </a:lnTo>
                <a:lnTo>
                  <a:pt x="1104083" y="139857"/>
                </a:lnTo>
                <a:cubicBezTo>
                  <a:pt x="1098851" y="146904"/>
                  <a:pt x="1096235" y="151086"/>
                  <a:pt x="1096235" y="152404"/>
                </a:cubicBezTo>
                <a:cubicBezTo>
                  <a:pt x="1096235" y="154262"/>
                  <a:pt x="1097101" y="155948"/>
                  <a:pt x="1098832" y="157460"/>
                </a:cubicBezTo>
                <a:cubicBezTo>
                  <a:pt x="1100563" y="158970"/>
                  <a:pt x="1103160" y="159802"/>
                  <a:pt x="1106622" y="159956"/>
                </a:cubicBezTo>
                <a:lnTo>
                  <a:pt x="1106622" y="164110"/>
                </a:lnTo>
                <a:lnTo>
                  <a:pt x="1072115" y="164110"/>
                </a:lnTo>
                <a:lnTo>
                  <a:pt x="1072115" y="159956"/>
                </a:lnTo>
                <a:cubicBezTo>
                  <a:pt x="1074885" y="159571"/>
                  <a:pt x="1077308" y="158608"/>
                  <a:pt x="1079386" y="157067"/>
                </a:cubicBezTo>
                <a:cubicBezTo>
                  <a:pt x="1082309" y="154833"/>
                  <a:pt x="1087234" y="149132"/>
                  <a:pt x="1094158" y="139965"/>
                </a:cubicBezTo>
                <a:lnTo>
                  <a:pt x="1116316" y="110474"/>
                </a:lnTo>
                <a:lnTo>
                  <a:pt x="1096235" y="81384"/>
                </a:lnTo>
                <a:cubicBezTo>
                  <a:pt x="1090542" y="73065"/>
                  <a:pt x="1086137" y="67847"/>
                  <a:pt x="1083021" y="65728"/>
                </a:cubicBezTo>
                <a:cubicBezTo>
                  <a:pt x="1079905" y="63610"/>
                  <a:pt x="1076001" y="62551"/>
                  <a:pt x="1071307" y="62551"/>
                </a:cubicBezTo>
                <a:lnTo>
                  <a:pt x="1071307" y="58396"/>
                </a:lnTo>
                <a:close/>
                <a:moveTo>
                  <a:pt x="1220645" y="0"/>
                </a:moveTo>
                <a:cubicBezTo>
                  <a:pt x="1223876" y="0"/>
                  <a:pt x="1226627" y="1141"/>
                  <a:pt x="1228896" y="3423"/>
                </a:cubicBezTo>
                <a:cubicBezTo>
                  <a:pt x="1231166" y="5702"/>
                  <a:pt x="1232301" y="8466"/>
                  <a:pt x="1232301" y="11714"/>
                </a:cubicBezTo>
                <a:cubicBezTo>
                  <a:pt x="1232301" y="14962"/>
                  <a:pt x="1231166" y="17746"/>
                  <a:pt x="1228896" y="20067"/>
                </a:cubicBezTo>
                <a:cubicBezTo>
                  <a:pt x="1226627" y="22384"/>
                  <a:pt x="1223876" y="23543"/>
                  <a:pt x="1220645" y="23543"/>
                </a:cubicBezTo>
                <a:cubicBezTo>
                  <a:pt x="1217413" y="23543"/>
                  <a:pt x="1214644" y="22384"/>
                  <a:pt x="1212335" y="20067"/>
                </a:cubicBezTo>
                <a:cubicBezTo>
                  <a:pt x="1210027" y="17746"/>
                  <a:pt x="1208873" y="14962"/>
                  <a:pt x="1208873" y="11714"/>
                </a:cubicBezTo>
                <a:cubicBezTo>
                  <a:pt x="1208873" y="8466"/>
                  <a:pt x="1210008" y="5702"/>
                  <a:pt x="1212278" y="3423"/>
                </a:cubicBezTo>
                <a:cubicBezTo>
                  <a:pt x="1214547" y="1141"/>
                  <a:pt x="1217336" y="0"/>
                  <a:pt x="1220645" y="0"/>
                </a:cubicBezTo>
                <a:moveTo>
                  <a:pt x="1230224" y="55396"/>
                </a:moveTo>
                <a:lnTo>
                  <a:pt x="1230224" y="140105"/>
                </a:lnTo>
                <a:cubicBezTo>
                  <a:pt x="1230224" y="146761"/>
                  <a:pt x="1230704" y="151192"/>
                  <a:pt x="1231666" y="153399"/>
                </a:cubicBezTo>
                <a:cubicBezTo>
                  <a:pt x="1232628" y="155604"/>
                  <a:pt x="1234051" y="157248"/>
                  <a:pt x="1235936" y="158333"/>
                </a:cubicBezTo>
                <a:cubicBezTo>
                  <a:pt x="1237821" y="159415"/>
                  <a:pt x="1241264" y="159956"/>
                  <a:pt x="1246265" y="159956"/>
                </a:cubicBezTo>
                <a:lnTo>
                  <a:pt x="1246265" y="164110"/>
                </a:lnTo>
                <a:lnTo>
                  <a:pt x="1194909" y="164110"/>
                </a:lnTo>
                <a:lnTo>
                  <a:pt x="1194909" y="159956"/>
                </a:lnTo>
                <a:cubicBezTo>
                  <a:pt x="1200064" y="159956"/>
                  <a:pt x="1203526" y="159453"/>
                  <a:pt x="1205295" y="158448"/>
                </a:cubicBezTo>
                <a:cubicBezTo>
                  <a:pt x="1207065" y="157441"/>
                  <a:pt x="1208469" y="155777"/>
                  <a:pt x="1209508" y="153457"/>
                </a:cubicBezTo>
                <a:cubicBezTo>
                  <a:pt x="1210547" y="151134"/>
                  <a:pt x="1211066" y="146684"/>
                  <a:pt x="1211066" y="140105"/>
                </a:cubicBezTo>
                <a:lnTo>
                  <a:pt x="1211066" y="99713"/>
                </a:lnTo>
                <a:cubicBezTo>
                  <a:pt x="1211066" y="88201"/>
                  <a:pt x="1210720" y="80745"/>
                  <a:pt x="1210027" y="77345"/>
                </a:cubicBezTo>
                <a:cubicBezTo>
                  <a:pt x="1209489" y="74871"/>
                  <a:pt x="1208642" y="73153"/>
                  <a:pt x="1207488" y="72191"/>
                </a:cubicBezTo>
                <a:cubicBezTo>
                  <a:pt x="1206334" y="71227"/>
                  <a:pt x="1204757" y="70745"/>
                  <a:pt x="1202757" y="70745"/>
                </a:cubicBezTo>
                <a:cubicBezTo>
                  <a:pt x="1200602" y="70745"/>
                  <a:pt x="1197986" y="71322"/>
                  <a:pt x="1194909" y="72476"/>
                </a:cubicBezTo>
                <a:lnTo>
                  <a:pt x="1193293" y="68322"/>
                </a:lnTo>
                <a:lnTo>
                  <a:pt x="1225146" y="55396"/>
                </a:lnTo>
                <a:lnTo>
                  <a:pt x="1230224" y="55396"/>
                </a:lnTo>
                <a:close/>
                <a:moveTo>
                  <a:pt x="1327730" y="55396"/>
                </a:moveTo>
                <a:lnTo>
                  <a:pt x="1327730" y="91403"/>
                </a:lnTo>
                <a:lnTo>
                  <a:pt x="1323922" y="91403"/>
                </a:lnTo>
                <a:cubicBezTo>
                  <a:pt x="1320998" y="80139"/>
                  <a:pt x="1317248" y="72476"/>
                  <a:pt x="1312670" y="68415"/>
                </a:cubicBezTo>
                <a:cubicBezTo>
                  <a:pt x="1308092" y="64352"/>
                  <a:pt x="1302264" y="62320"/>
                  <a:pt x="1295185" y="62320"/>
                </a:cubicBezTo>
                <a:cubicBezTo>
                  <a:pt x="1289800" y="62320"/>
                  <a:pt x="1285453" y="63739"/>
                  <a:pt x="1282144" y="66576"/>
                </a:cubicBezTo>
                <a:cubicBezTo>
                  <a:pt x="1278836" y="69413"/>
                  <a:pt x="1277182" y="72557"/>
                  <a:pt x="1277182" y="76007"/>
                </a:cubicBezTo>
                <a:cubicBezTo>
                  <a:pt x="1277182" y="80299"/>
                  <a:pt x="1278413" y="83979"/>
                  <a:pt x="1280875" y="87047"/>
                </a:cubicBezTo>
                <a:cubicBezTo>
                  <a:pt x="1283260" y="90189"/>
                  <a:pt x="1288107" y="93524"/>
                  <a:pt x="1295416" y="97051"/>
                </a:cubicBezTo>
                <a:lnTo>
                  <a:pt x="1312266" y="105216"/>
                </a:lnTo>
                <a:cubicBezTo>
                  <a:pt x="1327884" y="112823"/>
                  <a:pt x="1335694" y="122851"/>
                  <a:pt x="1335694" y="135298"/>
                </a:cubicBezTo>
                <a:cubicBezTo>
                  <a:pt x="1335694" y="144903"/>
                  <a:pt x="1332058" y="152645"/>
                  <a:pt x="1324788" y="158524"/>
                </a:cubicBezTo>
                <a:cubicBezTo>
                  <a:pt x="1317517" y="164402"/>
                  <a:pt x="1309381" y="167342"/>
                  <a:pt x="1300379" y="167342"/>
                </a:cubicBezTo>
                <a:cubicBezTo>
                  <a:pt x="1293916" y="167342"/>
                  <a:pt x="1286530" y="166245"/>
                  <a:pt x="1278220" y="164053"/>
                </a:cubicBezTo>
                <a:cubicBezTo>
                  <a:pt x="1275681" y="163322"/>
                  <a:pt x="1273604" y="162956"/>
                  <a:pt x="1271988" y="162956"/>
                </a:cubicBezTo>
                <a:cubicBezTo>
                  <a:pt x="1270219" y="162956"/>
                  <a:pt x="1268834" y="163879"/>
                  <a:pt x="1267834" y="165726"/>
                </a:cubicBezTo>
                <a:lnTo>
                  <a:pt x="1264025" y="165726"/>
                </a:lnTo>
                <a:lnTo>
                  <a:pt x="1264025" y="127872"/>
                </a:lnTo>
                <a:lnTo>
                  <a:pt x="1267834" y="127872"/>
                </a:lnTo>
                <a:cubicBezTo>
                  <a:pt x="1269988" y="138644"/>
                  <a:pt x="1274104" y="146761"/>
                  <a:pt x="1280182" y="152223"/>
                </a:cubicBezTo>
                <a:cubicBezTo>
                  <a:pt x="1286261" y="157686"/>
                  <a:pt x="1293070" y="160417"/>
                  <a:pt x="1300610" y="160417"/>
                </a:cubicBezTo>
                <a:cubicBezTo>
                  <a:pt x="1305918" y="160417"/>
                  <a:pt x="1310246" y="158868"/>
                  <a:pt x="1313593" y="155768"/>
                </a:cubicBezTo>
                <a:cubicBezTo>
                  <a:pt x="1316940" y="152667"/>
                  <a:pt x="1318613" y="148934"/>
                  <a:pt x="1318613" y="144570"/>
                </a:cubicBezTo>
                <a:cubicBezTo>
                  <a:pt x="1318613" y="139288"/>
                  <a:pt x="1316747" y="134848"/>
                  <a:pt x="1313016" y="131251"/>
                </a:cubicBezTo>
                <a:cubicBezTo>
                  <a:pt x="1309284" y="127652"/>
                  <a:pt x="1301841" y="123107"/>
                  <a:pt x="1290684" y="117615"/>
                </a:cubicBezTo>
                <a:cubicBezTo>
                  <a:pt x="1279528" y="112121"/>
                  <a:pt x="1272219" y="107140"/>
                  <a:pt x="1268757" y="102670"/>
                </a:cubicBezTo>
                <a:cubicBezTo>
                  <a:pt x="1265295" y="98277"/>
                  <a:pt x="1263564" y="92729"/>
                  <a:pt x="1263564" y="86026"/>
                </a:cubicBezTo>
                <a:cubicBezTo>
                  <a:pt x="1263564" y="77317"/>
                  <a:pt x="1266545" y="70036"/>
                  <a:pt x="1272508" y="64181"/>
                </a:cubicBezTo>
                <a:cubicBezTo>
                  <a:pt x="1278470" y="58324"/>
                  <a:pt x="1286184" y="55396"/>
                  <a:pt x="1295647" y="55396"/>
                </a:cubicBezTo>
                <a:cubicBezTo>
                  <a:pt x="1299802" y="55396"/>
                  <a:pt x="1304841" y="56281"/>
                  <a:pt x="1310765" y="58050"/>
                </a:cubicBezTo>
                <a:cubicBezTo>
                  <a:pt x="1314689" y="59204"/>
                  <a:pt x="1317305" y="59781"/>
                  <a:pt x="1318613" y="59781"/>
                </a:cubicBezTo>
                <a:cubicBezTo>
                  <a:pt x="1319844" y="59781"/>
                  <a:pt x="1320806" y="59512"/>
                  <a:pt x="1321498" y="58974"/>
                </a:cubicBezTo>
                <a:cubicBezTo>
                  <a:pt x="1322191" y="58435"/>
                  <a:pt x="1322999" y="57242"/>
                  <a:pt x="1323922" y="55396"/>
                </a:cubicBezTo>
                <a:lnTo>
                  <a:pt x="1327730" y="55396"/>
                </a:lnTo>
                <a:close/>
                <a:moveTo>
                  <a:pt x="1382024" y="23543"/>
                </a:moveTo>
                <a:lnTo>
                  <a:pt x="1382024" y="58396"/>
                </a:lnTo>
                <a:lnTo>
                  <a:pt x="1406721" y="58396"/>
                </a:lnTo>
                <a:lnTo>
                  <a:pt x="1406721" y="66244"/>
                </a:lnTo>
                <a:lnTo>
                  <a:pt x="1382024" y="66475"/>
                </a:lnTo>
                <a:lnTo>
                  <a:pt x="1382024" y="135121"/>
                </a:lnTo>
                <a:cubicBezTo>
                  <a:pt x="1382024" y="141976"/>
                  <a:pt x="1383005" y="146598"/>
                  <a:pt x="1384967" y="148988"/>
                </a:cubicBezTo>
                <a:cubicBezTo>
                  <a:pt x="1386929" y="151376"/>
                  <a:pt x="1389448" y="152569"/>
                  <a:pt x="1392526" y="152569"/>
                </a:cubicBezTo>
                <a:cubicBezTo>
                  <a:pt x="1395065" y="152569"/>
                  <a:pt x="1397527" y="151771"/>
                  <a:pt x="1399912" y="150175"/>
                </a:cubicBezTo>
                <a:cubicBezTo>
                  <a:pt x="1402297" y="148578"/>
                  <a:pt x="1404144" y="146222"/>
                  <a:pt x="1405452" y="143106"/>
                </a:cubicBezTo>
                <a:lnTo>
                  <a:pt x="1409953" y="143106"/>
                </a:lnTo>
                <a:cubicBezTo>
                  <a:pt x="1407260" y="150684"/>
                  <a:pt x="1403451" y="156388"/>
                  <a:pt x="1398527" y="160215"/>
                </a:cubicBezTo>
                <a:cubicBezTo>
                  <a:pt x="1393603" y="164043"/>
                  <a:pt x="1388525" y="165957"/>
                  <a:pt x="1383293" y="165957"/>
                </a:cubicBezTo>
                <a:cubicBezTo>
                  <a:pt x="1379754" y="165957"/>
                  <a:pt x="1376292" y="164972"/>
                  <a:pt x="1372907" y="163003"/>
                </a:cubicBezTo>
                <a:cubicBezTo>
                  <a:pt x="1369521" y="161034"/>
                  <a:pt x="1367021" y="158216"/>
                  <a:pt x="1365405" y="154549"/>
                </a:cubicBezTo>
                <a:cubicBezTo>
                  <a:pt x="1363789" y="150883"/>
                  <a:pt x="1362981" y="145228"/>
                  <a:pt x="1362981" y="137584"/>
                </a:cubicBezTo>
                <a:lnTo>
                  <a:pt x="1362981" y="66244"/>
                </a:lnTo>
                <a:lnTo>
                  <a:pt x="1346247" y="66244"/>
                </a:lnTo>
                <a:lnTo>
                  <a:pt x="1346247" y="62544"/>
                </a:lnTo>
                <a:cubicBezTo>
                  <a:pt x="1350479" y="60861"/>
                  <a:pt x="1354807" y="58012"/>
                  <a:pt x="1359231" y="53997"/>
                </a:cubicBezTo>
                <a:cubicBezTo>
                  <a:pt x="1363655" y="49981"/>
                  <a:pt x="1367598" y="45195"/>
                  <a:pt x="1371060" y="39639"/>
                </a:cubicBezTo>
                <a:cubicBezTo>
                  <a:pt x="1372830" y="36706"/>
                  <a:pt x="1375292" y="31340"/>
                  <a:pt x="1378446" y="23543"/>
                </a:cubicBezTo>
                <a:lnTo>
                  <a:pt x="1382024" y="23543"/>
                </a:lnTo>
                <a:close/>
                <a:moveTo>
                  <a:pt x="1434752" y="98328"/>
                </a:moveTo>
                <a:cubicBezTo>
                  <a:pt x="1434675" y="113951"/>
                  <a:pt x="1438484" y="126205"/>
                  <a:pt x="1446178" y="135089"/>
                </a:cubicBezTo>
                <a:cubicBezTo>
                  <a:pt x="1453872" y="143973"/>
                  <a:pt x="1462912" y="148415"/>
                  <a:pt x="1473299" y="148415"/>
                </a:cubicBezTo>
                <a:cubicBezTo>
                  <a:pt x="1480223" y="148415"/>
                  <a:pt x="1486244" y="146502"/>
                  <a:pt x="1491360" y="142677"/>
                </a:cubicBezTo>
                <a:cubicBezTo>
                  <a:pt x="1496476" y="138851"/>
                  <a:pt x="1500766" y="132301"/>
                  <a:pt x="1504228" y="123025"/>
                </a:cubicBezTo>
                <a:lnTo>
                  <a:pt x="1507806" y="125344"/>
                </a:lnTo>
                <a:cubicBezTo>
                  <a:pt x="1506190" y="135940"/>
                  <a:pt x="1501497" y="145588"/>
                  <a:pt x="1493726" y="154290"/>
                </a:cubicBezTo>
                <a:cubicBezTo>
                  <a:pt x="1485955" y="162991"/>
                  <a:pt x="1476222" y="167342"/>
                  <a:pt x="1464528" y="167342"/>
                </a:cubicBezTo>
                <a:cubicBezTo>
                  <a:pt x="1451833" y="167342"/>
                  <a:pt x="1440965" y="162409"/>
                  <a:pt x="1431925" y="152544"/>
                </a:cubicBezTo>
                <a:cubicBezTo>
                  <a:pt x="1422884" y="142677"/>
                  <a:pt x="1418364" y="129412"/>
                  <a:pt x="1418364" y="112750"/>
                </a:cubicBezTo>
                <a:cubicBezTo>
                  <a:pt x="1418364" y="94708"/>
                  <a:pt x="1423000" y="80639"/>
                  <a:pt x="1432271" y="70543"/>
                </a:cubicBezTo>
                <a:cubicBezTo>
                  <a:pt x="1441542" y="60445"/>
                  <a:pt x="1453179" y="55396"/>
                  <a:pt x="1467182" y="55396"/>
                </a:cubicBezTo>
                <a:cubicBezTo>
                  <a:pt x="1479031" y="55396"/>
                  <a:pt x="1488763" y="59291"/>
                  <a:pt x="1496380" y="67081"/>
                </a:cubicBezTo>
                <a:cubicBezTo>
                  <a:pt x="1503997" y="74869"/>
                  <a:pt x="1507806" y="85284"/>
                  <a:pt x="1507806" y="98328"/>
                </a:cubicBezTo>
                <a:lnTo>
                  <a:pt x="1434752" y="98328"/>
                </a:lnTo>
                <a:moveTo>
                  <a:pt x="1434752" y="91634"/>
                </a:moveTo>
                <a:lnTo>
                  <a:pt x="1483685" y="91634"/>
                </a:lnTo>
                <a:cubicBezTo>
                  <a:pt x="1483301" y="84919"/>
                  <a:pt x="1482493" y="80188"/>
                  <a:pt x="1481262" y="77442"/>
                </a:cubicBezTo>
                <a:cubicBezTo>
                  <a:pt x="1479338" y="73167"/>
                  <a:pt x="1476472" y="69810"/>
                  <a:pt x="1472664" y="67369"/>
                </a:cubicBezTo>
                <a:cubicBezTo>
                  <a:pt x="1468855" y="64927"/>
                  <a:pt x="1464874" y="63705"/>
                  <a:pt x="1460719" y="63705"/>
                </a:cubicBezTo>
                <a:cubicBezTo>
                  <a:pt x="1454333" y="63705"/>
                  <a:pt x="1448620" y="66166"/>
                  <a:pt x="1443581" y="71088"/>
                </a:cubicBezTo>
                <a:cubicBezTo>
                  <a:pt x="1438542" y="76009"/>
                  <a:pt x="1435599" y="82858"/>
                  <a:pt x="1434752" y="91634"/>
                </a:cubicBezTo>
                <a:close/>
                <a:moveTo>
                  <a:pt x="1596696" y="152230"/>
                </a:moveTo>
                <a:cubicBezTo>
                  <a:pt x="1591541" y="157614"/>
                  <a:pt x="1586502" y="161479"/>
                  <a:pt x="1581578" y="163825"/>
                </a:cubicBezTo>
                <a:cubicBezTo>
                  <a:pt x="1576654" y="166170"/>
                  <a:pt x="1571345" y="167342"/>
                  <a:pt x="1565651" y="167342"/>
                </a:cubicBezTo>
                <a:cubicBezTo>
                  <a:pt x="1554111" y="167342"/>
                  <a:pt x="1544032" y="162525"/>
                  <a:pt x="1535414" y="152890"/>
                </a:cubicBezTo>
                <a:cubicBezTo>
                  <a:pt x="1526797" y="143254"/>
                  <a:pt x="1522489" y="130872"/>
                  <a:pt x="1522489" y="115743"/>
                </a:cubicBezTo>
                <a:cubicBezTo>
                  <a:pt x="1522489" y="100618"/>
                  <a:pt x="1527259" y="86778"/>
                  <a:pt x="1536799" y="74225"/>
                </a:cubicBezTo>
                <a:cubicBezTo>
                  <a:pt x="1546340" y="61672"/>
                  <a:pt x="1558611" y="55396"/>
                  <a:pt x="1573615" y="55396"/>
                </a:cubicBezTo>
                <a:cubicBezTo>
                  <a:pt x="1582924" y="55396"/>
                  <a:pt x="1590618" y="58357"/>
                  <a:pt x="1596696" y="64279"/>
                </a:cubicBezTo>
                <a:lnTo>
                  <a:pt x="1596696" y="44548"/>
                </a:lnTo>
                <a:cubicBezTo>
                  <a:pt x="1596696" y="32519"/>
                  <a:pt x="1596408" y="25125"/>
                  <a:pt x="1595831" y="22368"/>
                </a:cubicBezTo>
                <a:cubicBezTo>
                  <a:pt x="1595254" y="19610"/>
                  <a:pt x="1594350" y="17732"/>
                  <a:pt x="1593119" y="16734"/>
                </a:cubicBezTo>
                <a:cubicBezTo>
                  <a:pt x="1591887" y="15734"/>
                  <a:pt x="1590349" y="15234"/>
                  <a:pt x="1588502" y="15234"/>
                </a:cubicBezTo>
                <a:cubicBezTo>
                  <a:pt x="1586502" y="15234"/>
                  <a:pt x="1583847" y="15849"/>
                  <a:pt x="1580539" y="17080"/>
                </a:cubicBezTo>
                <a:lnTo>
                  <a:pt x="1579039" y="12926"/>
                </a:lnTo>
                <a:lnTo>
                  <a:pt x="1610545" y="0"/>
                </a:lnTo>
                <a:lnTo>
                  <a:pt x="1615738" y="0"/>
                </a:lnTo>
                <a:lnTo>
                  <a:pt x="1615738" y="122333"/>
                </a:lnTo>
                <a:cubicBezTo>
                  <a:pt x="1615738" y="134669"/>
                  <a:pt x="1616027" y="142197"/>
                  <a:pt x="1616604" y="144916"/>
                </a:cubicBezTo>
                <a:cubicBezTo>
                  <a:pt x="1617181" y="147636"/>
                  <a:pt x="1618104" y="149534"/>
                  <a:pt x="1619374" y="150611"/>
                </a:cubicBezTo>
                <a:cubicBezTo>
                  <a:pt x="1620643" y="151686"/>
                  <a:pt x="1622124" y="152223"/>
                  <a:pt x="1623817" y="152223"/>
                </a:cubicBezTo>
                <a:cubicBezTo>
                  <a:pt x="1625894" y="152223"/>
                  <a:pt x="1628664" y="151569"/>
                  <a:pt x="1632126" y="150261"/>
                </a:cubicBezTo>
                <a:lnTo>
                  <a:pt x="1633396" y="154416"/>
                </a:lnTo>
                <a:lnTo>
                  <a:pt x="1602005" y="167342"/>
                </a:lnTo>
                <a:lnTo>
                  <a:pt x="1596696" y="167342"/>
                </a:lnTo>
                <a:lnTo>
                  <a:pt x="1596696" y="152230"/>
                </a:lnTo>
                <a:moveTo>
                  <a:pt x="1596696" y="144170"/>
                </a:moveTo>
                <a:lnTo>
                  <a:pt x="1596696" y="89834"/>
                </a:lnTo>
                <a:cubicBezTo>
                  <a:pt x="1596235" y="84615"/>
                  <a:pt x="1594850" y="79856"/>
                  <a:pt x="1592541" y="75560"/>
                </a:cubicBezTo>
                <a:cubicBezTo>
                  <a:pt x="1590233" y="71261"/>
                  <a:pt x="1587175" y="68019"/>
                  <a:pt x="1583367" y="65833"/>
                </a:cubicBezTo>
                <a:cubicBezTo>
                  <a:pt x="1579558" y="63645"/>
                  <a:pt x="1575846" y="62551"/>
                  <a:pt x="1572230" y="62551"/>
                </a:cubicBezTo>
                <a:cubicBezTo>
                  <a:pt x="1565459" y="62551"/>
                  <a:pt x="1559419" y="65583"/>
                  <a:pt x="1554111" y="71647"/>
                </a:cubicBezTo>
                <a:cubicBezTo>
                  <a:pt x="1547109" y="79627"/>
                  <a:pt x="1543608" y="91291"/>
                  <a:pt x="1543608" y="106641"/>
                </a:cubicBezTo>
                <a:cubicBezTo>
                  <a:pt x="1543608" y="122144"/>
                  <a:pt x="1546994" y="134021"/>
                  <a:pt x="1553764" y="142273"/>
                </a:cubicBezTo>
                <a:cubicBezTo>
                  <a:pt x="1560535" y="150522"/>
                  <a:pt x="1568075" y="154647"/>
                  <a:pt x="1576384" y="154647"/>
                </a:cubicBezTo>
                <a:cubicBezTo>
                  <a:pt x="1583386" y="154647"/>
                  <a:pt x="1590156" y="151154"/>
                  <a:pt x="1596696" y="14417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022e7701314a67"/>
          <a:stretch xmlns:a="http://schemas.openxmlformats.org/drawingml/2006/main"/>
        </p:blipFill>
        <p:spPr>
          <a:xfrm xmlns:a="http://schemas.openxmlformats.org/drawingml/2006/main">
            <a:off x="11441878" y="2168682"/>
            <a:ext cx="654689" cy="688583"/>
          </a:xfrm>
          <a:prstGeom xmlns:a="http://schemas.openxmlformats.org/drawingml/2006/main" prst="rect">
            <a:avLst/>
          </a:prstGeom>
        </p:spPr>
      </p:pic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8EBF16-3E9F-444A-B012-8D815DA9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8660" y="2461094"/>
            <a:ext cx="349728" cy="98482"/>
          </a:xfrm>
          <a:custGeom xmlns:a="http://schemas.openxmlformats.org/drawingml/2006/main">
            <a:pathLst>
              <a:path w="349728" h="98482">
                <a:moveTo>
                  <a:pt x="251246" y="98482"/>
                </a:moveTo>
                <a:lnTo>
                  <a:pt x="349728" y="49241"/>
                </a:lnTo>
                <a:lnTo>
                  <a:pt x="251246" y="0"/>
                </a:lnTo>
                <a:lnTo>
                  <a:pt x="251246" y="32827"/>
                </a:lnTo>
                <a:lnTo>
                  <a:pt x="158450" y="32827"/>
                </a:lnTo>
                <a:lnTo>
                  <a:pt x="158450" y="34324"/>
                </a:lnTo>
                <a:lnTo>
                  <a:pt x="0" y="34324"/>
                </a:lnTo>
                <a:lnTo>
                  <a:pt x="0" y="67151"/>
                </a:lnTo>
                <a:lnTo>
                  <a:pt x="191277" y="67151"/>
                </a:lnTo>
                <a:lnTo>
                  <a:pt x="191277" y="65654"/>
                </a:lnTo>
                <a:lnTo>
                  <a:pt x="251246" y="65654"/>
                </a:lnTo>
                <a:lnTo>
                  <a:pt x="251246" y="98482"/>
                </a:lnTo>
                <a:close/>
              </a:path>
            </a:pathLst>
          </a:custGeom>
          <a:solidFill xmlns:a="http://schemas.openxmlformats.org/drawingml/2006/main">
            <a:srgbClr val="76717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5CA5F8-4D54-40B6-9015-180A7789A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7639" y="2417276"/>
            <a:ext cx="186852" cy="186104"/>
          </a:xfrm>
          <a:custGeom xmlns:a="http://schemas.openxmlformats.org/drawingml/2006/main">
            <a:pathLst>
              <a:path w="186852" h="186104">
                <a:moveTo>
                  <a:pt x="0" y="93334"/>
                </a:moveTo>
                <a:cubicBezTo>
                  <a:pt x="748" y="41664"/>
                  <a:pt x="42413" y="0"/>
                  <a:pt x="93807" y="0"/>
                </a:cubicBezTo>
                <a:cubicBezTo>
                  <a:pt x="145188" y="0"/>
                  <a:pt x="186852" y="41664"/>
                  <a:pt x="186852" y="93058"/>
                </a:cubicBezTo>
                <a:cubicBezTo>
                  <a:pt x="186852" y="144453"/>
                  <a:pt x="145188" y="186104"/>
                  <a:pt x="93807" y="186104"/>
                </a:cubicBezTo>
                <a:cubicBezTo>
                  <a:pt x="42413" y="186104"/>
                  <a:pt x="748" y="144453"/>
                  <a:pt x="0" y="93334"/>
                </a:cubicBezTo>
              </a:path>
            </a:pathLst>
          </a:custGeom>
          <a:solidFill xmlns:a="http://schemas.openxmlformats.org/drawingml/2006/main">
            <a:srgbClr val="76717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1AE989-7938-4083-924F-54B24B9F7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1822" y="2410711"/>
            <a:ext cx="199235" cy="199248"/>
          </a:xfrm>
          <a:custGeom xmlns:a="http://schemas.openxmlformats.org/drawingml/2006/main">
            <a:pathLst>
              <a:path w="199235" h="199248">
                <a:moveTo>
                  <a:pt x="4478" y="129247"/>
                </a:moveTo>
                <a:lnTo>
                  <a:pt x="6040" y="133869"/>
                </a:lnTo>
                <a:lnTo>
                  <a:pt x="7826" y="138399"/>
                </a:lnTo>
                <a:lnTo>
                  <a:pt x="9822" y="142811"/>
                </a:lnTo>
                <a:lnTo>
                  <a:pt x="12028" y="147105"/>
                </a:lnTo>
                <a:lnTo>
                  <a:pt x="14431" y="151281"/>
                </a:lnTo>
                <a:lnTo>
                  <a:pt x="17018" y="155325"/>
                </a:lnTo>
                <a:lnTo>
                  <a:pt x="19788" y="159225"/>
                </a:lnTo>
                <a:lnTo>
                  <a:pt x="22743" y="162993"/>
                </a:lnTo>
                <a:lnTo>
                  <a:pt x="25881" y="166604"/>
                </a:lnTo>
                <a:lnTo>
                  <a:pt x="29177" y="170058"/>
                </a:lnTo>
                <a:lnTo>
                  <a:pt x="32630" y="173367"/>
                </a:lnTo>
                <a:lnTo>
                  <a:pt x="36254" y="176492"/>
                </a:lnTo>
                <a:lnTo>
                  <a:pt x="40010" y="179446"/>
                </a:lnTo>
                <a:lnTo>
                  <a:pt x="43910" y="182230"/>
                </a:lnTo>
                <a:lnTo>
                  <a:pt x="47954" y="184817"/>
                </a:lnTo>
                <a:lnTo>
                  <a:pt x="52130" y="187220"/>
                </a:lnTo>
                <a:lnTo>
                  <a:pt x="56423" y="189413"/>
                </a:lnTo>
                <a:lnTo>
                  <a:pt x="60835" y="191409"/>
                </a:lnTo>
                <a:lnTo>
                  <a:pt x="65365" y="193194"/>
                </a:lnTo>
                <a:lnTo>
                  <a:pt x="70001" y="194757"/>
                </a:lnTo>
                <a:lnTo>
                  <a:pt x="74728" y="196110"/>
                </a:lnTo>
                <a:lnTo>
                  <a:pt x="79547" y="197213"/>
                </a:lnTo>
                <a:lnTo>
                  <a:pt x="84458" y="198092"/>
                </a:lnTo>
                <a:lnTo>
                  <a:pt x="89447" y="198723"/>
                </a:lnTo>
                <a:lnTo>
                  <a:pt x="94503" y="199116"/>
                </a:lnTo>
                <a:lnTo>
                  <a:pt x="99624" y="199248"/>
                </a:lnTo>
                <a:lnTo>
                  <a:pt x="104745" y="199116"/>
                </a:lnTo>
                <a:lnTo>
                  <a:pt x="109800" y="198723"/>
                </a:lnTo>
                <a:lnTo>
                  <a:pt x="114777" y="198092"/>
                </a:lnTo>
                <a:lnTo>
                  <a:pt x="119688" y="197213"/>
                </a:lnTo>
                <a:lnTo>
                  <a:pt x="124507" y="196110"/>
                </a:lnTo>
                <a:lnTo>
                  <a:pt x="129234" y="194757"/>
                </a:lnTo>
                <a:lnTo>
                  <a:pt x="133869" y="193194"/>
                </a:lnTo>
                <a:lnTo>
                  <a:pt x="138399" y="191409"/>
                </a:lnTo>
                <a:lnTo>
                  <a:pt x="142811" y="189413"/>
                </a:lnTo>
                <a:lnTo>
                  <a:pt x="147105" y="187220"/>
                </a:lnTo>
                <a:lnTo>
                  <a:pt x="151281" y="184817"/>
                </a:lnTo>
                <a:lnTo>
                  <a:pt x="155325" y="182230"/>
                </a:lnTo>
                <a:lnTo>
                  <a:pt x="159225" y="179446"/>
                </a:lnTo>
                <a:lnTo>
                  <a:pt x="162993" y="176492"/>
                </a:lnTo>
                <a:lnTo>
                  <a:pt x="166604" y="173367"/>
                </a:lnTo>
                <a:lnTo>
                  <a:pt x="170058" y="170058"/>
                </a:lnTo>
                <a:lnTo>
                  <a:pt x="173354" y="166604"/>
                </a:lnTo>
                <a:lnTo>
                  <a:pt x="176492" y="162993"/>
                </a:lnTo>
                <a:lnTo>
                  <a:pt x="179446" y="159225"/>
                </a:lnTo>
                <a:lnTo>
                  <a:pt x="182217" y="155325"/>
                </a:lnTo>
                <a:lnTo>
                  <a:pt x="184817" y="151281"/>
                </a:lnTo>
                <a:lnTo>
                  <a:pt x="187207" y="147105"/>
                </a:lnTo>
                <a:lnTo>
                  <a:pt x="189413" y="142811"/>
                </a:lnTo>
                <a:lnTo>
                  <a:pt x="191409" y="138399"/>
                </a:lnTo>
                <a:lnTo>
                  <a:pt x="193194" y="133869"/>
                </a:lnTo>
                <a:lnTo>
                  <a:pt x="194757" y="129247"/>
                </a:lnTo>
                <a:lnTo>
                  <a:pt x="196110" y="124507"/>
                </a:lnTo>
                <a:lnTo>
                  <a:pt x="197213" y="119688"/>
                </a:lnTo>
                <a:lnTo>
                  <a:pt x="198092" y="114790"/>
                </a:lnTo>
                <a:lnTo>
                  <a:pt x="198723" y="109800"/>
                </a:lnTo>
                <a:lnTo>
                  <a:pt x="199116" y="104745"/>
                </a:lnTo>
                <a:lnTo>
                  <a:pt x="199235" y="99624"/>
                </a:lnTo>
                <a:lnTo>
                  <a:pt x="199116" y="94503"/>
                </a:lnTo>
                <a:lnTo>
                  <a:pt x="198723" y="89447"/>
                </a:lnTo>
                <a:lnTo>
                  <a:pt x="198092" y="84458"/>
                </a:lnTo>
                <a:lnTo>
                  <a:pt x="197213" y="79547"/>
                </a:lnTo>
                <a:lnTo>
                  <a:pt x="196110" y="74728"/>
                </a:lnTo>
                <a:lnTo>
                  <a:pt x="194757" y="70001"/>
                </a:lnTo>
                <a:lnTo>
                  <a:pt x="193194" y="65365"/>
                </a:lnTo>
                <a:lnTo>
                  <a:pt x="191409" y="60848"/>
                </a:lnTo>
                <a:lnTo>
                  <a:pt x="189413" y="56423"/>
                </a:lnTo>
                <a:lnTo>
                  <a:pt x="187207" y="52130"/>
                </a:lnTo>
                <a:lnTo>
                  <a:pt x="184817" y="47954"/>
                </a:lnTo>
                <a:lnTo>
                  <a:pt x="182217" y="43923"/>
                </a:lnTo>
                <a:lnTo>
                  <a:pt x="179446" y="40010"/>
                </a:lnTo>
                <a:lnTo>
                  <a:pt x="176492" y="36254"/>
                </a:lnTo>
                <a:lnTo>
                  <a:pt x="173354" y="32643"/>
                </a:lnTo>
                <a:lnTo>
                  <a:pt x="170058" y="29177"/>
                </a:lnTo>
                <a:lnTo>
                  <a:pt x="166604" y="25881"/>
                </a:lnTo>
                <a:lnTo>
                  <a:pt x="162993" y="22756"/>
                </a:lnTo>
                <a:lnTo>
                  <a:pt x="159225" y="19801"/>
                </a:lnTo>
                <a:lnTo>
                  <a:pt x="155325" y="17018"/>
                </a:lnTo>
                <a:lnTo>
                  <a:pt x="151281" y="14431"/>
                </a:lnTo>
                <a:lnTo>
                  <a:pt x="147105" y="12028"/>
                </a:lnTo>
                <a:lnTo>
                  <a:pt x="142811" y="9822"/>
                </a:lnTo>
                <a:lnTo>
                  <a:pt x="138399" y="7826"/>
                </a:lnTo>
                <a:lnTo>
                  <a:pt x="133869" y="6053"/>
                </a:lnTo>
                <a:lnTo>
                  <a:pt x="129234" y="4478"/>
                </a:lnTo>
                <a:lnTo>
                  <a:pt x="124507" y="3138"/>
                </a:lnTo>
                <a:lnTo>
                  <a:pt x="119688" y="2022"/>
                </a:lnTo>
                <a:lnTo>
                  <a:pt x="114777" y="1142"/>
                </a:lnTo>
                <a:lnTo>
                  <a:pt x="109800" y="512"/>
                </a:lnTo>
                <a:lnTo>
                  <a:pt x="104745" y="131"/>
                </a:lnTo>
                <a:lnTo>
                  <a:pt x="99624" y="0"/>
                </a:lnTo>
                <a:lnTo>
                  <a:pt x="94503" y="131"/>
                </a:lnTo>
                <a:lnTo>
                  <a:pt x="89447" y="512"/>
                </a:lnTo>
                <a:lnTo>
                  <a:pt x="84458" y="1142"/>
                </a:lnTo>
                <a:lnTo>
                  <a:pt x="79547" y="2022"/>
                </a:lnTo>
                <a:lnTo>
                  <a:pt x="74728" y="3138"/>
                </a:lnTo>
                <a:lnTo>
                  <a:pt x="70001" y="4478"/>
                </a:lnTo>
                <a:lnTo>
                  <a:pt x="65365" y="6053"/>
                </a:lnTo>
                <a:lnTo>
                  <a:pt x="60835" y="7826"/>
                </a:lnTo>
                <a:lnTo>
                  <a:pt x="56423" y="9822"/>
                </a:lnTo>
                <a:lnTo>
                  <a:pt x="52130" y="12028"/>
                </a:lnTo>
                <a:lnTo>
                  <a:pt x="47954" y="14431"/>
                </a:lnTo>
                <a:lnTo>
                  <a:pt x="43910" y="17018"/>
                </a:lnTo>
                <a:lnTo>
                  <a:pt x="40010" y="19801"/>
                </a:lnTo>
                <a:lnTo>
                  <a:pt x="36254" y="22756"/>
                </a:lnTo>
                <a:lnTo>
                  <a:pt x="32630" y="25881"/>
                </a:lnTo>
                <a:lnTo>
                  <a:pt x="29177" y="29177"/>
                </a:lnTo>
                <a:lnTo>
                  <a:pt x="25881" y="32643"/>
                </a:lnTo>
                <a:lnTo>
                  <a:pt x="22743" y="36254"/>
                </a:lnTo>
                <a:lnTo>
                  <a:pt x="19788" y="40010"/>
                </a:lnTo>
                <a:lnTo>
                  <a:pt x="17018" y="43923"/>
                </a:lnTo>
                <a:lnTo>
                  <a:pt x="14431" y="47954"/>
                </a:lnTo>
                <a:lnTo>
                  <a:pt x="12028" y="52130"/>
                </a:lnTo>
                <a:lnTo>
                  <a:pt x="9822" y="56423"/>
                </a:lnTo>
                <a:lnTo>
                  <a:pt x="7826" y="60848"/>
                </a:lnTo>
                <a:lnTo>
                  <a:pt x="6040" y="65365"/>
                </a:lnTo>
                <a:lnTo>
                  <a:pt x="4478" y="70001"/>
                </a:lnTo>
                <a:lnTo>
                  <a:pt x="3138" y="74728"/>
                </a:lnTo>
                <a:lnTo>
                  <a:pt x="2022" y="79547"/>
                </a:lnTo>
                <a:lnTo>
                  <a:pt x="1142" y="84458"/>
                </a:lnTo>
                <a:lnTo>
                  <a:pt x="512" y="89447"/>
                </a:lnTo>
                <a:lnTo>
                  <a:pt x="131" y="94503"/>
                </a:lnTo>
                <a:lnTo>
                  <a:pt x="0" y="99624"/>
                </a:lnTo>
                <a:lnTo>
                  <a:pt x="131" y="104745"/>
                </a:lnTo>
                <a:lnTo>
                  <a:pt x="512" y="109800"/>
                </a:lnTo>
                <a:lnTo>
                  <a:pt x="1142" y="114790"/>
                </a:lnTo>
                <a:lnTo>
                  <a:pt x="2022" y="119688"/>
                </a:lnTo>
                <a:lnTo>
                  <a:pt x="3138" y="124507"/>
                </a:lnTo>
                <a:lnTo>
                  <a:pt x="4478" y="129247"/>
                </a:lnTo>
                <a:close/>
                <a:moveTo>
                  <a:pt x="14141" y="86398"/>
                </a:moveTo>
                <a:lnTo>
                  <a:pt x="14893" y="82160"/>
                </a:lnTo>
                <a:lnTo>
                  <a:pt x="15842" y="78043"/>
                </a:lnTo>
                <a:lnTo>
                  <a:pt x="17060" y="73779"/>
                </a:lnTo>
                <a:lnTo>
                  <a:pt x="18398" y="69836"/>
                </a:lnTo>
                <a:lnTo>
                  <a:pt x="19902" y="66023"/>
                </a:lnTo>
                <a:lnTo>
                  <a:pt x="21600" y="62241"/>
                </a:lnTo>
                <a:lnTo>
                  <a:pt x="23523" y="58482"/>
                </a:lnTo>
                <a:lnTo>
                  <a:pt x="25723" y="54638"/>
                </a:lnTo>
                <a:lnTo>
                  <a:pt x="25566" y="54913"/>
                </a:lnTo>
                <a:lnTo>
                  <a:pt x="27840" y="51354"/>
                </a:lnTo>
                <a:lnTo>
                  <a:pt x="30283" y="47918"/>
                </a:lnTo>
                <a:lnTo>
                  <a:pt x="32896" y="44584"/>
                </a:lnTo>
                <a:lnTo>
                  <a:pt x="35550" y="41526"/>
                </a:lnTo>
                <a:lnTo>
                  <a:pt x="38565" y="38355"/>
                </a:lnTo>
                <a:lnTo>
                  <a:pt x="38355" y="38578"/>
                </a:lnTo>
                <a:lnTo>
                  <a:pt x="41528" y="35547"/>
                </a:lnTo>
                <a:lnTo>
                  <a:pt x="44724" y="32775"/>
                </a:lnTo>
                <a:lnTo>
                  <a:pt x="44487" y="32985"/>
                </a:lnTo>
                <a:lnTo>
                  <a:pt x="47874" y="30318"/>
                </a:lnTo>
                <a:lnTo>
                  <a:pt x="51354" y="27840"/>
                </a:lnTo>
                <a:lnTo>
                  <a:pt x="54724" y="25687"/>
                </a:lnTo>
                <a:lnTo>
                  <a:pt x="58281" y="23639"/>
                </a:lnTo>
                <a:lnTo>
                  <a:pt x="62046" y="21701"/>
                </a:lnTo>
                <a:lnTo>
                  <a:pt x="66032" y="19898"/>
                </a:lnTo>
                <a:lnTo>
                  <a:pt x="69748" y="18428"/>
                </a:lnTo>
                <a:lnTo>
                  <a:pt x="73779" y="17060"/>
                </a:lnTo>
                <a:lnTo>
                  <a:pt x="78155" y="15810"/>
                </a:lnTo>
                <a:lnTo>
                  <a:pt x="77840" y="15901"/>
                </a:lnTo>
                <a:lnTo>
                  <a:pt x="82212" y="14882"/>
                </a:lnTo>
                <a:lnTo>
                  <a:pt x="86384" y="14141"/>
                </a:lnTo>
                <a:lnTo>
                  <a:pt x="90900" y="13568"/>
                </a:lnTo>
                <a:lnTo>
                  <a:pt x="95230" y="13243"/>
                </a:lnTo>
                <a:lnTo>
                  <a:pt x="99618" y="13135"/>
                </a:lnTo>
                <a:lnTo>
                  <a:pt x="103998" y="13243"/>
                </a:lnTo>
                <a:lnTo>
                  <a:pt x="108335" y="13568"/>
                </a:lnTo>
                <a:lnTo>
                  <a:pt x="112851" y="14141"/>
                </a:lnTo>
                <a:lnTo>
                  <a:pt x="117023" y="14882"/>
                </a:lnTo>
                <a:lnTo>
                  <a:pt x="121395" y="15901"/>
                </a:lnTo>
                <a:lnTo>
                  <a:pt x="121080" y="15810"/>
                </a:lnTo>
                <a:lnTo>
                  <a:pt x="125492" y="17070"/>
                </a:lnTo>
                <a:lnTo>
                  <a:pt x="125190" y="16965"/>
                </a:lnTo>
                <a:lnTo>
                  <a:pt x="129492" y="18430"/>
                </a:lnTo>
                <a:lnTo>
                  <a:pt x="133436" y="19985"/>
                </a:lnTo>
                <a:lnTo>
                  <a:pt x="133134" y="19867"/>
                </a:lnTo>
                <a:lnTo>
                  <a:pt x="137195" y="21704"/>
                </a:lnTo>
                <a:lnTo>
                  <a:pt x="140846" y="23577"/>
                </a:lnTo>
                <a:lnTo>
                  <a:pt x="144510" y="25687"/>
                </a:lnTo>
                <a:lnTo>
                  <a:pt x="147880" y="27840"/>
                </a:lnTo>
                <a:lnTo>
                  <a:pt x="151488" y="30409"/>
                </a:lnTo>
                <a:lnTo>
                  <a:pt x="154747" y="32985"/>
                </a:lnTo>
                <a:lnTo>
                  <a:pt x="154511" y="32775"/>
                </a:lnTo>
                <a:lnTo>
                  <a:pt x="157709" y="35550"/>
                </a:lnTo>
                <a:lnTo>
                  <a:pt x="160778" y="38469"/>
                </a:lnTo>
                <a:lnTo>
                  <a:pt x="163685" y="41526"/>
                </a:lnTo>
                <a:lnTo>
                  <a:pt x="166339" y="44584"/>
                </a:lnTo>
                <a:lnTo>
                  <a:pt x="168951" y="47918"/>
                </a:lnTo>
                <a:lnTo>
                  <a:pt x="171395" y="51354"/>
                </a:lnTo>
                <a:lnTo>
                  <a:pt x="173669" y="54913"/>
                </a:lnTo>
                <a:lnTo>
                  <a:pt x="173511" y="54638"/>
                </a:lnTo>
                <a:lnTo>
                  <a:pt x="175712" y="58482"/>
                </a:lnTo>
                <a:lnTo>
                  <a:pt x="177642" y="62255"/>
                </a:lnTo>
                <a:lnTo>
                  <a:pt x="179381" y="66101"/>
                </a:lnTo>
                <a:lnTo>
                  <a:pt x="179249" y="65812"/>
                </a:lnTo>
                <a:lnTo>
                  <a:pt x="180917" y="70040"/>
                </a:lnTo>
                <a:lnTo>
                  <a:pt x="180812" y="69725"/>
                </a:lnTo>
                <a:lnTo>
                  <a:pt x="182252" y="74006"/>
                </a:lnTo>
                <a:lnTo>
                  <a:pt x="183392" y="78037"/>
                </a:lnTo>
                <a:lnTo>
                  <a:pt x="184341" y="82160"/>
                </a:lnTo>
                <a:lnTo>
                  <a:pt x="185132" y="86611"/>
                </a:lnTo>
                <a:lnTo>
                  <a:pt x="185093" y="86283"/>
                </a:lnTo>
                <a:lnTo>
                  <a:pt x="185648" y="90648"/>
                </a:lnTo>
                <a:lnTo>
                  <a:pt x="185991" y="95230"/>
                </a:lnTo>
                <a:lnTo>
                  <a:pt x="186100" y="99618"/>
                </a:lnTo>
                <a:lnTo>
                  <a:pt x="185991" y="104017"/>
                </a:lnTo>
                <a:lnTo>
                  <a:pt x="185647" y="108589"/>
                </a:lnTo>
                <a:lnTo>
                  <a:pt x="185093" y="112965"/>
                </a:lnTo>
                <a:lnTo>
                  <a:pt x="185132" y="112637"/>
                </a:lnTo>
                <a:lnTo>
                  <a:pt x="184342" y="117085"/>
                </a:lnTo>
                <a:lnTo>
                  <a:pt x="183392" y="121197"/>
                </a:lnTo>
                <a:lnTo>
                  <a:pt x="182251" y="125245"/>
                </a:lnTo>
                <a:lnTo>
                  <a:pt x="180895" y="129263"/>
                </a:lnTo>
                <a:lnTo>
                  <a:pt x="179285" y="133345"/>
                </a:lnTo>
                <a:lnTo>
                  <a:pt x="177642" y="136980"/>
                </a:lnTo>
                <a:lnTo>
                  <a:pt x="175599" y="140986"/>
                </a:lnTo>
                <a:lnTo>
                  <a:pt x="175744" y="140697"/>
                </a:lnTo>
                <a:lnTo>
                  <a:pt x="173601" y="144440"/>
                </a:lnTo>
                <a:lnTo>
                  <a:pt x="171399" y="147875"/>
                </a:lnTo>
                <a:lnTo>
                  <a:pt x="168947" y="151335"/>
                </a:lnTo>
                <a:lnTo>
                  <a:pt x="166445" y="154528"/>
                </a:lnTo>
                <a:lnTo>
                  <a:pt x="163555" y="157859"/>
                </a:lnTo>
                <a:lnTo>
                  <a:pt x="160778" y="160778"/>
                </a:lnTo>
                <a:lnTo>
                  <a:pt x="157717" y="163691"/>
                </a:lnTo>
                <a:lnTo>
                  <a:pt x="154654" y="166336"/>
                </a:lnTo>
                <a:lnTo>
                  <a:pt x="151324" y="168956"/>
                </a:lnTo>
                <a:lnTo>
                  <a:pt x="148057" y="171282"/>
                </a:lnTo>
                <a:lnTo>
                  <a:pt x="144501" y="173567"/>
                </a:lnTo>
                <a:lnTo>
                  <a:pt x="140846" y="175671"/>
                </a:lnTo>
                <a:lnTo>
                  <a:pt x="137195" y="177544"/>
                </a:lnTo>
                <a:lnTo>
                  <a:pt x="133345" y="179285"/>
                </a:lnTo>
                <a:lnTo>
                  <a:pt x="129263" y="180895"/>
                </a:lnTo>
                <a:lnTo>
                  <a:pt x="125309" y="182229"/>
                </a:lnTo>
                <a:lnTo>
                  <a:pt x="121198" y="183392"/>
                </a:lnTo>
                <a:lnTo>
                  <a:pt x="117019" y="184354"/>
                </a:lnTo>
                <a:lnTo>
                  <a:pt x="112840" y="185109"/>
                </a:lnTo>
                <a:lnTo>
                  <a:pt x="108586" y="185648"/>
                </a:lnTo>
                <a:lnTo>
                  <a:pt x="104240" y="185986"/>
                </a:lnTo>
                <a:lnTo>
                  <a:pt x="99618" y="186112"/>
                </a:lnTo>
                <a:lnTo>
                  <a:pt x="95002" y="185986"/>
                </a:lnTo>
                <a:lnTo>
                  <a:pt x="95330" y="186012"/>
                </a:lnTo>
                <a:lnTo>
                  <a:pt x="90648" y="185648"/>
                </a:lnTo>
                <a:lnTo>
                  <a:pt x="86395" y="185109"/>
                </a:lnTo>
                <a:lnTo>
                  <a:pt x="82215" y="184354"/>
                </a:lnTo>
                <a:lnTo>
                  <a:pt x="78037" y="183392"/>
                </a:lnTo>
                <a:lnTo>
                  <a:pt x="74006" y="182252"/>
                </a:lnTo>
                <a:lnTo>
                  <a:pt x="69969" y="180894"/>
                </a:lnTo>
                <a:lnTo>
                  <a:pt x="65812" y="179249"/>
                </a:lnTo>
                <a:lnTo>
                  <a:pt x="66101" y="179381"/>
                </a:lnTo>
                <a:lnTo>
                  <a:pt x="62046" y="177547"/>
                </a:lnTo>
                <a:lnTo>
                  <a:pt x="58281" y="175609"/>
                </a:lnTo>
                <a:lnTo>
                  <a:pt x="54734" y="173567"/>
                </a:lnTo>
                <a:lnTo>
                  <a:pt x="51178" y="171282"/>
                </a:lnTo>
                <a:lnTo>
                  <a:pt x="47744" y="168837"/>
                </a:lnTo>
                <a:lnTo>
                  <a:pt x="48006" y="169021"/>
                </a:lnTo>
                <a:lnTo>
                  <a:pt x="44577" y="166333"/>
                </a:lnTo>
                <a:lnTo>
                  <a:pt x="41521" y="163693"/>
                </a:lnTo>
                <a:lnTo>
                  <a:pt x="38355" y="160669"/>
                </a:lnTo>
                <a:lnTo>
                  <a:pt x="38565" y="160893"/>
                </a:lnTo>
                <a:lnTo>
                  <a:pt x="35680" y="157859"/>
                </a:lnTo>
                <a:lnTo>
                  <a:pt x="32790" y="154528"/>
                </a:lnTo>
                <a:lnTo>
                  <a:pt x="30288" y="151335"/>
                </a:lnTo>
                <a:lnTo>
                  <a:pt x="27836" y="147875"/>
                </a:lnTo>
                <a:lnTo>
                  <a:pt x="25633" y="144440"/>
                </a:lnTo>
                <a:lnTo>
                  <a:pt x="23491" y="140697"/>
                </a:lnTo>
                <a:lnTo>
                  <a:pt x="23636" y="140986"/>
                </a:lnTo>
                <a:lnTo>
                  <a:pt x="21600" y="136994"/>
                </a:lnTo>
                <a:lnTo>
                  <a:pt x="19867" y="133134"/>
                </a:lnTo>
                <a:lnTo>
                  <a:pt x="19985" y="133436"/>
                </a:lnTo>
                <a:lnTo>
                  <a:pt x="18430" y="129492"/>
                </a:lnTo>
                <a:lnTo>
                  <a:pt x="17059" y="125465"/>
                </a:lnTo>
                <a:lnTo>
                  <a:pt x="15841" y="121191"/>
                </a:lnTo>
                <a:lnTo>
                  <a:pt x="14893" y="117085"/>
                </a:lnTo>
                <a:lnTo>
                  <a:pt x="14141" y="112851"/>
                </a:lnTo>
                <a:lnTo>
                  <a:pt x="13568" y="108334"/>
                </a:lnTo>
                <a:lnTo>
                  <a:pt x="13243" y="104017"/>
                </a:lnTo>
                <a:lnTo>
                  <a:pt x="13135" y="99618"/>
                </a:lnTo>
                <a:lnTo>
                  <a:pt x="13243" y="95230"/>
                </a:lnTo>
                <a:lnTo>
                  <a:pt x="13568" y="90900"/>
                </a:lnTo>
                <a:lnTo>
                  <a:pt x="14141" y="86398"/>
                </a:lnTo>
                <a:close/>
              </a:path>
            </a:pathLst>
          </a:custGeom>
          <a:solidFill xmlns:a="http://schemas.openxmlformats.org/drawingml/2006/main">
            <a:srgbClr val="7C7C7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Text +">
            <a:extLst xmlns:a="http://schemas.openxmlformats.org/drawingml/2006/main">
              <a:ext uri="{FF2B5EF4-FFF2-40B4-BE49-F238E27FC236}">
                <a16:creationId xmlns:a16="http://schemas.microsoft.com/office/drawing/2014/main" id="{32548B8C-1A9B-41E0-BA0B-719D8DE90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1885" y="2479261"/>
            <a:ext cx="119123" cy="119563"/>
          </a:xfrm>
          <a:custGeom xmlns:a="http://schemas.openxmlformats.org/drawingml/2006/main">
            <a:pathLst>
              <a:path w="119123" h="119563">
                <a:moveTo>
                  <a:pt x="67597" y="51703"/>
                </a:moveTo>
                <a:lnTo>
                  <a:pt x="67597" y="0"/>
                </a:lnTo>
                <a:lnTo>
                  <a:pt x="51526" y="0"/>
                </a:lnTo>
                <a:lnTo>
                  <a:pt x="51526" y="51703"/>
                </a:lnTo>
                <a:lnTo>
                  <a:pt x="0" y="51703"/>
                </a:lnTo>
                <a:lnTo>
                  <a:pt x="0" y="67860"/>
                </a:lnTo>
                <a:lnTo>
                  <a:pt x="51526" y="67860"/>
                </a:lnTo>
                <a:lnTo>
                  <a:pt x="51526" y="119563"/>
                </a:lnTo>
                <a:lnTo>
                  <a:pt x="67597" y="119563"/>
                </a:lnTo>
                <a:lnTo>
                  <a:pt x="67597" y="67860"/>
                </a:lnTo>
                <a:lnTo>
                  <a:pt x="119123" y="67860"/>
                </a:lnTo>
                <a:lnTo>
                  <a:pt x="119123" y="51703"/>
                </a:lnTo>
                <a:lnTo>
                  <a:pt x="67597" y="5170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Text Agreed">
            <a:extLst xmlns:a="http://schemas.openxmlformats.org/drawingml/2006/main">
              <a:ext uri="{FF2B5EF4-FFF2-40B4-BE49-F238E27FC236}">
                <a16:creationId xmlns:a16="http://schemas.microsoft.com/office/drawing/2014/main" id="{24A67ADD-27F7-4C23-909B-6E5940025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0602" y="48913"/>
            <a:ext cx="694666" cy="215121"/>
          </a:xfrm>
          <a:custGeom xmlns:a="http://schemas.openxmlformats.org/drawingml/2006/main">
            <a:pathLst>
              <a:path w="694666" h="215121">
                <a:moveTo>
                  <a:pt x="106291" y="111715"/>
                </a:moveTo>
                <a:lnTo>
                  <a:pt x="45702" y="111715"/>
                </a:lnTo>
                <a:lnTo>
                  <a:pt x="35084" y="136412"/>
                </a:lnTo>
                <a:cubicBezTo>
                  <a:pt x="32468" y="142462"/>
                  <a:pt x="31160" y="146978"/>
                  <a:pt x="31160" y="149962"/>
                </a:cubicBezTo>
                <a:cubicBezTo>
                  <a:pt x="31160" y="152337"/>
                  <a:pt x="32295" y="154424"/>
                  <a:pt x="34565" y="156223"/>
                </a:cubicBezTo>
                <a:cubicBezTo>
                  <a:pt x="36834" y="158021"/>
                  <a:pt x="41739" y="159189"/>
                  <a:pt x="49279" y="159725"/>
                </a:cubicBezTo>
                <a:lnTo>
                  <a:pt x="49279" y="164110"/>
                </a:lnTo>
                <a:lnTo>
                  <a:pt x="0" y="164110"/>
                </a:lnTo>
                <a:lnTo>
                  <a:pt x="0" y="159725"/>
                </a:lnTo>
                <a:cubicBezTo>
                  <a:pt x="6540" y="158573"/>
                  <a:pt x="10771" y="157076"/>
                  <a:pt x="12695" y="155235"/>
                </a:cubicBezTo>
                <a:cubicBezTo>
                  <a:pt x="16619" y="151549"/>
                  <a:pt x="20966" y="144064"/>
                  <a:pt x="25736" y="132781"/>
                </a:cubicBezTo>
                <a:lnTo>
                  <a:pt x="80786" y="4155"/>
                </a:lnTo>
                <a:lnTo>
                  <a:pt x="84825" y="4155"/>
                </a:lnTo>
                <a:lnTo>
                  <a:pt x="139298" y="134220"/>
                </a:lnTo>
                <a:cubicBezTo>
                  <a:pt x="143683" y="144635"/>
                  <a:pt x="147665" y="151395"/>
                  <a:pt x="151242" y="154499"/>
                </a:cubicBezTo>
                <a:cubicBezTo>
                  <a:pt x="154820" y="157600"/>
                  <a:pt x="159802" y="159342"/>
                  <a:pt x="166188" y="159725"/>
                </a:cubicBezTo>
                <a:lnTo>
                  <a:pt x="166188" y="164110"/>
                </a:lnTo>
                <a:lnTo>
                  <a:pt x="104444" y="164110"/>
                </a:lnTo>
                <a:lnTo>
                  <a:pt x="104444" y="159725"/>
                </a:lnTo>
                <a:cubicBezTo>
                  <a:pt x="110676" y="159419"/>
                  <a:pt x="114889" y="158386"/>
                  <a:pt x="117081" y="156623"/>
                </a:cubicBezTo>
                <a:cubicBezTo>
                  <a:pt x="119274" y="154861"/>
                  <a:pt x="120371" y="152716"/>
                  <a:pt x="120371" y="150189"/>
                </a:cubicBezTo>
                <a:cubicBezTo>
                  <a:pt x="120371" y="146818"/>
                  <a:pt x="118832" y="141495"/>
                  <a:pt x="115754" y="134220"/>
                </a:cubicBezTo>
                <a:lnTo>
                  <a:pt x="106291" y="111715"/>
                </a:lnTo>
                <a:moveTo>
                  <a:pt x="103059" y="103175"/>
                </a:moveTo>
                <a:lnTo>
                  <a:pt x="76516" y="39931"/>
                </a:lnTo>
                <a:lnTo>
                  <a:pt x="49279" y="103175"/>
                </a:lnTo>
                <a:lnTo>
                  <a:pt x="103059" y="103175"/>
                </a:lnTo>
                <a:close/>
                <a:moveTo>
                  <a:pt x="204514" y="125589"/>
                </a:moveTo>
                <a:cubicBezTo>
                  <a:pt x="198052" y="122440"/>
                  <a:pt x="193089" y="118041"/>
                  <a:pt x="189627" y="112393"/>
                </a:cubicBezTo>
                <a:cubicBezTo>
                  <a:pt x="186165" y="106745"/>
                  <a:pt x="184433" y="100501"/>
                  <a:pt x="184433" y="93661"/>
                </a:cubicBezTo>
                <a:cubicBezTo>
                  <a:pt x="184433" y="83212"/>
                  <a:pt x="188377" y="74222"/>
                  <a:pt x="196263" y="66691"/>
                </a:cubicBezTo>
                <a:cubicBezTo>
                  <a:pt x="204149" y="59161"/>
                  <a:pt x="214247" y="55396"/>
                  <a:pt x="226557" y="55396"/>
                </a:cubicBezTo>
                <a:cubicBezTo>
                  <a:pt x="236636" y="55396"/>
                  <a:pt x="245369" y="57858"/>
                  <a:pt x="252755" y="62782"/>
                </a:cubicBezTo>
                <a:lnTo>
                  <a:pt x="275144" y="62782"/>
                </a:lnTo>
                <a:cubicBezTo>
                  <a:pt x="278453" y="62782"/>
                  <a:pt x="280376" y="62878"/>
                  <a:pt x="280915" y="63070"/>
                </a:cubicBezTo>
                <a:cubicBezTo>
                  <a:pt x="281453" y="63263"/>
                  <a:pt x="281838" y="63590"/>
                  <a:pt x="282069" y="64051"/>
                </a:cubicBezTo>
                <a:cubicBezTo>
                  <a:pt x="282530" y="64744"/>
                  <a:pt x="282761" y="65975"/>
                  <a:pt x="282761" y="67745"/>
                </a:cubicBezTo>
                <a:cubicBezTo>
                  <a:pt x="282761" y="69745"/>
                  <a:pt x="282569" y="71130"/>
                  <a:pt x="282184" y="71899"/>
                </a:cubicBezTo>
                <a:cubicBezTo>
                  <a:pt x="281953" y="72284"/>
                  <a:pt x="281549" y="72592"/>
                  <a:pt x="280972" y="72822"/>
                </a:cubicBezTo>
                <a:cubicBezTo>
                  <a:pt x="280395" y="73053"/>
                  <a:pt x="278453" y="73169"/>
                  <a:pt x="275144" y="73169"/>
                </a:cubicBezTo>
                <a:lnTo>
                  <a:pt x="261411" y="73169"/>
                </a:lnTo>
                <a:cubicBezTo>
                  <a:pt x="265719" y="78708"/>
                  <a:pt x="267873" y="85787"/>
                  <a:pt x="267873" y="94404"/>
                </a:cubicBezTo>
                <a:cubicBezTo>
                  <a:pt x="267873" y="104252"/>
                  <a:pt x="264103" y="112677"/>
                  <a:pt x="256563" y="119678"/>
                </a:cubicBezTo>
                <a:cubicBezTo>
                  <a:pt x="249023" y="126680"/>
                  <a:pt x="238906" y="130180"/>
                  <a:pt x="226211" y="130180"/>
                </a:cubicBezTo>
                <a:cubicBezTo>
                  <a:pt x="220979" y="130180"/>
                  <a:pt x="215632" y="129395"/>
                  <a:pt x="210169" y="127825"/>
                </a:cubicBezTo>
                <a:cubicBezTo>
                  <a:pt x="206784" y="130706"/>
                  <a:pt x="204495" y="133225"/>
                  <a:pt x="203303" y="135384"/>
                </a:cubicBezTo>
                <a:cubicBezTo>
                  <a:pt x="202110" y="137544"/>
                  <a:pt x="201514" y="139380"/>
                  <a:pt x="201514" y="140895"/>
                </a:cubicBezTo>
                <a:cubicBezTo>
                  <a:pt x="201514" y="142184"/>
                  <a:pt x="202149" y="143434"/>
                  <a:pt x="203418" y="144646"/>
                </a:cubicBezTo>
                <a:cubicBezTo>
                  <a:pt x="204688" y="145858"/>
                  <a:pt x="207169" y="146729"/>
                  <a:pt x="210862" y="147261"/>
                </a:cubicBezTo>
                <a:cubicBezTo>
                  <a:pt x="213016" y="147612"/>
                  <a:pt x="218402" y="147919"/>
                  <a:pt x="227019" y="148184"/>
                </a:cubicBezTo>
                <a:cubicBezTo>
                  <a:pt x="242868" y="148624"/>
                  <a:pt x="253140" y="149239"/>
                  <a:pt x="257833" y="150030"/>
                </a:cubicBezTo>
                <a:cubicBezTo>
                  <a:pt x="264988" y="151028"/>
                  <a:pt x="270701" y="153678"/>
                  <a:pt x="274971" y="157979"/>
                </a:cubicBezTo>
                <a:cubicBezTo>
                  <a:pt x="279241" y="162281"/>
                  <a:pt x="281376" y="167580"/>
                  <a:pt x="281376" y="173877"/>
                </a:cubicBezTo>
                <a:cubicBezTo>
                  <a:pt x="281376" y="182556"/>
                  <a:pt x="277298" y="190697"/>
                  <a:pt x="269143" y="198300"/>
                </a:cubicBezTo>
                <a:cubicBezTo>
                  <a:pt x="257141" y="209514"/>
                  <a:pt x="241484" y="215121"/>
                  <a:pt x="222172" y="215121"/>
                </a:cubicBezTo>
                <a:cubicBezTo>
                  <a:pt x="207323" y="215121"/>
                  <a:pt x="194782" y="211773"/>
                  <a:pt x="184549" y="205076"/>
                </a:cubicBezTo>
                <a:cubicBezTo>
                  <a:pt x="178778" y="201230"/>
                  <a:pt x="175893" y="197228"/>
                  <a:pt x="175893" y="193070"/>
                </a:cubicBezTo>
                <a:cubicBezTo>
                  <a:pt x="175893" y="191224"/>
                  <a:pt x="176316" y="189377"/>
                  <a:pt x="177163" y="187531"/>
                </a:cubicBezTo>
                <a:cubicBezTo>
                  <a:pt x="178471" y="184684"/>
                  <a:pt x="181164" y="180721"/>
                  <a:pt x="185241" y="175640"/>
                </a:cubicBezTo>
                <a:cubicBezTo>
                  <a:pt x="185780" y="174948"/>
                  <a:pt x="189704" y="170792"/>
                  <a:pt x="197013" y="163173"/>
                </a:cubicBezTo>
                <a:cubicBezTo>
                  <a:pt x="193012" y="160790"/>
                  <a:pt x="190185" y="158657"/>
                  <a:pt x="188530" y="156775"/>
                </a:cubicBezTo>
                <a:cubicBezTo>
                  <a:pt x="186876" y="154892"/>
                  <a:pt x="186049" y="152759"/>
                  <a:pt x="186049" y="150377"/>
                </a:cubicBezTo>
                <a:cubicBezTo>
                  <a:pt x="186049" y="147686"/>
                  <a:pt x="187146" y="144535"/>
                  <a:pt x="189338" y="140924"/>
                </a:cubicBezTo>
                <a:cubicBezTo>
                  <a:pt x="191531" y="137310"/>
                  <a:pt x="196590" y="132199"/>
                  <a:pt x="204514" y="125589"/>
                </a:cubicBezTo>
                <a:moveTo>
                  <a:pt x="224595" y="61166"/>
                </a:moveTo>
                <a:cubicBezTo>
                  <a:pt x="218902" y="61166"/>
                  <a:pt x="214132" y="63424"/>
                  <a:pt x="210285" y="67939"/>
                </a:cubicBezTo>
                <a:cubicBezTo>
                  <a:pt x="206438" y="72452"/>
                  <a:pt x="204514" y="79377"/>
                  <a:pt x="204514" y="88713"/>
                </a:cubicBezTo>
                <a:cubicBezTo>
                  <a:pt x="204514" y="100804"/>
                  <a:pt x="207130" y="110177"/>
                  <a:pt x="212362" y="116833"/>
                </a:cubicBezTo>
                <a:cubicBezTo>
                  <a:pt x="216363" y="121884"/>
                  <a:pt x="221441" y="124410"/>
                  <a:pt x="227596" y="124410"/>
                </a:cubicBezTo>
                <a:cubicBezTo>
                  <a:pt x="233443" y="124410"/>
                  <a:pt x="238252" y="122229"/>
                  <a:pt x="242022" y="117868"/>
                </a:cubicBezTo>
                <a:cubicBezTo>
                  <a:pt x="245792" y="113506"/>
                  <a:pt x="247677" y="106657"/>
                  <a:pt x="247677" y="97321"/>
                </a:cubicBezTo>
                <a:cubicBezTo>
                  <a:pt x="247677" y="85156"/>
                  <a:pt x="245023" y="75628"/>
                  <a:pt x="239714" y="68740"/>
                </a:cubicBezTo>
                <a:cubicBezTo>
                  <a:pt x="235790" y="63691"/>
                  <a:pt x="230751" y="61166"/>
                  <a:pt x="224595" y="61166"/>
                </a:cubicBezTo>
                <a:moveTo>
                  <a:pt x="203360" y="164110"/>
                </a:moveTo>
                <a:cubicBezTo>
                  <a:pt x="199744" y="168010"/>
                  <a:pt x="197013" y="171642"/>
                  <a:pt x="195166" y="175005"/>
                </a:cubicBezTo>
                <a:cubicBezTo>
                  <a:pt x="193320" y="178369"/>
                  <a:pt x="192397" y="181466"/>
                  <a:pt x="192397" y="184296"/>
                </a:cubicBezTo>
                <a:cubicBezTo>
                  <a:pt x="192397" y="187965"/>
                  <a:pt x="194628" y="191176"/>
                  <a:pt x="199090" y="193929"/>
                </a:cubicBezTo>
                <a:cubicBezTo>
                  <a:pt x="206784" y="198670"/>
                  <a:pt x="217902" y="201041"/>
                  <a:pt x="232443" y="201041"/>
                </a:cubicBezTo>
                <a:cubicBezTo>
                  <a:pt x="246292" y="201041"/>
                  <a:pt x="256506" y="198622"/>
                  <a:pt x="263084" y="193785"/>
                </a:cubicBezTo>
                <a:cubicBezTo>
                  <a:pt x="269662" y="188949"/>
                  <a:pt x="272951" y="183790"/>
                  <a:pt x="272951" y="178305"/>
                </a:cubicBezTo>
                <a:cubicBezTo>
                  <a:pt x="272951" y="174345"/>
                  <a:pt x="270989" y="171528"/>
                  <a:pt x="267066" y="169852"/>
                </a:cubicBezTo>
                <a:cubicBezTo>
                  <a:pt x="263065" y="168176"/>
                  <a:pt x="255140" y="167185"/>
                  <a:pt x="243292" y="166880"/>
                </a:cubicBezTo>
                <a:cubicBezTo>
                  <a:pt x="225980" y="166399"/>
                  <a:pt x="212670" y="165476"/>
                  <a:pt x="203360" y="164110"/>
                </a:cubicBezTo>
                <a:close/>
                <a:moveTo>
                  <a:pt x="325348" y="55396"/>
                </a:moveTo>
                <a:lnTo>
                  <a:pt x="325348" y="79170"/>
                </a:lnTo>
                <a:cubicBezTo>
                  <a:pt x="334196" y="63321"/>
                  <a:pt x="343275" y="55396"/>
                  <a:pt x="352584" y="55396"/>
                </a:cubicBezTo>
                <a:cubicBezTo>
                  <a:pt x="356816" y="55396"/>
                  <a:pt x="360317" y="56685"/>
                  <a:pt x="363086" y="59262"/>
                </a:cubicBezTo>
                <a:cubicBezTo>
                  <a:pt x="365856" y="61839"/>
                  <a:pt x="367241" y="64821"/>
                  <a:pt x="367241" y="68206"/>
                </a:cubicBezTo>
                <a:cubicBezTo>
                  <a:pt x="367241" y="71207"/>
                  <a:pt x="366241" y="73746"/>
                  <a:pt x="364240" y="75823"/>
                </a:cubicBezTo>
                <a:cubicBezTo>
                  <a:pt x="362240" y="77900"/>
                  <a:pt x="359855" y="78939"/>
                  <a:pt x="357085" y="78939"/>
                </a:cubicBezTo>
                <a:cubicBezTo>
                  <a:pt x="354392" y="78939"/>
                  <a:pt x="351372" y="77631"/>
                  <a:pt x="348026" y="75015"/>
                </a:cubicBezTo>
                <a:cubicBezTo>
                  <a:pt x="344679" y="72399"/>
                  <a:pt x="342197" y="71091"/>
                  <a:pt x="340582" y="71091"/>
                </a:cubicBezTo>
                <a:cubicBezTo>
                  <a:pt x="339197" y="71091"/>
                  <a:pt x="337697" y="71855"/>
                  <a:pt x="336081" y="73381"/>
                </a:cubicBezTo>
                <a:cubicBezTo>
                  <a:pt x="332619" y="76514"/>
                  <a:pt x="329041" y="81670"/>
                  <a:pt x="325348" y="88850"/>
                </a:cubicBezTo>
                <a:lnTo>
                  <a:pt x="325348" y="139413"/>
                </a:lnTo>
                <a:cubicBezTo>
                  <a:pt x="325348" y="145265"/>
                  <a:pt x="326079" y="149691"/>
                  <a:pt x="327541" y="152692"/>
                </a:cubicBezTo>
                <a:cubicBezTo>
                  <a:pt x="328541" y="154772"/>
                  <a:pt x="330310" y="156503"/>
                  <a:pt x="332849" y="157885"/>
                </a:cubicBezTo>
                <a:cubicBezTo>
                  <a:pt x="335388" y="159265"/>
                  <a:pt x="339043" y="159956"/>
                  <a:pt x="343813" y="159956"/>
                </a:cubicBezTo>
                <a:lnTo>
                  <a:pt x="343813" y="164110"/>
                </a:lnTo>
                <a:lnTo>
                  <a:pt x="289687" y="164110"/>
                </a:lnTo>
                <a:lnTo>
                  <a:pt x="289687" y="159956"/>
                </a:lnTo>
                <a:cubicBezTo>
                  <a:pt x="295073" y="159956"/>
                  <a:pt x="299073" y="159100"/>
                  <a:pt x="301689" y="157388"/>
                </a:cubicBezTo>
                <a:cubicBezTo>
                  <a:pt x="303613" y="156142"/>
                  <a:pt x="304959" y="154157"/>
                  <a:pt x="305729" y="151433"/>
                </a:cubicBezTo>
                <a:cubicBezTo>
                  <a:pt x="306113" y="150109"/>
                  <a:pt x="306306" y="146333"/>
                  <a:pt x="306306" y="140105"/>
                </a:cubicBezTo>
                <a:lnTo>
                  <a:pt x="306306" y="99482"/>
                </a:lnTo>
                <a:cubicBezTo>
                  <a:pt x="306306" y="87172"/>
                  <a:pt x="306056" y="79843"/>
                  <a:pt x="305555" y="77496"/>
                </a:cubicBezTo>
                <a:cubicBezTo>
                  <a:pt x="305055" y="75150"/>
                  <a:pt x="304132" y="73438"/>
                  <a:pt x="302786" y="72361"/>
                </a:cubicBezTo>
                <a:cubicBezTo>
                  <a:pt x="301439" y="71284"/>
                  <a:pt x="299766" y="70745"/>
                  <a:pt x="297765" y="70745"/>
                </a:cubicBezTo>
                <a:cubicBezTo>
                  <a:pt x="295380" y="70745"/>
                  <a:pt x="292687" y="71322"/>
                  <a:pt x="289687" y="72476"/>
                </a:cubicBezTo>
                <a:lnTo>
                  <a:pt x="288533" y="68322"/>
                </a:lnTo>
                <a:lnTo>
                  <a:pt x="320501" y="55396"/>
                </a:lnTo>
                <a:lnTo>
                  <a:pt x="325348" y="55396"/>
                </a:lnTo>
                <a:close/>
                <a:moveTo>
                  <a:pt x="390977" y="98328"/>
                </a:moveTo>
                <a:cubicBezTo>
                  <a:pt x="390900" y="113951"/>
                  <a:pt x="394708" y="126205"/>
                  <a:pt x="402402" y="135089"/>
                </a:cubicBezTo>
                <a:cubicBezTo>
                  <a:pt x="410096" y="143973"/>
                  <a:pt x="419136" y="148415"/>
                  <a:pt x="429523" y="148415"/>
                </a:cubicBezTo>
                <a:cubicBezTo>
                  <a:pt x="436447" y="148415"/>
                  <a:pt x="442468" y="146502"/>
                  <a:pt x="447584" y="142677"/>
                </a:cubicBezTo>
                <a:cubicBezTo>
                  <a:pt x="452701" y="138851"/>
                  <a:pt x="456990" y="132301"/>
                  <a:pt x="460452" y="123025"/>
                </a:cubicBezTo>
                <a:lnTo>
                  <a:pt x="464030" y="125344"/>
                </a:lnTo>
                <a:cubicBezTo>
                  <a:pt x="462414" y="135940"/>
                  <a:pt x="457721" y="145588"/>
                  <a:pt x="449950" y="154290"/>
                </a:cubicBezTo>
                <a:cubicBezTo>
                  <a:pt x="442179" y="162991"/>
                  <a:pt x="432447" y="167342"/>
                  <a:pt x="420752" y="167342"/>
                </a:cubicBezTo>
                <a:cubicBezTo>
                  <a:pt x="408057" y="167342"/>
                  <a:pt x="397189" y="162409"/>
                  <a:pt x="388149" y="152544"/>
                </a:cubicBezTo>
                <a:cubicBezTo>
                  <a:pt x="379109" y="142677"/>
                  <a:pt x="374589" y="129412"/>
                  <a:pt x="374589" y="112750"/>
                </a:cubicBezTo>
                <a:cubicBezTo>
                  <a:pt x="374589" y="94708"/>
                  <a:pt x="379224" y="80639"/>
                  <a:pt x="388495" y="70543"/>
                </a:cubicBezTo>
                <a:cubicBezTo>
                  <a:pt x="397767" y="60445"/>
                  <a:pt x="409403" y="55396"/>
                  <a:pt x="423406" y="55396"/>
                </a:cubicBezTo>
                <a:cubicBezTo>
                  <a:pt x="435255" y="55396"/>
                  <a:pt x="444988" y="59291"/>
                  <a:pt x="452605" y="67081"/>
                </a:cubicBezTo>
                <a:cubicBezTo>
                  <a:pt x="460221" y="74869"/>
                  <a:pt x="464030" y="85284"/>
                  <a:pt x="464030" y="98328"/>
                </a:cubicBezTo>
                <a:lnTo>
                  <a:pt x="390977" y="98328"/>
                </a:lnTo>
                <a:moveTo>
                  <a:pt x="390977" y="91634"/>
                </a:moveTo>
                <a:lnTo>
                  <a:pt x="439910" y="91634"/>
                </a:lnTo>
                <a:cubicBezTo>
                  <a:pt x="439525" y="84919"/>
                  <a:pt x="438717" y="80188"/>
                  <a:pt x="437486" y="77442"/>
                </a:cubicBezTo>
                <a:cubicBezTo>
                  <a:pt x="435563" y="73167"/>
                  <a:pt x="432697" y="69810"/>
                  <a:pt x="428888" y="67369"/>
                </a:cubicBezTo>
                <a:cubicBezTo>
                  <a:pt x="425080" y="64927"/>
                  <a:pt x="421098" y="63705"/>
                  <a:pt x="416943" y="63705"/>
                </a:cubicBezTo>
                <a:cubicBezTo>
                  <a:pt x="410558" y="63705"/>
                  <a:pt x="404845" y="66166"/>
                  <a:pt x="399805" y="71088"/>
                </a:cubicBezTo>
                <a:cubicBezTo>
                  <a:pt x="394766" y="76009"/>
                  <a:pt x="391823" y="82858"/>
                  <a:pt x="390977" y="91634"/>
                </a:cubicBezTo>
                <a:close/>
                <a:moveTo>
                  <a:pt x="496023" y="98328"/>
                </a:moveTo>
                <a:cubicBezTo>
                  <a:pt x="495946" y="113951"/>
                  <a:pt x="499754" y="126205"/>
                  <a:pt x="507448" y="135089"/>
                </a:cubicBezTo>
                <a:cubicBezTo>
                  <a:pt x="515142" y="143973"/>
                  <a:pt x="524182" y="148415"/>
                  <a:pt x="534569" y="148415"/>
                </a:cubicBezTo>
                <a:cubicBezTo>
                  <a:pt x="541493" y="148415"/>
                  <a:pt x="547514" y="146502"/>
                  <a:pt x="552630" y="142677"/>
                </a:cubicBezTo>
                <a:cubicBezTo>
                  <a:pt x="557747" y="138851"/>
                  <a:pt x="562036" y="132301"/>
                  <a:pt x="565498" y="123025"/>
                </a:cubicBezTo>
                <a:lnTo>
                  <a:pt x="569076" y="125344"/>
                </a:lnTo>
                <a:cubicBezTo>
                  <a:pt x="567460" y="135940"/>
                  <a:pt x="562767" y="145588"/>
                  <a:pt x="554996" y="154290"/>
                </a:cubicBezTo>
                <a:cubicBezTo>
                  <a:pt x="547225" y="162991"/>
                  <a:pt x="537493" y="167342"/>
                  <a:pt x="525798" y="167342"/>
                </a:cubicBezTo>
                <a:cubicBezTo>
                  <a:pt x="513103" y="167342"/>
                  <a:pt x="502235" y="162409"/>
                  <a:pt x="493195" y="152544"/>
                </a:cubicBezTo>
                <a:cubicBezTo>
                  <a:pt x="484155" y="142677"/>
                  <a:pt x="479635" y="129412"/>
                  <a:pt x="479635" y="112750"/>
                </a:cubicBezTo>
                <a:cubicBezTo>
                  <a:pt x="479635" y="94708"/>
                  <a:pt x="484270" y="80639"/>
                  <a:pt x="493541" y="70543"/>
                </a:cubicBezTo>
                <a:cubicBezTo>
                  <a:pt x="502812" y="60445"/>
                  <a:pt x="514449" y="55396"/>
                  <a:pt x="528452" y="55396"/>
                </a:cubicBezTo>
                <a:cubicBezTo>
                  <a:pt x="540301" y="55396"/>
                  <a:pt x="550034" y="59291"/>
                  <a:pt x="557651" y="67081"/>
                </a:cubicBezTo>
                <a:cubicBezTo>
                  <a:pt x="565267" y="74869"/>
                  <a:pt x="569076" y="85284"/>
                  <a:pt x="569076" y="98328"/>
                </a:cubicBezTo>
                <a:lnTo>
                  <a:pt x="496023" y="98328"/>
                </a:lnTo>
                <a:moveTo>
                  <a:pt x="496023" y="91634"/>
                </a:moveTo>
                <a:lnTo>
                  <a:pt x="544956" y="91634"/>
                </a:lnTo>
                <a:cubicBezTo>
                  <a:pt x="544571" y="84919"/>
                  <a:pt x="543763" y="80188"/>
                  <a:pt x="542532" y="77442"/>
                </a:cubicBezTo>
                <a:cubicBezTo>
                  <a:pt x="540609" y="73167"/>
                  <a:pt x="537743" y="69810"/>
                  <a:pt x="533934" y="67369"/>
                </a:cubicBezTo>
                <a:cubicBezTo>
                  <a:pt x="530126" y="64927"/>
                  <a:pt x="526144" y="63705"/>
                  <a:pt x="521989" y="63705"/>
                </a:cubicBezTo>
                <a:cubicBezTo>
                  <a:pt x="515604" y="63705"/>
                  <a:pt x="509891" y="66166"/>
                  <a:pt x="504851" y="71088"/>
                </a:cubicBezTo>
                <a:cubicBezTo>
                  <a:pt x="499812" y="76009"/>
                  <a:pt x="496869" y="82858"/>
                  <a:pt x="496023" y="91634"/>
                </a:cubicBezTo>
                <a:close/>
                <a:moveTo>
                  <a:pt x="657967" y="152230"/>
                </a:moveTo>
                <a:cubicBezTo>
                  <a:pt x="652812" y="157614"/>
                  <a:pt x="647772" y="161479"/>
                  <a:pt x="642848" y="163825"/>
                </a:cubicBezTo>
                <a:cubicBezTo>
                  <a:pt x="637924" y="166170"/>
                  <a:pt x="632615" y="167342"/>
                  <a:pt x="626922" y="167342"/>
                </a:cubicBezTo>
                <a:cubicBezTo>
                  <a:pt x="615381" y="167342"/>
                  <a:pt x="605302" y="162525"/>
                  <a:pt x="596685" y="152890"/>
                </a:cubicBezTo>
                <a:cubicBezTo>
                  <a:pt x="588068" y="143254"/>
                  <a:pt x="583759" y="130872"/>
                  <a:pt x="583759" y="115743"/>
                </a:cubicBezTo>
                <a:cubicBezTo>
                  <a:pt x="583759" y="100618"/>
                  <a:pt x="588529" y="86778"/>
                  <a:pt x="598070" y="74225"/>
                </a:cubicBezTo>
                <a:cubicBezTo>
                  <a:pt x="607610" y="61672"/>
                  <a:pt x="619882" y="55396"/>
                  <a:pt x="634885" y="55396"/>
                </a:cubicBezTo>
                <a:cubicBezTo>
                  <a:pt x="644194" y="55396"/>
                  <a:pt x="651888" y="58357"/>
                  <a:pt x="657967" y="64279"/>
                </a:cubicBezTo>
                <a:lnTo>
                  <a:pt x="657967" y="44548"/>
                </a:lnTo>
                <a:cubicBezTo>
                  <a:pt x="657967" y="32519"/>
                  <a:pt x="657678" y="25125"/>
                  <a:pt x="657101" y="22368"/>
                </a:cubicBezTo>
                <a:cubicBezTo>
                  <a:pt x="656524" y="19610"/>
                  <a:pt x="655620" y="17732"/>
                  <a:pt x="654389" y="16734"/>
                </a:cubicBezTo>
                <a:cubicBezTo>
                  <a:pt x="653158" y="15734"/>
                  <a:pt x="651619" y="15234"/>
                  <a:pt x="649773" y="15234"/>
                </a:cubicBezTo>
                <a:cubicBezTo>
                  <a:pt x="647772" y="15234"/>
                  <a:pt x="645118" y="15849"/>
                  <a:pt x="641809" y="17080"/>
                </a:cubicBezTo>
                <a:lnTo>
                  <a:pt x="640309" y="12926"/>
                </a:lnTo>
                <a:lnTo>
                  <a:pt x="671815" y="0"/>
                </a:lnTo>
                <a:lnTo>
                  <a:pt x="677009" y="0"/>
                </a:lnTo>
                <a:lnTo>
                  <a:pt x="677009" y="122333"/>
                </a:lnTo>
                <a:cubicBezTo>
                  <a:pt x="677009" y="134669"/>
                  <a:pt x="677297" y="142197"/>
                  <a:pt x="677874" y="144916"/>
                </a:cubicBezTo>
                <a:cubicBezTo>
                  <a:pt x="678451" y="147636"/>
                  <a:pt x="679375" y="149534"/>
                  <a:pt x="680644" y="150611"/>
                </a:cubicBezTo>
                <a:cubicBezTo>
                  <a:pt x="681914" y="151686"/>
                  <a:pt x="683395" y="152223"/>
                  <a:pt x="685087" y="152223"/>
                </a:cubicBezTo>
                <a:cubicBezTo>
                  <a:pt x="687165" y="152223"/>
                  <a:pt x="689935" y="151569"/>
                  <a:pt x="693397" y="150261"/>
                </a:cubicBezTo>
                <a:lnTo>
                  <a:pt x="694666" y="154416"/>
                </a:lnTo>
                <a:lnTo>
                  <a:pt x="663275" y="167342"/>
                </a:lnTo>
                <a:lnTo>
                  <a:pt x="657967" y="167342"/>
                </a:lnTo>
                <a:lnTo>
                  <a:pt x="657967" y="152230"/>
                </a:lnTo>
                <a:moveTo>
                  <a:pt x="657967" y="144170"/>
                </a:moveTo>
                <a:lnTo>
                  <a:pt x="657967" y="89834"/>
                </a:lnTo>
                <a:cubicBezTo>
                  <a:pt x="657505" y="84615"/>
                  <a:pt x="656120" y="79856"/>
                  <a:pt x="653812" y="75560"/>
                </a:cubicBezTo>
                <a:cubicBezTo>
                  <a:pt x="651504" y="71261"/>
                  <a:pt x="648445" y="68019"/>
                  <a:pt x="644637" y="65833"/>
                </a:cubicBezTo>
                <a:cubicBezTo>
                  <a:pt x="640828" y="63645"/>
                  <a:pt x="637116" y="62551"/>
                  <a:pt x="633500" y="62551"/>
                </a:cubicBezTo>
                <a:cubicBezTo>
                  <a:pt x="626729" y="62551"/>
                  <a:pt x="620690" y="65583"/>
                  <a:pt x="615381" y="71647"/>
                </a:cubicBezTo>
                <a:cubicBezTo>
                  <a:pt x="608380" y="79627"/>
                  <a:pt x="604879" y="91291"/>
                  <a:pt x="604879" y="106641"/>
                </a:cubicBezTo>
                <a:cubicBezTo>
                  <a:pt x="604879" y="122144"/>
                  <a:pt x="608264" y="134021"/>
                  <a:pt x="615035" y="142273"/>
                </a:cubicBezTo>
                <a:cubicBezTo>
                  <a:pt x="621805" y="150522"/>
                  <a:pt x="629345" y="154647"/>
                  <a:pt x="637655" y="154647"/>
                </a:cubicBezTo>
                <a:cubicBezTo>
                  <a:pt x="644656" y="154647"/>
                  <a:pt x="651427" y="151154"/>
                  <a:pt x="657967" y="14417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5A3425-3F67-439A-A7F9-9ABF1F9C1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0148" y="134448"/>
            <a:ext cx="923363" cy="379745"/>
          </a:xfrm>
          <a:custGeom xmlns:a="http://schemas.openxmlformats.org/drawingml/2006/main">
            <a:pathLst>
              <a:path w="923363" h="379745">
                <a:moveTo>
                  <a:pt x="0" y="0"/>
                </a:moveTo>
                <a:lnTo>
                  <a:pt x="923363" y="0"/>
                </a:lnTo>
                <a:lnTo>
                  <a:pt x="923363" y="379745"/>
                </a:lnTo>
                <a:lnTo>
                  <a:pt x="0" y="37974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F44A67-6BAC-4B62-A409-A4333B085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479" y="120989"/>
            <a:ext cx="950675" cy="407057"/>
          </a:xfrm>
          <a:custGeom xmlns:a="http://schemas.openxmlformats.org/drawingml/2006/main">
            <a:pathLst>
              <a:path w="950675" h="407057">
                <a:moveTo>
                  <a:pt x="10570" y="249"/>
                </a:moveTo>
                <a:lnTo>
                  <a:pt x="8115" y="998"/>
                </a:lnTo>
                <a:lnTo>
                  <a:pt x="5843" y="2206"/>
                </a:lnTo>
                <a:lnTo>
                  <a:pt x="3847" y="3847"/>
                </a:lnTo>
                <a:lnTo>
                  <a:pt x="2219" y="5830"/>
                </a:lnTo>
                <a:lnTo>
                  <a:pt x="1011" y="8102"/>
                </a:lnTo>
                <a:lnTo>
                  <a:pt x="263" y="10570"/>
                </a:lnTo>
                <a:lnTo>
                  <a:pt x="0" y="13131"/>
                </a:lnTo>
                <a:lnTo>
                  <a:pt x="0" y="393926"/>
                </a:lnTo>
                <a:lnTo>
                  <a:pt x="263" y="396487"/>
                </a:lnTo>
                <a:lnTo>
                  <a:pt x="1011" y="398942"/>
                </a:lnTo>
                <a:lnTo>
                  <a:pt x="2219" y="401214"/>
                </a:lnTo>
                <a:lnTo>
                  <a:pt x="3847" y="403210"/>
                </a:lnTo>
                <a:lnTo>
                  <a:pt x="5843" y="404838"/>
                </a:lnTo>
                <a:lnTo>
                  <a:pt x="8115" y="406059"/>
                </a:lnTo>
                <a:lnTo>
                  <a:pt x="10570" y="406794"/>
                </a:lnTo>
                <a:lnTo>
                  <a:pt x="13131" y="407057"/>
                </a:lnTo>
                <a:lnTo>
                  <a:pt x="937544" y="407057"/>
                </a:lnTo>
                <a:lnTo>
                  <a:pt x="940105" y="406794"/>
                </a:lnTo>
                <a:lnTo>
                  <a:pt x="942573" y="406059"/>
                </a:lnTo>
                <a:lnTo>
                  <a:pt x="944845" y="404838"/>
                </a:lnTo>
                <a:lnTo>
                  <a:pt x="946841" y="403210"/>
                </a:lnTo>
                <a:lnTo>
                  <a:pt x="948469" y="401214"/>
                </a:lnTo>
                <a:lnTo>
                  <a:pt x="949677" y="398942"/>
                </a:lnTo>
                <a:lnTo>
                  <a:pt x="950425" y="396487"/>
                </a:lnTo>
                <a:lnTo>
                  <a:pt x="950675" y="393926"/>
                </a:lnTo>
                <a:lnTo>
                  <a:pt x="950675" y="13131"/>
                </a:lnTo>
                <a:lnTo>
                  <a:pt x="950425" y="10570"/>
                </a:lnTo>
                <a:lnTo>
                  <a:pt x="949677" y="8102"/>
                </a:lnTo>
                <a:lnTo>
                  <a:pt x="948469" y="5830"/>
                </a:lnTo>
                <a:lnTo>
                  <a:pt x="946841" y="3847"/>
                </a:lnTo>
                <a:lnTo>
                  <a:pt x="944845" y="2206"/>
                </a:lnTo>
                <a:lnTo>
                  <a:pt x="942573" y="998"/>
                </a:lnTo>
                <a:lnTo>
                  <a:pt x="940105" y="249"/>
                </a:lnTo>
                <a:lnTo>
                  <a:pt x="937544" y="0"/>
                </a:lnTo>
                <a:lnTo>
                  <a:pt x="13131" y="0"/>
                </a:lnTo>
                <a:lnTo>
                  <a:pt x="10570" y="249"/>
                </a:lnTo>
                <a:close/>
                <a:moveTo>
                  <a:pt x="924413" y="380795"/>
                </a:moveTo>
                <a:lnTo>
                  <a:pt x="26262" y="380795"/>
                </a:lnTo>
                <a:lnTo>
                  <a:pt x="26262" y="26262"/>
                </a:lnTo>
                <a:lnTo>
                  <a:pt x="924413" y="26262"/>
                </a:lnTo>
                <a:lnTo>
                  <a:pt x="924413" y="380795"/>
                </a:lnTo>
                <a:close/>
              </a:path>
            </a:pathLst>
          </a:custGeom>
          <a:solidFill xmlns:a="http://schemas.openxmlformats.org/drawingml/2006/main">
            <a:srgbClr val="FFC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Text Answer">
            <a:extLst xmlns:a="http://schemas.openxmlformats.org/drawingml/2006/main">
              <a:ext uri="{FF2B5EF4-FFF2-40B4-BE49-F238E27FC236}">
                <a16:creationId xmlns:a16="http://schemas.microsoft.com/office/drawing/2014/main" id="{4B1BC652-BCEB-4CDB-B3D8-6B2A445A0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5998" y="244004"/>
            <a:ext cx="734905" cy="163187"/>
          </a:xfrm>
          <a:custGeom xmlns:a="http://schemas.openxmlformats.org/drawingml/2006/main">
            <a:pathLst>
              <a:path w="734905" h="163187">
                <a:moveTo>
                  <a:pt x="106291" y="107560"/>
                </a:moveTo>
                <a:lnTo>
                  <a:pt x="45702" y="107560"/>
                </a:lnTo>
                <a:lnTo>
                  <a:pt x="35084" y="132258"/>
                </a:lnTo>
                <a:cubicBezTo>
                  <a:pt x="32468" y="138307"/>
                  <a:pt x="31160" y="142823"/>
                  <a:pt x="31160" y="145807"/>
                </a:cubicBezTo>
                <a:cubicBezTo>
                  <a:pt x="31160" y="148183"/>
                  <a:pt x="32295" y="150270"/>
                  <a:pt x="34565" y="152068"/>
                </a:cubicBezTo>
                <a:cubicBezTo>
                  <a:pt x="36834" y="153867"/>
                  <a:pt x="41739" y="155034"/>
                  <a:pt x="49279" y="155570"/>
                </a:cubicBezTo>
                <a:lnTo>
                  <a:pt x="49279" y="159956"/>
                </a:lnTo>
                <a:lnTo>
                  <a:pt x="0" y="159956"/>
                </a:lnTo>
                <a:lnTo>
                  <a:pt x="0" y="155570"/>
                </a:lnTo>
                <a:cubicBezTo>
                  <a:pt x="6540" y="154418"/>
                  <a:pt x="10771" y="152922"/>
                  <a:pt x="12695" y="151080"/>
                </a:cubicBezTo>
                <a:cubicBezTo>
                  <a:pt x="16619" y="147394"/>
                  <a:pt x="20966" y="139909"/>
                  <a:pt x="25736" y="128626"/>
                </a:cubicBezTo>
                <a:lnTo>
                  <a:pt x="80786" y="0"/>
                </a:lnTo>
                <a:lnTo>
                  <a:pt x="84825" y="0"/>
                </a:lnTo>
                <a:lnTo>
                  <a:pt x="139298" y="130065"/>
                </a:lnTo>
                <a:cubicBezTo>
                  <a:pt x="143683" y="140480"/>
                  <a:pt x="147665" y="147240"/>
                  <a:pt x="151242" y="150344"/>
                </a:cubicBezTo>
                <a:cubicBezTo>
                  <a:pt x="154820" y="153446"/>
                  <a:pt x="159802" y="155188"/>
                  <a:pt x="166188" y="155570"/>
                </a:cubicBezTo>
                <a:lnTo>
                  <a:pt x="166188" y="159956"/>
                </a:lnTo>
                <a:lnTo>
                  <a:pt x="104444" y="159956"/>
                </a:lnTo>
                <a:lnTo>
                  <a:pt x="104444" y="155570"/>
                </a:lnTo>
                <a:cubicBezTo>
                  <a:pt x="110676" y="155265"/>
                  <a:pt x="114889" y="154231"/>
                  <a:pt x="117081" y="152468"/>
                </a:cubicBezTo>
                <a:cubicBezTo>
                  <a:pt x="119274" y="150706"/>
                  <a:pt x="120371" y="148561"/>
                  <a:pt x="120371" y="146034"/>
                </a:cubicBezTo>
                <a:cubicBezTo>
                  <a:pt x="120371" y="142664"/>
                  <a:pt x="118832" y="137340"/>
                  <a:pt x="115754" y="130065"/>
                </a:cubicBezTo>
                <a:lnTo>
                  <a:pt x="106291" y="107560"/>
                </a:lnTo>
                <a:moveTo>
                  <a:pt x="103059" y="99020"/>
                </a:moveTo>
                <a:lnTo>
                  <a:pt x="76516" y="35776"/>
                </a:lnTo>
                <a:lnTo>
                  <a:pt x="49279" y="99020"/>
                </a:lnTo>
                <a:lnTo>
                  <a:pt x="103059" y="99020"/>
                </a:lnTo>
                <a:close/>
                <a:moveTo>
                  <a:pt x="207055" y="73515"/>
                </a:moveTo>
                <a:cubicBezTo>
                  <a:pt x="219443" y="58666"/>
                  <a:pt x="231253" y="51241"/>
                  <a:pt x="242486" y="51241"/>
                </a:cubicBezTo>
                <a:cubicBezTo>
                  <a:pt x="248256" y="51241"/>
                  <a:pt x="253219" y="52680"/>
                  <a:pt x="257373" y="55558"/>
                </a:cubicBezTo>
                <a:cubicBezTo>
                  <a:pt x="261528" y="58434"/>
                  <a:pt x="264836" y="63171"/>
                  <a:pt x="267298" y="69771"/>
                </a:cubicBezTo>
                <a:cubicBezTo>
                  <a:pt x="268991" y="74376"/>
                  <a:pt x="269837" y="81435"/>
                  <a:pt x="269837" y="90949"/>
                </a:cubicBezTo>
                <a:lnTo>
                  <a:pt x="269837" y="135951"/>
                </a:lnTo>
                <a:cubicBezTo>
                  <a:pt x="269837" y="142683"/>
                  <a:pt x="270376" y="147249"/>
                  <a:pt x="271453" y="149648"/>
                </a:cubicBezTo>
                <a:cubicBezTo>
                  <a:pt x="272299" y="151584"/>
                  <a:pt x="273665" y="153094"/>
                  <a:pt x="275550" y="154178"/>
                </a:cubicBezTo>
                <a:cubicBezTo>
                  <a:pt x="277435" y="155260"/>
                  <a:pt x="280917" y="155801"/>
                  <a:pt x="285995" y="155801"/>
                </a:cubicBezTo>
                <a:lnTo>
                  <a:pt x="285995" y="159956"/>
                </a:lnTo>
                <a:lnTo>
                  <a:pt x="233715" y="159956"/>
                </a:lnTo>
                <a:lnTo>
                  <a:pt x="233715" y="155801"/>
                </a:lnTo>
                <a:lnTo>
                  <a:pt x="235907" y="155801"/>
                </a:lnTo>
                <a:cubicBezTo>
                  <a:pt x="240832" y="155801"/>
                  <a:pt x="244275" y="155047"/>
                  <a:pt x="246236" y="153540"/>
                </a:cubicBezTo>
                <a:cubicBezTo>
                  <a:pt x="248198" y="152030"/>
                  <a:pt x="249564" y="149804"/>
                  <a:pt x="250333" y="146864"/>
                </a:cubicBezTo>
                <a:cubicBezTo>
                  <a:pt x="250641" y="145703"/>
                  <a:pt x="250795" y="142065"/>
                  <a:pt x="250795" y="135951"/>
                </a:cubicBezTo>
                <a:lnTo>
                  <a:pt x="250795" y="92745"/>
                </a:lnTo>
                <a:cubicBezTo>
                  <a:pt x="250795" y="83142"/>
                  <a:pt x="249545" y="76171"/>
                  <a:pt x="247044" y="71831"/>
                </a:cubicBezTo>
                <a:cubicBezTo>
                  <a:pt x="244544" y="67491"/>
                  <a:pt x="240331" y="65321"/>
                  <a:pt x="234407" y="65321"/>
                </a:cubicBezTo>
                <a:cubicBezTo>
                  <a:pt x="225251" y="65321"/>
                  <a:pt x="216134" y="70322"/>
                  <a:pt x="207055" y="80324"/>
                </a:cubicBezTo>
                <a:lnTo>
                  <a:pt x="207055" y="135951"/>
                </a:lnTo>
                <a:cubicBezTo>
                  <a:pt x="207055" y="143147"/>
                  <a:pt x="207479" y="147597"/>
                  <a:pt x="208325" y="149302"/>
                </a:cubicBezTo>
                <a:cubicBezTo>
                  <a:pt x="209402" y="151545"/>
                  <a:pt x="210883" y="153190"/>
                  <a:pt x="212768" y="154236"/>
                </a:cubicBezTo>
                <a:cubicBezTo>
                  <a:pt x="214653" y="155279"/>
                  <a:pt x="218481" y="155801"/>
                  <a:pt x="224251" y="155801"/>
                </a:cubicBezTo>
                <a:lnTo>
                  <a:pt x="224251" y="159956"/>
                </a:lnTo>
                <a:lnTo>
                  <a:pt x="171971" y="159956"/>
                </a:lnTo>
                <a:lnTo>
                  <a:pt x="171971" y="155801"/>
                </a:lnTo>
                <a:lnTo>
                  <a:pt x="174280" y="155801"/>
                </a:lnTo>
                <a:cubicBezTo>
                  <a:pt x="179665" y="155801"/>
                  <a:pt x="183301" y="154428"/>
                  <a:pt x="185186" y="151682"/>
                </a:cubicBezTo>
                <a:cubicBezTo>
                  <a:pt x="187071" y="148934"/>
                  <a:pt x="188013" y="143690"/>
                  <a:pt x="188013" y="135951"/>
                </a:cubicBezTo>
                <a:lnTo>
                  <a:pt x="188013" y="96943"/>
                </a:lnTo>
                <a:cubicBezTo>
                  <a:pt x="188013" y="84248"/>
                  <a:pt x="187725" y="76516"/>
                  <a:pt x="187148" y="73746"/>
                </a:cubicBezTo>
                <a:cubicBezTo>
                  <a:pt x="186571" y="70976"/>
                  <a:pt x="185686" y="69091"/>
                  <a:pt x="184493" y="68091"/>
                </a:cubicBezTo>
                <a:cubicBezTo>
                  <a:pt x="183301" y="67091"/>
                  <a:pt x="181704" y="66590"/>
                  <a:pt x="179704" y="66590"/>
                </a:cubicBezTo>
                <a:cubicBezTo>
                  <a:pt x="177549" y="66590"/>
                  <a:pt x="174972" y="67167"/>
                  <a:pt x="171971" y="68322"/>
                </a:cubicBezTo>
                <a:lnTo>
                  <a:pt x="170240" y="64167"/>
                </a:lnTo>
                <a:lnTo>
                  <a:pt x="202093" y="51241"/>
                </a:lnTo>
                <a:lnTo>
                  <a:pt x="207055" y="51241"/>
                </a:lnTo>
                <a:lnTo>
                  <a:pt x="207055" y="73515"/>
                </a:lnTo>
                <a:close/>
                <a:moveTo>
                  <a:pt x="362740" y="51241"/>
                </a:moveTo>
                <a:lnTo>
                  <a:pt x="362740" y="87248"/>
                </a:lnTo>
                <a:lnTo>
                  <a:pt x="358932" y="87248"/>
                </a:lnTo>
                <a:cubicBezTo>
                  <a:pt x="356008" y="75984"/>
                  <a:pt x="352257" y="68322"/>
                  <a:pt x="347679" y="64261"/>
                </a:cubicBezTo>
                <a:cubicBezTo>
                  <a:pt x="343102" y="60197"/>
                  <a:pt x="337273" y="58166"/>
                  <a:pt x="330195" y="58166"/>
                </a:cubicBezTo>
                <a:cubicBezTo>
                  <a:pt x="324809" y="58166"/>
                  <a:pt x="320462" y="59584"/>
                  <a:pt x="317154" y="62421"/>
                </a:cubicBezTo>
                <a:cubicBezTo>
                  <a:pt x="313846" y="65258"/>
                  <a:pt x="312191" y="68402"/>
                  <a:pt x="312191" y="71852"/>
                </a:cubicBezTo>
                <a:cubicBezTo>
                  <a:pt x="312191" y="76144"/>
                  <a:pt x="313422" y="79824"/>
                  <a:pt x="315884" y="82892"/>
                </a:cubicBezTo>
                <a:cubicBezTo>
                  <a:pt x="318270" y="86034"/>
                  <a:pt x="323117" y="89369"/>
                  <a:pt x="330426" y="92896"/>
                </a:cubicBezTo>
                <a:lnTo>
                  <a:pt x="347275" y="101061"/>
                </a:lnTo>
                <a:cubicBezTo>
                  <a:pt x="362894" y="108669"/>
                  <a:pt x="370703" y="118696"/>
                  <a:pt x="370703" y="131143"/>
                </a:cubicBezTo>
                <a:cubicBezTo>
                  <a:pt x="370703" y="140749"/>
                  <a:pt x="367068" y="148490"/>
                  <a:pt x="359797" y="154369"/>
                </a:cubicBezTo>
                <a:cubicBezTo>
                  <a:pt x="352526" y="160248"/>
                  <a:pt x="344390" y="163187"/>
                  <a:pt x="335388" y="163187"/>
                </a:cubicBezTo>
                <a:cubicBezTo>
                  <a:pt x="328926" y="163187"/>
                  <a:pt x="321539" y="162091"/>
                  <a:pt x="313230" y="159898"/>
                </a:cubicBezTo>
                <a:cubicBezTo>
                  <a:pt x="310691" y="159167"/>
                  <a:pt x="308614" y="158801"/>
                  <a:pt x="306998" y="158801"/>
                </a:cubicBezTo>
                <a:cubicBezTo>
                  <a:pt x="305228" y="158801"/>
                  <a:pt x="303844" y="159725"/>
                  <a:pt x="302843" y="161571"/>
                </a:cubicBezTo>
                <a:lnTo>
                  <a:pt x="299035" y="161571"/>
                </a:lnTo>
                <a:lnTo>
                  <a:pt x="299035" y="123717"/>
                </a:lnTo>
                <a:lnTo>
                  <a:pt x="302843" y="123717"/>
                </a:lnTo>
                <a:cubicBezTo>
                  <a:pt x="304998" y="134489"/>
                  <a:pt x="309114" y="142606"/>
                  <a:pt x="315192" y="148069"/>
                </a:cubicBezTo>
                <a:cubicBezTo>
                  <a:pt x="321270" y="153531"/>
                  <a:pt x="328079" y="156262"/>
                  <a:pt x="335619" y="156262"/>
                </a:cubicBezTo>
                <a:cubicBezTo>
                  <a:pt x="340928" y="156262"/>
                  <a:pt x="345256" y="154713"/>
                  <a:pt x="348603" y="151614"/>
                </a:cubicBezTo>
                <a:cubicBezTo>
                  <a:pt x="351949" y="148512"/>
                  <a:pt x="353623" y="144779"/>
                  <a:pt x="353623" y="140416"/>
                </a:cubicBezTo>
                <a:cubicBezTo>
                  <a:pt x="353623" y="135133"/>
                  <a:pt x="351757" y="130694"/>
                  <a:pt x="348026" y="127097"/>
                </a:cubicBezTo>
                <a:cubicBezTo>
                  <a:pt x="344294" y="123497"/>
                  <a:pt x="336850" y="118952"/>
                  <a:pt x="325694" y="113461"/>
                </a:cubicBezTo>
                <a:cubicBezTo>
                  <a:pt x="314538" y="107967"/>
                  <a:pt x="307229" y="102985"/>
                  <a:pt x="303767" y="98515"/>
                </a:cubicBezTo>
                <a:cubicBezTo>
                  <a:pt x="300304" y="94122"/>
                  <a:pt x="298573" y="88574"/>
                  <a:pt x="298573" y="81871"/>
                </a:cubicBezTo>
                <a:cubicBezTo>
                  <a:pt x="298573" y="73163"/>
                  <a:pt x="301555" y="65881"/>
                  <a:pt x="307517" y="60027"/>
                </a:cubicBezTo>
                <a:cubicBezTo>
                  <a:pt x="313480" y="54170"/>
                  <a:pt x="321193" y="51241"/>
                  <a:pt x="330657" y="51241"/>
                </a:cubicBezTo>
                <a:cubicBezTo>
                  <a:pt x="334811" y="51241"/>
                  <a:pt x="339851" y="52126"/>
                  <a:pt x="345775" y="53896"/>
                </a:cubicBezTo>
                <a:cubicBezTo>
                  <a:pt x="349699" y="55050"/>
                  <a:pt x="352315" y="55627"/>
                  <a:pt x="353623" y="55627"/>
                </a:cubicBezTo>
                <a:cubicBezTo>
                  <a:pt x="354854" y="55627"/>
                  <a:pt x="355816" y="55357"/>
                  <a:pt x="356508" y="54819"/>
                </a:cubicBezTo>
                <a:cubicBezTo>
                  <a:pt x="357201" y="54280"/>
                  <a:pt x="358008" y="53088"/>
                  <a:pt x="358932" y="51241"/>
                </a:cubicBezTo>
                <a:lnTo>
                  <a:pt x="362740" y="51241"/>
                </a:lnTo>
                <a:close/>
                <a:moveTo>
                  <a:pt x="380449" y="54242"/>
                </a:moveTo>
                <a:lnTo>
                  <a:pt x="424766" y="54242"/>
                </a:lnTo>
                <a:lnTo>
                  <a:pt x="424766" y="58396"/>
                </a:lnTo>
                <a:cubicBezTo>
                  <a:pt x="420688" y="58707"/>
                  <a:pt x="418015" y="59444"/>
                  <a:pt x="416745" y="60607"/>
                </a:cubicBezTo>
                <a:cubicBezTo>
                  <a:pt x="415476" y="61769"/>
                  <a:pt x="414841" y="63434"/>
                  <a:pt x="414841" y="65602"/>
                </a:cubicBezTo>
                <a:cubicBezTo>
                  <a:pt x="414841" y="68007"/>
                  <a:pt x="415495" y="70913"/>
                  <a:pt x="416803" y="74323"/>
                </a:cubicBezTo>
                <a:lnTo>
                  <a:pt x="439423" y="135013"/>
                </a:lnTo>
                <a:lnTo>
                  <a:pt x="462158" y="85510"/>
                </a:lnTo>
                <a:lnTo>
                  <a:pt x="456157" y="70053"/>
                </a:lnTo>
                <a:cubicBezTo>
                  <a:pt x="454311" y="65391"/>
                  <a:pt x="451887" y="62165"/>
                  <a:pt x="448886" y="60376"/>
                </a:cubicBezTo>
                <a:cubicBezTo>
                  <a:pt x="447194" y="59290"/>
                  <a:pt x="444039" y="58630"/>
                  <a:pt x="439423" y="58396"/>
                </a:cubicBezTo>
                <a:lnTo>
                  <a:pt x="439423" y="54242"/>
                </a:lnTo>
                <a:lnTo>
                  <a:pt x="489741" y="54242"/>
                </a:lnTo>
                <a:lnTo>
                  <a:pt x="489741" y="58396"/>
                </a:lnTo>
                <a:cubicBezTo>
                  <a:pt x="484201" y="58630"/>
                  <a:pt x="480277" y="59642"/>
                  <a:pt x="477969" y="61433"/>
                </a:cubicBezTo>
                <a:cubicBezTo>
                  <a:pt x="476430" y="62681"/>
                  <a:pt x="475661" y="64668"/>
                  <a:pt x="475661" y="67395"/>
                </a:cubicBezTo>
                <a:cubicBezTo>
                  <a:pt x="475661" y="68933"/>
                  <a:pt x="475969" y="70512"/>
                  <a:pt x="476584" y="72130"/>
                </a:cubicBezTo>
                <a:lnTo>
                  <a:pt x="500589" y="132900"/>
                </a:lnTo>
                <a:lnTo>
                  <a:pt x="522863" y="74323"/>
                </a:lnTo>
                <a:cubicBezTo>
                  <a:pt x="524402" y="70137"/>
                  <a:pt x="525171" y="66804"/>
                  <a:pt x="525171" y="64326"/>
                </a:cubicBezTo>
                <a:cubicBezTo>
                  <a:pt x="525171" y="62852"/>
                  <a:pt x="524421" y="61534"/>
                  <a:pt x="522921" y="60373"/>
                </a:cubicBezTo>
                <a:cubicBezTo>
                  <a:pt x="521420" y="59209"/>
                  <a:pt x="518477" y="58550"/>
                  <a:pt x="514092" y="58396"/>
                </a:cubicBezTo>
                <a:lnTo>
                  <a:pt x="514092" y="54242"/>
                </a:lnTo>
                <a:lnTo>
                  <a:pt x="547445" y="54242"/>
                </a:lnTo>
                <a:lnTo>
                  <a:pt x="547445" y="58396"/>
                </a:lnTo>
                <a:cubicBezTo>
                  <a:pt x="540751" y="59401"/>
                  <a:pt x="535827" y="63961"/>
                  <a:pt x="532673" y="72076"/>
                </a:cubicBezTo>
                <a:lnTo>
                  <a:pt x="497358" y="163187"/>
                </a:lnTo>
                <a:lnTo>
                  <a:pt x="492626" y="163187"/>
                </a:lnTo>
                <a:lnTo>
                  <a:pt x="466198" y="95796"/>
                </a:lnTo>
                <a:lnTo>
                  <a:pt x="435384" y="163187"/>
                </a:lnTo>
                <a:lnTo>
                  <a:pt x="431113" y="163187"/>
                </a:lnTo>
                <a:lnTo>
                  <a:pt x="397184" y="74323"/>
                </a:lnTo>
                <a:cubicBezTo>
                  <a:pt x="394952" y="68665"/>
                  <a:pt x="392760" y="64848"/>
                  <a:pt x="390605" y="62872"/>
                </a:cubicBezTo>
                <a:cubicBezTo>
                  <a:pt x="388451" y="60896"/>
                  <a:pt x="385066" y="59404"/>
                  <a:pt x="380449" y="58396"/>
                </a:cubicBezTo>
                <a:lnTo>
                  <a:pt x="380449" y="54242"/>
                </a:lnTo>
                <a:close/>
                <a:moveTo>
                  <a:pt x="574810" y="94173"/>
                </a:moveTo>
                <a:cubicBezTo>
                  <a:pt x="574733" y="109796"/>
                  <a:pt x="578541" y="122050"/>
                  <a:pt x="586235" y="130934"/>
                </a:cubicBezTo>
                <a:cubicBezTo>
                  <a:pt x="593929" y="139818"/>
                  <a:pt x="602969" y="144260"/>
                  <a:pt x="613356" y="144260"/>
                </a:cubicBezTo>
                <a:cubicBezTo>
                  <a:pt x="620280" y="144260"/>
                  <a:pt x="626301" y="142347"/>
                  <a:pt x="631417" y="138522"/>
                </a:cubicBezTo>
                <a:cubicBezTo>
                  <a:pt x="636534" y="134697"/>
                  <a:pt x="640823" y="128146"/>
                  <a:pt x="644285" y="118870"/>
                </a:cubicBezTo>
                <a:lnTo>
                  <a:pt x="647863" y="121189"/>
                </a:lnTo>
                <a:cubicBezTo>
                  <a:pt x="646247" y="131785"/>
                  <a:pt x="641554" y="141434"/>
                  <a:pt x="633783" y="150135"/>
                </a:cubicBezTo>
                <a:cubicBezTo>
                  <a:pt x="626012" y="158836"/>
                  <a:pt x="616280" y="163187"/>
                  <a:pt x="604585" y="163187"/>
                </a:cubicBezTo>
                <a:cubicBezTo>
                  <a:pt x="591890" y="163187"/>
                  <a:pt x="581022" y="158254"/>
                  <a:pt x="571982" y="148389"/>
                </a:cubicBezTo>
                <a:cubicBezTo>
                  <a:pt x="562942" y="138522"/>
                  <a:pt x="558422" y="125257"/>
                  <a:pt x="558422" y="108595"/>
                </a:cubicBezTo>
                <a:cubicBezTo>
                  <a:pt x="558422" y="90553"/>
                  <a:pt x="563057" y="76484"/>
                  <a:pt x="572328" y="66388"/>
                </a:cubicBezTo>
                <a:cubicBezTo>
                  <a:pt x="581599" y="56290"/>
                  <a:pt x="593236" y="51241"/>
                  <a:pt x="607239" y="51241"/>
                </a:cubicBezTo>
                <a:cubicBezTo>
                  <a:pt x="619088" y="51241"/>
                  <a:pt x="628821" y="55136"/>
                  <a:pt x="636438" y="62926"/>
                </a:cubicBezTo>
                <a:cubicBezTo>
                  <a:pt x="644054" y="70714"/>
                  <a:pt x="647863" y="81129"/>
                  <a:pt x="647863" y="94173"/>
                </a:cubicBezTo>
                <a:lnTo>
                  <a:pt x="574810" y="94173"/>
                </a:lnTo>
                <a:moveTo>
                  <a:pt x="574810" y="87479"/>
                </a:moveTo>
                <a:lnTo>
                  <a:pt x="623743" y="87479"/>
                </a:lnTo>
                <a:cubicBezTo>
                  <a:pt x="623358" y="80764"/>
                  <a:pt x="622550" y="76033"/>
                  <a:pt x="621319" y="73288"/>
                </a:cubicBezTo>
                <a:cubicBezTo>
                  <a:pt x="619396" y="69013"/>
                  <a:pt x="616530" y="65655"/>
                  <a:pt x="612721" y="63215"/>
                </a:cubicBezTo>
                <a:cubicBezTo>
                  <a:pt x="608913" y="60772"/>
                  <a:pt x="604931" y="59551"/>
                  <a:pt x="600776" y="59551"/>
                </a:cubicBezTo>
                <a:cubicBezTo>
                  <a:pt x="594391" y="59551"/>
                  <a:pt x="588678" y="62011"/>
                  <a:pt x="583638" y="66933"/>
                </a:cubicBezTo>
                <a:cubicBezTo>
                  <a:pt x="578599" y="71855"/>
                  <a:pt x="575656" y="78703"/>
                  <a:pt x="574810" y="87479"/>
                </a:cubicBezTo>
                <a:close/>
                <a:moveTo>
                  <a:pt x="693012" y="51241"/>
                </a:moveTo>
                <a:lnTo>
                  <a:pt x="693012" y="75015"/>
                </a:lnTo>
                <a:cubicBezTo>
                  <a:pt x="701860" y="59166"/>
                  <a:pt x="710938" y="51241"/>
                  <a:pt x="720248" y="51241"/>
                </a:cubicBezTo>
                <a:cubicBezTo>
                  <a:pt x="724479" y="51241"/>
                  <a:pt x="727980" y="52530"/>
                  <a:pt x="730750" y="55107"/>
                </a:cubicBezTo>
                <a:cubicBezTo>
                  <a:pt x="733520" y="57685"/>
                  <a:pt x="734905" y="60666"/>
                  <a:pt x="734905" y="64051"/>
                </a:cubicBezTo>
                <a:cubicBezTo>
                  <a:pt x="734905" y="67052"/>
                  <a:pt x="733904" y="69591"/>
                  <a:pt x="731904" y="71668"/>
                </a:cubicBezTo>
                <a:cubicBezTo>
                  <a:pt x="729904" y="73746"/>
                  <a:pt x="727519" y="74784"/>
                  <a:pt x="724749" y="74784"/>
                </a:cubicBezTo>
                <a:cubicBezTo>
                  <a:pt x="722056" y="74784"/>
                  <a:pt x="719036" y="73476"/>
                  <a:pt x="715689" y="70861"/>
                </a:cubicBezTo>
                <a:cubicBezTo>
                  <a:pt x="712342" y="68245"/>
                  <a:pt x="709861" y="66937"/>
                  <a:pt x="708245" y="66937"/>
                </a:cubicBezTo>
                <a:cubicBezTo>
                  <a:pt x="706861" y="66937"/>
                  <a:pt x="705360" y="67700"/>
                  <a:pt x="703745" y="69227"/>
                </a:cubicBezTo>
                <a:cubicBezTo>
                  <a:pt x="700282" y="72360"/>
                  <a:pt x="696705" y="77516"/>
                  <a:pt x="693012" y="84695"/>
                </a:cubicBezTo>
                <a:lnTo>
                  <a:pt x="693012" y="135258"/>
                </a:lnTo>
                <a:cubicBezTo>
                  <a:pt x="693012" y="141110"/>
                  <a:pt x="693742" y="145537"/>
                  <a:pt x="695204" y="148537"/>
                </a:cubicBezTo>
                <a:cubicBezTo>
                  <a:pt x="696205" y="150617"/>
                  <a:pt x="697974" y="152348"/>
                  <a:pt x="700513" y="153731"/>
                </a:cubicBezTo>
                <a:cubicBezTo>
                  <a:pt x="703052" y="155111"/>
                  <a:pt x="706707" y="155801"/>
                  <a:pt x="711477" y="155801"/>
                </a:cubicBezTo>
                <a:lnTo>
                  <a:pt x="711477" y="159956"/>
                </a:lnTo>
                <a:lnTo>
                  <a:pt x="657350" y="159956"/>
                </a:lnTo>
                <a:lnTo>
                  <a:pt x="657350" y="155801"/>
                </a:lnTo>
                <a:cubicBezTo>
                  <a:pt x="662736" y="155801"/>
                  <a:pt x="666737" y="154945"/>
                  <a:pt x="669353" y="153233"/>
                </a:cubicBezTo>
                <a:cubicBezTo>
                  <a:pt x="671276" y="151988"/>
                  <a:pt x="672623" y="150003"/>
                  <a:pt x="673392" y="147279"/>
                </a:cubicBezTo>
                <a:cubicBezTo>
                  <a:pt x="673777" y="145954"/>
                  <a:pt x="673969" y="142178"/>
                  <a:pt x="673969" y="135951"/>
                </a:cubicBezTo>
                <a:lnTo>
                  <a:pt x="673969" y="95327"/>
                </a:lnTo>
                <a:cubicBezTo>
                  <a:pt x="673969" y="83017"/>
                  <a:pt x="673719" y="75688"/>
                  <a:pt x="673219" y="73342"/>
                </a:cubicBezTo>
                <a:cubicBezTo>
                  <a:pt x="672719" y="70995"/>
                  <a:pt x="671796" y="69283"/>
                  <a:pt x="670449" y="68206"/>
                </a:cubicBezTo>
                <a:cubicBezTo>
                  <a:pt x="669103" y="67129"/>
                  <a:pt x="667429" y="66590"/>
                  <a:pt x="665429" y="66590"/>
                </a:cubicBezTo>
                <a:cubicBezTo>
                  <a:pt x="663044" y="66590"/>
                  <a:pt x="660351" y="67167"/>
                  <a:pt x="657350" y="68322"/>
                </a:cubicBezTo>
                <a:lnTo>
                  <a:pt x="656196" y="64167"/>
                </a:lnTo>
                <a:lnTo>
                  <a:pt x="688164" y="51241"/>
                </a:lnTo>
                <a:lnTo>
                  <a:pt x="693012" y="5124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A42902-8CB0-48C8-95E1-4D7AEBB41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111" y="274948"/>
            <a:ext cx="1004511" cy="2142301"/>
          </a:xfrm>
          <a:custGeom xmlns:a="http://schemas.openxmlformats.org/drawingml/2006/main">
            <a:pathLst>
              <a:path w="1004511" h="2142301">
                <a:moveTo>
                  <a:pt x="906030" y="98482"/>
                </a:moveTo>
                <a:lnTo>
                  <a:pt x="1004511" y="49241"/>
                </a:lnTo>
                <a:lnTo>
                  <a:pt x="906030" y="0"/>
                </a:lnTo>
                <a:lnTo>
                  <a:pt x="906030" y="32827"/>
                </a:lnTo>
                <a:lnTo>
                  <a:pt x="0" y="32827"/>
                </a:lnTo>
                <a:lnTo>
                  <a:pt x="0" y="2142301"/>
                </a:lnTo>
                <a:lnTo>
                  <a:pt x="32827" y="2142301"/>
                </a:lnTo>
                <a:lnTo>
                  <a:pt x="32827" y="65654"/>
                </a:lnTo>
                <a:lnTo>
                  <a:pt x="906030" y="65654"/>
                </a:lnTo>
                <a:lnTo>
                  <a:pt x="906030" y="98482"/>
                </a:lnTo>
                <a:close/>
              </a:path>
            </a:pathLst>
          </a:custGeom>
          <a:solidFill xmlns:a="http://schemas.openxmlformats.org/drawingml/2006/main">
            <a:srgbClr val="76717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Text Disagreed">
            <a:extLst xmlns:a="http://schemas.openxmlformats.org/drawingml/2006/main">
              <a:ext uri="{FF2B5EF4-FFF2-40B4-BE49-F238E27FC236}">
                <a16:creationId xmlns:a16="http://schemas.microsoft.com/office/drawing/2014/main" id="{5D92E2EB-36ED-46EB-B80A-3763A60A7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1903" y="1826688"/>
            <a:ext cx="955091" cy="215121"/>
          </a:xfrm>
          <a:custGeom xmlns:a="http://schemas.openxmlformats.org/drawingml/2006/main">
            <a:pathLst>
              <a:path w="955091" h="215121">
                <a:moveTo>
                  <a:pt x="0" y="164110"/>
                </a:moveTo>
                <a:lnTo>
                  <a:pt x="0" y="159725"/>
                </a:lnTo>
                <a:lnTo>
                  <a:pt x="5886" y="159725"/>
                </a:lnTo>
                <a:cubicBezTo>
                  <a:pt x="12503" y="159725"/>
                  <a:pt x="17196" y="157620"/>
                  <a:pt x="19966" y="153410"/>
                </a:cubicBezTo>
                <a:cubicBezTo>
                  <a:pt x="21658" y="150883"/>
                  <a:pt x="22505" y="145217"/>
                  <a:pt x="22505" y="136412"/>
                </a:cubicBezTo>
                <a:lnTo>
                  <a:pt x="22505" y="35315"/>
                </a:lnTo>
                <a:cubicBezTo>
                  <a:pt x="22505" y="25592"/>
                  <a:pt x="21427" y="19505"/>
                  <a:pt x="19273" y="17055"/>
                </a:cubicBezTo>
                <a:cubicBezTo>
                  <a:pt x="16273" y="13687"/>
                  <a:pt x="11810" y="12002"/>
                  <a:pt x="5886" y="12002"/>
                </a:cubicBezTo>
                <a:lnTo>
                  <a:pt x="0" y="12002"/>
                </a:lnTo>
                <a:lnTo>
                  <a:pt x="0" y="7617"/>
                </a:lnTo>
                <a:lnTo>
                  <a:pt x="63705" y="7617"/>
                </a:lnTo>
                <a:cubicBezTo>
                  <a:pt x="87095" y="7617"/>
                  <a:pt x="104887" y="10271"/>
                  <a:pt x="117081" y="15580"/>
                </a:cubicBezTo>
                <a:cubicBezTo>
                  <a:pt x="129276" y="20889"/>
                  <a:pt x="139086" y="29737"/>
                  <a:pt x="146511" y="42124"/>
                </a:cubicBezTo>
                <a:cubicBezTo>
                  <a:pt x="153935" y="54511"/>
                  <a:pt x="157647" y="68822"/>
                  <a:pt x="157647" y="85056"/>
                </a:cubicBezTo>
                <a:cubicBezTo>
                  <a:pt x="157647" y="106829"/>
                  <a:pt x="151031" y="125025"/>
                  <a:pt x="137797" y="139644"/>
                </a:cubicBezTo>
                <a:cubicBezTo>
                  <a:pt x="122948" y="155955"/>
                  <a:pt x="100328" y="164110"/>
                  <a:pt x="69937" y="164110"/>
                </a:cubicBezTo>
                <a:lnTo>
                  <a:pt x="0" y="164110"/>
                </a:lnTo>
                <a:moveTo>
                  <a:pt x="44663" y="152573"/>
                </a:moveTo>
                <a:cubicBezTo>
                  <a:pt x="54434" y="154725"/>
                  <a:pt x="62628" y="155801"/>
                  <a:pt x="69245" y="155801"/>
                </a:cubicBezTo>
                <a:cubicBezTo>
                  <a:pt x="87095" y="155801"/>
                  <a:pt x="101905" y="149541"/>
                  <a:pt x="113677" y="137022"/>
                </a:cubicBezTo>
                <a:cubicBezTo>
                  <a:pt x="125449" y="124500"/>
                  <a:pt x="131334" y="107524"/>
                  <a:pt x="131334" y="86094"/>
                </a:cubicBezTo>
                <a:cubicBezTo>
                  <a:pt x="131334" y="64511"/>
                  <a:pt x="125449" y="47498"/>
                  <a:pt x="113677" y="35055"/>
                </a:cubicBezTo>
                <a:cubicBezTo>
                  <a:pt x="101905" y="22610"/>
                  <a:pt x="86787" y="16388"/>
                  <a:pt x="68322" y="16388"/>
                </a:cubicBezTo>
                <a:cubicBezTo>
                  <a:pt x="61397" y="16388"/>
                  <a:pt x="53511" y="17501"/>
                  <a:pt x="44663" y="19728"/>
                </a:cubicBezTo>
                <a:lnTo>
                  <a:pt x="44663" y="152573"/>
                </a:lnTo>
                <a:close/>
                <a:moveTo>
                  <a:pt x="200939" y="0"/>
                </a:moveTo>
                <a:cubicBezTo>
                  <a:pt x="204170" y="0"/>
                  <a:pt x="206921" y="1141"/>
                  <a:pt x="209190" y="3423"/>
                </a:cubicBezTo>
                <a:cubicBezTo>
                  <a:pt x="211460" y="5702"/>
                  <a:pt x="212595" y="8466"/>
                  <a:pt x="212595" y="11714"/>
                </a:cubicBezTo>
                <a:cubicBezTo>
                  <a:pt x="212595" y="14962"/>
                  <a:pt x="211460" y="17746"/>
                  <a:pt x="209190" y="20067"/>
                </a:cubicBezTo>
                <a:cubicBezTo>
                  <a:pt x="206921" y="22384"/>
                  <a:pt x="204170" y="23543"/>
                  <a:pt x="200939" y="23543"/>
                </a:cubicBezTo>
                <a:cubicBezTo>
                  <a:pt x="197707" y="23543"/>
                  <a:pt x="194937" y="22384"/>
                  <a:pt x="192629" y="20067"/>
                </a:cubicBezTo>
                <a:cubicBezTo>
                  <a:pt x="190321" y="17746"/>
                  <a:pt x="189167" y="14962"/>
                  <a:pt x="189167" y="11714"/>
                </a:cubicBezTo>
                <a:cubicBezTo>
                  <a:pt x="189167" y="8466"/>
                  <a:pt x="190302" y="5702"/>
                  <a:pt x="192571" y="3423"/>
                </a:cubicBezTo>
                <a:cubicBezTo>
                  <a:pt x="194841" y="1141"/>
                  <a:pt x="197630" y="0"/>
                  <a:pt x="200939" y="0"/>
                </a:cubicBezTo>
                <a:moveTo>
                  <a:pt x="210517" y="55396"/>
                </a:moveTo>
                <a:lnTo>
                  <a:pt x="210517" y="140105"/>
                </a:lnTo>
                <a:cubicBezTo>
                  <a:pt x="210517" y="146761"/>
                  <a:pt x="210998" y="151192"/>
                  <a:pt x="211960" y="153399"/>
                </a:cubicBezTo>
                <a:cubicBezTo>
                  <a:pt x="212922" y="155604"/>
                  <a:pt x="214345" y="157248"/>
                  <a:pt x="216230" y="158333"/>
                </a:cubicBezTo>
                <a:cubicBezTo>
                  <a:pt x="218115" y="159415"/>
                  <a:pt x="221558" y="159956"/>
                  <a:pt x="226559" y="159956"/>
                </a:cubicBezTo>
                <a:lnTo>
                  <a:pt x="226559" y="164110"/>
                </a:lnTo>
                <a:lnTo>
                  <a:pt x="175203" y="164110"/>
                </a:lnTo>
                <a:lnTo>
                  <a:pt x="175203" y="159956"/>
                </a:lnTo>
                <a:cubicBezTo>
                  <a:pt x="180357" y="159956"/>
                  <a:pt x="183820" y="159453"/>
                  <a:pt x="185589" y="158448"/>
                </a:cubicBezTo>
                <a:cubicBezTo>
                  <a:pt x="187359" y="157441"/>
                  <a:pt x="188763" y="155777"/>
                  <a:pt x="189802" y="153457"/>
                </a:cubicBezTo>
                <a:cubicBezTo>
                  <a:pt x="190840" y="151134"/>
                  <a:pt x="191360" y="146684"/>
                  <a:pt x="191360" y="140105"/>
                </a:cubicBezTo>
                <a:lnTo>
                  <a:pt x="191360" y="99713"/>
                </a:lnTo>
                <a:cubicBezTo>
                  <a:pt x="191360" y="88201"/>
                  <a:pt x="191013" y="80745"/>
                  <a:pt x="190321" y="77345"/>
                </a:cubicBezTo>
                <a:cubicBezTo>
                  <a:pt x="189782" y="74871"/>
                  <a:pt x="188936" y="73153"/>
                  <a:pt x="187782" y="72191"/>
                </a:cubicBezTo>
                <a:cubicBezTo>
                  <a:pt x="186628" y="71227"/>
                  <a:pt x="185051" y="70745"/>
                  <a:pt x="183050" y="70745"/>
                </a:cubicBezTo>
                <a:cubicBezTo>
                  <a:pt x="180896" y="70745"/>
                  <a:pt x="178280" y="71322"/>
                  <a:pt x="175203" y="72476"/>
                </a:cubicBezTo>
                <a:lnTo>
                  <a:pt x="173587" y="68322"/>
                </a:lnTo>
                <a:lnTo>
                  <a:pt x="205439" y="55396"/>
                </a:lnTo>
                <a:lnTo>
                  <a:pt x="210517" y="55396"/>
                </a:lnTo>
                <a:close/>
                <a:moveTo>
                  <a:pt x="308024" y="55396"/>
                </a:moveTo>
                <a:lnTo>
                  <a:pt x="308024" y="91403"/>
                </a:lnTo>
                <a:lnTo>
                  <a:pt x="304216" y="91403"/>
                </a:lnTo>
                <a:cubicBezTo>
                  <a:pt x="301292" y="80139"/>
                  <a:pt x="297541" y="72476"/>
                  <a:pt x="292963" y="68415"/>
                </a:cubicBezTo>
                <a:cubicBezTo>
                  <a:pt x="288386" y="64352"/>
                  <a:pt x="282558" y="62320"/>
                  <a:pt x="275479" y="62320"/>
                </a:cubicBezTo>
                <a:cubicBezTo>
                  <a:pt x="270093" y="62320"/>
                  <a:pt x="265746" y="63739"/>
                  <a:pt x="262438" y="66576"/>
                </a:cubicBezTo>
                <a:cubicBezTo>
                  <a:pt x="259130" y="69413"/>
                  <a:pt x="257475" y="72557"/>
                  <a:pt x="257475" y="76007"/>
                </a:cubicBezTo>
                <a:cubicBezTo>
                  <a:pt x="257475" y="80299"/>
                  <a:pt x="258707" y="83979"/>
                  <a:pt x="261169" y="87047"/>
                </a:cubicBezTo>
                <a:cubicBezTo>
                  <a:pt x="263554" y="90189"/>
                  <a:pt x="268401" y="93524"/>
                  <a:pt x="275710" y="97051"/>
                </a:cubicBezTo>
                <a:lnTo>
                  <a:pt x="292560" y="105216"/>
                </a:lnTo>
                <a:cubicBezTo>
                  <a:pt x="308178" y="112823"/>
                  <a:pt x="315987" y="122851"/>
                  <a:pt x="315987" y="135298"/>
                </a:cubicBezTo>
                <a:cubicBezTo>
                  <a:pt x="315987" y="144903"/>
                  <a:pt x="312352" y="152645"/>
                  <a:pt x="305081" y="158524"/>
                </a:cubicBezTo>
                <a:cubicBezTo>
                  <a:pt x="297811" y="164402"/>
                  <a:pt x="289674" y="167342"/>
                  <a:pt x="280673" y="167342"/>
                </a:cubicBezTo>
                <a:cubicBezTo>
                  <a:pt x="274210" y="167342"/>
                  <a:pt x="266824" y="166245"/>
                  <a:pt x="258514" y="164053"/>
                </a:cubicBezTo>
                <a:cubicBezTo>
                  <a:pt x="255975" y="163322"/>
                  <a:pt x="253898" y="162956"/>
                  <a:pt x="252282" y="162956"/>
                </a:cubicBezTo>
                <a:cubicBezTo>
                  <a:pt x="250513" y="162956"/>
                  <a:pt x="249128" y="163879"/>
                  <a:pt x="248127" y="165726"/>
                </a:cubicBezTo>
                <a:lnTo>
                  <a:pt x="244319" y="165726"/>
                </a:lnTo>
                <a:lnTo>
                  <a:pt x="244319" y="127872"/>
                </a:lnTo>
                <a:lnTo>
                  <a:pt x="248127" y="127872"/>
                </a:lnTo>
                <a:cubicBezTo>
                  <a:pt x="250282" y="138644"/>
                  <a:pt x="254398" y="146761"/>
                  <a:pt x="260476" y="152223"/>
                </a:cubicBezTo>
                <a:cubicBezTo>
                  <a:pt x="266554" y="157686"/>
                  <a:pt x="273363" y="160417"/>
                  <a:pt x="280903" y="160417"/>
                </a:cubicBezTo>
                <a:cubicBezTo>
                  <a:pt x="286212" y="160417"/>
                  <a:pt x="290540" y="158868"/>
                  <a:pt x="293887" y="155768"/>
                </a:cubicBezTo>
                <a:cubicBezTo>
                  <a:pt x="297234" y="152667"/>
                  <a:pt x="298907" y="148934"/>
                  <a:pt x="298907" y="144570"/>
                </a:cubicBezTo>
                <a:cubicBezTo>
                  <a:pt x="298907" y="139288"/>
                  <a:pt x="297041" y="134848"/>
                  <a:pt x="293310" y="131251"/>
                </a:cubicBezTo>
                <a:cubicBezTo>
                  <a:pt x="289578" y="127652"/>
                  <a:pt x="282134" y="123107"/>
                  <a:pt x="270978" y="117615"/>
                </a:cubicBezTo>
                <a:cubicBezTo>
                  <a:pt x="259822" y="112121"/>
                  <a:pt x="252513" y="107140"/>
                  <a:pt x="249051" y="102670"/>
                </a:cubicBezTo>
                <a:cubicBezTo>
                  <a:pt x="245588" y="98277"/>
                  <a:pt x="243857" y="92729"/>
                  <a:pt x="243857" y="86026"/>
                </a:cubicBezTo>
                <a:cubicBezTo>
                  <a:pt x="243857" y="77317"/>
                  <a:pt x="246839" y="70036"/>
                  <a:pt x="252801" y="64181"/>
                </a:cubicBezTo>
                <a:cubicBezTo>
                  <a:pt x="258764" y="58324"/>
                  <a:pt x="266477" y="55396"/>
                  <a:pt x="275941" y="55396"/>
                </a:cubicBezTo>
                <a:cubicBezTo>
                  <a:pt x="280095" y="55396"/>
                  <a:pt x="285135" y="56281"/>
                  <a:pt x="291059" y="58050"/>
                </a:cubicBezTo>
                <a:cubicBezTo>
                  <a:pt x="294983" y="59204"/>
                  <a:pt x="297599" y="59781"/>
                  <a:pt x="298907" y="59781"/>
                </a:cubicBezTo>
                <a:cubicBezTo>
                  <a:pt x="300138" y="59781"/>
                  <a:pt x="301100" y="59512"/>
                  <a:pt x="301792" y="58974"/>
                </a:cubicBezTo>
                <a:cubicBezTo>
                  <a:pt x="302485" y="58435"/>
                  <a:pt x="303292" y="57242"/>
                  <a:pt x="304216" y="55396"/>
                </a:cubicBezTo>
                <a:lnTo>
                  <a:pt x="308024" y="55396"/>
                </a:lnTo>
                <a:close/>
                <a:moveTo>
                  <a:pt x="391515" y="148999"/>
                </a:moveTo>
                <a:cubicBezTo>
                  <a:pt x="380667" y="157383"/>
                  <a:pt x="373858" y="162228"/>
                  <a:pt x="371088" y="163533"/>
                </a:cubicBezTo>
                <a:cubicBezTo>
                  <a:pt x="366933" y="165457"/>
                  <a:pt x="362509" y="166418"/>
                  <a:pt x="357816" y="166418"/>
                </a:cubicBezTo>
                <a:cubicBezTo>
                  <a:pt x="350507" y="166418"/>
                  <a:pt x="344486" y="163918"/>
                  <a:pt x="339755" y="158917"/>
                </a:cubicBezTo>
                <a:cubicBezTo>
                  <a:pt x="335023" y="153916"/>
                  <a:pt x="332657" y="147338"/>
                  <a:pt x="332657" y="139182"/>
                </a:cubicBezTo>
                <a:cubicBezTo>
                  <a:pt x="332657" y="134027"/>
                  <a:pt x="333811" y="129565"/>
                  <a:pt x="336119" y="125795"/>
                </a:cubicBezTo>
                <a:cubicBezTo>
                  <a:pt x="339274" y="120563"/>
                  <a:pt x="344756" y="115639"/>
                  <a:pt x="352565" y="111023"/>
                </a:cubicBezTo>
                <a:cubicBezTo>
                  <a:pt x="360374" y="106406"/>
                  <a:pt x="373358" y="100790"/>
                  <a:pt x="391515" y="94173"/>
                </a:cubicBezTo>
                <a:lnTo>
                  <a:pt x="391515" y="90033"/>
                </a:lnTo>
                <a:cubicBezTo>
                  <a:pt x="391515" y="79531"/>
                  <a:pt x="389842" y="72325"/>
                  <a:pt x="386495" y="68415"/>
                </a:cubicBezTo>
                <a:cubicBezTo>
                  <a:pt x="383148" y="64506"/>
                  <a:pt x="378282" y="62551"/>
                  <a:pt x="371896" y="62551"/>
                </a:cubicBezTo>
                <a:cubicBezTo>
                  <a:pt x="367049" y="62551"/>
                  <a:pt x="363202" y="63859"/>
                  <a:pt x="360355" y="66475"/>
                </a:cubicBezTo>
                <a:cubicBezTo>
                  <a:pt x="357431" y="69091"/>
                  <a:pt x="355970" y="72092"/>
                  <a:pt x="355970" y="75477"/>
                </a:cubicBezTo>
                <a:lnTo>
                  <a:pt x="356200" y="82171"/>
                </a:lnTo>
                <a:cubicBezTo>
                  <a:pt x="356200" y="85710"/>
                  <a:pt x="355296" y="88441"/>
                  <a:pt x="353488" y="90364"/>
                </a:cubicBezTo>
                <a:cubicBezTo>
                  <a:pt x="351680" y="92288"/>
                  <a:pt x="349314" y="93250"/>
                  <a:pt x="346391" y="93250"/>
                </a:cubicBezTo>
                <a:cubicBezTo>
                  <a:pt x="343544" y="93250"/>
                  <a:pt x="341217" y="92247"/>
                  <a:pt x="339408" y="90242"/>
                </a:cubicBezTo>
                <a:cubicBezTo>
                  <a:pt x="337600" y="88234"/>
                  <a:pt x="336696" y="85495"/>
                  <a:pt x="336696" y="82023"/>
                </a:cubicBezTo>
                <a:cubicBezTo>
                  <a:pt x="336696" y="75384"/>
                  <a:pt x="340082" y="69287"/>
                  <a:pt x="346852" y="63730"/>
                </a:cubicBezTo>
                <a:cubicBezTo>
                  <a:pt x="353623" y="58174"/>
                  <a:pt x="363125" y="55396"/>
                  <a:pt x="375358" y="55396"/>
                </a:cubicBezTo>
                <a:cubicBezTo>
                  <a:pt x="384745" y="55396"/>
                  <a:pt x="392438" y="56971"/>
                  <a:pt x="398440" y="60120"/>
                </a:cubicBezTo>
                <a:cubicBezTo>
                  <a:pt x="402979" y="62503"/>
                  <a:pt x="406326" y="66231"/>
                  <a:pt x="408480" y="71304"/>
                </a:cubicBezTo>
                <a:cubicBezTo>
                  <a:pt x="409865" y="74608"/>
                  <a:pt x="410558" y="81370"/>
                  <a:pt x="410558" y="91591"/>
                </a:cubicBezTo>
                <a:lnTo>
                  <a:pt x="410558" y="127439"/>
                </a:lnTo>
                <a:cubicBezTo>
                  <a:pt x="410558" y="137506"/>
                  <a:pt x="410750" y="143673"/>
                  <a:pt x="411135" y="145941"/>
                </a:cubicBezTo>
                <a:cubicBezTo>
                  <a:pt x="411519" y="148208"/>
                  <a:pt x="412154" y="149726"/>
                  <a:pt x="413039" y="150496"/>
                </a:cubicBezTo>
                <a:cubicBezTo>
                  <a:pt x="413924" y="151263"/>
                  <a:pt x="414943" y="151646"/>
                  <a:pt x="416097" y="151646"/>
                </a:cubicBezTo>
                <a:cubicBezTo>
                  <a:pt x="417328" y="151646"/>
                  <a:pt x="418405" y="151377"/>
                  <a:pt x="419329" y="150838"/>
                </a:cubicBezTo>
                <a:cubicBezTo>
                  <a:pt x="420944" y="149838"/>
                  <a:pt x="424060" y="147030"/>
                  <a:pt x="428677" y="142414"/>
                </a:cubicBezTo>
                <a:lnTo>
                  <a:pt x="428677" y="148876"/>
                </a:lnTo>
                <a:cubicBezTo>
                  <a:pt x="420059" y="160417"/>
                  <a:pt x="411827" y="166188"/>
                  <a:pt x="403979" y="166188"/>
                </a:cubicBezTo>
                <a:cubicBezTo>
                  <a:pt x="400209" y="166188"/>
                  <a:pt x="397209" y="164889"/>
                  <a:pt x="394977" y="162293"/>
                </a:cubicBezTo>
                <a:cubicBezTo>
                  <a:pt x="392746" y="159693"/>
                  <a:pt x="391592" y="155262"/>
                  <a:pt x="391515" y="148999"/>
                </a:cubicBezTo>
                <a:moveTo>
                  <a:pt x="391515" y="141516"/>
                </a:moveTo>
                <a:lnTo>
                  <a:pt x="391515" y="101328"/>
                </a:lnTo>
                <a:cubicBezTo>
                  <a:pt x="379897" y="105935"/>
                  <a:pt x="372396" y="109198"/>
                  <a:pt x="369011" y="111116"/>
                </a:cubicBezTo>
                <a:cubicBezTo>
                  <a:pt x="362932" y="114494"/>
                  <a:pt x="358585" y="118026"/>
                  <a:pt x="355970" y="121712"/>
                </a:cubicBezTo>
                <a:cubicBezTo>
                  <a:pt x="353354" y="125396"/>
                  <a:pt x="352046" y="129425"/>
                  <a:pt x="352046" y="133801"/>
                </a:cubicBezTo>
                <a:cubicBezTo>
                  <a:pt x="352046" y="139329"/>
                  <a:pt x="353700" y="143916"/>
                  <a:pt x="357008" y="147564"/>
                </a:cubicBezTo>
                <a:cubicBezTo>
                  <a:pt x="360317" y="151209"/>
                  <a:pt x="364125" y="153031"/>
                  <a:pt x="368434" y="153031"/>
                </a:cubicBezTo>
                <a:cubicBezTo>
                  <a:pt x="374281" y="153031"/>
                  <a:pt x="381975" y="149193"/>
                  <a:pt x="391515" y="141516"/>
                </a:cubicBezTo>
                <a:close/>
                <a:moveTo>
                  <a:pt x="464942" y="125589"/>
                </a:moveTo>
                <a:cubicBezTo>
                  <a:pt x="458479" y="122440"/>
                  <a:pt x="453516" y="118041"/>
                  <a:pt x="450054" y="112393"/>
                </a:cubicBezTo>
                <a:cubicBezTo>
                  <a:pt x="446592" y="106745"/>
                  <a:pt x="444861" y="100501"/>
                  <a:pt x="444861" y="93661"/>
                </a:cubicBezTo>
                <a:cubicBezTo>
                  <a:pt x="444861" y="83212"/>
                  <a:pt x="448804" y="74222"/>
                  <a:pt x="456690" y="66691"/>
                </a:cubicBezTo>
                <a:cubicBezTo>
                  <a:pt x="464576" y="59161"/>
                  <a:pt x="474674" y="55396"/>
                  <a:pt x="486985" y="55396"/>
                </a:cubicBezTo>
                <a:cubicBezTo>
                  <a:pt x="497064" y="55396"/>
                  <a:pt x="505796" y="57858"/>
                  <a:pt x="513182" y="62782"/>
                </a:cubicBezTo>
                <a:lnTo>
                  <a:pt x="535571" y="62782"/>
                </a:lnTo>
                <a:cubicBezTo>
                  <a:pt x="538880" y="62782"/>
                  <a:pt x="540803" y="62878"/>
                  <a:pt x="541342" y="63070"/>
                </a:cubicBezTo>
                <a:cubicBezTo>
                  <a:pt x="541880" y="63263"/>
                  <a:pt x="542265" y="63590"/>
                  <a:pt x="542496" y="64051"/>
                </a:cubicBezTo>
                <a:cubicBezTo>
                  <a:pt x="542958" y="64744"/>
                  <a:pt x="543188" y="65975"/>
                  <a:pt x="543188" y="67745"/>
                </a:cubicBezTo>
                <a:cubicBezTo>
                  <a:pt x="543188" y="69745"/>
                  <a:pt x="542996" y="71130"/>
                  <a:pt x="542611" y="71899"/>
                </a:cubicBezTo>
                <a:cubicBezTo>
                  <a:pt x="542380" y="72284"/>
                  <a:pt x="541977" y="72592"/>
                  <a:pt x="541399" y="72822"/>
                </a:cubicBezTo>
                <a:cubicBezTo>
                  <a:pt x="540822" y="73053"/>
                  <a:pt x="538880" y="73169"/>
                  <a:pt x="535571" y="73169"/>
                </a:cubicBezTo>
                <a:lnTo>
                  <a:pt x="521838" y="73169"/>
                </a:lnTo>
                <a:cubicBezTo>
                  <a:pt x="526146" y="78708"/>
                  <a:pt x="528301" y="85787"/>
                  <a:pt x="528301" y="94404"/>
                </a:cubicBezTo>
                <a:cubicBezTo>
                  <a:pt x="528301" y="104252"/>
                  <a:pt x="524531" y="112677"/>
                  <a:pt x="516991" y="119678"/>
                </a:cubicBezTo>
                <a:cubicBezTo>
                  <a:pt x="509451" y="126680"/>
                  <a:pt x="499333" y="130180"/>
                  <a:pt x="486638" y="130180"/>
                </a:cubicBezTo>
                <a:cubicBezTo>
                  <a:pt x="481407" y="130180"/>
                  <a:pt x="476059" y="129395"/>
                  <a:pt x="470597" y="127825"/>
                </a:cubicBezTo>
                <a:cubicBezTo>
                  <a:pt x="467211" y="130706"/>
                  <a:pt x="464922" y="133225"/>
                  <a:pt x="463730" y="135384"/>
                </a:cubicBezTo>
                <a:cubicBezTo>
                  <a:pt x="462537" y="137544"/>
                  <a:pt x="461941" y="139380"/>
                  <a:pt x="461941" y="140895"/>
                </a:cubicBezTo>
                <a:cubicBezTo>
                  <a:pt x="461941" y="142184"/>
                  <a:pt x="462576" y="143434"/>
                  <a:pt x="463845" y="144646"/>
                </a:cubicBezTo>
                <a:cubicBezTo>
                  <a:pt x="465115" y="145858"/>
                  <a:pt x="467596" y="146729"/>
                  <a:pt x="471289" y="147261"/>
                </a:cubicBezTo>
                <a:cubicBezTo>
                  <a:pt x="473443" y="147612"/>
                  <a:pt x="478829" y="147919"/>
                  <a:pt x="487446" y="148184"/>
                </a:cubicBezTo>
                <a:cubicBezTo>
                  <a:pt x="503296" y="148624"/>
                  <a:pt x="513567" y="149239"/>
                  <a:pt x="518260" y="150030"/>
                </a:cubicBezTo>
                <a:cubicBezTo>
                  <a:pt x="525415" y="151028"/>
                  <a:pt x="531128" y="153678"/>
                  <a:pt x="535398" y="157979"/>
                </a:cubicBezTo>
                <a:cubicBezTo>
                  <a:pt x="539668" y="162281"/>
                  <a:pt x="541803" y="167580"/>
                  <a:pt x="541803" y="173877"/>
                </a:cubicBezTo>
                <a:cubicBezTo>
                  <a:pt x="541803" y="182556"/>
                  <a:pt x="537726" y="190697"/>
                  <a:pt x="529570" y="198300"/>
                </a:cubicBezTo>
                <a:cubicBezTo>
                  <a:pt x="517568" y="209514"/>
                  <a:pt x="501911" y="215121"/>
                  <a:pt x="482599" y="215121"/>
                </a:cubicBezTo>
                <a:cubicBezTo>
                  <a:pt x="467750" y="215121"/>
                  <a:pt x="455209" y="211773"/>
                  <a:pt x="444976" y="205076"/>
                </a:cubicBezTo>
                <a:cubicBezTo>
                  <a:pt x="439206" y="201230"/>
                  <a:pt x="436320" y="197228"/>
                  <a:pt x="436320" y="193070"/>
                </a:cubicBezTo>
                <a:cubicBezTo>
                  <a:pt x="436320" y="191224"/>
                  <a:pt x="436744" y="189377"/>
                  <a:pt x="437590" y="187531"/>
                </a:cubicBezTo>
                <a:cubicBezTo>
                  <a:pt x="438898" y="184684"/>
                  <a:pt x="441591" y="180721"/>
                  <a:pt x="445669" y="175640"/>
                </a:cubicBezTo>
                <a:cubicBezTo>
                  <a:pt x="446207" y="174948"/>
                  <a:pt x="450131" y="170792"/>
                  <a:pt x="457440" y="163173"/>
                </a:cubicBezTo>
                <a:cubicBezTo>
                  <a:pt x="453439" y="160790"/>
                  <a:pt x="450612" y="158657"/>
                  <a:pt x="448958" y="156775"/>
                </a:cubicBezTo>
                <a:cubicBezTo>
                  <a:pt x="447303" y="154892"/>
                  <a:pt x="446476" y="152759"/>
                  <a:pt x="446476" y="150377"/>
                </a:cubicBezTo>
                <a:cubicBezTo>
                  <a:pt x="446476" y="147686"/>
                  <a:pt x="447573" y="144535"/>
                  <a:pt x="449766" y="140924"/>
                </a:cubicBezTo>
                <a:cubicBezTo>
                  <a:pt x="451958" y="137310"/>
                  <a:pt x="457017" y="132199"/>
                  <a:pt x="464942" y="125589"/>
                </a:cubicBezTo>
                <a:moveTo>
                  <a:pt x="485023" y="61166"/>
                </a:moveTo>
                <a:cubicBezTo>
                  <a:pt x="479329" y="61166"/>
                  <a:pt x="474559" y="63424"/>
                  <a:pt x="470712" y="67939"/>
                </a:cubicBezTo>
                <a:cubicBezTo>
                  <a:pt x="466865" y="72452"/>
                  <a:pt x="464942" y="79377"/>
                  <a:pt x="464942" y="88713"/>
                </a:cubicBezTo>
                <a:cubicBezTo>
                  <a:pt x="464942" y="100804"/>
                  <a:pt x="467558" y="110177"/>
                  <a:pt x="472789" y="116833"/>
                </a:cubicBezTo>
                <a:cubicBezTo>
                  <a:pt x="476790" y="121884"/>
                  <a:pt x="481868" y="124410"/>
                  <a:pt x="488023" y="124410"/>
                </a:cubicBezTo>
                <a:cubicBezTo>
                  <a:pt x="493871" y="124410"/>
                  <a:pt x="498679" y="122229"/>
                  <a:pt x="502449" y="117868"/>
                </a:cubicBezTo>
                <a:cubicBezTo>
                  <a:pt x="506219" y="113506"/>
                  <a:pt x="508104" y="106657"/>
                  <a:pt x="508104" y="97321"/>
                </a:cubicBezTo>
                <a:cubicBezTo>
                  <a:pt x="508104" y="85156"/>
                  <a:pt x="505450" y="75628"/>
                  <a:pt x="500141" y="68740"/>
                </a:cubicBezTo>
                <a:cubicBezTo>
                  <a:pt x="496217" y="63691"/>
                  <a:pt x="491178" y="61166"/>
                  <a:pt x="485023" y="61166"/>
                </a:cubicBezTo>
                <a:moveTo>
                  <a:pt x="463788" y="164110"/>
                </a:moveTo>
                <a:cubicBezTo>
                  <a:pt x="460171" y="168010"/>
                  <a:pt x="457440" y="171642"/>
                  <a:pt x="455594" y="175005"/>
                </a:cubicBezTo>
                <a:cubicBezTo>
                  <a:pt x="453747" y="178369"/>
                  <a:pt x="452824" y="181466"/>
                  <a:pt x="452824" y="184296"/>
                </a:cubicBezTo>
                <a:cubicBezTo>
                  <a:pt x="452824" y="187965"/>
                  <a:pt x="455055" y="191176"/>
                  <a:pt x="459517" y="193929"/>
                </a:cubicBezTo>
                <a:cubicBezTo>
                  <a:pt x="467211" y="198670"/>
                  <a:pt x="478329" y="201041"/>
                  <a:pt x="492870" y="201041"/>
                </a:cubicBezTo>
                <a:cubicBezTo>
                  <a:pt x="506719" y="201041"/>
                  <a:pt x="516933" y="198622"/>
                  <a:pt x="523511" y="193785"/>
                </a:cubicBezTo>
                <a:cubicBezTo>
                  <a:pt x="530090" y="188949"/>
                  <a:pt x="533379" y="183790"/>
                  <a:pt x="533379" y="178305"/>
                </a:cubicBezTo>
                <a:cubicBezTo>
                  <a:pt x="533379" y="174345"/>
                  <a:pt x="531417" y="171528"/>
                  <a:pt x="527493" y="169852"/>
                </a:cubicBezTo>
                <a:cubicBezTo>
                  <a:pt x="523492" y="168176"/>
                  <a:pt x="515567" y="167185"/>
                  <a:pt x="503719" y="166880"/>
                </a:cubicBezTo>
                <a:cubicBezTo>
                  <a:pt x="486408" y="166399"/>
                  <a:pt x="473097" y="165476"/>
                  <a:pt x="463788" y="164110"/>
                </a:cubicBezTo>
                <a:close/>
                <a:moveTo>
                  <a:pt x="585773" y="55396"/>
                </a:moveTo>
                <a:lnTo>
                  <a:pt x="585773" y="79170"/>
                </a:lnTo>
                <a:cubicBezTo>
                  <a:pt x="594621" y="63321"/>
                  <a:pt x="603700" y="55396"/>
                  <a:pt x="613009" y="55396"/>
                </a:cubicBezTo>
                <a:cubicBezTo>
                  <a:pt x="617241" y="55396"/>
                  <a:pt x="620741" y="56685"/>
                  <a:pt x="623511" y="59262"/>
                </a:cubicBezTo>
                <a:cubicBezTo>
                  <a:pt x="626281" y="61839"/>
                  <a:pt x="627666" y="64821"/>
                  <a:pt x="627666" y="68206"/>
                </a:cubicBezTo>
                <a:cubicBezTo>
                  <a:pt x="627666" y="71207"/>
                  <a:pt x="626666" y="73746"/>
                  <a:pt x="624665" y="75823"/>
                </a:cubicBezTo>
                <a:cubicBezTo>
                  <a:pt x="622665" y="77900"/>
                  <a:pt x="620280" y="78939"/>
                  <a:pt x="617510" y="78939"/>
                </a:cubicBezTo>
                <a:cubicBezTo>
                  <a:pt x="614817" y="78939"/>
                  <a:pt x="611797" y="77631"/>
                  <a:pt x="608451" y="75015"/>
                </a:cubicBezTo>
                <a:cubicBezTo>
                  <a:pt x="605104" y="72399"/>
                  <a:pt x="602622" y="71091"/>
                  <a:pt x="601007" y="71091"/>
                </a:cubicBezTo>
                <a:cubicBezTo>
                  <a:pt x="599622" y="71091"/>
                  <a:pt x="598121" y="71855"/>
                  <a:pt x="596506" y="73381"/>
                </a:cubicBezTo>
                <a:cubicBezTo>
                  <a:pt x="593044" y="76514"/>
                  <a:pt x="589466" y="81670"/>
                  <a:pt x="585773" y="88850"/>
                </a:cubicBezTo>
                <a:lnTo>
                  <a:pt x="585773" y="139413"/>
                </a:lnTo>
                <a:cubicBezTo>
                  <a:pt x="585773" y="145265"/>
                  <a:pt x="586504" y="149691"/>
                  <a:pt x="587966" y="152692"/>
                </a:cubicBezTo>
                <a:cubicBezTo>
                  <a:pt x="588966" y="154772"/>
                  <a:pt x="590735" y="156503"/>
                  <a:pt x="593274" y="157885"/>
                </a:cubicBezTo>
                <a:cubicBezTo>
                  <a:pt x="595813" y="159265"/>
                  <a:pt x="599468" y="159956"/>
                  <a:pt x="604238" y="159956"/>
                </a:cubicBezTo>
                <a:lnTo>
                  <a:pt x="604238" y="164110"/>
                </a:lnTo>
                <a:lnTo>
                  <a:pt x="550112" y="164110"/>
                </a:lnTo>
                <a:lnTo>
                  <a:pt x="550112" y="159956"/>
                </a:lnTo>
                <a:cubicBezTo>
                  <a:pt x="555497" y="159956"/>
                  <a:pt x="559498" y="159100"/>
                  <a:pt x="562114" y="157388"/>
                </a:cubicBezTo>
                <a:cubicBezTo>
                  <a:pt x="564038" y="156142"/>
                  <a:pt x="565384" y="154157"/>
                  <a:pt x="566153" y="151433"/>
                </a:cubicBezTo>
                <a:cubicBezTo>
                  <a:pt x="566538" y="150109"/>
                  <a:pt x="566731" y="146333"/>
                  <a:pt x="566731" y="140105"/>
                </a:cubicBezTo>
                <a:lnTo>
                  <a:pt x="566731" y="99482"/>
                </a:lnTo>
                <a:cubicBezTo>
                  <a:pt x="566731" y="87172"/>
                  <a:pt x="566480" y="79843"/>
                  <a:pt x="565980" y="77496"/>
                </a:cubicBezTo>
                <a:cubicBezTo>
                  <a:pt x="565480" y="75150"/>
                  <a:pt x="564557" y="73438"/>
                  <a:pt x="563211" y="72361"/>
                </a:cubicBezTo>
                <a:cubicBezTo>
                  <a:pt x="561864" y="71284"/>
                  <a:pt x="560191" y="70745"/>
                  <a:pt x="558190" y="70745"/>
                </a:cubicBezTo>
                <a:cubicBezTo>
                  <a:pt x="555805" y="70745"/>
                  <a:pt x="553112" y="71322"/>
                  <a:pt x="550112" y="72476"/>
                </a:cubicBezTo>
                <a:lnTo>
                  <a:pt x="548958" y="68322"/>
                </a:lnTo>
                <a:lnTo>
                  <a:pt x="580926" y="55396"/>
                </a:lnTo>
                <a:lnTo>
                  <a:pt x="585773" y="55396"/>
                </a:lnTo>
                <a:close/>
                <a:moveTo>
                  <a:pt x="651402" y="98328"/>
                </a:moveTo>
                <a:cubicBezTo>
                  <a:pt x="651325" y="113951"/>
                  <a:pt x="655134" y="126205"/>
                  <a:pt x="662828" y="135089"/>
                </a:cubicBezTo>
                <a:cubicBezTo>
                  <a:pt x="670521" y="143973"/>
                  <a:pt x="679562" y="148415"/>
                  <a:pt x="689948" y="148415"/>
                </a:cubicBezTo>
                <a:cubicBezTo>
                  <a:pt x="696873" y="148415"/>
                  <a:pt x="702893" y="146502"/>
                  <a:pt x="708010" y="142677"/>
                </a:cubicBezTo>
                <a:cubicBezTo>
                  <a:pt x="713126" y="138851"/>
                  <a:pt x="717416" y="132301"/>
                  <a:pt x="720878" y="123025"/>
                </a:cubicBezTo>
                <a:lnTo>
                  <a:pt x="724455" y="125344"/>
                </a:lnTo>
                <a:cubicBezTo>
                  <a:pt x="722840" y="135940"/>
                  <a:pt x="718146" y="145588"/>
                  <a:pt x="710376" y="154290"/>
                </a:cubicBezTo>
                <a:cubicBezTo>
                  <a:pt x="702605" y="162991"/>
                  <a:pt x="692872" y="167342"/>
                  <a:pt x="681177" y="167342"/>
                </a:cubicBezTo>
                <a:cubicBezTo>
                  <a:pt x="668483" y="167342"/>
                  <a:pt x="657615" y="162409"/>
                  <a:pt x="648575" y="152544"/>
                </a:cubicBezTo>
                <a:cubicBezTo>
                  <a:pt x="639534" y="142677"/>
                  <a:pt x="635014" y="129412"/>
                  <a:pt x="635014" y="112750"/>
                </a:cubicBezTo>
                <a:cubicBezTo>
                  <a:pt x="635014" y="94708"/>
                  <a:pt x="639650" y="80639"/>
                  <a:pt x="648921" y="70543"/>
                </a:cubicBezTo>
                <a:cubicBezTo>
                  <a:pt x="658192" y="60445"/>
                  <a:pt x="669829" y="55396"/>
                  <a:pt x="683832" y="55396"/>
                </a:cubicBezTo>
                <a:cubicBezTo>
                  <a:pt x="695680" y="55396"/>
                  <a:pt x="705413" y="59291"/>
                  <a:pt x="713030" y="67081"/>
                </a:cubicBezTo>
                <a:cubicBezTo>
                  <a:pt x="720647" y="74869"/>
                  <a:pt x="724455" y="85284"/>
                  <a:pt x="724455" y="98328"/>
                </a:cubicBezTo>
                <a:lnTo>
                  <a:pt x="651402" y="98328"/>
                </a:lnTo>
                <a:moveTo>
                  <a:pt x="651402" y="91634"/>
                </a:moveTo>
                <a:lnTo>
                  <a:pt x="700335" y="91634"/>
                </a:lnTo>
                <a:cubicBezTo>
                  <a:pt x="699950" y="84919"/>
                  <a:pt x="699143" y="80188"/>
                  <a:pt x="697912" y="77442"/>
                </a:cubicBezTo>
                <a:cubicBezTo>
                  <a:pt x="695988" y="73167"/>
                  <a:pt x="693122" y="69810"/>
                  <a:pt x="689314" y="67369"/>
                </a:cubicBezTo>
                <a:cubicBezTo>
                  <a:pt x="685505" y="64927"/>
                  <a:pt x="681524" y="63705"/>
                  <a:pt x="677369" y="63705"/>
                </a:cubicBezTo>
                <a:cubicBezTo>
                  <a:pt x="670983" y="63705"/>
                  <a:pt x="665270" y="66166"/>
                  <a:pt x="660231" y="71088"/>
                </a:cubicBezTo>
                <a:cubicBezTo>
                  <a:pt x="655191" y="76009"/>
                  <a:pt x="652248" y="82858"/>
                  <a:pt x="651402" y="91634"/>
                </a:cubicBezTo>
                <a:close/>
                <a:moveTo>
                  <a:pt x="756450" y="98328"/>
                </a:moveTo>
                <a:cubicBezTo>
                  <a:pt x="756373" y="113951"/>
                  <a:pt x="760181" y="126205"/>
                  <a:pt x="767875" y="135089"/>
                </a:cubicBezTo>
                <a:cubicBezTo>
                  <a:pt x="775569" y="143973"/>
                  <a:pt x="784609" y="148415"/>
                  <a:pt x="794996" y="148415"/>
                </a:cubicBezTo>
                <a:cubicBezTo>
                  <a:pt x="801920" y="148415"/>
                  <a:pt x="807941" y="146502"/>
                  <a:pt x="813057" y="142677"/>
                </a:cubicBezTo>
                <a:cubicBezTo>
                  <a:pt x="818174" y="138851"/>
                  <a:pt x="822463" y="132301"/>
                  <a:pt x="825925" y="123025"/>
                </a:cubicBezTo>
                <a:lnTo>
                  <a:pt x="829503" y="125344"/>
                </a:lnTo>
                <a:cubicBezTo>
                  <a:pt x="827887" y="135940"/>
                  <a:pt x="823194" y="145588"/>
                  <a:pt x="815423" y="154290"/>
                </a:cubicBezTo>
                <a:cubicBezTo>
                  <a:pt x="807652" y="162991"/>
                  <a:pt x="797920" y="167342"/>
                  <a:pt x="786225" y="167342"/>
                </a:cubicBezTo>
                <a:cubicBezTo>
                  <a:pt x="773530" y="167342"/>
                  <a:pt x="762662" y="162409"/>
                  <a:pt x="753622" y="152544"/>
                </a:cubicBezTo>
                <a:cubicBezTo>
                  <a:pt x="744582" y="142677"/>
                  <a:pt x="740062" y="129412"/>
                  <a:pt x="740062" y="112750"/>
                </a:cubicBezTo>
                <a:cubicBezTo>
                  <a:pt x="740062" y="94708"/>
                  <a:pt x="744697" y="80639"/>
                  <a:pt x="753968" y="70543"/>
                </a:cubicBezTo>
                <a:cubicBezTo>
                  <a:pt x="763239" y="60445"/>
                  <a:pt x="774876" y="55396"/>
                  <a:pt x="788879" y="55396"/>
                </a:cubicBezTo>
                <a:cubicBezTo>
                  <a:pt x="800728" y="55396"/>
                  <a:pt x="810461" y="59291"/>
                  <a:pt x="818077" y="67081"/>
                </a:cubicBezTo>
                <a:cubicBezTo>
                  <a:pt x="825694" y="74869"/>
                  <a:pt x="829503" y="85284"/>
                  <a:pt x="829503" y="98328"/>
                </a:cubicBezTo>
                <a:lnTo>
                  <a:pt x="756450" y="98328"/>
                </a:lnTo>
                <a:moveTo>
                  <a:pt x="756450" y="91634"/>
                </a:moveTo>
                <a:lnTo>
                  <a:pt x="805383" y="91634"/>
                </a:lnTo>
                <a:cubicBezTo>
                  <a:pt x="804998" y="84919"/>
                  <a:pt x="804190" y="80188"/>
                  <a:pt x="802959" y="77442"/>
                </a:cubicBezTo>
                <a:cubicBezTo>
                  <a:pt x="801036" y="73167"/>
                  <a:pt x="798170" y="69810"/>
                  <a:pt x="794361" y="67369"/>
                </a:cubicBezTo>
                <a:cubicBezTo>
                  <a:pt x="790553" y="64927"/>
                  <a:pt x="786571" y="63705"/>
                  <a:pt x="782416" y="63705"/>
                </a:cubicBezTo>
                <a:cubicBezTo>
                  <a:pt x="776030" y="63705"/>
                  <a:pt x="770318" y="66166"/>
                  <a:pt x="765278" y="71088"/>
                </a:cubicBezTo>
                <a:cubicBezTo>
                  <a:pt x="760239" y="76009"/>
                  <a:pt x="757296" y="82858"/>
                  <a:pt x="756450" y="91634"/>
                </a:cubicBezTo>
                <a:close/>
                <a:moveTo>
                  <a:pt x="918391" y="152230"/>
                </a:moveTo>
                <a:cubicBezTo>
                  <a:pt x="913237" y="157614"/>
                  <a:pt x="908197" y="161479"/>
                  <a:pt x="903273" y="163825"/>
                </a:cubicBezTo>
                <a:cubicBezTo>
                  <a:pt x="898349" y="166170"/>
                  <a:pt x="893040" y="167342"/>
                  <a:pt x="887347" y="167342"/>
                </a:cubicBezTo>
                <a:cubicBezTo>
                  <a:pt x="875806" y="167342"/>
                  <a:pt x="865727" y="162525"/>
                  <a:pt x="857110" y="152890"/>
                </a:cubicBezTo>
                <a:cubicBezTo>
                  <a:pt x="848493" y="143254"/>
                  <a:pt x="844184" y="130872"/>
                  <a:pt x="844184" y="115743"/>
                </a:cubicBezTo>
                <a:cubicBezTo>
                  <a:pt x="844184" y="100618"/>
                  <a:pt x="848954" y="86778"/>
                  <a:pt x="858495" y="74225"/>
                </a:cubicBezTo>
                <a:cubicBezTo>
                  <a:pt x="868035" y="61672"/>
                  <a:pt x="880307" y="55396"/>
                  <a:pt x="895310" y="55396"/>
                </a:cubicBezTo>
                <a:cubicBezTo>
                  <a:pt x="904619" y="55396"/>
                  <a:pt x="912313" y="58357"/>
                  <a:pt x="918391" y="64279"/>
                </a:cubicBezTo>
                <a:lnTo>
                  <a:pt x="918391" y="44548"/>
                </a:lnTo>
                <a:cubicBezTo>
                  <a:pt x="918391" y="32519"/>
                  <a:pt x="918103" y="25125"/>
                  <a:pt x="917526" y="22368"/>
                </a:cubicBezTo>
                <a:cubicBezTo>
                  <a:pt x="916949" y="19610"/>
                  <a:pt x="916045" y="17732"/>
                  <a:pt x="914814" y="16734"/>
                </a:cubicBezTo>
                <a:cubicBezTo>
                  <a:pt x="913583" y="15734"/>
                  <a:pt x="912044" y="15234"/>
                  <a:pt x="910197" y="15234"/>
                </a:cubicBezTo>
                <a:cubicBezTo>
                  <a:pt x="908197" y="15234"/>
                  <a:pt x="905543" y="15849"/>
                  <a:pt x="902234" y="17080"/>
                </a:cubicBezTo>
                <a:lnTo>
                  <a:pt x="900734" y="12926"/>
                </a:lnTo>
                <a:lnTo>
                  <a:pt x="932240" y="0"/>
                </a:lnTo>
                <a:lnTo>
                  <a:pt x="937434" y="0"/>
                </a:lnTo>
                <a:lnTo>
                  <a:pt x="937434" y="122333"/>
                </a:lnTo>
                <a:cubicBezTo>
                  <a:pt x="937434" y="134669"/>
                  <a:pt x="937722" y="142197"/>
                  <a:pt x="938299" y="144916"/>
                </a:cubicBezTo>
                <a:cubicBezTo>
                  <a:pt x="938876" y="147636"/>
                  <a:pt x="939800" y="149534"/>
                  <a:pt x="941069" y="150611"/>
                </a:cubicBezTo>
                <a:cubicBezTo>
                  <a:pt x="942339" y="151686"/>
                  <a:pt x="943820" y="152223"/>
                  <a:pt x="945512" y="152223"/>
                </a:cubicBezTo>
                <a:cubicBezTo>
                  <a:pt x="947590" y="152223"/>
                  <a:pt x="950359" y="151569"/>
                  <a:pt x="953822" y="150261"/>
                </a:cubicBezTo>
                <a:lnTo>
                  <a:pt x="955091" y="154416"/>
                </a:lnTo>
                <a:lnTo>
                  <a:pt x="923700" y="167342"/>
                </a:lnTo>
                <a:lnTo>
                  <a:pt x="918391" y="167342"/>
                </a:lnTo>
                <a:lnTo>
                  <a:pt x="918391" y="152230"/>
                </a:lnTo>
                <a:moveTo>
                  <a:pt x="918391" y="144170"/>
                </a:moveTo>
                <a:lnTo>
                  <a:pt x="918391" y="89834"/>
                </a:lnTo>
                <a:cubicBezTo>
                  <a:pt x="917930" y="84615"/>
                  <a:pt x="916545" y="79856"/>
                  <a:pt x="914237" y="75560"/>
                </a:cubicBezTo>
                <a:cubicBezTo>
                  <a:pt x="911929" y="71261"/>
                  <a:pt x="908870" y="68019"/>
                  <a:pt x="905062" y="65833"/>
                </a:cubicBezTo>
                <a:cubicBezTo>
                  <a:pt x="901253" y="63645"/>
                  <a:pt x="897541" y="62551"/>
                  <a:pt x="893925" y="62551"/>
                </a:cubicBezTo>
                <a:cubicBezTo>
                  <a:pt x="887154" y="62551"/>
                  <a:pt x="881115" y="65583"/>
                  <a:pt x="875806" y="71647"/>
                </a:cubicBezTo>
                <a:cubicBezTo>
                  <a:pt x="868804" y="79627"/>
                  <a:pt x="865304" y="91291"/>
                  <a:pt x="865304" y="106641"/>
                </a:cubicBezTo>
                <a:cubicBezTo>
                  <a:pt x="865304" y="122144"/>
                  <a:pt x="868689" y="134021"/>
                  <a:pt x="875460" y="142273"/>
                </a:cubicBezTo>
                <a:cubicBezTo>
                  <a:pt x="882230" y="150522"/>
                  <a:pt x="889770" y="154647"/>
                  <a:pt x="898080" y="154647"/>
                </a:cubicBezTo>
                <a:cubicBezTo>
                  <a:pt x="905081" y="154647"/>
                  <a:pt x="911852" y="151154"/>
                  <a:pt x="918391" y="14417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524678-8ED8-4241-9DEA-8C979A263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2050" y="514902"/>
            <a:ext cx="98482" cy="1653964"/>
          </a:xfrm>
          <a:custGeom xmlns:a="http://schemas.openxmlformats.org/drawingml/2006/main">
            <a:pathLst>
              <a:path w="98482" h="1653964">
                <a:moveTo>
                  <a:pt x="32829" y="98341"/>
                </a:moveTo>
                <a:lnTo>
                  <a:pt x="20471" y="1653702"/>
                </a:lnTo>
                <a:lnTo>
                  <a:pt x="53298" y="1653964"/>
                </a:lnTo>
                <a:lnTo>
                  <a:pt x="65656" y="98600"/>
                </a:lnTo>
                <a:lnTo>
                  <a:pt x="98482" y="98862"/>
                </a:lnTo>
                <a:lnTo>
                  <a:pt x="50015" y="0"/>
                </a:lnTo>
                <a:lnTo>
                  <a:pt x="0" y="98088"/>
                </a:lnTo>
                <a:lnTo>
                  <a:pt x="32829" y="98341"/>
                </a:lnTo>
                <a:close/>
              </a:path>
            </a:pathLst>
          </a:custGeom>
          <a:solidFill xmlns:a="http://schemas.openxmlformats.org/drawingml/2006/main">
            <a:srgbClr val="767171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133f9c1e274d6c"/>
          <a:stretch xmlns:a="http://schemas.openxmlformats.org/drawingml/2006/main"/>
        </p:blipFill>
        <p:spPr>
          <a:xfrm xmlns:a="http://schemas.openxmlformats.org/drawingml/2006/main">
            <a:off x="341033" y="1198049"/>
            <a:ext cx="2465193" cy="1303107"/>
          </a:xfrm>
          <a:prstGeom xmlns:a="http://schemas.openxmlformats.org/drawingml/2006/main" prst="rect">
            <a:avLst/>
          </a:prstGeom>
        </p:spPr>
      </p:pic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DD7D8D-FBA1-44DE-B489-4E6CEB5C6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79" y="1171787"/>
            <a:ext cx="2518501" cy="1355631"/>
          </a:xfrm>
          <a:custGeom xmlns:a="http://schemas.openxmlformats.org/drawingml/2006/main">
            <a:pathLst>
              <a:path w="2518501" h="1355631">
                <a:moveTo>
                  <a:pt x="233204" y="26262"/>
                </a:moveTo>
                <a:lnTo>
                  <a:pt x="233204" y="0"/>
                </a:lnTo>
                <a:lnTo>
                  <a:pt x="154419" y="0"/>
                </a:lnTo>
                <a:lnTo>
                  <a:pt x="154419" y="26262"/>
                </a:lnTo>
                <a:lnTo>
                  <a:pt x="233204" y="26262"/>
                </a:lnTo>
                <a:close/>
                <a:moveTo>
                  <a:pt x="548345" y="26262"/>
                </a:moveTo>
                <a:lnTo>
                  <a:pt x="548345" y="0"/>
                </a:lnTo>
                <a:lnTo>
                  <a:pt x="469560" y="0"/>
                </a:lnTo>
                <a:lnTo>
                  <a:pt x="469560" y="26262"/>
                </a:lnTo>
                <a:lnTo>
                  <a:pt x="548345" y="26262"/>
                </a:lnTo>
                <a:close/>
                <a:moveTo>
                  <a:pt x="443298" y="26262"/>
                </a:moveTo>
                <a:lnTo>
                  <a:pt x="443298" y="0"/>
                </a:lnTo>
                <a:lnTo>
                  <a:pt x="364513" y="0"/>
                </a:lnTo>
                <a:lnTo>
                  <a:pt x="364513" y="26262"/>
                </a:lnTo>
                <a:lnTo>
                  <a:pt x="443298" y="26262"/>
                </a:lnTo>
                <a:close/>
                <a:moveTo>
                  <a:pt x="128157" y="26262"/>
                </a:moveTo>
                <a:lnTo>
                  <a:pt x="128157" y="0"/>
                </a:lnTo>
                <a:lnTo>
                  <a:pt x="49372" y="0"/>
                </a:lnTo>
                <a:lnTo>
                  <a:pt x="49372" y="26262"/>
                </a:lnTo>
                <a:lnTo>
                  <a:pt x="128157" y="26262"/>
                </a:lnTo>
                <a:close/>
                <a:moveTo>
                  <a:pt x="338251" y="26262"/>
                </a:moveTo>
                <a:lnTo>
                  <a:pt x="338251" y="0"/>
                </a:lnTo>
                <a:lnTo>
                  <a:pt x="259466" y="0"/>
                </a:lnTo>
                <a:lnTo>
                  <a:pt x="259466" y="26262"/>
                </a:lnTo>
                <a:lnTo>
                  <a:pt x="338251" y="26262"/>
                </a:lnTo>
                <a:close/>
                <a:moveTo>
                  <a:pt x="10570" y="249"/>
                </a:moveTo>
                <a:lnTo>
                  <a:pt x="8102" y="998"/>
                </a:lnTo>
                <a:lnTo>
                  <a:pt x="5830" y="2219"/>
                </a:lnTo>
                <a:lnTo>
                  <a:pt x="3847" y="3847"/>
                </a:lnTo>
                <a:lnTo>
                  <a:pt x="2219" y="5830"/>
                </a:lnTo>
                <a:lnTo>
                  <a:pt x="998" y="8102"/>
                </a:lnTo>
                <a:lnTo>
                  <a:pt x="249" y="10570"/>
                </a:lnTo>
                <a:lnTo>
                  <a:pt x="0" y="13131"/>
                </a:lnTo>
                <a:lnTo>
                  <a:pt x="0" y="81937"/>
                </a:lnTo>
                <a:lnTo>
                  <a:pt x="26262" y="81937"/>
                </a:lnTo>
                <a:lnTo>
                  <a:pt x="26262" y="26262"/>
                </a:lnTo>
                <a:lnTo>
                  <a:pt x="26262" y="13131"/>
                </a:lnTo>
                <a:lnTo>
                  <a:pt x="23110" y="16282"/>
                </a:lnTo>
                <a:lnTo>
                  <a:pt x="23110" y="0"/>
                </a:lnTo>
                <a:lnTo>
                  <a:pt x="13131" y="0"/>
                </a:lnTo>
                <a:lnTo>
                  <a:pt x="10570" y="249"/>
                </a:lnTo>
                <a:close/>
                <a:moveTo>
                  <a:pt x="0" y="108198"/>
                </a:moveTo>
                <a:lnTo>
                  <a:pt x="0" y="186984"/>
                </a:lnTo>
                <a:lnTo>
                  <a:pt x="26262" y="186984"/>
                </a:lnTo>
                <a:lnTo>
                  <a:pt x="26262" y="108198"/>
                </a:lnTo>
                <a:lnTo>
                  <a:pt x="0" y="108198"/>
                </a:lnTo>
                <a:close/>
                <a:moveTo>
                  <a:pt x="26262" y="213245"/>
                </a:moveTo>
                <a:lnTo>
                  <a:pt x="0" y="213245"/>
                </a:lnTo>
                <a:lnTo>
                  <a:pt x="0" y="292031"/>
                </a:lnTo>
                <a:lnTo>
                  <a:pt x="26262" y="292031"/>
                </a:lnTo>
                <a:lnTo>
                  <a:pt x="26262" y="213245"/>
                </a:lnTo>
                <a:close/>
                <a:moveTo>
                  <a:pt x="26262" y="318292"/>
                </a:moveTo>
                <a:lnTo>
                  <a:pt x="0" y="318292"/>
                </a:lnTo>
                <a:lnTo>
                  <a:pt x="0" y="397077"/>
                </a:lnTo>
                <a:lnTo>
                  <a:pt x="26262" y="397077"/>
                </a:lnTo>
                <a:lnTo>
                  <a:pt x="26262" y="318292"/>
                </a:lnTo>
                <a:close/>
                <a:moveTo>
                  <a:pt x="26262" y="423339"/>
                </a:moveTo>
                <a:lnTo>
                  <a:pt x="0" y="423339"/>
                </a:lnTo>
                <a:lnTo>
                  <a:pt x="0" y="502124"/>
                </a:lnTo>
                <a:lnTo>
                  <a:pt x="26262" y="502124"/>
                </a:lnTo>
                <a:lnTo>
                  <a:pt x="26262" y="423339"/>
                </a:lnTo>
                <a:close/>
                <a:moveTo>
                  <a:pt x="0" y="528386"/>
                </a:moveTo>
                <a:lnTo>
                  <a:pt x="0" y="607171"/>
                </a:lnTo>
                <a:lnTo>
                  <a:pt x="26262" y="607171"/>
                </a:lnTo>
                <a:lnTo>
                  <a:pt x="26262" y="528386"/>
                </a:lnTo>
                <a:lnTo>
                  <a:pt x="0" y="528386"/>
                </a:lnTo>
                <a:close/>
                <a:moveTo>
                  <a:pt x="0" y="633433"/>
                </a:moveTo>
                <a:lnTo>
                  <a:pt x="0" y="712218"/>
                </a:lnTo>
                <a:lnTo>
                  <a:pt x="26262" y="712218"/>
                </a:lnTo>
                <a:lnTo>
                  <a:pt x="26262" y="633433"/>
                </a:lnTo>
                <a:lnTo>
                  <a:pt x="0" y="633433"/>
                </a:lnTo>
                <a:close/>
                <a:moveTo>
                  <a:pt x="26262" y="738480"/>
                </a:moveTo>
                <a:lnTo>
                  <a:pt x="0" y="738480"/>
                </a:lnTo>
                <a:lnTo>
                  <a:pt x="0" y="817265"/>
                </a:lnTo>
                <a:lnTo>
                  <a:pt x="26262" y="817265"/>
                </a:lnTo>
                <a:lnTo>
                  <a:pt x="26262" y="738480"/>
                </a:lnTo>
                <a:close/>
                <a:moveTo>
                  <a:pt x="26262" y="843527"/>
                </a:moveTo>
                <a:lnTo>
                  <a:pt x="0" y="843527"/>
                </a:lnTo>
                <a:lnTo>
                  <a:pt x="0" y="922312"/>
                </a:lnTo>
                <a:lnTo>
                  <a:pt x="26262" y="922312"/>
                </a:lnTo>
                <a:lnTo>
                  <a:pt x="26262" y="843527"/>
                </a:lnTo>
                <a:close/>
                <a:moveTo>
                  <a:pt x="26262" y="948574"/>
                </a:moveTo>
                <a:lnTo>
                  <a:pt x="0" y="948574"/>
                </a:lnTo>
                <a:lnTo>
                  <a:pt x="0" y="1027359"/>
                </a:lnTo>
                <a:lnTo>
                  <a:pt x="26262" y="1027359"/>
                </a:lnTo>
                <a:lnTo>
                  <a:pt x="26262" y="948574"/>
                </a:lnTo>
                <a:close/>
                <a:moveTo>
                  <a:pt x="0" y="1053621"/>
                </a:moveTo>
                <a:lnTo>
                  <a:pt x="0" y="1132406"/>
                </a:lnTo>
                <a:lnTo>
                  <a:pt x="26262" y="1132406"/>
                </a:lnTo>
                <a:lnTo>
                  <a:pt x="26262" y="1053621"/>
                </a:lnTo>
                <a:lnTo>
                  <a:pt x="0" y="1053621"/>
                </a:lnTo>
                <a:close/>
                <a:moveTo>
                  <a:pt x="0" y="1158668"/>
                </a:moveTo>
                <a:lnTo>
                  <a:pt x="0" y="1237453"/>
                </a:lnTo>
                <a:lnTo>
                  <a:pt x="26262" y="1237453"/>
                </a:lnTo>
                <a:lnTo>
                  <a:pt x="26262" y="1158668"/>
                </a:lnTo>
                <a:lnTo>
                  <a:pt x="0" y="1158668"/>
                </a:lnTo>
                <a:close/>
                <a:moveTo>
                  <a:pt x="92967" y="1355631"/>
                </a:moveTo>
                <a:lnTo>
                  <a:pt x="92967" y="1329369"/>
                </a:lnTo>
                <a:lnTo>
                  <a:pt x="26262" y="1329369"/>
                </a:lnTo>
                <a:lnTo>
                  <a:pt x="26262" y="1263715"/>
                </a:lnTo>
                <a:lnTo>
                  <a:pt x="0" y="1263715"/>
                </a:lnTo>
                <a:lnTo>
                  <a:pt x="0" y="1342500"/>
                </a:lnTo>
                <a:lnTo>
                  <a:pt x="14181" y="1342500"/>
                </a:lnTo>
                <a:lnTo>
                  <a:pt x="14181" y="1355631"/>
                </a:lnTo>
                <a:lnTo>
                  <a:pt x="92967" y="1355631"/>
                </a:lnTo>
                <a:close/>
                <a:moveTo>
                  <a:pt x="224275" y="1329369"/>
                </a:moveTo>
                <a:lnTo>
                  <a:pt x="224275" y="1355631"/>
                </a:lnTo>
                <a:lnTo>
                  <a:pt x="303060" y="1355631"/>
                </a:lnTo>
                <a:lnTo>
                  <a:pt x="303060" y="1329369"/>
                </a:lnTo>
                <a:lnTo>
                  <a:pt x="224275" y="1329369"/>
                </a:lnTo>
                <a:close/>
                <a:moveTo>
                  <a:pt x="119228" y="1355631"/>
                </a:moveTo>
                <a:lnTo>
                  <a:pt x="198014" y="1355631"/>
                </a:lnTo>
                <a:lnTo>
                  <a:pt x="198014" y="1329369"/>
                </a:lnTo>
                <a:lnTo>
                  <a:pt x="119228" y="1329369"/>
                </a:lnTo>
                <a:lnTo>
                  <a:pt x="119228" y="1355631"/>
                </a:lnTo>
                <a:close/>
                <a:moveTo>
                  <a:pt x="329322" y="1355631"/>
                </a:moveTo>
                <a:lnTo>
                  <a:pt x="408107" y="1355631"/>
                </a:lnTo>
                <a:lnTo>
                  <a:pt x="408107" y="1329369"/>
                </a:lnTo>
                <a:lnTo>
                  <a:pt x="329322" y="1329369"/>
                </a:lnTo>
                <a:lnTo>
                  <a:pt x="329322" y="1355631"/>
                </a:lnTo>
                <a:close/>
                <a:moveTo>
                  <a:pt x="434369" y="1329369"/>
                </a:moveTo>
                <a:lnTo>
                  <a:pt x="434369" y="1355631"/>
                </a:lnTo>
                <a:lnTo>
                  <a:pt x="513154" y="1355631"/>
                </a:lnTo>
                <a:lnTo>
                  <a:pt x="513154" y="1329369"/>
                </a:lnTo>
                <a:lnTo>
                  <a:pt x="434369" y="1329369"/>
                </a:lnTo>
                <a:close/>
                <a:moveTo>
                  <a:pt x="539416" y="1329369"/>
                </a:moveTo>
                <a:lnTo>
                  <a:pt x="539416" y="1355631"/>
                </a:lnTo>
                <a:lnTo>
                  <a:pt x="618201" y="1355631"/>
                </a:lnTo>
                <a:lnTo>
                  <a:pt x="618201" y="1329369"/>
                </a:lnTo>
                <a:lnTo>
                  <a:pt x="539416" y="1329369"/>
                </a:lnTo>
                <a:close/>
                <a:moveTo>
                  <a:pt x="2019002" y="0"/>
                </a:moveTo>
                <a:lnTo>
                  <a:pt x="1940217" y="0"/>
                </a:lnTo>
                <a:lnTo>
                  <a:pt x="1940217" y="26262"/>
                </a:lnTo>
                <a:lnTo>
                  <a:pt x="2019002" y="26262"/>
                </a:lnTo>
                <a:lnTo>
                  <a:pt x="2019002" y="0"/>
                </a:lnTo>
                <a:close/>
                <a:moveTo>
                  <a:pt x="758439" y="0"/>
                </a:moveTo>
                <a:lnTo>
                  <a:pt x="679654" y="0"/>
                </a:lnTo>
                <a:lnTo>
                  <a:pt x="679654" y="26262"/>
                </a:lnTo>
                <a:lnTo>
                  <a:pt x="758439" y="26262"/>
                </a:lnTo>
                <a:lnTo>
                  <a:pt x="758439" y="0"/>
                </a:lnTo>
                <a:close/>
                <a:moveTo>
                  <a:pt x="863486" y="26262"/>
                </a:moveTo>
                <a:lnTo>
                  <a:pt x="863486" y="0"/>
                </a:lnTo>
                <a:lnTo>
                  <a:pt x="784701" y="0"/>
                </a:lnTo>
                <a:lnTo>
                  <a:pt x="784701" y="26262"/>
                </a:lnTo>
                <a:lnTo>
                  <a:pt x="863486" y="26262"/>
                </a:lnTo>
                <a:close/>
                <a:moveTo>
                  <a:pt x="968533" y="26262"/>
                </a:moveTo>
                <a:lnTo>
                  <a:pt x="968533" y="0"/>
                </a:lnTo>
                <a:lnTo>
                  <a:pt x="889748" y="0"/>
                </a:lnTo>
                <a:lnTo>
                  <a:pt x="889748" y="26262"/>
                </a:lnTo>
                <a:lnTo>
                  <a:pt x="968533" y="26262"/>
                </a:lnTo>
                <a:close/>
                <a:moveTo>
                  <a:pt x="1073580" y="26262"/>
                </a:moveTo>
                <a:lnTo>
                  <a:pt x="1073580" y="0"/>
                </a:lnTo>
                <a:lnTo>
                  <a:pt x="994795" y="0"/>
                </a:lnTo>
                <a:lnTo>
                  <a:pt x="994795" y="26262"/>
                </a:lnTo>
                <a:lnTo>
                  <a:pt x="1073580" y="26262"/>
                </a:lnTo>
                <a:close/>
                <a:moveTo>
                  <a:pt x="1178627" y="0"/>
                </a:moveTo>
                <a:lnTo>
                  <a:pt x="1099842" y="0"/>
                </a:lnTo>
                <a:lnTo>
                  <a:pt x="1099842" y="26262"/>
                </a:lnTo>
                <a:lnTo>
                  <a:pt x="1178627" y="26262"/>
                </a:lnTo>
                <a:lnTo>
                  <a:pt x="1178627" y="0"/>
                </a:lnTo>
                <a:close/>
                <a:moveTo>
                  <a:pt x="1283674" y="0"/>
                </a:moveTo>
                <a:lnTo>
                  <a:pt x="1204889" y="0"/>
                </a:lnTo>
                <a:lnTo>
                  <a:pt x="1204889" y="26262"/>
                </a:lnTo>
                <a:lnTo>
                  <a:pt x="1283674" y="26262"/>
                </a:lnTo>
                <a:lnTo>
                  <a:pt x="1283674" y="0"/>
                </a:lnTo>
                <a:close/>
                <a:moveTo>
                  <a:pt x="653392" y="26262"/>
                </a:moveTo>
                <a:lnTo>
                  <a:pt x="653392" y="0"/>
                </a:lnTo>
                <a:lnTo>
                  <a:pt x="574607" y="0"/>
                </a:lnTo>
                <a:lnTo>
                  <a:pt x="574607" y="26262"/>
                </a:lnTo>
                <a:lnTo>
                  <a:pt x="653392" y="26262"/>
                </a:lnTo>
                <a:close/>
                <a:moveTo>
                  <a:pt x="1388721" y="26262"/>
                </a:moveTo>
                <a:lnTo>
                  <a:pt x="1388721" y="0"/>
                </a:lnTo>
                <a:lnTo>
                  <a:pt x="1309935" y="0"/>
                </a:lnTo>
                <a:lnTo>
                  <a:pt x="1309935" y="26262"/>
                </a:lnTo>
                <a:lnTo>
                  <a:pt x="1388721" y="26262"/>
                </a:lnTo>
                <a:close/>
                <a:moveTo>
                  <a:pt x="1493768" y="26262"/>
                </a:moveTo>
                <a:lnTo>
                  <a:pt x="1493768" y="0"/>
                </a:lnTo>
                <a:lnTo>
                  <a:pt x="1414982" y="0"/>
                </a:lnTo>
                <a:lnTo>
                  <a:pt x="1414982" y="26262"/>
                </a:lnTo>
                <a:lnTo>
                  <a:pt x="1493768" y="26262"/>
                </a:lnTo>
                <a:close/>
                <a:moveTo>
                  <a:pt x="1913955" y="0"/>
                </a:moveTo>
                <a:lnTo>
                  <a:pt x="1835170" y="0"/>
                </a:lnTo>
                <a:lnTo>
                  <a:pt x="1835170" y="26262"/>
                </a:lnTo>
                <a:lnTo>
                  <a:pt x="1913955" y="26262"/>
                </a:lnTo>
                <a:lnTo>
                  <a:pt x="1913955" y="0"/>
                </a:lnTo>
                <a:close/>
                <a:moveTo>
                  <a:pt x="1808908" y="0"/>
                </a:moveTo>
                <a:lnTo>
                  <a:pt x="1730123" y="0"/>
                </a:lnTo>
                <a:lnTo>
                  <a:pt x="1730123" y="26262"/>
                </a:lnTo>
                <a:lnTo>
                  <a:pt x="1808908" y="26262"/>
                </a:lnTo>
                <a:lnTo>
                  <a:pt x="1808908" y="0"/>
                </a:lnTo>
                <a:close/>
                <a:moveTo>
                  <a:pt x="1703862" y="26262"/>
                </a:moveTo>
                <a:lnTo>
                  <a:pt x="1703862" y="0"/>
                </a:lnTo>
                <a:lnTo>
                  <a:pt x="1625076" y="0"/>
                </a:lnTo>
                <a:lnTo>
                  <a:pt x="1625076" y="26262"/>
                </a:lnTo>
                <a:lnTo>
                  <a:pt x="1703862" y="26262"/>
                </a:lnTo>
                <a:close/>
                <a:moveTo>
                  <a:pt x="1598815" y="26262"/>
                </a:moveTo>
                <a:lnTo>
                  <a:pt x="1598815" y="0"/>
                </a:lnTo>
                <a:lnTo>
                  <a:pt x="1520029" y="0"/>
                </a:lnTo>
                <a:lnTo>
                  <a:pt x="1520029" y="26262"/>
                </a:lnTo>
                <a:lnTo>
                  <a:pt x="1598815" y="26262"/>
                </a:lnTo>
                <a:close/>
                <a:moveTo>
                  <a:pt x="1064651" y="1329369"/>
                </a:moveTo>
                <a:lnTo>
                  <a:pt x="1064651" y="1355631"/>
                </a:lnTo>
                <a:lnTo>
                  <a:pt x="1143436" y="1355631"/>
                </a:lnTo>
                <a:lnTo>
                  <a:pt x="1143436" y="1329369"/>
                </a:lnTo>
                <a:lnTo>
                  <a:pt x="1064651" y="1329369"/>
                </a:lnTo>
                <a:close/>
                <a:moveTo>
                  <a:pt x="1169698" y="1355631"/>
                </a:moveTo>
                <a:lnTo>
                  <a:pt x="1248483" y="1355631"/>
                </a:lnTo>
                <a:lnTo>
                  <a:pt x="1248483" y="1329369"/>
                </a:lnTo>
                <a:lnTo>
                  <a:pt x="1169698" y="1329369"/>
                </a:lnTo>
                <a:lnTo>
                  <a:pt x="1169698" y="1355631"/>
                </a:lnTo>
                <a:close/>
                <a:moveTo>
                  <a:pt x="1379792" y="1355631"/>
                </a:moveTo>
                <a:lnTo>
                  <a:pt x="1458577" y="1355631"/>
                </a:lnTo>
                <a:lnTo>
                  <a:pt x="1458577" y="1329369"/>
                </a:lnTo>
                <a:lnTo>
                  <a:pt x="1379792" y="1329369"/>
                </a:lnTo>
                <a:lnTo>
                  <a:pt x="1379792" y="1355631"/>
                </a:lnTo>
                <a:close/>
                <a:moveTo>
                  <a:pt x="1484839" y="1329369"/>
                </a:moveTo>
                <a:lnTo>
                  <a:pt x="1484839" y="1355631"/>
                </a:lnTo>
                <a:lnTo>
                  <a:pt x="1563624" y="1355631"/>
                </a:lnTo>
                <a:lnTo>
                  <a:pt x="1563624" y="1329369"/>
                </a:lnTo>
                <a:lnTo>
                  <a:pt x="1484839" y="1329369"/>
                </a:lnTo>
                <a:close/>
                <a:moveTo>
                  <a:pt x="959604" y="1329369"/>
                </a:moveTo>
                <a:lnTo>
                  <a:pt x="959604" y="1355631"/>
                </a:lnTo>
                <a:lnTo>
                  <a:pt x="1038389" y="1355631"/>
                </a:lnTo>
                <a:lnTo>
                  <a:pt x="1038389" y="1329369"/>
                </a:lnTo>
                <a:lnTo>
                  <a:pt x="959604" y="1329369"/>
                </a:lnTo>
                <a:close/>
                <a:moveTo>
                  <a:pt x="1589886" y="1329369"/>
                </a:moveTo>
                <a:lnTo>
                  <a:pt x="1589886" y="1355631"/>
                </a:lnTo>
                <a:lnTo>
                  <a:pt x="1668671" y="1355631"/>
                </a:lnTo>
                <a:lnTo>
                  <a:pt x="1668671" y="1329369"/>
                </a:lnTo>
                <a:lnTo>
                  <a:pt x="1589886" y="1329369"/>
                </a:lnTo>
                <a:close/>
                <a:moveTo>
                  <a:pt x="854557" y="1355631"/>
                </a:moveTo>
                <a:lnTo>
                  <a:pt x="933342" y="1355631"/>
                </a:lnTo>
                <a:lnTo>
                  <a:pt x="933342" y="1329369"/>
                </a:lnTo>
                <a:lnTo>
                  <a:pt x="854557" y="1329369"/>
                </a:lnTo>
                <a:lnTo>
                  <a:pt x="854557" y="1355631"/>
                </a:lnTo>
                <a:close/>
                <a:moveTo>
                  <a:pt x="1694933" y="1355631"/>
                </a:moveTo>
                <a:lnTo>
                  <a:pt x="1773718" y="1355631"/>
                </a:lnTo>
                <a:lnTo>
                  <a:pt x="1773718" y="1329369"/>
                </a:lnTo>
                <a:lnTo>
                  <a:pt x="1694933" y="1329369"/>
                </a:lnTo>
                <a:lnTo>
                  <a:pt x="1694933" y="1355631"/>
                </a:lnTo>
                <a:close/>
                <a:moveTo>
                  <a:pt x="749510" y="1329369"/>
                </a:moveTo>
                <a:lnTo>
                  <a:pt x="749510" y="1355631"/>
                </a:lnTo>
                <a:lnTo>
                  <a:pt x="828295" y="1355631"/>
                </a:lnTo>
                <a:lnTo>
                  <a:pt x="828295" y="1329369"/>
                </a:lnTo>
                <a:lnTo>
                  <a:pt x="749510" y="1329369"/>
                </a:lnTo>
                <a:close/>
                <a:moveTo>
                  <a:pt x="1799980" y="1329369"/>
                </a:moveTo>
                <a:lnTo>
                  <a:pt x="1799980" y="1355631"/>
                </a:lnTo>
                <a:lnTo>
                  <a:pt x="1878765" y="1355631"/>
                </a:lnTo>
                <a:lnTo>
                  <a:pt x="1878765" y="1329369"/>
                </a:lnTo>
                <a:lnTo>
                  <a:pt x="1799980" y="1329369"/>
                </a:lnTo>
                <a:close/>
                <a:moveTo>
                  <a:pt x="644463" y="1329369"/>
                </a:moveTo>
                <a:lnTo>
                  <a:pt x="644463" y="1355631"/>
                </a:lnTo>
                <a:lnTo>
                  <a:pt x="723248" y="1355631"/>
                </a:lnTo>
                <a:lnTo>
                  <a:pt x="723248" y="1329369"/>
                </a:lnTo>
                <a:lnTo>
                  <a:pt x="644463" y="1329369"/>
                </a:lnTo>
                <a:close/>
                <a:moveTo>
                  <a:pt x="1905026" y="1355631"/>
                </a:moveTo>
                <a:lnTo>
                  <a:pt x="1983812" y="1355631"/>
                </a:lnTo>
                <a:lnTo>
                  <a:pt x="1983812" y="1329369"/>
                </a:lnTo>
                <a:lnTo>
                  <a:pt x="1905026" y="1329369"/>
                </a:lnTo>
                <a:lnTo>
                  <a:pt x="1905026" y="1355631"/>
                </a:lnTo>
                <a:close/>
                <a:moveTo>
                  <a:pt x="1274745" y="1355631"/>
                </a:moveTo>
                <a:lnTo>
                  <a:pt x="1353530" y="1355631"/>
                </a:lnTo>
                <a:lnTo>
                  <a:pt x="1353530" y="1329369"/>
                </a:lnTo>
                <a:lnTo>
                  <a:pt x="1274745" y="1329369"/>
                </a:lnTo>
                <a:lnTo>
                  <a:pt x="1274745" y="1355631"/>
                </a:lnTo>
                <a:close/>
                <a:moveTo>
                  <a:pt x="2124049" y="26262"/>
                </a:moveTo>
                <a:lnTo>
                  <a:pt x="2124049" y="0"/>
                </a:lnTo>
                <a:lnTo>
                  <a:pt x="2045264" y="0"/>
                </a:lnTo>
                <a:lnTo>
                  <a:pt x="2045264" y="26262"/>
                </a:lnTo>
                <a:lnTo>
                  <a:pt x="2124049" y="26262"/>
                </a:lnTo>
                <a:close/>
                <a:moveTo>
                  <a:pt x="2229096" y="26262"/>
                </a:moveTo>
                <a:lnTo>
                  <a:pt x="2229096" y="0"/>
                </a:lnTo>
                <a:lnTo>
                  <a:pt x="2150311" y="0"/>
                </a:lnTo>
                <a:lnTo>
                  <a:pt x="2150311" y="26262"/>
                </a:lnTo>
                <a:lnTo>
                  <a:pt x="2229096" y="26262"/>
                </a:lnTo>
                <a:close/>
                <a:moveTo>
                  <a:pt x="2334143" y="26262"/>
                </a:moveTo>
                <a:lnTo>
                  <a:pt x="2334143" y="0"/>
                </a:lnTo>
                <a:lnTo>
                  <a:pt x="2255358" y="0"/>
                </a:lnTo>
                <a:lnTo>
                  <a:pt x="2255358" y="26262"/>
                </a:lnTo>
                <a:lnTo>
                  <a:pt x="2334143" y="26262"/>
                </a:lnTo>
                <a:close/>
                <a:moveTo>
                  <a:pt x="2439190" y="0"/>
                </a:moveTo>
                <a:lnTo>
                  <a:pt x="2360405" y="0"/>
                </a:lnTo>
                <a:lnTo>
                  <a:pt x="2360405" y="26262"/>
                </a:lnTo>
                <a:lnTo>
                  <a:pt x="2439190" y="26262"/>
                </a:lnTo>
                <a:lnTo>
                  <a:pt x="2439190" y="0"/>
                </a:lnTo>
                <a:close/>
                <a:moveTo>
                  <a:pt x="2516282" y="5830"/>
                </a:moveTo>
                <a:lnTo>
                  <a:pt x="2514653" y="3847"/>
                </a:lnTo>
                <a:lnTo>
                  <a:pt x="2512671" y="2219"/>
                </a:lnTo>
                <a:lnTo>
                  <a:pt x="2510399" y="998"/>
                </a:lnTo>
                <a:lnTo>
                  <a:pt x="2507930" y="249"/>
                </a:lnTo>
                <a:lnTo>
                  <a:pt x="2505370" y="0"/>
                </a:lnTo>
                <a:lnTo>
                  <a:pt x="2465452" y="0"/>
                </a:lnTo>
                <a:lnTo>
                  <a:pt x="2465452" y="26262"/>
                </a:lnTo>
                <a:lnTo>
                  <a:pt x="2492239" y="26262"/>
                </a:lnTo>
                <a:lnTo>
                  <a:pt x="2492239" y="51998"/>
                </a:lnTo>
                <a:lnTo>
                  <a:pt x="2518501" y="51998"/>
                </a:lnTo>
                <a:lnTo>
                  <a:pt x="2518501" y="13131"/>
                </a:lnTo>
                <a:lnTo>
                  <a:pt x="2518251" y="10570"/>
                </a:lnTo>
                <a:lnTo>
                  <a:pt x="2517503" y="8102"/>
                </a:lnTo>
                <a:lnTo>
                  <a:pt x="2516282" y="5830"/>
                </a:lnTo>
                <a:close/>
                <a:moveTo>
                  <a:pt x="2492239" y="157045"/>
                </a:moveTo>
                <a:lnTo>
                  <a:pt x="2518501" y="157045"/>
                </a:lnTo>
                <a:lnTo>
                  <a:pt x="2518501" y="78260"/>
                </a:lnTo>
                <a:lnTo>
                  <a:pt x="2492239" y="78260"/>
                </a:lnTo>
                <a:lnTo>
                  <a:pt x="2492239" y="157045"/>
                </a:lnTo>
                <a:close/>
                <a:moveTo>
                  <a:pt x="2492239" y="262092"/>
                </a:moveTo>
                <a:lnTo>
                  <a:pt x="2518501" y="262092"/>
                </a:lnTo>
                <a:lnTo>
                  <a:pt x="2518501" y="183307"/>
                </a:lnTo>
                <a:lnTo>
                  <a:pt x="2492239" y="183307"/>
                </a:lnTo>
                <a:lnTo>
                  <a:pt x="2492239" y="262092"/>
                </a:lnTo>
                <a:close/>
                <a:moveTo>
                  <a:pt x="2518501" y="367139"/>
                </a:moveTo>
                <a:lnTo>
                  <a:pt x="2518501" y="288354"/>
                </a:lnTo>
                <a:lnTo>
                  <a:pt x="2492239" y="288354"/>
                </a:lnTo>
                <a:lnTo>
                  <a:pt x="2492239" y="367139"/>
                </a:lnTo>
                <a:lnTo>
                  <a:pt x="2518501" y="367139"/>
                </a:lnTo>
                <a:close/>
                <a:moveTo>
                  <a:pt x="2518501" y="472186"/>
                </a:moveTo>
                <a:lnTo>
                  <a:pt x="2518501" y="393401"/>
                </a:lnTo>
                <a:lnTo>
                  <a:pt x="2492239" y="393401"/>
                </a:lnTo>
                <a:lnTo>
                  <a:pt x="2492239" y="472186"/>
                </a:lnTo>
                <a:lnTo>
                  <a:pt x="2518501" y="472186"/>
                </a:lnTo>
                <a:close/>
                <a:moveTo>
                  <a:pt x="2492239" y="577233"/>
                </a:moveTo>
                <a:lnTo>
                  <a:pt x="2518501" y="577233"/>
                </a:lnTo>
                <a:lnTo>
                  <a:pt x="2518501" y="498448"/>
                </a:lnTo>
                <a:lnTo>
                  <a:pt x="2492239" y="498448"/>
                </a:lnTo>
                <a:lnTo>
                  <a:pt x="2492239" y="577233"/>
                </a:lnTo>
                <a:close/>
                <a:moveTo>
                  <a:pt x="2492239" y="682280"/>
                </a:moveTo>
                <a:lnTo>
                  <a:pt x="2518501" y="682280"/>
                </a:lnTo>
                <a:lnTo>
                  <a:pt x="2518501" y="603495"/>
                </a:lnTo>
                <a:lnTo>
                  <a:pt x="2492239" y="603495"/>
                </a:lnTo>
                <a:lnTo>
                  <a:pt x="2492239" y="682280"/>
                </a:lnTo>
                <a:close/>
                <a:moveTo>
                  <a:pt x="2492239" y="787327"/>
                </a:moveTo>
                <a:lnTo>
                  <a:pt x="2518501" y="787327"/>
                </a:lnTo>
                <a:lnTo>
                  <a:pt x="2518501" y="708542"/>
                </a:lnTo>
                <a:lnTo>
                  <a:pt x="2492239" y="708542"/>
                </a:lnTo>
                <a:lnTo>
                  <a:pt x="2492239" y="787327"/>
                </a:lnTo>
                <a:close/>
                <a:moveTo>
                  <a:pt x="2518501" y="892374"/>
                </a:moveTo>
                <a:lnTo>
                  <a:pt x="2518501" y="813589"/>
                </a:lnTo>
                <a:lnTo>
                  <a:pt x="2492239" y="813589"/>
                </a:lnTo>
                <a:lnTo>
                  <a:pt x="2492239" y="892374"/>
                </a:lnTo>
                <a:lnTo>
                  <a:pt x="2518501" y="892374"/>
                </a:lnTo>
                <a:close/>
                <a:moveTo>
                  <a:pt x="2518501" y="997421"/>
                </a:moveTo>
                <a:lnTo>
                  <a:pt x="2518501" y="918636"/>
                </a:lnTo>
                <a:lnTo>
                  <a:pt x="2492239" y="918636"/>
                </a:lnTo>
                <a:lnTo>
                  <a:pt x="2492239" y="997421"/>
                </a:lnTo>
                <a:lnTo>
                  <a:pt x="2518501" y="997421"/>
                </a:lnTo>
                <a:close/>
                <a:moveTo>
                  <a:pt x="2492239" y="1102468"/>
                </a:moveTo>
                <a:lnTo>
                  <a:pt x="2518501" y="1102468"/>
                </a:lnTo>
                <a:lnTo>
                  <a:pt x="2518501" y="1023683"/>
                </a:lnTo>
                <a:lnTo>
                  <a:pt x="2492239" y="1023683"/>
                </a:lnTo>
                <a:lnTo>
                  <a:pt x="2492239" y="1102468"/>
                </a:lnTo>
                <a:close/>
                <a:moveTo>
                  <a:pt x="2492239" y="1207515"/>
                </a:moveTo>
                <a:lnTo>
                  <a:pt x="2518501" y="1207515"/>
                </a:lnTo>
                <a:lnTo>
                  <a:pt x="2518501" y="1128729"/>
                </a:lnTo>
                <a:lnTo>
                  <a:pt x="2492239" y="1128729"/>
                </a:lnTo>
                <a:lnTo>
                  <a:pt x="2492239" y="1207515"/>
                </a:lnTo>
                <a:close/>
                <a:moveTo>
                  <a:pt x="2492239" y="1312562"/>
                </a:moveTo>
                <a:lnTo>
                  <a:pt x="2518501" y="1312562"/>
                </a:lnTo>
                <a:lnTo>
                  <a:pt x="2518501" y="1233776"/>
                </a:lnTo>
                <a:lnTo>
                  <a:pt x="2492239" y="1233776"/>
                </a:lnTo>
                <a:lnTo>
                  <a:pt x="2492239" y="1312562"/>
                </a:lnTo>
                <a:close/>
                <a:moveTo>
                  <a:pt x="2430261" y="1355631"/>
                </a:moveTo>
                <a:lnTo>
                  <a:pt x="2505370" y="1355631"/>
                </a:lnTo>
                <a:lnTo>
                  <a:pt x="2507930" y="1355381"/>
                </a:lnTo>
                <a:lnTo>
                  <a:pt x="2510399" y="1354633"/>
                </a:lnTo>
                <a:lnTo>
                  <a:pt x="2512671" y="1353412"/>
                </a:lnTo>
                <a:lnTo>
                  <a:pt x="2514653" y="1351784"/>
                </a:lnTo>
                <a:lnTo>
                  <a:pt x="2516282" y="1349801"/>
                </a:lnTo>
                <a:lnTo>
                  <a:pt x="2517503" y="1347529"/>
                </a:lnTo>
                <a:lnTo>
                  <a:pt x="2518251" y="1345061"/>
                </a:lnTo>
                <a:lnTo>
                  <a:pt x="2518501" y="1342500"/>
                </a:lnTo>
                <a:lnTo>
                  <a:pt x="2518501" y="1338823"/>
                </a:lnTo>
                <a:lnTo>
                  <a:pt x="2495916" y="1338823"/>
                </a:lnTo>
                <a:lnTo>
                  <a:pt x="2505370" y="1329369"/>
                </a:lnTo>
                <a:lnTo>
                  <a:pt x="2492239" y="1329369"/>
                </a:lnTo>
                <a:lnTo>
                  <a:pt x="2430261" y="1329369"/>
                </a:lnTo>
                <a:lnTo>
                  <a:pt x="2430261" y="1355631"/>
                </a:lnTo>
                <a:close/>
                <a:moveTo>
                  <a:pt x="2325214" y="1329369"/>
                </a:moveTo>
                <a:lnTo>
                  <a:pt x="2325214" y="1355631"/>
                </a:lnTo>
                <a:lnTo>
                  <a:pt x="2403999" y="1355631"/>
                </a:lnTo>
                <a:lnTo>
                  <a:pt x="2403999" y="1329369"/>
                </a:lnTo>
                <a:lnTo>
                  <a:pt x="2325214" y="1329369"/>
                </a:lnTo>
                <a:close/>
                <a:moveTo>
                  <a:pt x="2220167" y="1329369"/>
                </a:moveTo>
                <a:lnTo>
                  <a:pt x="2220167" y="1355631"/>
                </a:lnTo>
                <a:lnTo>
                  <a:pt x="2298953" y="1355631"/>
                </a:lnTo>
                <a:lnTo>
                  <a:pt x="2298953" y="1329369"/>
                </a:lnTo>
                <a:lnTo>
                  <a:pt x="2220167" y="1329369"/>
                </a:lnTo>
                <a:close/>
                <a:moveTo>
                  <a:pt x="2115120" y="1355631"/>
                </a:moveTo>
                <a:lnTo>
                  <a:pt x="2193906" y="1355631"/>
                </a:lnTo>
                <a:lnTo>
                  <a:pt x="2193906" y="1329369"/>
                </a:lnTo>
                <a:lnTo>
                  <a:pt x="2115120" y="1329369"/>
                </a:lnTo>
                <a:lnTo>
                  <a:pt x="2115120" y="1355631"/>
                </a:lnTo>
                <a:close/>
                <a:moveTo>
                  <a:pt x="2010073" y="1355631"/>
                </a:moveTo>
                <a:lnTo>
                  <a:pt x="2088859" y="1355631"/>
                </a:lnTo>
                <a:lnTo>
                  <a:pt x="2088859" y="1329369"/>
                </a:lnTo>
                <a:lnTo>
                  <a:pt x="2010073" y="1329369"/>
                </a:lnTo>
                <a:lnTo>
                  <a:pt x="2010073" y="135563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731A5B-95E5-43F3-B5C6-C76E25439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244" y="96631"/>
            <a:ext cx="924938" cy="345736"/>
          </a:xfrm>
          <a:custGeom xmlns:a="http://schemas.openxmlformats.org/drawingml/2006/main">
            <a:pathLst>
              <a:path w="924938" h="345736">
                <a:moveTo>
                  <a:pt x="0" y="58301"/>
                </a:moveTo>
                <a:cubicBezTo>
                  <a:pt x="0" y="26170"/>
                  <a:pt x="25776" y="394"/>
                  <a:pt x="58301" y="0"/>
                </a:cubicBezTo>
                <a:lnTo>
                  <a:pt x="866637" y="0"/>
                </a:lnTo>
                <a:cubicBezTo>
                  <a:pt x="898637" y="394"/>
                  <a:pt x="924413" y="26170"/>
                  <a:pt x="924938" y="58301"/>
                </a:cubicBezTo>
                <a:lnTo>
                  <a:pt x="924938" y="288354"/>
                </a:lnTo>
                <a:cubicBezTo>
                  <a:pt x="924413" y="319960"/>
                  <a:pt x="898637" y="345736"/>
                  <a:pt x="866637" y="345079"/>
                </a:cubicBezTo>
                <a:lnTo>
                  <a:pt x="58301" y="345079"/>
                </a:lnTo>
                <a:cubicBezTo>
                  <a:pt x="25776" y="345736"/>
                  <a:pt x="0" y="319960"/>
                  <a:pt x="0" y="288354"/>
                </a:cubicBezTo>
                <a:lnTo>
                  <a:pt x="0" y="58301"/>
                </a:lnTo>
              </a:path>
            </a:pathLst>
          </a:custGeom>
          <a:solidFill xmlns:a="http://schemas.openxmlformats.org/drawingml/2006/main">
            <a:srgbClr val="BDD7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C254FC-457C-44B8-B4F2-6ABF1C757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679" y="90460"/>
            <a:ext cx="937544" cy="358473"/>
          </a:xfrm>
          <a:custGeom xmlns:a="http://schemas.openxmlformats.org/drawingml/2006/main">
            <a:pathLst>
              <a:path w="937544" h="358473">
                <a:moveTo>
                  <a:pt x="2876" y="313421"/>
                </a:moveTo>
                <a:lnTo>
                  <a:pt x="5029" y="319316"/>
                </a:lnTo>
                <a:lnTo>
                  <a:pt x="7734" y="324923"/>
                </a:lnTo>
                <a:lnTo>
                  <a:pt x="10951" y="330215"/>
                </a:lnTo>
                <a:lnTo>
                  <a:pt x="14641" y="335139"/>
                </a:lnTo>
                <a:lnTo>
                  <a:pt x="18777" y="339696"/>
                </a:lnTo>
                <a:lnTo>
                  <a:pt x="23334" y="343832"/>
                </a:lnTo>
                <a:lnTo>
                  <a:pt x="28258" y="347522"/>
                </a:lnTo>
                <a:lnTo>
                  <a:pt x="33549" y="350739"/>
                </a:lnTo>
                <a:lnTo>
                  <a:pt x="39156" y="353444"/>
                </a:lnTo>
                <a:lnTo>
                  <a:pt x="45052" y="355597"/>
                </a:lnTo>
                <a:lnTo>
                  <a:pt x="51132" y="357160"/>
                </a:lnTo>
                <a:lnTo>
                  <a:pt x="54362" y="357737"/>
                </a:lnTo>
                <a:lnTo>
                  <a:pt x="57579" y="358144"/>
                </a:lnTo>
                <a:lnTo>
                  <a:pt x="60835" y="358394"/>
                </a:lnTo>
                <a:lnTo>
                  <a:pt x="64039" y="358473"/>
                </a:lnTo>
                <a:lnTo>
                  <a:pt x="873505" y="358473"/>
                </a:lnTo>
                <a:lnTo>
                  <a:pt x="876709" y="358394"/>
                </a:lnTo>
                <a:lnTo>
                  <a:pt x="879965" y="358144"/>
                </a:lnTo>
                <a:lnTo>
                  <a:pt x="883182" y="357737"/>
                </a:lnTo>
                <a:lnTo>
                  <a:pt x="886412" y="357160"/>
                </a:lnTo>
                <a:lnTo>
                  <a:pt x="892492" y="355597"/>
                </a:lnTo>
                <a:lnTo>
                  <a:pt x="898388" y="353444"/>
                </a:lnTo>
                <a:lnTo>
                  <a:pt x="903995" y="350739"/>
                </a:lnTo>
                <a:lnTo>
                  <a:pt x="909286" y="347522"/>
                </a:lnTo>
                <a:lnTo>
                  <a:pt x="914210" y="343832"/>
                </a:lnTo>
                <a:lnTo>
                  <a:pt x="918767" y="339696"/>
                </a:lnTo>
                <a:lnTo>
                  <a:pt x="922903" y="335139"/>
                </a:lnTo>
                <a:lnTo>
                  <a:pt x="926593" y="330215"/>
                </a:lnTo>
                <a:lnTo>
                  <a:pt x="929810" y="324923"/>
                </a:lnTo>
                <a:lnTo>
                  <a:pt x="932515" y="319316"/>
                </a:lnTo>
                <a:lnTo>
                  <a:pt x="934668" y="313421"/>
                </a:lnTo>
                <a:lnTo>
                  <a:pt x="936231" y="307341"/>
                </a:lnTo>
                <a:lnTo>
                  <a:pt x="936809" y="304111"/>
                </a:lnTo>
                <a:lnTo>
                  <a:pt x="937216" y="300894"/>
                </a:lnTo>
                <a:lnTo>
                  <a:pt x="937465" y="297637"/>
                </a:lnTo>
                <a:lnTo>
                  <a:pt x="937544" y="294433"/>
                </a:lnTo>
                <a:lnTo>
                  <a:pt x="937544" y="64039"/>
                </a:lnTo>
                <a:lnTo>
                  <a:pt x="937465" y="60835"/>
                </a:lnTo>
                <a:lnTo>
                  <a:pt x="937216" y="57579"/>
                </a:lnTo>
                <a:lnTo>
                  <a:pt x="936809" y="54362"/>
                </a:lnTo>
                <a:lnTo>
                  <a:pt x="936231" y="51132"/>
                </a:lnTo>
                <a:lnTo>
                  <a:pt x="934668" y="45052"/>
                </a:lnTo>
                <a:lnTo>
                  <a:pt x="932515" y="39156"/>
                </a:lnTo>
                <a:lnTo>
                  <a:pt x="929810" y="33549"/>
                </a:lnTo>
                <a:lnTo>
                  <a:pt x="926593" y="28258"/>
                </a:lnTo>
                <a:lnTo>
                  <a:pt x="922903" y="23334"/>
                </a:lnTo>
                <a:lnTo>
                  <a:pt x="918767" y="18777"/>
                </a:lnTo>
                <a:lnTo>
                  <a:pt x="914210" y="14641"/>
                </a:lnTo>
                <a:lnTo>
                  <a:pt x="909286" y="10951"/>
                </a:lnTo>
                <a:lnTo>
                  <a:pt x="903995" y="7734"/>
                </a:lnTo>
                <a:lnTo>
                  <a:pt x="898388" y="5029"/>
                </a:lnTo>
                <a:lnTo>
                  <a:pt x="892492" y="2876"/>
                </a:lnTo>
                <a:lnTo>
                  <a:pt x="886412" y="1313"/>
                </a:lnTo>
                <a:lnTo>
                  <a:pt x="883182" y="735"/>
                </a:lnTo>
                <a:lnTo>
                  <a:pt x="879965" y="328"/>
                </a:lnTo>
                <a:lnTo>
                  <a:pt x="876709" y="79"/>
                </a:lnTo>
                <a:lnTo>
                  <a:pt x="873505" y="0"/>
                </a:lnTo>
                <a:lnTo>
                  <a:pt x="64039" y="0"/>
                </a:lnTo>
                <a:lnTo>
                  <a:pt x="60835" y="79"/>
                </a:lnTo>
                <a:lnTo>
                  <a:pt x="57579" y="328"/>
                </a:lnTo>
                <a:lnTo>
                  <a:pt x="54362" y="735"/>
                </a:lnTo>
                <a:lnTo>
                  <a:pt x="51132" y="1313"/>
                </a:lnTo>
                <a:lnTo>
                  <a:pt x="45052" y="2876"/>
                </a:lnTo>
                <a:lnTo>
                  <a:pt x="39156" y="5029"/>
                </a:lnTo>
                <a:lnTo>
                  <a:pt x="33549" y="7734"/>
                </a:lnTo>
                <a:lnTo>
                  <a:pt x="28258" y="10951"/>
                </a:lnTo>
                <a:lnTo>
                  <a:pt x="23334" y="14641"/>
                </a:lnTo>
                <a:lnTo>
                  <a:pt x="18777" y="18777"/>
                </a:lnTo>
                <a:lnTo>
                  <a:pt x="14641" y="23334"/>
                </a:lnTo>
                <a:lnTo>
                  <a:pt x="10951" y="28258"/>
                </a:lnTo>
                <a:lnTo>
                  <a:pt x="7734" y="33549"/>
                </a:lnTo>
                <a:lnTo>
                  <a:pt x="5029" y="39156"/>
                </a:lnTo>
                <a:lnTo>
                  <a:pt x="2876" y="45052"/>
                </a:lnTo>
                <a:lnTo>
                  <a:pt x="1313" y="51132"/>
                </a:lnTo>
                <a:lnTo>
                  <a:pt x="735" y="54362"/>
                </a:lnTo>
                <a:lnTo>
                  <a:pt x="328" y="57579"/>
                </a:lnTo>
                <a:lnTo>
                  <a:pt x="79" y="60835"/>
                </a:lnTo>
                <a:lnTo>
                  <a:pt x="0" y="64039"/>
                </a:lnTo>
                <a:lnTo>
                  <a:pt x="0" y="294433"/>
                </a:lnTo>
                <a:lnTo>
                  <a:pt x="79" y="297637"/>
                </a:lnTo>
                <a:lnTo>
                  <a:pt x="328" y="300894"/>
                </a:lnTo>
                <a:lnTo>
                  <a:pt x="735" y="304111"/>
                </a:lnTo>
                <a:lnTo>
                  <a:pt x="1313" y="307341"/>
                </a:lnTo>
                <a:lnTo>
                  <a:pt x="2876" y="313421"/>
                </a:lnTo>
                <a:close/>
                <a:moveTo>
                  <a:pt x="15398" y="49062"/>
                </a:moveTo>
                <a:lnTo>
                  <a:pt x="17143" y="44279"/>
                </a:lnTo>
                <a:lnTo>
                  <a:pt x="19325" y="39762"/>
                </a:lnTo>
                <a:lnTo>
                  <a:pt x="21841" y="35621"/>
                </a:lnTo>
                <a:lnTo>
                  <a:pt x="24795" y="31672"/>
                </a:lnTo>
                <a:lnTo>
                  <a:pt x="28071" y="28071"/>
                </a:lnTo>
                <a:lnTo>
                  <a:pt x="31672" y="24795"/>
                </a:lnTo>
                <a:lnTo>
                  <a:pt x="35621" y="21841"/>
                </a:lnTo>
                <a:lnTo>
                  <a:pt x="39762" y="19325"/>
                </a:lnTo>
                <a:lnTo>
                  <a:pt x="44279" y="17143"/>
                </a:lnTo>
                <a:lnTo>
                  <a:pt x="49062" y="15398"/>
                </a:lnTo>
                <a:lnTo>
                  <a:pt x="53922" y="14152"/>
                </a:lnTo>
                <a:lnTo>
                  <a:pt x="56296" y="13734"/>
                </a:lnTo>
                <a:lnTo>
                  <a:pt x="59039" y="13383"/>
                </a:lnTo>
                <a:lnTo>
                  <a:pt x="61663" y="13183"/>
                </a:lnTo>
                <a:lnTo>
                  <a:pt x="61321" y="13210"/>
                </a:lnTo>
                <a:lnTo>
                  <a:pt x="64289" y="13131"/>
                </a:lnTo>
                <a:lnTo>
                  <a:pt x="873255" y="13131"/>
                </a:lnTo>
                <a:lnTo>
                  <a:pt x="876223" y="13210"/>
                </a:lnTo>
                <a:lnTo>
                  <a:pt x="875881" y="13183"/>
                </a:lnTo>
                <a:lnTo>
                  <a:pt x="878505" y="13383"/>
                </a:lnTo>
                <a:lnTo>
                  <a:pt x="881248" y="13734"/>
                </a:lnTo>
                <a:lnTo>
                  <a:pt x="883622" y="14152"/>
                </a:lnTo>
                <a:lnTo>
                  <a:pt x="888482" y="15398"/>
                </a:lnTo>
                <a:lnTo>
                  <a:pt x="893265" y="17143"/>
                </a:lnTo>
                <a:lnTo>
                  <a:pt x="897782" y="19325"/>
                </a:lnTo>
                <a:lnTo>
                  <a:pt x="901923" y="21841"/>
                </a:lnTo>
                <a:lnTo>
                  <a:pt x="905872" y="24795"/>
                </a:lnTo>
                <a:lnTo>
                  <a:pt x="909473" y="28071"/>
                </a:lnTo>
                <a:lnTo>
                  <a:pt x="912749" y="31672"/>
                </a:lnTo>
                <a:lnTo>
                  <a:pt x="915703" y="35621"/>
                </a:lnTo>
                <a:lnTo>
                  <a:pt x="918219" y="39762"/>
                </a:lnTo>
                <a:lnTo>
                  <a:pt x="920401" y="44279"/>
                </a:lnTo>
                <a:lnTo>
                  <a:pt x="922146" y="49062"/>
                </a:lnTo>
                <a:lnTo>
                  <a:pt x="923392" y="53922"/>
                </a:lnTo>
                <a:lnTo>
                  <a:pt x="923810" y="56296"/>
                </a:lnTo>
                <a:lnTo>
                  <a:pt x="924161" y="59039"/>
                </a:lnTo>
                <a:lnTo>
                  <a:pt x="924361" y="61663"/>
                </a:lnTo>
                <a:lnTo>
                  <a:pt x="924334" y="61321"/>
                </a:lnTo>
                <a:lnTo>
                  <a:pt x="924413" y="64289"/>
                </a:lnTo>
                <a:lnTo>
                  <a:pt x="924413" y="294184"/>
                </a:lnTo>
                <a:lnTo>
                  <a:pt x="924334" y="297152"/>
                </a:lnTo>
                <a:lnTo>
                  <a:pt x="924361" y="296810"/>
                </a:lnTo>
                <a:lnTo>
                  <a:pt x="924161" y="299434"/>
                </a:lnTo>
                <a:lnTo>
                  <a:pt x="923810" y="302177"/>
                </a:lnTo>
                <a:lnTo>
                  <a:pt x="923392" y="304551"/>
                </a:lnTo>
                <a:lnTo>
                  <a:pt x="922146" y="309410"/>
                </a:lnTo>
                <a:lnTo>
                  <a:pt x="920401" y="314194"/>
                </a:lnTo>
                <a:lnTo>
                  <a:pt x="918219" y="318711"/>
                </a:lnTo>
                <a:lnTo>
                  <a:pt x="915703" y="322851"/>
                </a:lnTo>
                <a:lnTo>
                  <a:pt x="912749" y="326801"/>
                </a:lnTo>
                <a:lnTo>
                  <a:pt x="909473" y="330402"/>
                </a:lnTo>
                <a:lnTo>
                  <a:pt x="905872" y="333678"/>
                </a:lnTo>
                <a:lnTo>
                  <a:pt x="901923" y="336631"/>
                </a:lnTo>
                <a:lnTo>
                  <a:pt x="897782" y="339147"/>
                </a:lnTo>
                <a:lnTo>
                  <a:pt x="893265" y="341330"/>
                </a:lnTo>
                <a:lnTo>
                  <a:pt x="888482" y="343074"/>
                </a:lnTo>
                <a:lnTo>
                  <a:pt x="883622" y="344321"/>
                </a:lnTo>
                <a:lnTo>
                  <a:pt x="881248" y="344739"/>
                </a:lnTo>
                <a:lnTo>
                  <a:pt x="878505" y="345089"/>
                </a:lnTo>
                <a:lnTo>
                  <a:pt x="875881" y="345289"/>
                </a:lnTo>
                <a:lnTo>
                  <a:pt x="876223" y="345263"/>
                </a:lnTo>
                <a:lnTo>
                  <a:pt x="873255" y="345342"/>
                </a:lnTo>
                <a:lnTo>
                  <a:pt x="64289" y="345342"/>
                </a:lnTo>
                <a:lnTo>
                  <a:pt x="61321" y="345263"/>
                </a:lnTo>
                <a:lnTo>
                  <a:pt x="61663" y="345289"/>
                </a:lnTo>
                <a:lnTo>
                  <a:pt x="59039" y="345089"/>
                </a:lnTo>
                <a:lnTo>
                  <a:pt x="56296" y="344739"/>
                </a:lnTo>
                <a:lnTo>
                  <a:pt x="53922" y="344321"/>
                </a:lnTo>
                <a:lnTo>
                  <a:pt x="49062" y="343074"/>
                </a:lnTo>
                <a:lnTo>
                  <a:pt x="44279" y="341330"/>
                </a:lnTo>
                <a:lnTo>
                  <a:pt x="39762" y="339147"/>
                </a:lnTo>
                <a:lnTo>
                  <a:pt x="35621" y="336631"/>
                </a:lnTo>
                <a:lnTo>
                  <a:pt x="31672" y="333678"/>
                </a:lnTo>
                <a:lnTo>
                  <a:pt x="28071" y="330402"/>
                </a:lnTo>
                <a:lnTo>
                  <a:pt x="24795" y="326801"/>
                </a:lnTo>
                <a:lnTo>
                  <a:pt x="21841" y="322851"/>
                </a:lnTo>
                <a:lnTo>
                  <a:pt x="19325" y="318711"/>
                </a:lnTo>
                <a:lnTo>
                  <a:pt x="17143" y="314194"/>
                </a:lnTo>
                <a:lnTo>
                  <a:pt x="15398" y="309410"/>
                </a:lnTo>
                <a:lnTo>
                  <a:pt x="14152" y="304551"/>
                </a:lnTo>
                <a:lnTo>
                  <a:pt x="13734" y="302177"/>
                </a:lnTo>
                <a:lnTo>
                  <a:pt x="13383" y="299434"/>
                </a:lnTo>
                <a:lnTo>
                  <a:pt x="13183" y="296810"/>
                </a:lnTo>
                <a:lnTo>
                  <a:pt x="13210" y="297152"/>
                </a:lnTo>
                <a:lnTo>
                  <a:pt x="13131" y="294184"/>
                </a:lnTo>
                <a:lnTo>
                  <a:pt x="13131" y="64289"/>
                </a:lnTo>
                <a:lnTo>
                  <a:pt x="13210" y="61321"/>
                </a:lnTo>
                <a:lnTo>
                  <a:pt x="13183" y="61663"/>
                </a:lnTo>
                <a:lnTo>
                  <a:pt x="13383" y="59039"/>
                </a:lnTo>
                <a:lnTo>
                  <a:pt x="13734" y="56296"/>
                </a:lnTo>
                <a:lnTo>
                  <a:pt x="14152" y="53922"/>
                </a:lnTo>
                <a:lnTo>
                  <a:pt x="15398" y="4906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Text Step1">
            <a:extLst xmlns:a="http://schemas.openxmlformats.org/drawingml/2006/main">
              <a:ext uri="{FF2B5EF4-FFF2-40B4-BE49-F238E27FC236}">
                <a16:creationId xmlns:a16="http://schemas.microsoft.com/office/drawing/2014/main" id="{C97DCCB3-2A55-4375-9A05-FF69986D1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19" y="190942"/>
            <a:ext cx="553830" cy="210504"/>
          </a:xfrm>
          <a:custGeom xmlns:a="http://schemas.openxmlformats.org/drawingml/2006/main">
            <a:pathLst>
              <a:path w="553830" h="210504">
                <a:moveTo>
                  <a:pt x="93596" y="0"/>
                </a:moveTo>
                <a:lnTo>
                  <a:pt x="93596" y="54242"/>
                </a:lnTo>
                <a:lnTo>
                  <a:pt x="89326" y="54242"/>
                </a:lnTo>
                <a:cubicBezTo>
                  <a:pt x="87941" y="43829"/>
                  <a:pt x="85460" y="35537"/>
                  <a:pt x="81882" y="29368"/>
                </a:cubicBezTo>
                <a:cubicBezTo>
                  <a:pt x="78304" y="23196"/>
                  <a:pt x="73207" y="18297"/>
                  <a:pt x="66590" y="14671"/>
                </a:cubicBezTo>
                <a:cubicBezTo>
                  <a:pt x="59974" y="11046"/>
                  <a:pt x="53126" y="9233"/>
                  <a:pt x="46048" y="9233"/>
                </a:cubicBezTo>
                <a:cubicBezTo>
                  <a:pt x="38046" y="9233"/>
                  <a:pt x="31429" y="11672"/>
                  <a:pt x="26198" y="16550"/>
                </a:cubicBezTo>
                <a:cubicBezTo>
                  <a:pt x="20966" y="21429"/>
                  <a:pt x="18350" y="26978"/>
                  <a:pt x="18350" y="33198"/>
                </a:cubicBezTo>
                <a:cubicBezTo>
                  <a:pt x="18350" y="37961"/>
                  <a:pt x="20004" y="42302"/>
                  <a:pt x="23312" y="46221"/>
                </a:cubicBezTo>
                <a:cubicBezTo>
                  <a:pt x="28083" y="51982"/>
                  <a:pt x="39431" y="59662"/>
                  <a:pt x="57358" y="69263"/>
                </a:cubicBezTo>
                <a:cubicBezTo>
                  <a:pt x="71976" y="77099"/>
                  <a:pt x="81959" y="83111"/>
                  <a:pt x="87306" y="87299"/>
                </a:cubicBezTo>
                <a:cubicBezTo>
                  <a:pt x="92653" y="91485"/>
                  <a:pt x="96770" y="96421"/>
                  <a:pt x="99655" y="102107"/>
                </a:cubicBezTo>
                <a:cubicBezTo>
                  <a:pt x="102540" y="107791"/>
                  <a:pt x="103983" y="113745"/>
                  <a:pt x="103983" y="119970"/>
                </a:cubicBezTo>
                <a:cubicBezTo>
                  <a:pt x="103983" y="131802"/>
                  <a:pt x="99386" y="142001"/>
                  <a:pt x="90191" y="150568"/>
                </a:cubicBezTo>
                <a:cubicBezTo>
                  <a:pt x="80997" y="159134"/>
                  <a:pt x="69168" y="163418"/>
                  <a:pt x="54703" y="163418"/>
                </a:cubicBezTo>
                <a:cubicBezTo>
                  <a:pt x="50164" y="163418"/>
                  <a:pt x="45894" y="163067"/>
                  <a:pt x="41893" y="162365"/>
                </a:cubicBezTo>
                <a:cubicBezTo>
                  <a:pt x="39508" y="161975"/>
                  <a:pt x="34565" y="160553"/>
                  <a:pt x="27063" y="158098"/>
                </a:cubicBezTo>
                <a:cubicBezTo>
                  <a:pt x="19562" y="155643"/>
                  <a:pt x="14811" y="154416"/>
                  <a:pt x="12810" y="154416"/>
                </a:cubicBezTo>
                <a:cubicBezTo>
                  <a:pt x="10887" y="154416"/>
                  <a:pt x="9367" y="155000"/>
                  <a:pt x="8252" y="156169"/>
                </a:cubicBezTo>
                <a:cubicBezTo>
                  <a:pt x="7136" y="157337"/>
                  <a:pt x="6309" y="159754"/>
                  <a:pt x="5770" y="163418"/>
                </a:cubicBezTo>
                <a:lnTo>
                  <a:pt x="1500" y="163418"/>
                </a:lnTo>
                <a:lnTo>
                  <a:pt x="1500" y="109638"/>
                </a:lnTo>
                <a:lnTo>
                  <a:pt x="5770" y="109638"/>
                </a:lnTo>
                <a:cubicBezTo>
                  <a:pt x="7771" y="120900"/>
                  <a:pt x="10464" y="129327"/>
                  <a:pt x="13849" y="134919"/>
                </a:cubicBezTo>
                <a:cubicBezTo>
                  <a:pt x="17234" y="140512"/>
                  <a:pt x="22408" y="145159"/>
                  <a:pt x="29371" y="148862"/>
                </a:cubicBezTo>
                <a:cubicBezTo>
                  <a:pt x="36334" y="152565"/>
                  <a:pt x="43970" y="154416"/>
                  <a:pt x="52280" y="154416"/>
                </a:cubicBezTo>
                <a:cubicBezTo>
                  <a:pt x="61897" y="154416"/>
                  <a:pt x="69495" y="151876"/>
                  <a:pt x="75073" y="146795"/>
                </a:cubicBezTo>
                <a:cubicBezTo>
                  <a:pt x="80651" y="141715"/>
                  <a:pt x="83440" y="135711"/>
                  <a:pt x="83440" y="128785"/>
                </a:cubicBezTo>
                <a:cubicBezTo>
                  <a:pt x="83440" y="124935"/>
                  <a:pt x="82382" y="121049"/>
                  <a:pt x="80266" y="117125"/>
                </a:cubicBezTo>
                <a:cubicBezTo>
                  <a:pt x="78150" y="113198"/>
                  <a:pt x="74861" y="109541"/>
                  <a:pt x="70399" y="106154"/>
                </a:cubicBezTo>
                <a:cubicBezTo>
                  <a:pt x="67398" y="103846"/>
                  <a:pt x="59204" y="98970"/>
                  <a:pt x="45817" y="91526"/>
                </a:cubicBezTo>
                <a:cubicBezTo>
                  <a:pt x="32430" y="84080"/>
                  <a:pt x="22908" y="78128"/>
                  <a:pt x="17254" y="73670"/>
                </a:cubicBezTo>
                <a:cubicBezTo>
                  <a:pt x="11599" y="69212"/>
                  <a:pt x="7309" y="64293"/>
                  <a:pt x="4386" y="58912"/>
                </a:cubicBezTo>
                <a:cubicBezTo>
                  <a:pt x="1462" y="53531"/>
                  <a:pt x="0" y="47613"/>
                  <a:pt x="0" y="41157"/>
                </a:cubicBezTo>
                <a:cubicBezTo>
                  <a:pt x="0" y="29936"/>
                  <a:pt x="4309" y="20272"/>
                  <a:pt x="12926" y="12165"/>
                </a:cubicBezTo>
                <a:cubicBezTo>
                  <a:pt x="21543" y="4055"/>
                  <a:pt x="32507" y="0"/>
                  <a:pt x="45817" y="0"/>
                </a:cubicBezTo>
                <a:cubicBezTo>
                  <a:pt x="54126" y="0"/>
                  <a:pt x="62936" y="2039"/>
                  <a:pt x="72245" y="6117"/>
                </a:cubicBezTo>
                <a:cubicBezTo>
                  <a:pt x="76554" y="8040"/>
                  <a:pt x="79593" y="9002"/>
                  <a:pt x="81363" y="9002"/>
                </a:cubicBezTo>
                <a:cubicBezTo>
                  <a:pt x="83363" y="9002"/>
                  <a:pt x="84998" y="8406"/>
                  <a:pt x="86268" y="7213"/>
                </a:cubicBezTo>
                <a:cubicBezTo>
                  <a:pt x="87537" y="6020"/>
                  <a:pt x="88556" y="3616"/>
                  <a:pt x="89326" y="0"/>
                </a:cubicBezTo>
                <a:lnTo>
                  <a:pt x="93596" y="0"/>
                </a:lnTo>
                <a:close/>
                <a:moveTo>
                  <a:pt x="154621" y="19389"/>
                </a:moveTo>
                <a:lnTo>
                  <a:pt x="154621" y="54242"/>
                </a:lnTo>
                <a:lnTo>
                  <a:pt x="179318" y="54242"/>
                </a:lnTo>
                <a:lnTo>
                  <a:pt x="179318" y="62090"/>
                </a:lnTo>
                <a:lnTo>
                  <a:pt x="154621" y="62320"/>
                </a:lnTo>
                <a:lnTo>
                  <a:pt x="154621" y="130966"/>
                </a:lnTo>
                <a:cubicBezTo>
                  <a:pt x="154621" y="137821"/>
                  <a:pt x="155602" y="142444"/>
                  <a:pt x="157564" y="144833"/>
                </a:cubicBezTo>
                <a:cubicBezTo>
                  <a:pt x="159526" y="147221"/>
                  <a:pt x="162046" y="148415"/>
                  <a:pt x="165123" y="148415"/>
                </a:cubicBezTo>
                <a:cubicBezTo>
                  <a:pt x="167662" y="148415"/>
                  <a:pt x="170124" y="147616"/>
                  <a:pt x="172509" y="146020"/>
                </a:cubicBezTo>
                <a:cubicBezTo>
                  <a:pt x="174894" y="144424"/>
                  <a:pt x="176741" y="142067"/>
                  <a:pt x="178049" y="138951"/>
                </a:cubicBezTo>
                <a:lnTo>
                  <a:pt x="182550" y="138951"/>
                </a:lnTo>
                <a:cubicBezTo>
                  <a:pt x="179857" y="146530"/>
                  <a:pt x="176049" y="152233"/>
                  <a:pt x="171124" y="156061"/>
                </a:cubicBezTo>
                <a:cubicBezTo>
                  <a:pt x="166200" y="159888"/>
                  <a:pt x="161122" y="161802"/>
                  <a:pt x="155891" y="161802"/>
                </a:cubicBezTo>
                <a:cubicBezTo>
                  <a:pt x="152351" y="161802"/>
                  <a:pt x="148889" y="160817"/>
                  <a:pt x="145504" y="158848"/>
                </a:cubicBezTo>
                <a:cubicBezTo>
                  <a:pt x="142119" y="156879"/>
                  <a:pt x="139618" y="154061"/>
                  <a:pt x="138002" y="150395"/>
                </a:cubicBezTo>
                <a:cubicBezTo>
                  <a:pt x="136387" y="146728"/>
                  <a:pt x="135579" y="141073"/>
                  <a:pt x="135579" y="133430"/>
                </a:cubicBezTo>
                <a:lnTo>
                  <a:pt x="135579" y="62090"/>
                </a:lnTo>
                <a:lnTo>
                  <a:pt x="118845" y="62090"/>
                </a:lnTo>
                <a:lnTo>
                  <a:pt x="118845" y="58389"/>
                </a:lnTo>
                <a:cubicBezTo>
                  <a:pt x="123076" y="56706"/>
                  <a:pt x="127404" y="53857"/>
                  <a:pt x="131828" y="49842"/>
                </a:cubicBezTo>
                <a:cubicBezTo>
                  <a:pt x="136252" y="45827"/>
                  <a:pt x="140195" y="41041"/>
                  <a:pt x="143657" y="35484"/>
                </a:cubicBezTo>
                <a:cubicBezTo>
                  <a:pt x="145427" y="32551"/>
                  <a:pt x="147889" y="27186"/>
                  <a:pt x="151043" y="19389"/>
                </a:cubicBezTo>
                <a:lnTo>
                  <a:pt x="154621" y="19389"/>
                </a:lnTo>
                <a:close/>
                <a:moveTo>
                  <a:pt x="207350" y="94173"/>
                </a:moveTo>
                <a:cubicBezTo>
                  <a:pt x="207273" y="109796"/>
                  <a:pt x="211081" y="122050"/>
                  <a:pt x="218775" y="130934"/>
                </a:cubicBezTo>
                <a:cubicBezTo>
                  <a:pt x="226469" y="139818"/>
                  <a:pt x="235509" y="144260"/>
                  <a:pt x="245896" y="144260"/>
                </a:cubicBezTo>
                <a:cubicBezTo>
                  <a:pt x="252821" y="144260"/>
                  <a:pt x="258841" y="142347"/>
                  <a:pt x="263957" y="138522"/>
                </a:cubicBezTo>
                <a:cubicBezTo>
                  <a:pt x="269074" y="134697"/>
                  <a:pt x="273363" y="128146"/>
                  <a:pt x="276825" y="118870"/>
                </a:cubicBezTo>
                <a:lnTo>
                  <a:pt x="280403" y="121189"/>
                </a:lnTo>
                <a:cubicBezTo>
                  <a:pt x="278787" y="131785"/>
                  <a:pt x="274094" y="141434"/>
                  <a:pt x="266323" y="150135"/>
                </a:cubicBezTo>
                <a:cubicBezTo>
                  <a:pt x="258552" y="158836"/>
                  <a:pt x="248820" y="163187"/>
                  <a:pt x="237125" y="163187"/>
                </a:cubicBezTo>
                <a:cubicBezTo>
                  <a:pt x="224430" y="163187"/>
                  <a:pt x="213563" y="158254"/>
                  <a:pt x="204522" y="148389"/>
                </a:cubicBezTo>
                <a:cubicBezTo>
                  <a:pt x="195482" y="138522"/>
                  <a:pt x="190962" y="125257"/>
                  <a:pt x="190962" y="108595"/>
                </a:cubicBezTo>
                <a:cubicBezTo>
                  <a:pt x="190962" y="90553"/>
                  <a:pt x="195597" y="76484"/>
                  <a:pt x="204868" y="66388"/>
                </a:cubicBezTo>
                <a:cubicBezTo>
                  <a:pt x="214140" y="56290"/>
                  <a:pt x="225777" y="51241"/>
                  <a:pt x="239779" y="51241"/>
                </a:cubicBezTo>
                <a:cubicBezTo>
                  <a:pt x="251628" y="51241"/>
                  <a:pt x="261361" y="55136"/>
                  <a:pt x="268978" y="62926"/>
                </a:cubicBezTo>
                <a:cubicBezTo>
                  <a:pt x="276595" y="70714"/>
                  <a:pt x="280403" y="81129"/>
                  <a:pt x="280403" y="94173"/>
                </a:cubicBezTo>
                <a:lnTo>
                  <a:pt x="207350" y="94173"/>
                </a:lnTo>
                <a:moveTo>
                  <a:pt x="207350" y="87479"/>
                </a:moveTo>
                <a:lnTo>
                  <a:pt x="256283" y="87479"/>
                </a:lnTo>
                <a:cubicBezTo>
                  <a:pt x="255898" y="80764"/>
                  <a:pt x="255090" y="76033"/>
                  <a:pt x="253859" y="73288"/>
                </a:cubicBezTo>
                <a:cubicBezTo>
                  <a:pt x="251936" y="69013"/>
                  <a:pt x="249070" y="65655"/>
                  <a:pt x="245261" y="63215"/>
                </a:cubicBezTo>
                <a:cubicBezTo>
                  <a:pt x="241453" y="60772"/>
                  <a:pt x="237471" y="59551"/>
                  <a:pt x="233317" y="59551"/>
                </a:cubicBezTo>
                <a:cubicBezTo>
                  <a:pt x="226931" y="59551"/>
                  <a:pt x="221218" y="62011"/>
                  <a:pt x="216178" y="66933"/>
                </a:cubicBezTo>
                <a:cubicBezTo>
                  <a:pt x="211139" y="71855"/>
                  <a:pt x="208196" y="78703"/>
                  <a:pt x="207350" y="87479"/>
                </a:cubicBezTo>
                <a:close/>
                <a:moveTo>
                  <a:pt x="287007" y="64398"/>
                </a:moveTo>
                <a:lnTo>
                  <a:pt x="319552" y="51472"/>
                </a:lnTo>
                <a:lnTo>
                  <a:pt x="323938" y="51472"/>
                </a:lnTo>
                <a:lnTo>
                  <a:pt x="323938" y="76285"/>
                </a:lnTo>
                <a:cubicBezTo>
                  <a:pt x="329400" y="67018"/>
                  <a:pt x="334882" y="60528"/>
                  <a:pt x="340383" y="56813"/>
                </a:cubicBezTo>
                <a:cubicBezTo>
                  <a:pt x="345884" y="53099"/>
                  <a:pt x="351674" y="51241"/>
                  <a:pt x="357752" y="51241"/>
                </a:cubicBezTo>
                <a:cubicBezTo>
                  <a:pt x="368370" y="51241"/>
                  <a:pt x="377218" y="55391"/>
                  <a:pt x="384296" y="63691"/>
                </a:cubicBezTo>
                <a:cubicBezTo>
                  <a:pt x="392990" y="73837"/>
                  <a:pt x="397337" y="87057"/>
                  <a:pt x="397337" y="103351"/>
                </a:cubicBezTo>
                <a:cubicBezTo>
                  <a:pt x="397337" y="121567"/>
                  <a:pt x="392105" y="136631"/>
                  <a:pt x="381642" y="148545"/>
                </a:cubicBezTo>
                <a:cubicBezTo>
                  <a:pt x="373025" y="158306"/>
                  <a:pt x="362176" y="163187"/>
                  <a:pt x="349097" y="163187"/>
                </a:cubicBezTo>
                <a:cubicBezTo>
                  <a:pt x="343403" y="163187"/>
                  <a:pt x="338479" y="162379"/>
                  <a:pt x="334324" y="160763"/>
                </a:cubicBezTo>
                <a:cubicBezTo>
                  <a:pt x="331247" y="159609"/>
                  <a:pt x="327785" y="157301"/>
                  <a:pt x="323938" y="153839"/>
                </a:cubicBezTo>
                <a:lnTo>
                  <a:pt x="323938" y="186038"/>
                </a:lnTo>
                <a:cubicBezTo>
                  <a:pt x="323938" y="193311"/>
                  <a:pt x="324380" y="197934"/>
                  <a:pt x="325265" y="199908"/>
                </a:cubicBezTo>
                <a:cubicBezTo>
                  <a:pt x="326150" y="201882"/>
                  <a:pt x="327688" y="203449"/>
                  <a:pt x="329881" y="204608"/>
                </a:cubicBezTo>
                <a:cubicBezTo>
                  <a:pt x="332074" y="205769"/>
                  <a:pt x="336056" y="206350"/>
                  <a:pt x="341826" y="206350"/>
                </a:cubicBezTo>
                <a:lnTo>
                  <a:pt x="341826" y="210504"/>
                </a:lnTo>
                <a:lnTo>
                  <a:pt x="286430" y="210504"/>
                </a:lnTo>
                <a:lnTo>
                  <a:pt x="286430" y="206350"/>
                </a:lnTo>
                <a:lnTo>
                  <a:pt x="289315" y="206350"/>
                </a:lnTo>
                <a:cubicBezTo>
                  <a:pt x="293547" y="206427"/>
                  <a:pt x="297163" y="205614"/>
                  <a:pt x="300164" y="203912"/>
                </a:cubicBezTo>
                <a:cubicBezTo>
                  <a:pt x="301625" y="203060"/>
                  <a:pt x="302760" y="201688"/>
                  <a:pt x="303568" y="199793"/>
                </a:cubicBezTo>
                <a:cubicBezTo>
                  <a:pt x="304376" y="197898"/>
                  <a:pt x="304780" y="193082"/>
                  <a:pt x="304780" y="185345"/>
                </a:cubicBezTo>
                <a:lnTo>
                  <a:pt x="304780" y="85171"/>
                </a:lnTo>
                <a:cubicBezTo>
                  <a:pt x="304780" y="78278"/>
                  <a:pt x="304472" y="73902"/>
                  <a:pt x="303857" y="72043"/>
                </a:cubicBezTo>
                <a:cubicBezTo>
                  <a:pt x="303241" y="70183"/>
                  <a:pt x="302260" y="68789"/>
                  <a:pt x="300914" y="67864"/>
                </a:cubicBezTo>
                <a:cubicBezTo>
                  <a:pt x="299567" y="66938"/>
                  <a:pt x="297740" y="66475"/>
                  <a:pt x="295432" y="66475"/>
                </a:cubicBezTo>
                <a:cubicBezTo>
                  <a:pt x="293585" y="66475"/>
                  <a:pt x="291239" y="67014"/>
                  <a:pt x="288392" y="68091"/>
                </a:cubicBezTo>
                <a:lnTo>
                  <a:pt x="287007" y="64398"/>
                </a:lnTo>
                <a:moveTo>
                  <a:pt x="323938" y="83094"/>
                </a:moveTo>
                <a:lnTo>
                  <a:pt x="323938" y="122563"/>
                </a:lnTo>
                <a:cubicBezTo>
                  <a:pt x="323938" y="131104"/>
                  <a:pt x="324284" y="136720"/>
                  <a:pt x="324976" y="139413"/>
                </a:cubicBezTo>
                <a:cubicBezTo>
                  <a:pt x="326053" y="143875"/>
                  <a:pt x="328689" y="147799"/>
                  <a:pt x="332882" y="151185"/>
                </a:cubicBezTo>
                <a:cubicBezTo>
                  <a:pt x="337075" y="154570"/>
                  <a:pt x="342364" y="156262"/>
                  <a:pt x="348750" y="156262"/>
                </a:cubicBezTo>
                <a:cubicBezTo>
                  <a:pt x="356444" y="156262"/>
                  <a:pt x="362676" y="153262"/>
                  <a:pt x="367447" y="147261"/>
                </a:cubicBezTo>
                <a:cubicBezTo>
                  <a:pt x="373679" y="139413"/>
                  <a:pt x="376795" y="128372"/>
                  <a:pt x="376795" y="114139"/>
                </a:cubicBezTo>
                <a:cubicBezTo>
                  <a:pt x="376795" y="97981"/>
                  <a:pt x="373255" y="85556"/>
                  <a:pt x="366177" y="76862"/>
                </a:cubicBezTo>
                <a:cubicBezTo>
                  <a:pt x="361253" y="70861"/>
                  <a:pt x="355406" y="67860"/>
                  <a:pt x="348635" y="67860"/>
                </a:cubicBezTo>
                <a:cubicBezTo>
                  <a:pt x="344942" y="67860"/>
                  <a:pt x="341287" y="68783"/>
                  <a:pt x="337671" y="70630"/>
                </a:cubicBezTo>
                <a:cubicBezTo>
                  <a:pt x="334901" y="72015"/>
                  <a:pt x="330324" y="76169"/>
                  <a:pt x="323938" y="83094"/>
                </a:cubicBezTo>
                <a:close/>
                <a:moveTo>
                  <a:pt x="492202" y="18696"/>
                </a:moveTo>
                <a:lnTo>
                  <a:pt x="530287" y="231"/>
                </a:lnTo>
                <a:lnTo>
                  <a:pt x="534095" y="231"/>
                </a:lnTo>
                <a:lnTo>
                  <a:pt x="534095" y="132258"/>
                </a:lnTo>
                <a:cubicBezTo>
                  <a:pt x="534095" y="141029"/>
                  <a:pt x="534461" y="146491"/>
                  <a:pt x="535192" y="148646"/>
                </a:cubicBezTo>
                <a:cubicBezTo>
                  <a:pt x="535923" y="150800"/>
                  <a:pt x="537442" y="152454"/>
                  <a:pt x="539750" y="153608"/>
                </a:cubicBezTo>
                <a:cubicBezTo>
                  <a:pt x="542059" y="154762"/>
                  <a:pt x="546752" y="155416"/>
                  <a:pt x="553830" y="155570"/>
                </a:cubicBezTo>
                <a:lnTo>
                  <a:pt x="553830" y="159956"/>
                </a:lnTo>
                <a:lnTo>
                  <a:pt x="494972" y="159956"/>
                </a:lnTo>
                <a:lnTo>
                  <a:pt x="494972" y="155570"/>
                </a:lnTo>
                <a:cubicBezTo>
                  <a:pt x="502358" y="155416"/>
                  <a:pt x="507128" y="154781"/>
                  <a:pt x="509283" y="153666"/>
                </a:cubicBezTo>
                <a:cubicBezTo>
                  <a:pt x="511437" y="152550"/>
                  <a:pt x="512937" y="151050"/>
                  <a:pt x="513784" y="149165"/>
                </a:cubicBezTo>
                <a:cubicBezTo>
                  <a:pt x="514630" y="147280"/>
                  <a:pt x="515053" y="141644"/>
                  <a:pt x="515053" y="132258"/>
                </a:cubicBezTo>
                <a:lnTo>
                  <a:pt x="515053" y="47779"/>
                </a:lnTo>
                <a:cubicBezTo>
                  <a:pt x="515053" y="36442"/>
                  <a:pt x="514668" y="29167"/>
                  <a:pt x="513899" y="25952"/>
                </a:cubicBezTo>
                <a:cubicBezTo>
                  <a:pt x="513360" y="23500"/>
                  <a:pt x="512379" y="21697"/>
                  <a:pt x="510956" y="20543"/>
                </a:cubicBezTo>
                <a:cubicBezTo>
                  <a:pt x="509533" y="19389"/>
                  <a:pt x="507821" y="18812"/>
                  <a:pt x="505820" y="18812"/>
                </a:cubicBezTo>
                <a:cubicBezTo>
                  <a:pt x="502974" y="18812"/>
                  <a:pt x="499011" y="20004"/>
                  <a:pt x="493933" y="22389"/>
                </a:cubicBezTo>
                <a:lnTo>
                  <a:pt x="492202" y="186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D00995-D53F-4ACB-AD65-B0E7BF4E8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244" y="2596486"/>
            <a:ext cx="924938" cy="367008"/>
          </a:xfrm>
          <a:custGeom xmlns:a="http://schemas.openxmlformats.org/drawingml/2006/main">
            <a:pathLst>
              <a:path w="924938" h="367008">
                <a:moveTo>
                  <a:pt x="0" y="60665"/>
                </a:moveTo>
                <a:cubicBezTo>
                  <a:pt x="0" y="27391"/>
                  <a:pt x="27391" y="0"/>
                  <a:pt x="61452" y="788"/>
                </a:cubicBezTo>
                <a:lnTo>
                  <a:pt x="863486" y="788"/>
                </a:lnTo>
                <a:cubicBezTo>
                  <a:pt x="897022" y="0"/>
                  <a:pt x="924413" y="27391"/>
                  <a:pt x="924938" y="60665"/>
                </a:cubicBezTo>
                <a:lnTo>
                  <a:pt x="924938" y="306474"/>
                </a:lnTo>
                <a:cubicBezTo>
                  <a:pt x="924413" y="339617"/>
                  <a:pt x="897022" y="367008"/>
                  <a:pt x="863486" y="366351"/>
                </a:cubicBezTo>
                <a:lnTo>
                  <a:pt x="61452" y="366351"/>
                </a:lnTo>
                <a:cubicBezTo>
                  <a:pt x="27391" y="367008"/>
                  <a:pt x="0" y="339617"/>
                  <a:pt x="0" y="306474"/>
                </a:cubicBezTo>
                <a:lnTo>
                  <a:pt x="0" y="60665"/>
                </a:lnTo>
              </a:path>
            </a:pathLst>
          </a:custGeom>
          <a:solidFill xmlns:a="http://schemas.openxmlformats.org/drawingml/2006/main">
            <a:srgbClr val="BDD7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6283AC-FF68-4230-9596-2A35C03E3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679" y="2589921"/>
            <a:ext cx="937544" cy="380139"/>
          </a:xfrm>
          <a:custGeom xmlns:a="http://schemas.openxmlformats.org/drawingml/2006/main">
            <a:pathLst>
              <a:path w="937544" h="380139">
                <a:moveTo>
                  <a:pt x="1379" y="326053"/>
                </a:moveTo>
                <a:lnTo>
                  <a:pt x="2127" y="329322"/>
                </a:lnTo>
                <a:lnTo>
                  <a:pt x="3073" y="332618"/>
                </a:lnTo>
                <a:lnTo>
                  <a:pt x="5318" y="338776"/>
                </a:lnTo>
                <a:lnTo>
                  <a:pt x="8167" y="344698"/>
                </a:lnTo>
                <a:lnTo>
                  <a:pt x="11568" y="350279"/>
                </a:lnTo>
                <a:lnTo>
                  <a:pt x="15468" y="355492"/>
                </a:lnTo>
                <a:lnTo>
                  <a:pt x="19828" y="360311"/>
                </a:lnTo>
                <a:lnTo>
                  <a:pt x="24647" y="364670"/>
                </a:lnTo>
                <a:lnTo>
                  <a:pt x="29860" y="368570"/>
                </a:lnTo>
                <a:lnTo>
                  <a:pt x="35440" y="371971"/>
                </a:lnTo>
                <a:lnTo>
                  <a:pt x="41362" y="374821"/>
                </a:lnTo>
                <a:lnTo>
                  <a:pt x="47521" y="377066"/>
                </a:lnTo>
                <a:lnTo>
                  <a:pt x="50816" y="378011"/>
                </a:lnTo>
                <a:lnTo>
                  <a:pt x="54086" y="378760"/>
                </a:lnTo>
                <a:lnTo>
                  <a:pt x="57421" y="379364"/>
                </a:lnTo>
                <a:lnTo>
                  <a:pt x="60822" y="379797"/>
                </a:lnTo>
                <a:lnTo>
                  <a:pt x="64249" y="380047"/>
                </a:lnTo>
                <a:lnTo>
                  <a:pt x="67650" y="380139"/>
                </a:lnTo>
                <a:lnTo>
                  <a:pt x="869894" y="380139"/>
                </a:lnTo>
                <a:lnTo>
                  <a:pt x="873295" y="380047"/>
                </a:lnTo>
                <a:lnTo>
                  <a:pt x="876722" y="379797"/>
                </a:lnTo>
                <a:lnTo>
                  <a:pt x="880123" y="379364"/>
                </a:lnTo>
                <a:lnTo>
                  <a:pt x="883458" y="378760"/>
                </a:lnTo>
                <a:lnTo>
                  <a:pt x="886728" y="378011"/>
                </a:lnTo>
                <a:lnTo>
                  <a:pt x="890023" y="377066"/>
                </a:lnTo>
                <a:lnTo>
                  <a:pt x="896182" y="374821"/>
                </a:lnTo>
                <a:lnTo>
                  <a:pt x="902104" y="371971"/>
                </a:lnTo>
                <a:lnTo>
                  <a:pt x="907684" y="368570"/>
                </a:lnTo>
                <a:lnTo>
                  <a:pt x="912897" y="364670"/>
                </a:lnTo>
                <a:lnTo>
                  <a:pt x="917716" y="360311"/>
                </a:lnTo>
                <a:lnTo>
                  <a:pt x="922076" y="355492"/>
                </a:lnTo>
                <a:lnTo>
                  <a:pt x="925976" y="350279"/>
                </a:lnTo>
                <a:lnTo>
                  <a:pt x="929377" y="344698"/>
                </a:lnTo>
                <a:lnTo>
                  <a:pt x="932226" y="338776"/>
                </a:lnTo>
                <a:lnTo>
                  <a:pt x="934471" y="332618"/>
                </a:lnTo>
                <a:lnTo>
                  <a:pt x="935417" y="329322"/>
                </a:lnTo>
                <a:lnTo>
                  <a:pt x="936165" y="326053"/>
                </a:lnTo>
                <a:lnTo>
                  <a:pt x="936769" y="322717"/>
                </a:lnTo>
                <a:lnTo>
                  <a:pt x="937203" y="319316"/>
                </a:lnTo>
                <a:lnTo>
                  <a:pt x="937452" y="315889"/>
                </a:lnTo>
                <a:lnTo>
                  <a:pt x="937544" y="312488"/>
                </a:lnTo>
                <a:lnTo>
                  <a:pt x="937544" y="67650"/>
                </a:lnTo>
                <a:lnTo>
                  <a:pt x="937452" y="64249"/>
                </a:lnTo>
                <a:lnTo>
                  <a:pt x="937203" y="60822"/>
                </a:lnTo>
                <a:lnTo>
                  <a:pt x="936769" y="57421"/>
                </a:lnTo>
                <a:lnTo>
                  <a:pt x="936165" y="54086"/>
                </a:lnTo>
                <a:lnTo>
                  <a:pt x="935417" y="50816"/>
                </a:lnTo>
                <a:lnTo>
                  <a:pt x="934471" y="47521"/>
                </a:lnTo>
                <a:lnTo>
                  <a:pt x="932226" y="41362"/>
                </a:lnTo>
                <a:lnTo>
                  <a:pt x="929377" y="35440"/>
                </a:lnTo>
                <a:lnTo>
                  <a:pt x="925976" y="29860"/>
                </a:lnTo>
                <a:lnTo>
                  <a:pt x="922076" y="24647"/>
                </a:lnTo>
                <a:lnTo>
                  <a:pt x="917716" y="19828"/>
                </a:lnTo>
                <a:lnTo>
                  <a:pt x="912897" y="15468"/>
                </a:lnTo>
                <a:lnTo>
                  <a:pt x="907684" y="11568"/>
                </a:lnTo>
                <a:lnTo>
                  <a:pt x="902104" y="8167"/>
                </a:lnTo>
                <a:lnTo>
                  <a:pt x="896182" y="5318"/>
                </a:lnTo>
                <a:lnTo>
                  <a:pt x="890023" y="3073"/>
                </a:lnTo>
                <a:lnTo>
                  <a:pt x="886728" y="2127"/>
                </a:lnTo>
                <a:lnTo>
                  <a:pt x="883458" y="1379"/>
                </a:lnTo>
                <a:lnTo>
                  <a:pt x="880123" y="775"/>
                </a:lnTo>
                <a:lnTo>
                  <a:pt x="876722" y="341"/>
                </a:lnTo>
                <a:lnTo>
                  <a:pt x="873295" y="92"/>
                </a:lnTo>
                <a:lnTo>
                  <a:pt x="869894" y="0"/>
                </a:lnTo>
                <a:lnTo>
                  <a:pt x="67650" y="0"/>
                </a:lnTo>
                <a:lnTo>
                  <a:pt x="64249" y="92"/>
                </a:lnTo>
                <a:lnTo>
                  <a:pt x="60822" y="341"/>
                </a:lnTo>
                <a:lnTo>
                  <a:pt x="57421" y="775"/>
                </a:lnTo>
                <a:lnTo>
                  <a:pt x="54086" y="1379"/>
                </a:lnTo>
                <a:lnTo>
                  <a:pt x="50816" y="2127"/>
                </a:lnTo>
                <a:lnTo>
                  <a:pt x="47521" y="3073"/>
                </a:lnTo>
                <a:lnTo>
                  <a:pt x="41362" y="5318"/>
                </a:lnTo>
                <a:lnTo>
                  <a:pt x="35440" y="8167"/>
                </a:lnTo>
                <a:lnTo>
                  <a:pt x="29860" y="11568"/>
                </a:lnTo>
                <a:lnTo>
                  <a:pt x="24647" y="15468"/>
                </a:lnTo>
                <a:lnTo>
                  <a:pt x="19828" y="19828"/>
                </a:lnTo>
                <a:lnTo>
                  <a:pt x="15468" y="24647"/>
                </a:lnTo>
                <a:lnTo>
                  <a:pt x="11568" y="29860"/>
                </a:lnTo>
                <a:lnTo>
                  <a:pt x="8167" y="35440"/>
                </a:lnTo>
                <a:lnTo>
                  <a:pt x="5318" y="41362"/>
                </a:lnTo>
                <a:lnTo>
                  <a:pt x="3073" y="47521"/>
                </a:lnTo>
                <a:lnTo>
                  <a:pt x="2127" y="50816"/>
                </a:lnTo>
                <a:lnTo>
                  <a:pt x="1379" y="54086"/>
                </a:lnTo>
                <a:lnTo>
                  <a:pt x="775" y="57421"/>
                </a:lnTo>
                <a:lnTo>
                  <a:pt x="341" y="60822"/>
                </a:lnTo>
                <a:lnTo>
                  <a:pt x="92" y="64249"/>
                </a:lnTo>
                <a:lnTo>
                  <a:pt x="0" y="67650"/>
                </a:lnTo>
                <a:lnTo>
                  <a:pt x="0" y="312488"/>
                </a:lnTo>
                <a:lnTo>
                  <a:pt x="92" y="315889"/>
                </a:lnTo>
                <a:lnTo>
                  <a:pt x="341" y="319316"/>
                </a:lnTo>
                <a:lnTo>
                  <a:pt x="775" y="322717"/>
                </a:lnTo>
                <a:lnTo>
                  <a:pt x="1379" y="326053"/>
                </a:lnTo>
                <a:close/>
                <a:moveTo>
                  <a:pt x="14845" y="54123"/>
                </a:moveTo>
                <a:lnTo>
                  <a:pt x="15547" y="51622"/>
                </a:lnTo>
                <a:lnTo>
                  <a:pt x="17431" y="46487"/>
                </a:lnTo>
                <a:lnTo>
                  <a:pt x="19712" y="41749"/>
                </a:lnTo>
                <a:lnTo>
                  <a:pt x="22461" y="37207"/>
                </a:lnTo>
                <a:lnTo>
                  <a:pt x="25569" y="33056"/>
                </a:lnTo>
                <a:lnTo>
                  <a:pt x="29128" y="29128"/>
                </a:lnTo>
                <a:lnTo>
                  <a:pt x="33056" y="25569"/>
                </a:lnTo>
                <a:lnTo>
                  <a:pt x="37207" y="22461"/>
                </a:lnTo>
                <a:lnTo>
                  <a:pt x="41749" y="19712"/>
                </a:lnTo>
                <a:lnTo>
                  <a:pt x="46487" y="17431"/>
                </a:lnTo>
                <a:lnTo>
                  <a:pt x="51622" y="15547"/>
                </a:lnTo>
                <a:lnTo>
                  <a:pt x="54123" y="14845"/>
                </a:lnTo>
                <a:lnTo>
                  <a:pt x="56748" y="14239"/>
                </a:lnTo>
                <a:lnTo>
                  <a:pt x="59368" y="13772"/>
                </a:lnTo>
                <a:lnTo>
                  <a:pt x="62032" y="13429"/>
                </a:lnTo>
                <a:lnTo>
                  <a:pt x="65000" y="13203"/>
                </a:lnTo>
                <a:lnTo>
                  <a:pt x="67900" y="13131"/>
                </a:lnTo>
                <a:lnTo>
                  <a:pt x="869644" y="13131"/>
                </a:lnTo>
                <a:lnTo>
                  <a:pt x="872545" y="13203"/>
                </a:lnTo>
                <a:lnTo>
                  <a:pt x="875512" y="13429"/>
                </a:lnTo>
                <a:lnTo>
                  <a:pt x="878173" y="13771"/>
                </a:lnTo>
                <a:lnTo>
                  <a:pt x="880838" y="14249"/>
                </a:lnTo>
                <a:lnTo>
                  <a:pt x="883421" y="14845"/>
                </a:lnTo>
                <a:lnTo>
                  <a:pt x="885922" y="15547"/>
                </a:lnTo>
                <a:lnTo>
                  <a:pt x="891057" y="17431"/>
                </a:lnTo>
                <a:lnTo>
                  <a:pt x="895795" y="19712"/>
                </a:lnTo>
                <a:lnTo>
                  <a:pt x="900337" y="22461"/>
                </a:lnTo>
                <a:lnTo>
                  <a:pt x="904488" y="25569"/>
                </a:lnTo>
                <a:lnTo>
                  <a:pt x="908416" y="29128"/>
                </a:lnTo>
                <a:lnTo>
                  <a:pt x="911975" y="33056"/>
                </a:lnTo>
                <a:lnTo>
                  <a:pt x="915083" y="37207"/>
                </a:lnTo>
                <a:lnTo>
                  <a:pt x="917832" y="41749"/>
                </a:lnTo>
                <a:lnTo>
                  <a:pt x="920113" y="46487"/>
                </a:lnTo>
                <a:lnTo>
                  <a:pt x="921997" y="51622"/>
                </a:lnTo>
                <a:lnTo>
                  <a:pt x="922699" y="54123"/>
                </a:lnTo>
                <a:lnTo>
                  <a:pt x="923305" y="56748"/>
                </a:lnTo>
                <a:lnTo>
                  <a:pt x="923772" y="59368"/>
                </a:lnTo>
                <a:lnTo>
                  <a:pt x="924115" y="62032"/>
                </a:lnTo>
                <a:lnTo>
                  <a:pt x="924341" y="65000"/>
                </a:lnTo>
                <a:lnTo>
                  <a:pt x="924413" y="67900"/>
                </a:lnTo>
                <a:lnTo>
                  <a:pt x="924413" y="312239"/>
                </a:lnTo>
                <a:lnTo>
                  <a:pt x="924341" y="315139"/>
                </a:lnTo>
                <a:lnTo>
                  <a:pt x="924115" y="318107"/>
                </a:lnTo>
                <a:lnTo>
                  <a:pt x="923772" y="320771"/>
                </a:lnTo>
                <a:lnTo>
                  <a:pt x="923305" y="323391"/>
                </a:lnTo>
                <a:lnTo>
                  <a:pt x="922699" y="326015"/>
                </a:lnTo>
                <a:lnTo>
                  <a:pt x="921997" y="328517"/>
                </a:lnTo>
                <a:lnTo>
                  <a:pt x="920113" y="333652"/>
                </a:lnTo>
                <a:lnTo>
                  <a:pt x="917832" y="338390"/>
                </a:lnTo>
                <a:lnTo>
                  <a:pt x="915083" y="342932"/>
                </a:lnTo>
                <a:lnTo>
                  <a:pt x="911975" y="347083"/>
                </a:lnTo>
                <a:lnTo>
                  <a:pt x="908416" y="351010"/>
                </a:lnTo>
                <a:lnTo>
                  <a:pt x="904488" y="354570"/>
                </a:lnTo>
                <a:lnTo>
                  <a:pt x="900337" y="357677"/>
                </a:lnTo>
                <a:lnTo>
                  <a:pt x="895795" y="360426"/>
                </a:lnTo>
                <a:lnTo>
                  <a:pt x="891057" y="362708"/>
                </a:lnTo>
                <a:lnTo>
                  <a:pt x="885922" y="364591"/>
                </a:lnTo>
                <a:lnTo>
                  <a:pt x="883421" y="365293"/>
                </a:lnTo>
                <a:lnTo>
                  <a:pt x="880838" y="365890"/>
                </a:lnTo>
                <a:lnTo>
                  <a:pt x="878173" y="366367"/>
                </a:lnTo>
                <a:lnTo>
                  <a:pt x="875512" y="366710"/>
                </a:lnTo>
                <a:lnTo>
                  <a:pt x="872545" y="366935"/>
                </a:lnTo>
                <a:lnTo>
                  <a:pt x="869644" y="367008"/>
                </a:lnTo>
                <a:lnTo>
                  <a:pt x="67900" y="367008"/>
                </a:lnTo>
                <a:lnTo>
                  <a:pt x="65000" y="366935"/>
                </a:lnTo>
                <a:lnTo>
                  <a:pt x="62032" y="366710"/>
                </a:lnTo>
                <a:lnTo>
                  <a:pt x="59368" y="366367"/>
                </a:lnTo>
                <a:lnTo>
                  <a:pt x="56748" y="365900"/>
                </a:lnTo>
                <a:lnTo>
                  <a:pt x="54123" y="365293"/>
                </a:lnTo>
                <a:lnTo>
                  <a:pt x="51622" y="364591"/>
                </a:lnTo>
                <a:lnTo>
                  <a:pt x="46487" y="362708"/>
                </a:lnTo>
                <a:lnTo>
                  <a:pt x="41749" y="360426"/>
                </a:lnTo>
                <a:lnTo>
                  <a:pt x="37207" y="357677"/>
                </a:lnTo>
                <a:lnTo>
                  <a:pt x="33056" y="354570"/>
                </a:lnTo>
                <a:lnTo>
                  <a:pt x="29128" y="351010"/>
                </a:lnTo>
                <a:lnTo>
                  <a:pt x="25569" y="347083"/>
                </a:lnTo>
                <a:lnTo>
                  <a:pt x="22461" y="342932"/>
                </a:lnTo>
                <a:lnTo>
                  <a:pt x="19712" y="338390"/>
                </a:lnTo>
                <a:lnTo>
                  <a:pt x="17431" y="333652"/>
                </a:lnTo>
                <a:lnTo>
                  <a:pt x="15547" y="328517"/>
                </a:lnTo>
                <a:lnTo>
                  <a:pt x="14845" y="326015"/>
                </a:lnTo>
                <a:lnTo>
                  <a:pt x="14239" y="323391"/>
                </a:lnTo>
                <a:lnTo>
                  <a:pt x="13772" y="320771"/>
                </a:lnTo>
                <a:lnTo>
                  <a:pt x="13429" y="318107"/>
                </a:lnTo>
                <a:lnTo>
                  <a:pt x="13203" y="315139"/>
                </a:lnTo>
                <a:lnTo>
                  <a:pt x="13131" y="312239"/>
                </a:lnTo>
                <a:lnTo>
                  <a:pt x="13131" y="67900"/>
                </a:lnTo>
                <a:lnTo>
                  <a:pt x="13203" y="65000"/>
                </a:lnTo>
                <a:lnTo>
                  <a:pt x="13429" y="62032"/>
                </a:lnTo>
                <a:lnTo>
                  <a:pt x="13772" y="59368"/>
                </a:lnTo>
                <a:lnTo>
                  <a:pt x="14239" y="56748"/>
                </a:lnTo>
                <a:lnTo>
                  <a:pt x="14845" y="5412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Text Step2">
            <a:extLst xmlns:a="http://schemas.openxmlformats.org/drawingml/2006/main">
              <a:ext uri="{FF2B5EF4-FFF2-40B4-BE49-F238E27FC236}">
                <a16:creationId xmlns:a16="http://schemas.microsoft.com/office/drawing/2014/main" id="{BDB74A63-23E1-483A-B4C9-4D6B332CE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70" y="2701301"/>
            <a:ext cx="572873" cy="210504"/>
          </a:xfrm>
          <a:custGeom xmlns:a="http://schemas.openxmlformats.org/drawingml/2006/main">
            <a:pathLst>
              <a:path w="572873" h="210504">
                <a:moveTo>
                  <a:pt x="93596" y="0"/>
                </a:moveTo>
                <a:lnTo>
                  <a:pt x="93596" y="54242"/>
                </a:lnTo>
                <a:lnTo>
                  <a:pt x="89326" y="54242"/>
                </a:lnTo>
                <a:cubicBezTo>
                  <a:pt x="87941" y="43829"/>
                  <a:pt x="85460" y="35537"/>
                  <a:pt x="81882" y="29368"/>
                </a:cubicBezTo>
                <a:cubicBezTo>
                  <a:pt x="78304" y="23196"/>
                  <a:pt x="73207" y="18297"/>
                  <a:pt x="66590" y="14671"/>
                </a:cubicBezTo>
                <a:cubicBezTo>
                  <a:pt x="59974" y="11046"/>
                  <a:pt x="53126" y="9233"/>
                  <a:pt x="46048" y="9233"/>
                </a:cubicBezTo>
                <a:cubicBezTo>
                  <a:pt x="38046" y="9233"/>
                  <a:pt x="31429" y="11672"/>
                  <a:pt x="26198" y="16550"/>
                </a:cubicBezTo>
                <a:cubicBezTo>
                  <a:pt x="20966" y="21429"/>
                  <a:pt x="18350" y="26978"/>
                  <a:pt x="18350" y="33198"/>
                </a:cubicBezTo>
                <a:cubicBezTo>
                  <a:pt x="18350" y="37961"/>
                  <a:pt x="20004" y="42302"/>
                  <a:pt x="23312" y="46221"/>
                </a:cubicBezTo>
                <a:cubicBezTo>
                  <a:pt x="28083" y="51982"/>
                  <a:pt x="39431" y="59662"/>
                  <a:pt x="57358" y="69263"/>
                </a:cubicBezTo>
                <a:cubicBezTo>
                  <a:pt x="71976" y="77099"/>
                  <a:pt x="81959" y="83111"/>
                  <a:pt x="87306" y="87299"/>
                </a:cubicBezTo>
                <a:cubicBezTo>
                  <a:pt x="92653" y="91485"/>
                  <a:pt x="96770" y="96421"/>
                  <a:pt x="99655" y="102107"/>
                </a:cubicBezTo>
                <a:cubicBezTo>
                  <a:pt x="102540" y="107791"/>
                  <a:pt x="103983" y="113745"/>
                  <a:pt x="103983" y="119970"/>
                </a:cubicBezTo>
                <a:cubicBezTo>
                  <a:pt x="103983" y="131802"/>
                  <a:pt x="99386" y="142001"/>
                  <a:pt x="90191" y="150568"/>
                </a:cubicBezTo>
                <a:cubicBezTo>
                  <a:pt x="80997" y="159134"/>
                  <a:pt x="69168" y="163418"/>
                  <a:pt x="54703" y="163418"/>
                </a:cubicBezTo>
                <a:cubicBezTo>
                  <a:pt x="50164" y="163418"/>
                  <a:pt x="45894" y="163067"/>
                  <a:pt x="41893" y="162365"/>
                </a:cubicBezTo>
                <a:cubicBezTo>
                  <a:pt x="39508" y="161975"/>
                  <a:pt x="34565" y="160553"/>
                  <a:pt x="27063" y="158098"/>
                </a:cubicBezTo>
                <a:cubicBezTo>
                  <a:pt x="19562" y="155643"/>
                  <a:pt x="14811" y="154416"/>
                  <a:pt x="12810" y="154416"/>
                </a:cubicBezTo>
                <a:cubicBezTo>
                  <a:pt x="10887" y="154416"/>
                  <a:pt x="9367" y="155000"/>
                  <a:pt x="8252" y="156169"/>
                </a:cubicBezTo>
                <a:cubicBezTo>
                  <a:pt x="7136" y="157337"/>
                  <a:pt x="6309" y="159754"/>
                  <a:pt x="5770" y="163418"/>
                </a:cubicBezTo>
                <a:lnTo>
                  <a:pt x="1500" y="163418"/>
                </a:lnTo>
                <a:lnTo>
                  <a:pt x="1500" y="109638"/>
                </a:lnTo>
                <a:lnTo>
                  <a:pt x="5770" y="109638"/>
                </a:lnTo>
                <a:cubicBezTo>
                  <a:pt x="7771" y="120900"/>
                  <a:pt x="10464" y="129327"/>
                  <a:pt x="13849" y="134919"/>
                </a:cubicBezTo>
                <a:cubicBezTo>
                  <a:pt x="17234" y="140512"/>
                  <a:pt x="22408" y="145159"/>
                  <a:pt x="29371" y="148862"/>
                </a:cubicBezTo>
                <a:cubicBezTo>
                  <a:pt x="36334" y="152565"/>
                  <a:pt x="43970" y="154416"/>
                  <a:pt x="52280" y="154416"/>
                </a:cubicBezTo>
                <a:cubicBezTo>
                  <a:pt x="61897" y="154416"/>
                  <a:pt x="69495" y="151876"/>
                  <a:pt x="75073" y="146795"/>
                </a:cubicBezTo>
                <a:cubicBezTo>
                  <a:pt x="80651" y="141715"/>
                  <a:pt x="83440" y="135711"/>
                  <a:pt x="83440" y="128785"/>
                </a:cubicBezTo>
                <a:cubicBezTo>
                  <a:pt x="83440" y="124935"/>
                  <a:pt x="82382" y="121049"/>
                  <a:pt x="80266" y="117125"/>
                </a:cubicBezTo>
                <a:cubicBezTo>
                  <a:pt x="78150" y="113198"/>
                  <a:pt x="74861" y="109541"/>
                  <a:pt x="70399" y="106154"/>
                </a:cubicBezTo>
                <a:cubicBezTo>
                  <a:pt x="67398" y="103846"/>
                  <a:pt x="59204" y="98970"/>
                  <a:pt x="45817" y="91526"/>
                </a:cubicBezTo>
                <a:cubicBezTo>
                  <a:pt x="32430" y="84080"/>
                  <a:pt x="22908" y="78128"/>
                  <a:pt x="17254" y="73670"/>
                </a:cubicBezTo>
                <a:cubicBezTo>
                  <a:pt x="11599" y="69212"/>
                  <a:pt x="7309" y="64293"/>
                  <a:pt x="4386" y="58912"/>
                </a:cubicBezTo>
                <a:cubicBezTo>
                  <a:pt x="1462" y="53531"/>
                  <a:pt x="0" y="47613"/>
                  <a:pt x="0" y="41157"/>
                </a:cubicBezTo>
                <a:cubicBezTo>
                  <a:pt x="0" y="29936"/>
                  <a:pt x="4309" y="20272"/>
                  <a:pt x="12926" y="12165"/>
                </a:cubicBezTo>
                <a:cubicBezTo>
                  <a:pt x="21543" y="4055"/>
                  <a:pt x="32507" y="0"/>
                  <a:pt x="45817" y="0"/>
                </a:cubicBezTo>
                <a:cubicBezTo>
                  <a:pt x="54126" y="0"/>
                  <a:pt x="62936" y="2039"/>
                  <a:pt x="72245" y="6117"/>
                </a:cubicBezTo>
                <a:cubicBezTo>
                  <a:pt x="76554" y="8040"/>
                  <a:pt x="79593" y="9002"/>
                  <a:pt x="81363" y="9002"/>
                </a:cubicBezTo>
                <a:cubicBezTo>
                  <a:pt x="83363" y="9002"/>
                  <a:pt x="84998" y="8406"/>
                  <a:pt x="86268" y="7213"/>
                </a:cubicBezTo>
                <a:cubicBezTo>
                  <a:pt x="87537" y="6020"/>
                  <a:pt x="88556" y="3616"/>
                  <a:pt x="89326" y="0"/>
                </a:cubicBezTo>
                <a:lnTo>
                  <a:pt x="93596" y="0"/>
                </a:lnTo>
                <a:close/>
                <a:moveTo>
                  <a:pt x="154621" y="19389"/>
                </a:moveTo>
                <a:lnTo>
                  <a:pt x="154621" y="54242"/>
                </a:lnTo>
                <a:lnTo>
                  <a:pt x="179318" y="54242"/>
                </a:lnTo>
                <a:lnTo>
                  <a:pt x="179318" y="62090"/>
                </a:lnTo>
                <a:lnTo>
                  <a:pt x="154621" y="62320"/>
                </a:lnTo>
                <a:lnTo>
                  <a:pt x="154621" y="130966"/>
                </a:lnTo>
                <a:cubicBezTo>
                  <a:pt x="154621" y="137821"/>
                  <a:pt x="155602" y="142444"/>
                  <a:pt x="157564" y="144833"/>
                </a:cubicBezTo>
                <a:cubicBezTo>
                  <a:pt x="159526" y="147221"/>
                  <a:pt x="162046" y="148415"/>
                  <a:pt x="165123" y="148415"/>
                </a:cubicBezTo>
                <a:cubicBezTo>
                  <a:pt x="167662" y="148415"/>
                  <a:pt x="170124" y="147616"/>
                  <a:pt x="172509" y="146020"/>
                </a:cubicBezTo>
                <a:cubicBezTo>
                  <a:pt x="174894" y="144424"/>
                  <a:pt x="176741" y="142067"/>
                  <a:pt x="178049" y="138951"/>
                </a:cubicBezTo>
                <a:lnTo>
                  <a:pt x="182550" y="138951"/>
                </a:lnTo>
                <a:cubicBezTo>
                  <a:pt x="179857" y="146530"/>
                  <a:pt x="176048" y="152233"/>
                  <a:pt x="171124" y="156061"/>
                </a:cubicBezTo>
                <a:cubicBezTo>
                  <a:pt x="166200" y="159888"/>
                  <a:pt x="161122" y="161802"/>
                  <a:pt x="155890" y="161802"/>
                </a:cubicBezTo>
                <a:cubicBezTo>
                  <a:pt x="152351" y="161802"/>
                  <a:pt x="148889" y="160817"/>
                  <a:pt x="145504" y="158848"/>
                </a:cubicBezTo>
                <a:cubicBezTo>
                  <a:pt x="142118" y="156879"/>
                  <a:pt x="139618" y="154061"/>
                  <a:pt x="138002" y="150395"/>
                </a:cubicBezTo>
                <a:cubicBezTo>
                  <a:pt x="136387" y="146728"/>
                  <a:pt x="135579" y="141073"/>
                  <a:pt x="135579" y="133430"/>
                </a:cubicBezTo>
                <a:lnTo>
                  <a:pt x="135579" y="62090"/>
                </a:lnTo>
                <a:lnTo>
                  <a:pt x="118845" y="62090"/>
                </a:lnTo>
                <a:lnTo>
                  <a:pt x="118845" y="58389"/>
                </a:lnTo>
                <a:cubicBezTo>
                  <a:pt x="123076" y="56706"/>
                  <a:pt x="127404" y="53857"/>
                  <a:pt x="131828" y="49842"/>
                </a:cubicBezTo>
                <a:cubicBezTo>
                  <a:pt x="136252" y="45827"/>
                  <a:pt x="140195" y="41041"/>
                  <a:pt x="143657" y="35484"/>
                </a:cubicBezTo>
                <a:cubicBezTo>
                  <a:pt x="145427" y="32551"/>
                  <a:pt x="147889" y="27186"/>
                  <a:pt x="151043" y="19389"/>
                </a:cubicBezTo>
                <a:lnTo>
                  <a:pt x="154621" y="19389"/>
                </a:lnTo>
                <a:close/>
                <a:moveTo>
                  <a:pt x="207350" y="94173"/>
                </a:moveTo>
                <a:cubicBezTo>
                  <a:pt x="207273" y="109796"/>
                  <a:pt x="211081" y="122050"/>
                  <a:pt x="218775" y="130934"/>
                </a:cubicBezTo>
                <a:cubicBezTo>
                  <a:pt x="226469" y="139818"/>
                  <a:pt x="235509" y="144260"/>
                  <a:pt x="245896" y="144260"/>
                </a:cubicBezTo>
                <a:cubicBezTo>
                  <a:pt x="252820" y="144260"/>
                  <a:pt x="258841" y="142347"/>
                  <a:pt x="263957" y="138522"/>
                </a:cubicBezTo>
                <a:cubicBezTo>
                  <a:pt x="269074" y="134697"/>
                  <a:pt x="273363" y="128146"/>
                  <a:pt x="276825" y="118870"/>
                </a:cubicBezTo>
                <a:lnTo>
                  <a:pt x="280403" y="121189"/>
                </a:lnTo>
                <a:cubicBezTo>
                  <a:pt x="278787" y="131785"/>
                  <a:pt x="274094" y="141434"/>
                  <a:pt x="266323" y="150135"/>
                </a:cubicBezTo>
                <a:cubicBezTo>
                  <a:pt x="258552" y="158836"/>
                  <a:pt x="248820" y="163187"/>
                  <a:pt x="237125" y="163187"/>
                </a:cubicBezTo>
                <a:cubicBezTo>
                  <a:pt x="224430" y="163187"/>
                  <a:pt x="213562" y="158254"/>
                  <a:pt x="204522" y="148389"/>
                </a:cubicBezTo>
                <a:cubicBezTo>
                  <a:pt x="195482" y="138522"/>
                  <a:pt x="190962" y="125257"/>
                  <a:pt x="190962" y="108595"/>
                </a:cubicBezTo>
                <a:cubicBezTo>
                  <a:pt x="190962" y="90553"/>
                  <a:pt x="195597" y="76484"/>
                  <a:pt x="204868" y="66388"/>
                </a:cubicBezTo>
                <a:cubicBezTo>
                  <a:pt x="214140" y="56290"/>
                  <a:pt x="225776" y="51241"/>
                  <a:pt x="239779" y="51241"/>
                </a:cubicBezTo>
                <a:cubicBezTo>
                  <a:pt x="251628" y="51241"/>
                  <a:pt x="261361" y="55136"/>
                  <a:pt x="268978" y="62926"/>
                </a:cubicBezTo>
                <a:cubicBezTo>
                  <a:pt x="276595" y="70714"/>
                  <a:pt x="280403" y="81129"/>
                  <a:pt x="280403" y="94173"/>
                </a:cubicBezTo>
                <a:lnTo>
                  <a:pt x="207350" y="94173"/>
                </a:lnTo>
                <a:moveTo>
                  <a:pt x="207350" y="87479"/>
                </a:moveTo>
                <a:lnTo>
                  <a:pt x="256283" y="87479"/>
                </a:lnTo>
                <a:cubicBezTo>
                  <a:pt x="255898" y="80764"/>
                  <a:pt x="255090" y="76033"/>
                  <a:pt x="253859" y="73288"/>
                </a:cubicBezTo>
                <a:cubicBezTo>
                  <a:pt x="251936" y="69013"/>
                  <a:pt x="249070" y="65655"/>
                  <a:pt x="245261" y="63215"/>
                </a:cubicBezTo>
                <a:cubicBezTo>
                  <a:pt x="241453" y="60772"/>
                  <a:pt x="237471" y="59551"/>
                  <a:pt x="233316" y="59551"/>
                </a:cubicBezTo>
                <a:cubicBezTo>
                  <a:pt x="226931" y="59551"/>
                  <a:pt x="221218" y="62011"/>
                  <a:pt x="216178" y="66933"/>
                </a:cubicBezTo>
                <a:cubicBezTo>
                  <a:pt x="211139" y="71855"/>
                  <a:pt x="208196" y="78703"/>
                  <a:pt x="207350" y="87479"/>
                </a:cubicBezTo>
                <a:close/>
                <a:moveTo>
                  <a:pt x="287007" y="64398"/>
                </a:moveTo>
                <a:lnTo>
                  <a:pt x="319552" y="51472"/>
                </a:lnTo>
                <a:lnTo>
                  <a:pt x="323937" y="51472"/>
                </a:lnTo>
                <a:lnTo>
                  <a:pt x="323937" y="76285"/>
                </a:lnTo>
                <a:cubicBezTo>
                  <a:pt x="329400" y="67018"/>
                  <a:pt x="334882" y="60528"/>
                  <a:pt x="340383" y="56813"/>
                </a:cubicBezTo>
                <a:cubicBezTo>
                  <a:pt x="345884" y="53099"/>
                  <a:pt x="351674" y="51241"/>
                  <a:pt x="357752" y="51241"/>
                </a:cubicBezTo>
                <a:cubicBezTo>
                  <a:pt x="368369" y="51241"/>
                  <a:pt x="377217" y="55391"/>
                  <a:pt x="384296" y="63691"/>
                </a:cubicBezTo>
                <a:cubicBezTo>
                  <a:pt x="392990" y="73837"/>
                  <a:pt x="397337" y="87057"/>
                  <a:pt x="397337" y="103351"/>
                </a:cubicBezTo>
                <a:cubicBezTo>
                  <a:pt x="397337" y="121567"/>
                  <a:pt x="392105" y="136631"/>
                  <a:pt x="381641" y="148545"/>
                </a:cubicBezTo>
                <a:cubicBezTo>
                  <a:pt x="373024" y="158306"/>
                  <a:pt x="362176" y="163187"/>
                  <a:pt x="349096" y="163187"/>
                </a:cubicBezTo>
                <a:cubicBezTo>
                  <a:pt x="343403" y="163187"/>
                  <a:pt x="338479" y="162379"/>
                  <a:pt x="334324" y="160763"/>
                </a:cubicBezTo>
                <a:cubicBezTo>
                  <a:pt x="331247" y="159609"/>
                  <a:pt x="327784" y="157301"/>
                  <a:pt x="323937" y="153839"/>
                </a:cubicBezTo>
                <a:lnTo>
                  <a:pt x="323937" y="186038"/>
                </a:lnTo>
                <a:cubicBezTo>
                  <a:pt x="323937" y="193311"/>
                  <a:pt x="324380" y="197934"/>
                  <a:pt x="325265" y="199908"/>
                </a:cubicBezTo>
                <a:cubicBezTo>
                  <a:pt x="326149" y="201882"/>
                  <a:pt x="327688" y="203449"/>
                  <a:pt x="329881" y="204608"/>
                </a:cubicBezTo>
                <a:cubicBezTo>
                  <a:pt x="332074" y="205769"/>
                  <a:pt x="336055" y="206350"/>
                  <a:pt x="341826" y="206350"/>
                </a:cubicBezTo>
                <a:lnTo>
                  <a:pt x="341826" y="210504"/>
                </a:lnTo>
                <a:lnTo>
                  <a:pt x="286430" y="210504"/>
                </a:lnTo>
                <a:lnTo>
                  <a:pt x="286430" y="206350"/>
                </a:lnTo>
                <a:lnTo>
                  <a:pt x="289315" y="206350"/>
                </a:lnTo>
                <a:cubicBezTo>
                  <a:pt x="293547" y="206427"/>
                  <a:pt x="297163" y="205614"/>
                  <a:pt x="300163" y="203912"/>
                </a:cubicBezTo>
                <a:cubicBezTo>
                  <a:pt x="301625" y="203060"/>
                  <a:pt x="302760" y="201688"/>
                  <a:pt x="303568" y="199793"/>
                </a:cubicBezTo>
                <a:cubicBezTo>
                  <a:pt x="304376" y="197898"/>
                  <a:pt x="304780" y="193082"/>
                  <a:pt x="304780" y="185345"/>
                </a:cubicBezTo>
                <a:lnTo>
                  <a:pt x="304780" y="85171"/>
                </a:lnTo>
                <a:cubicBezTo>
                  <a:pt x="304780" y="78278"/>
                  <a:pt x="304472" y="73902"/>
                  <a:pt x="303856" y="72043"/>
                </a:cubicBezTo>
                <a:cubicBezTo>
                  <a:pt x="303241" y="70183"/>
                  <a:pt x="302260" y="68789"/>
                  <a:pt x="300913" y="67864"/>
                </a:cubicBezTo>
                <a:cubicBezTo>
                  <a:pt x="299567" y="66938"/>
                  <a:pt x="297740" y="66475"/>
                  <a:pt x="295432" y="66475"/>
                </a:cubicBezTo>
                <a:cubicBezTo>
                  <a:pt x="293585" y="66475"/>
                  <a:pt x="291238" y="67014"/>
                  <a:pt x="288392" y="68091"/>
                </a:cubicBezTo>
                <a:lnTo>
                  <a:pt x="287007" y="64398"/>
                </a:lnTo>
                <a:moveTo>
                  <a:pt x="323937" y="83094"/>
                </a:moveTo>
                <a:lnTo>
                  <a:pt x="323937" y="122563"/>
                </a:lnTo>
                <a:cubicBezTo>
                  <a:pt x="323937" y="131104"/>
                  <a:pt x="324284" y="136720"/>
                  <a:pt x="324976" y="139413"/>
                </a:cubicBezTo>
                <a:cubicBezTo>
                  <a:pt x="326053" y="143875"/>
                  <a:pt x="328688" y="147799"/>
                  <a:pt x="332881" y="151185"/>
                </a:cubicBezTo>
                <a:cubicBezTo>
                  <a:pt x="337075" y="154570"/>
                  <a:pt x="342364" y="156262"/>
                  <a:pt x="348750" y="156262"/>
                </a:cubicBezTo>
                <a:cubicBezTo>
                  <a:pt x="356444" y="156262"/>
                  <a:pt x="362676" y="153262"/>
                  <a:pt x="367446" y="147261"/>
                </a:cubicBezTo>
                <a:cubicBezTo>
                  <a:pt x="373678" y="139413"/>
                  <a:pt x="376794" y="128372"/>
                  <a:pt x="376794" y="114139"/>
                </a:cubicBezTo>
                <a:cubicBezTo>
                  <a:pt x="376794" y="97981"/>
                  <a:pt x="373255" y="85556"/>
                  <a:pt x="366177" y="76862"/>
                </a:cubicBezTo>
                <a:cubicBezTo>
                  <a:pt x="361253" y="70861"/>
                  <a:pt x="355405" y="67860"/>
                  <a:pt x="348635" y="67860"/>
                </a:cubicBezTo>
                <a:cubicBezTo>
                  <a:pt x="344942" y="67860"/>
                  <a:pt x="341287" y="68783"/>
                  <a:pt x="337671" y="70630"/>
                </a:cubicBezTo>
                <a:cubicBezTo>
                  <a:pt x="334901" y="72015"/>
                  <a:pt x="330323" y="76169"/>
                  <a:pt x="323937" y="83094"/>
                </a:cubicBezTo>
                <a:close/>
                <a:moveTo>
                  <a:pt x="572873" y="129488"/>
                </a:moveTo>
                <a:lnTo>
                  <a:pt x="561909" y="159956"/>
                </a:lnTo>
                <a:lnTo>
                  <a:pt x="469582" y="159956"/>
                </a:lnTo>
                <a:lnTo>
                  <a:pt x="469582" y="155599"/>
                </a:lnTo>
                <a:cubicBezTo>
                  <a:pt x="496742" y="130851"/>
                  <a:pt x="515861" y="110638"/>
                  <a:pt x="526940" y="94959"/>
                </a:cubicBezTo>
                <a:cubicBezTo>
                  <a:pt x="538019" y="79278"/>
                  <a:pt x="543559" y="64936"/>
                  <a:pt x="543559" y="51934"/>
                </a:cubicBezTo>
                <a:cubicBezTo>
                  <a:pt x="543559" y="42042"/>
                  <a:pt x="540520" y="33914"/>
                  <a:pt x="534442" y="27550"/>
                </a:cubicBezTo>
                <a:cubicBezTo>
                  <a:pt x="528363" y="21186"/>
                  <a:pt x="521093" y="18004"/>
                  <a:pt x="512630" y="18004"/>
                </a:cubicBezTo>
                <a:cubicBezTo>
                  <a:pt x="504936" y="18004"/>
                  <a:pt x="498030" y="20235"/>
                  <a:pt x="491914" y="24697"/>
                </a:cubicBezTo>
                <a:cubicBezTo>
                  <a:pt x="485797" y="29157"/>
                  <a:pt x="481277" y="35697"/>
                  <a:pt x="478353" y="44317"/>
                </a:cubicBezTo>
                <a:lnTo>
                  <a:pt x="474083" y="44317"/>
                </a:lnTo>
                <a:cubicBezTo>
                  <a:pt x="476007" y="30119"/>
                  <a:pt x="480950" y="19223"/>
                  <a:pt x="488913" y="11627"/>
                </a:cubicBezTo>
                <a:cubicBezTo>
                  <a:pt x="496876" y="4030"/>
                  <a:pt x="506821" y="231"/>
                  <a:pt x="518746" y="231"/>
                </a:cubicBezTo>
                <a:cubicBezTo>
                  <a:pt x="531441" y="231"/>
                  <a:pt x="542039" y="4309"/>
                  <a:pt x="550541" y="12464"/>
                </a:cubicBezTo>
                <a:cubicBezTo>
                  <a:pt x="559043" y="20620"/>
                  <a:pt x="563294" y="30237"/>
                  <a:pt x="563294" y="41316"/>
                </a:cubicBezTo>
                <a:cubicBezTo>
                  <a:pt x="563294" y="49241"/>
                  <a:pt x="561447" y="57165"/>
                  <a:pt x="557754" y="65090"/>
                </a:cubicBezTo>
                <a:cubicBezTo>
                  <a:pt x="552061" y="77554"/>
                  <a:pt x="542828" y="90749"/>
                  <a:pt x="530056" y="104675"/>
                </a:cubicBezTo>
                <a:cubicBezTo>
                  <a:pt x="510898" y="125559"/>
                  <a:pt x="498934" y="138062"/>
                  <a:pt x="494164" y="142183"/>
                </a:cubicBezTo>
                <a:lnTo>
                  <a:pt x="535019" y="142183"/>
                </a:lnTo>
                <a:cubicBezTo>
                  <a:pt x="543328" y="142183"/>
                  <a:pt x="549156" y="141875"/>
                  <a:pt x="552503" y="141259"/>
                </a:cubicBezTo>
                <a:cubicBezTo>
                  <a:pt x="555850" y="140644"/>
                  <a:pt x="558870" y="139394"/>
                  <a:pt x="561563" y="137509"/>
                </a:cubicBezTo>
                <a:cubicBezTo>
                  <a:pt x="564255" y="135624"/>
                  <a:pt x="566602" y="132950"/>
                  <a:pt x="568602" y="129488"/>
                </a:cubicBezTo>
                <a:lnTo>
                  <a:pt x="572873" y="12948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92cada554f4a92"/>
          <a:stretch xmlns:a="http://schemas.openxmlformats.org/drawingml/2006/main"/>
        </p:blipFill>
        <p:spPr>
          <a:xfrm xmlns:a="http://schemas.openxmlformats.org/drawingml/2006/main">
            <a:off x="3214800" y="1371376"/>
            <a:ext cx="2175898" cy="1148688"/>
          </a:xfrm>
          <a:prstGeom xmlns:a="http://schemas.openxmlformats.org/drawingml/2006/main" prst="rect">
            <a:avLst/>
          </a:prstGeom>
        </p:spPr>
      </p:pic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0C6AA0-A6F8-4F3C-ADB0-BC674D61C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7068" y="107530"/>
            <a:ext cx="923757" cy="345342"/>
          </a:xfrm>
          <a:custGeom xmlns:a="http://schemas.openxmlformats.org/drawingml/2006/main">
            <a:pathLst>
              <a:path w="923757" h="345342">
                <a:moveTo>
                  <a:pt x="263" y="56857"/>
                </a:moveTo>
                <a:cubicBezTo>
                  <a:pt x="0" y="25776"/>
                  <a:pt x="25776" y="0"/>
                  <a:pt x="56988" y="131"/>
                </a:cubicBezTo>
                <a:lnTo>
                  <a:pt x="866900" y="131"/>
                </a:lnTo>
                <a:cubicBezTo>
                  <a:pt x="897981" y="0"/>
                  <a:pt x="923757" y="25776"/>
                  <a:pt x="923625" y="56857"/>
                </a:cubicBezTo>
                <a:lnTo>
                  <a:pt x="923625" y="288485"/>
                </a:lnTo>
                <a:cubicBezTo>
                  <a:pt x="923757" y="319566"/>
                  <a:pt x="897981" y="345342"/>
                  <a:pt x="866900" y="345211"/>
                </a:cubicBezTo>
                <a:lnTo>
                  <a:pt x="56988" y="345211"/>
                </a:lnTo>
                <a:cubicBezTo>
                  <a:pt x="25776" y="345342"/>
                  <a:pt x="0" y="319566"/>
                  <a:pt x="263" y="288485"/>
                </a:cubicBezTo>
                <a:lnTo>
                  <a:pt x="263" y="56857"/>
                </a:lnTo>
              </a:path>
            </a:pathLst>
          </a:custGeom>
          <a:solidFill xmlns:a="http://schemas.openxmlformats.org/drawingml/2006/main">
            <a:srgbClr val="BDD7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770814-3078-489B-8D16-E71C34224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0503" y="100964"/>
            <a:ext cx="936887" cy="358473"/>
          </a:xfrm>
          <a:custGeom xmlns:a="http://schemas.openxmlformats.org/drawingml/2006/main">
            <a:pathLst>
              <a:path w="936887" h="358473">
                <a:moveTo>
                  <a:pt x="2876" y="313421"/>
                </a:moveTo>
                <a:lnTo>
                  <a:pt x="5029" y="319316"/>
                </a:lnTo>
                <a:lnTo>
                  <a:pt x="7734" y="324923"/>
                </a:lnTo>
                <a:lnTo>
                  <a:pt x="10951" y="330215"/>
                </a:lnTo>
                <a:lnTo>
                  <a:pt x="14641" y="335139"/>
                </a:lnTo>
                <a:lnTo>
                  <a:pt x="18777" y="339696"/>
                </a:lnTo>
                <a:lnTo>
                  <a:pt x="23334" y="343832"/>
                </a:lnTo>
                <a:lnTo>
                  <a:pt x="28258" y="347522"/>
                </a:lnTo>
                <a:lnTo>
                  <a:pt x="33549" y="350739"/>
                </a:lnTo>
                <a:lnTo>
                  <a:pt x="39156" y="353444"/>
                </a:lnTo>
                <a:lnTo>
                  <a:pt x="45052" y="355597"/>
                </a:lnTo>
                <a:lnTo>
                  <a:pt x="51132" y="357160"/>
                </a:lnTo>
                <a:lnTo>
                  <a:pt x="54362" y="357737"/>
                </a:lnTo>
                <a:lnTo>
                  <a:pt x="57579" y="358144"/>
                </a:lnTo>
                <a:lnTo>
                  <a:pt x="60835" y="358394"/>
                </a:lnTo>
                <a:lnTo>
                  <a:pt x="64039" y="358473"/>
                </a:lnTo>
                <a:lnTo>
                  <a:pt x="872848" y="358473"/>
                </a:lnTo>
                <a:lnTo>
                  <a:pt x="876052" y="358394"/>
                </a:lnTo>
                <a:lnTo>
                  <a:pt x="879309" y="358144"/>
                </a:lnTo>
                <a:lnTo>
                  <a:pt x="882526" y="357737"/>
                </a:lnTo>
                <a:lnTo>
                  <a:pt x="885756" y="357160"/>
                </a:lnTo>
                <a:lnTo>
                  <a:pt x="891835" y="355597"/>
                </a:lnTo>
                <a:lnTo>
                  <a:pt x="897731" y="353444"/>
                </a:lnTo>
                <a:lnTo>
                  <a:pt x="903338" y="350739"/>
                </a:lnTo>
                <a:lnTo>
                  <a:pt x="908630" y="347522"/>
                </a:lnTo>
                <a:lnTo>
                  <a:pt x="913554" y="343832"/>
                </a:lnTo>
                <a:lnTo>
                  <a:pt x="918110" y="339696"/>
                </a:lnTo>
                <a:lnTo>
                  <a:pt x="922247" y="335139"/>
                </a:lnTo>
                <a:lnTo>
                  <a:pt x="925936" y="330215"/>
                </a:lnTo>
                <a:lnTo>
                  <a:pt x="929153" y="324923"/>
                </a:lnTo>
                <a:lnTo>
                  <a:pt x="931858" y="319316"/>
                </a:lnTo>
                <a:lnTo>
                  <a:pt x="934012" y="313421"/>
                </a:lnTo>
                <a:lnTo>
                  <a:pt x="935574" y="307341"/>
                </a:lnTo>
                <a:lnTo>
                  <a:pt x="936152" y="304111"/>
                </a:lnTo>
                <a:lnTo>
                  <a:pt x="936559" y="300894"/>
                </a:lnTo>
                <a:lnTo>
                  <a:pt x="936809" y="297637"/>
                </a:lnTo>
                <a:lnTo>
                  <a:pt x="936887" y="294433"/>
                </a:lnTo>
                <a:lnTo>
                  <a:pt x="936887" y="64039"/>
                </a:lnTo>
                <a:lnTo>
                  <a:pt x="936809" y="60835"/>
                </a:lnTo>
                <a:lnTo>
                  <a:pt x="936559" y="57579"/>
                </a:lnTo>
                <a:lnTo>
                  <a:pt x="936152" y="54362"/>
                </a:lnTo>
                <a:lnTo>
                  <a:pt x="935574" y="51132"/>
                </a:lnTo>
                <a:lnTo>
                  <a:pt x="934012" y="45052"/>
                </a:lnTo>
                <a:lnTo>
                  <a:pt x="931858" y="39156"/>
                </a:lnTo>
                <a:lnTo>
                  <a:pt x="929153" y="33549"/>
                </a:lnTo>
                <a:lnTo>
                  <a:pt x="925936" y="28258"/>
                </a:lnTo>
                <a:lnTo>
                  <a:pt x="922247" y="23334"/>
                </a:lnTo>
                <a:lnTo>
                  <a:pt x="918110" y="18777"/>
                </a:lnTo>
                <a:lnTo>
                  <a:pt x="913554" y="14641"/>
                </a:lnTo>
                <a:lnTo>
                  <a:pt x="908630" y="10951"/>
                </a:lnTo>
                <a:lnTo>
                  <a:pt x="903338" y="7734"/>
                </a:lnTo>
                <a:lnTo>
                  <a:pt x="897731" y="5029"/>
                </a:lnTo>
                <a:lnTo>
                  <a:pt x="891835" y="2876"/>
                </a:lnTo>
                <a:lnTo>
                  <a:pt x="885756" y="1313"/>
                </a:lnTo>
                <a:lnTo>
                  <a:pt x="882526" y="735"/>
                </a:lnTo>
                <a:lnTo>
                  <a:pt x="879309" y="328"/>
                </a:lnTo>
                <a:lnTo>
                  <a:pt x="876052" y="79"/>
                </a:lnTo>
                <a:lnTo>
                  <a:pt x="872848" y="0"/>
                </a:lnTo>
                <a:lnTo>
                  <a:pt x="64039" y="0"/>
                </a:lnTo>
                <a:lnTo>
                  <a:pt x="60835" y="79"/>
                </a:lnTo>
                <a:lnTo>
                  <a:pt x="57579" y="328"/>
                </a:lnTo>
                <a:lnTo>
                  <a:pt x="54362" y="735"/>
                </a:lnTo>
                <a:lnTo>
                  <a:pt x="51132" y="1313"/>
                </a:lnTo>
                <a:lnTo>
                  <a:pt x="45052" y="2876"/>
                </a:lnTo>
                <a:lnTo>
                  <a:pt x="39156" y="5029"/>
                </a:lnTo>
                <a:lnTo>
                  <a:pt x="33549" y="7734"/>
                </a:lnTo>
                <a:lnTo>
                  <a:pt x="28258" y="10951"/>
                </a:lnTo>
                <a:lnTo>
                  <a:pt x="23334" y="14641"/>
                </a:lnTo>
                <a:lnTo>
                  <a:pt x="18777" y="18777"/>
                </a:lnTo>
                <a:lnTo>
                  <a:pt x="14641" y="23334"/>
                </a:lnTo>
                <a:lnTo>
                  <a:pt x="10951" y="28258"/>
                </a:lnTo>
                <a:lnTo>
                  <a:pt x="7734" y="33549"/>
                </a:lnTo>
                <a:lnTo>
                  <a:pt x="5029" y="39156"/>
                </a:lnTo>
                <a:lnTo>
                  <a:pt x="2876" y="45052"/>
                </a:lnTo>
                <a:lnTo>
                  <a:pt x="1313" y="51132"/>
                </a:lnTo>
                <a:lnTo>
                  <a:pt x="735" y="54362"/>
                </a:lnTo>
                <a:lnTo>
                  <a:pt x="328" y="57579"/>
                </a:lnTo>
                <a:lnTo>
                  <a:pt x="79" y="60835"/>
                </a:lnTo>
                <a:lnTo>
                  <a:pt x="0" y="64039"/>
                </a:lnTo>
                <a:lnTo>
                  <a:pt x="0" y="294433"/>
                </a:lnTo>
                <a:lnTo>
                  <a:pt x="79" y="297637"/>
                </a:lnTo>
                <a:lnTo>
                  <a:pt x="328" y="300894"/>
                </a:lnTo>
                <a:lnTo>
                  <a:pt x="735" y="304111"/>
                </a:lnTo>
                <a:lnTo>
                  <a:pt x="1313" y="307341"/>
                </a:lnTo>
                <a:lnTo>
                  <a:pt x="2876" y="313421"/>
                </a:lnTo>
                <a:close/>
                <a:moveTo>
                  <a:pt x="15398" y="49062"/>
                </a:moveTo>
                <a:lnTo>
                  <a:pt x="17143" y="44279"/>
                </a:lnTo>
                <a:lnTo>
                  <a:pt x="19325" y="39762"/>
                </a:lnTo>
                <a:lnTo>
                  <a:pt x="21841" y="35621"/>
                </a:lnTo>
                <a:lnTo>
                  <a:pt x="24795" y="31672"/>
                </a:lnTo>
                <a:lnTo>
                  <a:pt x="28071" y="28071"/>
                </a:lnTo>
                <a:lnTo>
                  <a:pt x="31672" y="24795"/>
                </a:lnTo>
                <a:lnTo>
                  <a:pt x="35621" y="21841"/>
                </a:lnTo>
                <a:lnTo>
                  <a:pt x="39762" y="19325"/>
                </a:lnTo>
                <a:lnTo>
                  <a:pt x="44279" y="17143"/>
                </a:lnTo>
                <a:lnTo>
                  <a:pt x="49062" y="15398"/>
                </a:lnTo>
                <a:lnTo>
                  <a:pt x="53922" y="14152"/>
                </a:lnTo>
                <a:lnTo>
                  <a:pt x="56296" y="13734"/>
                </a:lnTo>
                <a:lnTo>
                  <a:pt x="59039" y="13383"/>
                </a:lnTo>
                <a:lnTo>
                  <a:pt x="61663" y="13183"/>
                </a:lnTo>
                <a:lnTo>
                  <a:pt x="61321" y="13210"/>
                </a:lnTo>
                <a:lnTo>
                  <a:pt x="64289" y="13131"/>
                </a:lnTo>
                <a:lnTo>
                  <a:pt x="872599" y="13131"/>
                </a:lnTo>
                <a:lnTo>
                  <a:pt x="875553" y="13210"/>
                </a:lnTo>
                <a:lnTo>
                  <a:pt x="875225" y="13183"/>
                </a:lnTo>
                <a:lnTo>
                  <a:pt x="877849" y="13383"/>
                </a:lnTo>
                <a:lnTo>
                  <a:pt x="880592" y="13734"/>
                </a:lnTo>
                <a:lnTo>
                  <a:pt x="882966" y="14152"/>
                </a:lnTo>
                <a:lnTo>
                  <a:pt x="887825" y="15398"/>
                </a:lnTo>
                <a:lnTo>
                  <a:pt x="892608" y="17143"/>
                </a:lnTo>
                <a:lnTo>
                  <a:pt x="897126" y="19325"/>
                </a:lnTo>
                <a:lnTo>
                  <a:pt x="901266" y="21841"/>
                </a:lnTo>
                <a:lnTo>
                  <a:pt x="905216" y="24795"/>
                </a:lnTo>
                <a:lnTo>
                  <a:pt x="908816" y="28071"/>
                </a:lnTo>
                <a:lnTo>
                  <a:pt x="912093" y="31672"/>
                </a:lnTo>
                <a:lnTo>
                  <a:pt x="915046" y="35621"/>
                </a:lnTo>
                <a:lnTo>
                  <a:pt x="917562" y="39762"/>
                </a:lnTo>
                <a:lnTo>
                  <a:pt x="919744" y="44279"/>
                </a:lnTo>
                <a:lnTo>
                  <a:pt x="921489" y="49062"/>
                </a:lnTo>
                <a:lnTo>
                  <a:pt x="922736" y="53922"/>
                </a:lnTo>
                <a:lnTo>
                  <a:pt x="923153" y="56296"/>
                </a:lnTo>
                <a:lnTo>
                  <a:pt x="923504" y="59039"/>
                </a:lnTo>
                <a:lnTo>
                  <a:pt x="923704" y="61663"/>
                </a:lnTo>
                <a:lnTo>
                  <a:pt x="923678" y="61321"/>
                </a:lnTo>
                <a:lnTo>
                  <a:pt x="923757" y="64289"/>
                </a:lnTo>
                <a:lnTo>
                  <a:pt x="923757" y="294184"/>
                </a:lnTo>
                <a:lnTo>
                  <a:pt x="923678" y="297152"/>
                </a:lnTo>
                <a:lnTo>
                  <a:pt x="923704" y="296810"/>
                </a:lnTo>
                <a:lnTo>
                  <a:pt x="923504" y="299434"/>
                </a:lnTo>
                <a:lnTo>
                  <a:pt x="923153" y="302177"/>
                </a:lnTo>
                <a:lnTo>
                  <a:pt x="922736" y="304551"/>
                </a:lnTo>
                <a:lnTo>
                  <a:pt x="921489" y="309410"/>
                </a:lnTo>
                <a:lnTo>
                  <a:pt x="919744" y="314194"/>
                </a:lnTo>
                <a:lnTo>
                  <a:pt x="917562" y="318711"/>
                </a:lnTo>
                <a:lnTo>
                  <a:pt x="915046" y="322851"/>
                </a:lnTo>
                <a:lnTo>
                  <a:pt x="912093" y="326801"/>
                </a:lnTo>
                <a:lnTo>
                  <a:pt x="908816" y="330402"/>
                </a:lnTo>
                <a:lnTo>
                  <a:pt x="905216" y="333678"/>
                </a:lnTo>
                <a:lnTo>
                  <a:pt x="901266" y="336631"/>
                </a:lnTo>
                <a:lnTo>
                  <a:pt x="897126" y="339147"/>
                </a:lnTo>
                <a:lnTo>
                  <a:pt x="892608" y="341330"/>
                </a:lnTo>
                <a:lnTo>
                  <a:pt x="887825" y="343074"/>
                </a:lnTo>
                <a:lnTo>
                  <a:pt x="882966" y="344321"/>
                </a:lnTo>
                <a:lnTo>
                  <a:pt x="880592" y="344739"/>
                </a:lnTo>
                <a:lnTo>
                  <a:pt x="877849" y="345089"/>
                </a:lnTo>
                <a:lnTo>
                  <a:pt x="875225" y="345289"/>
                </a:lnTo>
                <a:lnTo>
                  <a:pt x="875553" y="345263"/>
                </a:lnTo>
                <a:lnTo>
                  <a:pt x="872599" y="345342"/>
                </a:lnTo>
                <a:lnTo>
                  <a:pt x="64289" y="345342"/>
                </a:lnTo>
                <a:lnTo>
                  <a:pt x="61321" y="345263"/>
                </a:lnTo>
                <a:lnTo>
                  <a:pt x="61663" y="345289"/>
                </a:lnTo>
                <a:lnTo>
                  <a:pt x="59039" y="345089"/>
                </a:lnTo>
                <a:lnTo>
                  <a:pt x="56296" y="344739"/>
                </a:lnTo>
                <a:lnTo>
                  <a:pt x="53922" y="344321"/>
                </a:lnTo>
                <a:lnTo>
                  <a:pt x="49062" y="343074"/>
                </a:lnTo>
                <a:lnTo>
                  <a:pt x="44279" y="341330"/>
                </a:lnTo>
                <a:lnTo>
                  <a:pt x="39762" y="339147"/>
                </a:lnTo>
                <a:lnTo>
                  <a:pt x="35621" y="336631"/>
                </a:lnTo>
                <a:lnTo>
                  <a:pt x="31672" y="333678"/>
                </a:lnTo>
                <a:lnTo>
                  <a:pt x="28071" y="330402"/>
                </a:lnTo>
                <a:lnTo>
                  <a:pt x="24795" y="326801"/>
                </a:lnTo>
                <a:lnTo>
                  <a:pt x="21841" y="322851"/>
                </a:lnTo>
                <a:lnTo>
                  <a:pt x="19325" y="318711"/>
                </a:lnTo>
                <a:lnTo>
                  <a:pt x="17143" y="314194"/>
                </a:lnTo>
                <a:lnTo>
                  <a:pt x="15398" y="309410"/>
                </a:lnTo>
                <a:lnTo>
                  <a:pt x="14152" y="304551"/>
                </a:lnTo>
                <a:lnTo>
                  <a:pt x="13734" y="302177"/>
                </a:lnTo>
                <a:lnTo>
                  <a:pt x="13383" y="299434"/>
                </a:lnTo>
                <a:lnTo>
                  <a:pt x="13183" y="296810"/>
                </a:lnTo>
                <a:lnTo>
                  <a:pt x="13210" y="297152"/>
                </a:lnTo>
                <a:lnTo>
                  <a:pt x="13131" y="294184"/>
                </a:lnTo>
                <a:lnTo>
                  <a:pt x="13131" y="64289"/>
                </a:lnTo>
                <a:lnTo>
                  <a:pt x="13210" y="61321"/>
                </a:lnTo>
                <a:lnTo>
                  <a:pt x="13183" y="61663"/>
                </a:lnTo>
                <a:lnTo>
                  <a:pt x="13383" y="59039"/>
                </a:lnTo>
                <a:lnTo>
                  <a:pt x="13734" y="56296"/>
                </a:lnTo>
                <a:lnTo>
                  <a:pt x="14152" y="53922"/>
                </a:lnTo>
                <a:lnTo>
                  <a:pt x="15398" y="4906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Text Step3">
            <a:extLst xmlns:a="http://schemas.openxmlformats.org/drawingml/2006/main">
              <a:ext uri="{FF2B5EF4-FFF2-40B4-BE49-F238E27FC236}">
                <a16:creationId xmlns:a16="http://schemas.microsoft.com/office/drawing/2014/main" id="{38B5FB42-1588-46E1-AA53-ABBB856F0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3243" y="201446"/>
            <a:ext cx="563063" cy="210504"/>
          </a:xfrm>
          <a:custGeom xmlns:a="http://schemas.openxmlformats.org/drawingml/2006/main">
            <a:pathLst>
              <a:path w="563063" h="210504">
                <a:moveTo>
                  <a:pt x="93596" y="0"/>
                </a:moveTo>
                <a:lnTo>
                  <a:pt x="93596" y="54242"/>
                </a:lnTo>
                <a:lnTo>
                  <a:pt x="89326" y="54242"/>
                </a:lnTo>
                <a:cubicBezTo>
                  <a:pt x="87941" y="43829"/>
                  <a:pt x="85460" y="35537"/>
                  <a:pt x="81882" y="29368"/>
                </a:cubicBezTo>
                <a:cubicBezTo>
                  <a:pt x="78304" y="23196"/>
                  <a:pt x="73207" y="18297"/>
                  <a:pt x="66590" y="14671"/>
                </a:cubicBezTo>
                <a:cubicBezTo>
                  <a:pt x="59974" y="11046"/>
                  <a:pt x="53126" y="9233"/>
                  <a:pt x="46048" y="9233"/>
                </a:cubicBezTo>
                <a:cubicBezTo>
                  <a:pt x="38046" y="9233"/>
                  <a:pt x="31429" y="11672"/>
                  <a:pt x="26198" y="16550"/>
                </a:cubicBezTo>
                <a:cubicBezTo>
                  <a:pt x="20966" y="21429"/>
                  <a:pt x="18350" y="26978"/>
                  <a:pt x="18350" y="33198"/>
                </a:cubicBezTo>
                <a:cubicBezTo>
                  <a:pt x="18350" y="37961"/>
                  <a:pt x="20004" y="42302"/>
                  <a:pt x="23312" y="46221"/>
                </a:cubicBezTo>
                <a:cubicBezTo>
                  <a:pt x="28083" y="51982"/>
                  <a:pt x="39431" y="59662"/>
                  <a:pt x="57358" y="69263"/>
                </a:cubicBezTo>
                <a:cubicBezTo>
                  <a:pt x="71976" y="77099"/>
                  <a:pt x="81959" y="83111"/>
                  <a:pt x="87306" y="87299"/>
                </a:cubicBezTo>
                <a:cubicBezTo>
                  <a:pt x="92653" y="91485"/>
                  <a:pt x="96770" y="96421"/>
                  <a:pt x="99655" y="102107"/>
                </a:cubicBezTo>
                <a:cubicBezTo>
                  <a:pt x="102540" y="107791"/>
                  <a:pt x="103983" y="113745"/>
                  <a:pt x="103983" y="119970"/>
                </a:cubicBezTo>
                <a:cubicBezTo>
                  <a:pt x="103983" y="131802"/>
                  <a:pt x="99386" y="142001"/>
                  <a:pt x="90191" y="150568"/>
                </a:cubicBezTo>
                <a:cubicBezTo>
                  <a:pt x="80997" y="159134"/>
                  <a:pt x="69168" y="163418"/>
                  <a:pt x="54703" y="163418"/>
                </a:cubicBezTo>
                <a:cubicBezTo>
                  <a:pt x="50164" y="163418"/>
                  <a:pt x="45894" y="163067"/>
                  <a:pt x="41893" y="162365"/>
                </a:cubicBezTo>
                <a:cubicBezTo>
                  <a:pt x="39508" y="161975"/>
                  <a:pt x="34565" y="160553"/>
                  <a:pt x="27063" y="158098"/>
                </a:cubicBezTo>
                <a:cubicBezTo>
                  <a:pt x="19562" y="155643"/>
                  <a:pt x="14811" y="154416"/>
                  <a:pt x="12810" y="154416"/>
                </a:cubicBezTo>
                <a:cubicBezTo>
                  <a:pt x="10887" y="154416"/>
                  <a:pt x="9367" y="155000"/>
                  <a:pt x="8252" y="156169"/>
                </a:cubicBezTo>
                <a:cubicBezTo>
                  <a:pt x="7136" y="157337"/>
                  <a:pt x="6309" y="159754"/>
                  <a:pt x="5770" y="163418"/>
                </a:cubicBezTo>
                <a:lnTo>
                  <a:pt x="1500" y="163418"/>
                </a:lnTo>
                <a:lnTo>
                  <a:pt x="1500" y="109638"/>
                </a:lnTo>
                <a:lnTo>
                  <a:pt x="5770" y="109638"/>
                </a:lnTo>
                <a:cubicBezTo>
                  <a:pt x="7771" y="120900"/>
                  <a:pt x="10464" y="129327"/>
                  <a:pt x="13849" y="134919"/>
                </a:cubicBezTo>
                <a:cubicBezTo>
                  <a:pt x="17234" y="140512"/>
                  <a:pt x="22408" y="145159"/>
                  <a:pt x="29371" y="148862"/>
                </a:cubicBezTo>
                <a:cubicBezTo>
                  <a:pt x="36334" y="152565"/>
                  <a:pt x="43970" y="154416"/>
                  <a:pt x="52280" y="154416"/>
                </a:cubicBezTo>
                <a:cubicBezTo>
                  <a:pt x="61897" y="154416"/>
                  <a:pt x="69495" y="151876"/>
                  <a:pt x="75073" y="146795"/>
                </a:cubicBezTo>
                <a:cubicBezTo>
                  <a:pt x="80651" y="141715"/>
                  <a:pt x="83440" y="135711"/>
                  <a:pt x="83440" y="128785"/>
                </a:cubicBezTo>
                <a:cubicBezTo>
                  <a:pt x="83440" y="124935"/>
                  <a:pt x="82382" y="121049"/>
                  <a:pt x="80266" y="117125"/>
                </a:cubicBezTo>
                <a:cubicBezTo>
                  <a:pt x="78150" y="113198"/>
                  <a:pt x="74861" y="109541"/>
                  <a:pt x="70399" y="106154"/>
                </a:cubicBezTo>
                <a:cubicBezTo>
                  <a:pt x="67398" y="103846"/>
                  <a:pt x="59204" y="98970"/>
                  <a:pt x="45817" y="91526"/>
                </a:cubicBezTo>
                <a:cubicBezTo>
                  <a:pt x="32430" y="84080"/>
                  <a:pt x="22908" y="78128"/>
                  <a:pt x="17254" y="73670"/>
                </a:cubicBezTo>
                <a:cubicBezTo>
                  <a:pt x="11599" y="69212"/>
                  <a:pt x="7309" y="64293"/>
                  <a:pt x="4386" y="58912"/>
                </a:cubicBezTo>
                <a:cubicBezTo>
                  <a:pt x="1462" y="53531"/>
                  <a:pt x="0" y="47613"/>
                  <a:pt x="0" y="41157"/>
                </a:cubicBezTo>
                <a:cubicBezTo>
                  <a:pt x="0" y="29936"/>
                  <a:pt x="4309" y="20272"/>
                  <a:pt x="12926" y="12165"/>
                </a:cubicBezTo>
                <a:cubicBezTo>
                  <a:pt x="21543" y="4055"/>
                  <a:pt x="32507" y="0"/>
                  <a:pt x="45817" y="0"/>
                </a:cubicBezTo>
                <a:cubicBezTo>
                  <a:pt x="54126" y="0"/>
                  <a:pt x="62936" y="2039"/>
                  <a:pt x="72245" y="6117"/>
                </a:cubicBezTo>
                <a:cubicBezTo>
                  <a:pt x="76554" y="8040"/>
                  <a:pt x="79593" y="9002"/>
                  <a:pt x="81363" y="9002"/>
                </a:cubicBezTo>
                <a:cubicBezTo>
                  <a:pt x="83363" y="9002"/>
                  <a:pt x="84998" y="8406"/>
                  <a:pt x="86268" y="7213"/>
                </a:cubicBezTo>
                <a:cubicBezTo>
                  <a:pt x="87537" y="6020"/>
                  <a:pt x="88556" y="3616"/>
                  <a:pt x="89326" y="0"/>
                </a:cubicBezTo>
                <a:lnTo>
                  <a:pt x="93596" y="0"/>
                </a:lnTo>
                <a:close/>
                <a:moveTo>
                  <a:pt x="154621" y="19389"/>
                </a:moveTo>
                <a:lnTo>
                  <a:pt x="154621" y="54242"/>
                </a:lnTo>
                <a:lnTo>
                  <a:pt x="179318" y="54242"/>
                </a:lnTo>
                <a:lnTo>
                  <a:pt x="179318" y="62090"/>
                </a:lnTo>
                <a:lnTo>
                  <a:pt x="154621" y="62320"/>
                </a:lnTo>
                <a:lnTo>
                  <a:pt x="154621" y="130966"/>
                </a:lnTo>
                <a:cubicBezTo>
                  <a:pt x="154621" y="137821"/>
                  <a:pt x="155602" y="142444"/>
                  <a:pt x="157564" y="144833"/>
                </a:cubicBezTo>
                <a:cubicBezTo>
                  <a:pt x="159526" y="147221"/>
                  <a:pt x="162046" y="148415"/>
                  <a:pt x="165123" y="148415"/>
                </a:cubicBezTo>
                <a:cubicBezTo>
                  <a:pt x="167662" y="148415"/>
                  <a:pt x="170124" y="147616"/>
                  <a:pt x="172509" y="146020"/>
                </a:cubicBezTo>
                <a:cubicBezTo>
                  <a:pt x="174894" y="144424"/>
                  <a:pt x="176741" y="142067"/>
                  <a:pt x="178049" y="138951"/>
                </a:cubicBezTo>
                <a:lnTo>
                  <a:pt x="182550" y="138951"/>
                </a:lnTo>
                <a:cubicBezTo>
                  <a:pt x="179857" y="146530"/>
                  <a:pt x="176049" y="152233"/>
                  <a:pt x="171124" y="156061"/>
                </a:cubicBezTo>
                <a:cubicBezTo>
                  <a:pt x="166200" y="159888"/>
                  <a:pt x="161122" y="161802"/>
                  <a:pt x="155891" y="161802"/>
                </a:cubicBezTo>
                <a:cubicBezTo>
                  <a:pt x="152351" y="161802"/>
                  <a:pt x="148889" y="160817"/>
                  <a:pt x="145504" y="158848"/>
                </a:cubicBezTo>
                <a:cubicBezTo>
                  <a:pt x="142119" y="156879"/>
                  <a:pt x="139618" y="154061"/>
                  <a:pt x="138002" y="150395"/>
                </a:cubicBezTo>
                <a:cubicBezTo>
                  <a:pt x="136387" y="146728"/>
                  <a:pt x="135579" y="141073"/>
                  <a:pt x="135579" y="133430"/>
                </a:cubicBezTo>
                <a:lnTo>
                  <a:pt x="135579" y="62090"/>
                </a:lnTo>
                <a:lnTo>
                  <a:pt x="118845" y="62090"/>
                </a:lnTo>
                <a:lnTo>
                  <a:pt x="118845" y="58389"/>
                </a:lnTo>
                <a:cubicBezTo>
                  <a:pt x="123076" y="56706"/>
                  <a:pt x="127404" y="53857"/>
                  <a:pt x="131828" y="49842"/>
                </a:cubicBezTo>
                <a:cubicBezTo>
                  <a:pt x="136252" y="45827"/>
                  <a:pt x="140195" y="41041"/>
                  <a:pt x="143657" y="35484"/>
                </a:cubicBezTo>
                <a:cubicBezTo>
                  <a:pt x="145427" y="32551"/>
                  <a:pt x="147889" y="27186"/>
                  <a:pt x="151043" y="19389"/>
                </a:cubicBezTo>
                <a:lnTo>
                  <a:pt x="154621" y="19389"/>
                </a:lnTo>
                <a:close/>
                <a:moveTo>
                  <a:pt x="207350" y="94173"/>
                </a:moveTo>
                <a:cubicBezTo>
                  <a:pt x="207273" y="109796"/>
                  <a:pt x="211081" y="122050"/>
                  <a:pt x="218775" y="130934"/>
                </a:cubicBezTo>
                <a:cubicBezTo>
                  <a:pt x="226469" y="139818"/>
                  <a:pt x="235509" y="144260"/>
                  <a:pt x="245896" y="144260"/>
                </a:cubicBezTo>
                <a:cubicBezTo>
                  <a:pt x="252820" y="144260"/>
                  <a:pt x="258841" y="142347"/>
                  <a:pt x="263957" y="138522"/>
                </a:cubicBezTo>
                <a:cubicBezTo>
                  <a:pt x="269074" y="134697"/>
                  <a:pt x="273363" y="128146"/>
                  <a:pt x="276825" y="118870"/>
                </a:cubicBezTo>
                <a:lnTo>
                  <a:pt x="280403" y="121189"/>
                </a:lnTo>
                <a:cubicBezTo>
                  <a:pt x="278787" y="131785"/>
                  <a:pt x="274094" y="141434"/>
                  <a:pt x="266323" y="150135"/>
                </a:cubicBezTo>
                <a:cubicBezTo>
                  <a:pt x="258552" y="158836"/>
                  <a:pt x="248820" y="163187"/>
                  <a:pt x="237125" y="163187"/>
                </a:cubicBezTo>
                <a:cubicBezTo>
                  <a:pt x="224430" y="163187"/>
                  <a:pt x="213562" y="158254"/>
                  <a:pt x="204522" y="148389"/>
                </a:cubicBezTo>
                <a:cubicBezTo>
                  <a:pt x="195482" y="138522"/>
                  <a:pt x="190962" y="125257"/>
                  <a:pt x="190962" y="108595"/>
                </a:cubicBezTo>
                <a:cubicBezTo>
                  <a:pt x="190962" y="90553"/>
                  <a:pt x="195597" y="76484"/>
                  <a:pt x="204868" y="66388"/>
                </a:cubicBezTo>
                <a:cubicBezTo>
                  <a:pt x="214139" y="56290"/>
                  <a:pt x="225776" y="51241"/>
                  <a:pt x="239779" y="51241"/>
                </a:cubicBezTo>
                <a:cubicBezTo>
                  <a:pt x="251628" y="51241"/>
                  <a:pt x="261361" y="55136"/>
                  <a:pt x="268978" y="62926"/>
                </a:cubicBezTo>
                <a:cubicBezTo>
                  <a:pt x="276594" y="70714"/>
                  <a:pt x="280403" y="81129"/>
                  <a:pt x="280403" y="94173"/>
                </a:cubicBezTo>
                <a:lnTo>
                  <a:pt x="207350" y="94173"/>
                </a:lnTo>
                <a:moveTo>
                  <a:pt x="207350" y="87479"/>
                </a:moveTo>
                <a:lnTo>
                  <a:pt x="256283" y="87479"/>
                </a:lnTo>
                <a:cubicBezTo>
                  <a:pt x="255898" y="80764"/>
                  <a:pt x="255090" y="76033"/>
                  <a:pt x="253859" y="73288"/>
                </a:cubicBezTo>
                <a:cubicBezTo>
                  <a:pt x="251936" y="69013"/>
                  <a:pt x="249070" y="65655"/>
                  <a:pt x="245261" y="63215"/>
                </a:cubicBezTo>
                <a:cubicBezTo>
                  <a:pt x="241453" y="60772"/>
                  <a:pt x="237471" y="59551"/>
                  <a:pt x="233316" y="59551"/>
                </a:cubicBezTo>
                <a:cubicBezTo>
                  <a:pt x="226931" y="59551"/>
                  <a:pt x="221218" y="62011"/>
                  <a:pt x="216178" y="66933"/>
                </a:cubicBezTo>
                <a:cubicBezTo>
                  <a:pt x="211139" y="71855"/>
                  <a:pt x="208196" y="78703"/>
                  <a:pt x="207350" y="87479"/>
                </a:cubicBezTo>
                <a:close/>
                <a:moveTo>
                  <a:pt x="287007" y="64398"/>
                </a:moveTo>
                <a:lnTo>
                  <a:pt x="319552" y="51472"/>
                </a:lnTo>
                <a:lnTo>
                  <a:pt x="323938" y="51472"/>
                </a:lnTo>
                <a:lnTo>
                  <a:pt x="323938" y="76285"/>
                </a:lnTo>
                <a:cubicBezTo>
                  <a:pt x="329400" y="67018"/>
                  <a:pt x="334882" y="60528"/>
                  <a:pt x="340383" y="56813"/>
                </a:cubicBezTo>
                <a:cubicBezTo>
                  <a:pt x="345885" y="53099"/>
                  <a:pt x="351674" y="51241"/>
                  <a:pt x="357752" y="51241"/>
                </a:cubicBezTo>
                <a:cubicBezTo>
                  <a:pt x="368370" y="51241"/>
                  <a:pt x="377218" y="55391"/>
                  <a:pt x="384296" y="63691"/>
                </a:cubicBezTo>
                <a:cubicBezTo>
                  <a:pt x="392990" y="73837"/>
                  <a:pt x="397337" y="87057"/>
                  <a:pt x="397337" y="103351"/>
                </a:cubicBezTo>
                <a:cubicBezTo>
                  <a:pt x="397337" y="121567"/>
                  <a:pt x="392105" y="136631"/>
                  <a:pt x="381642" y="148545"/>
                </a:cubicBezTo>
                <a:cubicBezTo>
                  <a:pt x="373025" y="158306"/>
                  <a:pt x="362176" y="163187"/>
                  <a:pt x="349097" y="163187"/>
                </a:cubicBezTo>
                <a:cubicBezTo>
                  <a:pt x="343403" y="163187"/>
                  <a:pt x="338479" y="162379"/>
                  <a:pt x="334324" y="160763"/>
                </a:cubicBezTo>
                <a:cubicBezTo>
                  <a:pt x="331247" y="159609"/>
                  <a:pt x="327785" y="157301"/>
                  <a:pt x="323938" y="153839"/>
                </a:cubicBezTo>
                <a:lnTo>
                  <a:pt x="323938" y="186038"/>
                </a:lnTo>
                <a:cubicBezTo>
                  <a:pt x="323938" y="193311"/>
                  <a:pt x="324380" y="197934"/>
                  <a:pt x="325265" y="199908"/>
                </a:cubicBezTo>
                <a:cubicBezTo>
                  <a:pt x="326150" y="201882"/>
                  <a:pt x="327689" y="203449"/>
                  <a:pt x="329881" y="204608"/>
                </a:cubicBezTo>
                <a:cubicBezTo>
                  <a:pt x="332074" y="205769"/>
                  <a:pt x="336056" y="206350"/>
                  <a:pt x="341826" y="206350"/>
                </a:cubicBezTo>
                <a:lnTo>
                  <a:pt x="341826" y="210504"/>
                </a:lnTo>
                <a:lnTo>
                  <a:pt x="286430" y="210504"/>
                </a:lnTo>
                <a:lnTo>
                  <a:pt x="286430" y="206350"/>
                </a:lnTo>
                <a:lnTo>
                  <a:pt x="289315" y="206350"/>
                </a:lnTo>
                <a:cubicBezTo>
                  <a:pt x="293547" y="206427"/>
                  <a:pt x="297163" y="205614"/>
                  <a:pt x="300164" y="203912"/>
                </a:cubicBezTo>
                <a:cubicBezTo>
                  <a:pt x="301626" y="203060"/>
                  <a:pt x="302760" y="201688"/>
                  <a:pt x="303568" y="199793"/>
                </a:cubicBezTo>
                <a:cubicBezTo>
                  <a:pt x="304376" y="197898"/>
                  <a:pt x="304780" y="193082"/>
                  <a:pt x="304780" y="185345"/>
                </a:cubicBezTo>
                <a:lnTo>
                  <a:pt x="304780" y="85171"/>
                </a:lnTo>
                <a:cubicBezTo>
                  <a:pt x="304780" y="78278"/>
                  <a:pt x="304472" y="73902"/>
                  <a:pt x="303857" y="72043"/>
                </a:cubicBezTo>
                <a:cubicBezTo>
                  <a:pt x="303241" y="70183"/>
                  <a:pt x="302260" y="68789"/>
                  <a:pt x="300914" y="67864"/>
                </a:cubicBezTo>
                <a:cubicBezTo>
                  <a:pt x="299567" y="66938"/>
                  <a:pt x="297740" y="66475"/>
                  <a:pt x="295432" y="66475"/>
                </a:cubicBezTo>
                <a:cubicBezTo>
                  <a:pt x="293585" y="66475"/>
                  <a:pt x="291239" y="67014"/>
                  <a:pt x="288392" y="68091"/>
                </a:cubicBezTo>
                <a:lnTo>
                  <a:pt x="287007" y="64398"/>
                </a:lnTo>
                <a:moveTo>
                  <a:pt x="323938" y="83094"/>
                </a:moveTo>
                <a:lnTo>
                  <a:pt x="323938" y="122563"/>
                </a:lnTo>
                <a:cubicBezTo>
                  <a:pt x="323938" y="131104"/>
                  <a:pt x="324284" y="136720"/>
                  <a:pt x="324976" y="139413"/>
                </a:cubicBezTo>
                <a:cubicBezTo>
                  <a:pt x="326054" y="143875"/>
                  <a:pt x="328689" y="147799"/>
                  <a:pt x="332882" y="151185"/>
                </a:cubicBezTo>
                <a:cubicBezTo>
                  <a:pt x="337075" y="154570"/>
                  <a:pt x="342365" y="156262"/>
                  <a:pt x="348750" y="156262"/>
                </a:cubicBezTo>
                <a:cubicBezTo>
                  <a:pt x="356444" y="156262"/>
                  <a:pt x="362676" y="153262"/>
                  <a:pt x="367447" y="147261"/>
                </a:cubicBezTo>
                <a:cubicBezTo>
                  <a:pt x="373679" y="139413"/>
                  <a:pt x="376795" y="128372"/>
                  <a:pt x="376795" y="114139"/>
                </a:cubicBezTo>
                <a:cubicBezTo>
                  <a:pt x="376795" y="97981"/>
                  <a:pt x="373255" y="85556"/>
                  <a:pt x="366177" y="76862"/>
                </a:cubicBezTo>
                <a:cubicBezTo>
                  <a:pt x="361253" y="70861"/>
                  <a:pt x="355406" y="67860"/>
                  <a:pt x="348635" y="67860"/>
                </a:cubicBezTo>
                <a:cubicBezTo>
                  <a:pt x="344942" y="67860"/>
                  <a:pt x="341287" y="68783"/>
                  <a:pt x="337671" y="70630"/>
                </a:cubicBezTo>
                <a:cubicBezTo>
                  <a:pt x="334902" y="72015"/>
                  <a:pt x="330324" y="76169"/>
                  <a:pt x="323938" y="83094"/>
                </a:cubicBezTo>
                <a:close/>
                <a:moveTo>
                  <a:pt x="476507" y="33238"/>
                </a:moveTo>
                <a:cubicBezTo>
                  <a:pt x="480969" y="22697"/>
                  <a:pt x="486605" y="14561"/>
                  <a:pt x="493414" y="8829"/>
                </a:cubicBezTo>
                <a:cubicBezTo>
                  <a:pt x="500223" y="3097"/>
                  <a:pt x="508706" y="231"/>
                  <a:pt x="518862" y="231"/>
                </a:cubicBezTo>
                <a:cubicBezTo>
                  <a:pt x="531403" y="231"/>
                  <a:pt x="541020" y="4309"/>
                  <a:pt x="547714" y="12464"/>
                </a:cubicBezTo>
                <a:cubicBezTo>
                  <a:pt x="552792" y="18542"/>
                  <a:pt x="555331" y="25044"/>
                  <a:pt x="555331" y="31968"/>
                </a:cubicBezTo>
                <a:cubicBezTo>
                  <a:pt x="555331" y="43355"/>
                  <a:pt x="548175" y="55127"/>
                  <a:pt x="533865" y="67283"/>
                </a:cubicBezTo>
                <a:cubicBezTo>
                  <a:pt x="543482" y="71053"/>
                  <a:pt x="550753" y="76439"/>
                  <a:pt x="555677" y="83440"/>
                </a:cubicBezTo>
                <a:cubicBezTo>
                  <a:pt x="560601" y="90441"/>
                  <a:pt x="563063" y="98674"/>
                  <a:pt x="563063" y="108137"/>
                </a:cubicBezTo>
                <a:cubicBezTo>
                  <a:pt x="563063" y="121679"/>
                  <a:pt x="558754" y="133412"/>
                  <a:pt x="550137" y="143337"/>
                </a:cubicBezTo>
                <a:cubicBezTo>
                  <a:pt x="538904" y="156262"/>
                  <a:pt x="522632" y="162725"/>
                  <a:pt x="501320" y="162725"/>
                </a:cubicBezTo>
                <a:cubicBezTo>
                  <a:pt x="490779" y="162725"/>
                  <a:pt x="483605" y="161417"/>
                  <a:pt x="479796" y="158801"/>
                </a:cubicBezTo>
                <a:cubicBezTo>
                  <a:pt x="475988" y="156186"/>
                  <a:pt x="474083" y="153377"/>
                  <a:pt x="474083" y="150377"/>
                </a:cubicBezTo>
                <a:cubicBezTo>
                  <a:pt x="474083" y="148145"/>
                  <a:pt x="474987" y="146184"/>
                  <a:pt x="476795" y="144491"/>
                </a:cubicBezTo>
                <a:cubicBezTo>
                  <a:pt x="478604" y="142798"/>
                  <a:pt x="480777" y="141952"/>
                  <a:pt x="483316" y="141952"/>
                </a:cubicBezTo>
                <a:cubicBezTo>
                  <a:pt x="485240" y="141952"/>
                  <a:pt x="487201" y="142256"/>
                  <a:pt x="489202" y="142864"/>
                </a:cubicBezTo>
                <a:cubicBezTo>
                  <a:pt x="490510" y="143247"/>
                  <a:pt x="493472" y="144636"/>
                  <a:pt x="498088" y="147033"/>
                </a:cubicBezTo>
                <a:cubicBezTo>
                  <a:pt x="502705" y="149431"/>
                  <a:pt x="505898" y="150858"/>
                  <a:pt x="507667" y="151314"/>
                </a:cubicBezTo>
                <a:cubicBezTo>
                  <a:pt x="510514" y="152151"/>
                  <a:pt x="513553" y="152569"/>
                  <a:pt x="516784" y="152569"/>
                </a:cubicBezTo>
                <a:cubicBezTo>
                  <a:pt x="524632" y="152569"/>
                  <a:pt x="531460" y="149530"/>
                  <a:pt x="537269" y="143452"/>
                </a:cubicBezTo>
                <a:cubicBezTo>
                  <a:pt x="543078" y="137374"/>
                  <a:pt x="545983" y="130180"/>
                  <a:pt x="545983" y="121871"/>
                </a:cubicBezTo>
                <a:cubicBezTo>
                  <a:pt x="545983" y="115793"/>
                  <a:pt x="544636" y="109868"/>
                  <a:pt x="541943" y="104098"/>
                </a:cubicBezTo>
                <a:cubicBezTo>
                  <a:pt x="539943" y="99789"/>
                  <a:pt x="537750" y="96520"/>
                  <a:pt x="535365" y="94288"/>
                </a:cubicBezTo>
                <a:cubicBezTo>
                  <a:pt x="532057" y="91211"/>
                  <a:pt x="527517" y="88422"/>
                  <a:pt x="521747" y="85921"/>
                </a:cubicBezTo>
                <a:cubicBezTo>
                  <a:pt x="515977" y="83421"/>
                  <a:pt x="510091" y="82171"/>
                  <a:pt x="504089" y="82171"/>
                </a:cubicBezTo>
                <a:lnTo>
                  <a:pt x="500396" y="82171"/>
                </a:lnTo>
                <a:lnTo>
                  <a:pt x="500396" y="78708"/>
                </a:lnTo>
                <a:cubicBezTo>
                  <a:pt x="506475" y="77941"/>
                  <a:pt x="512572" y="75753"/>
                  <a:pt x="518689" y="72144"/>
                </a:cubicBezTo>
                <a:cubicBezTo>
                  <a:pt x="524805" y="68533"/>
                  <a:pt x="529248" y="64193"/>
                  <a:pt x="532018" y="59125"/>
                </a:cubicBezTo>
                <a:cubicBezTo>
                  <a:pt x="534788" y="54057"/>
                  <a:pt x="536173" y="48488"/>
                  <a:pt x="536173" y="42420"/>
                </a:cubicBezTo>
                <a:cubicBezTo>
                  <a:pt x="536173" y="34512"/>
                  <a:pt x="533692" y="28120"/>
                  <a:pt x="528729" y="23244"/>
                </a:cubicBezTo>
                <a:cubicBezTo>
                  <a:pt x="523767" y="18365"/>
                  <a:pt x="517592" y="15926"/>
                  <a:pt x="510206" y="15926"/>
                </a:cubicBezTo>
                <a:cubicBezTo>
                  <a:pt x="498281" y="15926"/>
                  <a:pt x="488317" y="22312"/>
                  <a:pt x="480315" y="35084"/>
                </a:cubicBezTo>
                <a:lnTo>
                  <a:pt x="476507" y="3323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79BB68-D811-4C9F-AD15-094D9A3AB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1292" y="1626640"/>
            <a:ext cx="923625" cy="345079"/>
          </a:xfrm>
          <a:custGeom xmlns:a="http://schemas.openxmlformats.org/drawingml/2006/main">
            <a:pathLst>
              <a:path w="923625" h="345079">
                <a:moveTo>
                  <a:pt x="0" y="58301"/>
                </a:moveTo>
                <a:cubicBezTo>
                  <a:pt x="525" y="25855"/>
                  <a:pt x="26249" y="131"/>
                  <a:pt x="58301" y="0"/>
                </a:cubicBezTo>
                <a:lnTo>
                  <a:pt x="866637" y="0"/>
                </a:lnTo>
                <a:cubicBezTo>
                  <a:pt x="897902" y="131"/>
                  <a:pt x="923625" y="25855"/>
                  <a:pt x="923363" y="58301"/>
                </a:cubicBezTo>
                <a:lnTo>
                  <a:pt x="923363" y="286778"/>
                </a:lnTo>
                <a:cubicBezTo>
                  <a:pt x="923625" y="319093"/>
                  <a:pt x="897902" y="344817"/>
                  <a:pt x="866637" y="345079"/>
                </a:cubicBezTo>
                <a:lnTo>
                  <a:pt x="58301" y="345079"/>
                </a:lnTo>
                <a:cubicBezTo>
                  <a:pt x="26249" y="344817"/>
                  <a:pt x="525" y="319093"/>
                  <a:pt x="0" y="286778"/>
                </a:cubicBezTo>
                <a:lnTo>
                  <a:pt x="0" y="58301"/>
                </a:lnTo>
              </a:path>
            </a:pathLst>
          </a:custGeom>
          <a:solidFill xmlns:a="http://schemas.openxmlformats.org/drawingml/2006/main">
            <a:srgbClr val="BDD7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C899D6-CB73-4662-AB05-F9483A542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5252" y="1620206"/>
            <a:ext cx="936231" cy="357816"/>
          </a:xfrm>
          <a:custGeom xmlns:a="http://schemas.openxmlformats.org/drawingml/2006/main">
            <a:pathLst>
              <a:path w="936231" h="357816">
                <a:moveTo>
                  <a:pt x="1313" y="306776"/>
                </a:moveTo>
                <a:lnTo>
                  <a:pt x="2876" y="312830"/>
                </a:lnTo>
                <a:lnTo>
                  <a:pt x="5029" y="318726"/>
                </a:lnTo>
                <a:lnTo>
                  <a:pt x="7721" y="324319"/>
                </a:lnTo>
                <a:lnTo>
                  <a:pt x="10925" y="329598"/>
                </a:lnTo>
                <a:lnTo>
                  <a:pt x="14615" y="334522"/>
                </a:lnTo>
                <a:lnTo>
                  <a:pt x="18751" y="339078"/>
                </a:lnTo>
                <a:lnTo>
                  <a:pt x="23294" y="343202"/>
                </a:lnTo>
                <a:lnTo>
                  <a:pt x="28218" y="346891"/>
                </a:lnTo>
                <a:lnTo>
                  <a:pt x="33497" y="350095"/>
                </a:lnTo>
                <a:lnTo>
                  <a:pt x="39091" y="352787"/>
                </a:lnTo>
                <a:lnTo>
                  <a:pt x="44986" y="354941"/>
                </a:lnTo>
                <a:lnTo>
                  <a:pt x="51040" y="356503"/>
                </a:lnTo>
                <a:lnTo>
                  <a:pt x="54270" y="357081"/>
                </a:lnTo>
                <a:lnTo>
                  <a:pt x="57474" y="357488"/>
                </a:lnTo>
                <a:lnTo>
                  <a:pt x="60730" y="357737"/>
                </a:lnTo>
                <a:lnTo>
                  <a:pt x="63934" y="357816"/>
                </a:lnTo>
                <a:lnTo>
                  <a:pt x="872297" y="357816"/>
                </a:lnTo>
                <a:lnTo>
                  <a:pt x="875501" y="357737"/>
                </a:lnTo>
                <a:lnTo>
                  <a:pt x="878757" y="357488"/>
                </a:lnTo>
                <a:lnTo>
                  <a:pt x="881961" y="357081"/>
                </a:lnTo>
                <a:lnTo>
                  <a:pt x="885191" y="356503"/>
                </a:lnTo>
                <a:lnTo>
                  <a:pt x="891245" y="354941"/>
                </a:lnTo>
                <a:lnTo>
                  <a:pt x="897140" y="352787"/>
                </a:lnTo>
                <a:lnTo>
                  <a:pt x="902734" y="350095"/>
                </a:lnTo>
                <a:lnTo>
                  <a:pt x="908013" y="346891"/>
                </a:lnTo>
                <a:lnTo>
                  <a:pt x="912950" y="343202"/>
                </a:lnTo>
                <a:lnTo>
                  <a:pt x="917493" y="339078"/>
                </a:lnTo>
                <a:lnTo>
                  <a:pt x="921616" y="334522"/>
                </a:lnTo>
                <a:lnTo>
                  <a:pt x="925306" y="329598"/>
                </a:lnTo>
                <a:lnTo>
                  <a:pt x="928510" y="324319"/>
                </a:lnTo>
                <a:lnTo>
                  <a:pt x="931202" y="318726"/>
                </a:lnTo>
                <a:lnTo>
                  <a:pt x="933355" y="312830"/>
                </a:lnTo>
                <a:lnTo>
                  <a:pt x="934918" y="306776"/>
                </a:lnTo>
                <a:lnTo>
                  <a:pt x="935496" y="303546"/>
                </a:lnTo>
                <a:lnTo>
                  <a:pt x="935903" y="300342"/>
                </a:lnTo>
                <a:lnTo>
                  <a:pt x="936152" y="297086"/>
                </a:lnTo>
                <a:lnTo>
                  <a:pt x="936231" y="293882"/>
                </a:lnTo>
                <a:lnTo>
                  <a:pt x="936231" y="63934"/>
                </a:lnTo>
                <a:lnTo>
                  <a:pt x="936152" y="60730"/>
                </a:lnTo>
                <a:lnTo>
                  <a:pt x="935903" y="57474"/>
                </a:lnTo>
                <a:lnTo>
                  <a:pt x="935496" y="54270"/>
                </a:lnTo>
                <a:lnTo>
                  <a:pt x="934918" y="51040"/>
                </a:lnTo>
                <a:lnTo>
                  <a:pt x="933355" y="44986"/>
                </a:lnTo>
                <a:lnTo>
                  <a:pt x="931202" y="39091"/>
                </a:lnTo>
                <a:lnTo>
                  <a:pt x="928510" y="33497"/>
                </a:lnTo>
                <a:lnTo>
                  <a:pt x="925306" y="28218"/>
                </a:lnTo>
                <a:lnTo>
                  <a:pt x="921616" y="23294"/>
                </a:lnTo>
                <a:lnTo>
                  <a:pt x="917493" y="18738"/>
                </a:lnTo>
                <a:lnTo>
                  <a:pt x="912950" y="14615"/>
                </a:lnTo>
                <a:lnTo>
                  <a:pt x="908013" y="10925"/>
                </a:lnTo>
                <a:lnTo>
                  <a:pt x="902734" y="7721"/>
                </a:lnTo>
                <a:lnTo>
                  <a:pt x="897140" y="5029"/>
                </a:lnTo>
                <a:lnTo>
                  <a:pt x="891245" y="2876"/>
                </a:lnTo>
                <a:lnTo>
                  <a:pt x="885191" y="1313"/>
                </a:lnTo>
                <a:lnTo>
                  <a:pt x="881961" y="735"/>
                </a:lnTo>
                <a:lnTo>
                  <a:pt x="878757" y="328"/>
                </a:lnTo>
                <a:lnTo>
                  <a:pt x="875501" y="79"/>
                </a:lnTo>
                <a:lnTo>
                  <a:pt x="872297" y="0"/>
                </a:lnTo>
                <a:lnTo>
                  <a:pt x="63934" y="0"/>
                </a:lnTo>
                <a:lnTo>
                  <a:pt x="60730" y="79"/>
                </a:lnTo>
                <a:lnTo>
                  <a:pt x="57474" y="328"/>
                </a:lnTo>
                <a:lnTo>
                  <a:pt x="54270" y="735"/>
                </a:lnTo>
                <a:lnTo>
                  <a:pt x="51040" y="1313"/>
                </a:lnTo>
                <a:lnTo>
                  <a:pt x="44986" y="2876"/>
                </a:lnTo>
                <a:lnTo>
                  <a:pt x="39091" y="5029"/>
                </a:lnTo>
                <a:lnTo>
                  <a:pt x="33497" y="7721"/>
                </a:lnTo>
                <a:lnTo>
                  <a:pt x="28218" y="10925"/>
                </a:lnTo>
                <a:lnTo>
                  <a:pt x="23294" y="14615"/>
                </a:lnTo>
                <a:lnTo>
                  <a:pt x="18751" y="18738"/>
                </a:lnTo>
                <a:lnTo>
                  <a:pt x="14615" y="23294"/>
                </a:lnTo>
                <a:lnTo>
                  <a:pt x="10925" y="28218"/>
                </a:lnTo>
                <a:lnTo>
                  <a:pt x="7721" y="33497"/>
                </a:lnTo>
                <a:lnTo>
                  <a:pt x="5029" y="39091"/>
                </a:lnTo>
                <a:lnTo>
                  <a:pt x="2876" y="44986"/>
                </a:lnTo>
                <a:lnTo>
                  <a:pt x="1313" y="51040"/>
                </a:lnTo>
                <a:lnTo>
                  <a:pt x="735" y="54270"/>
                </a:lnTo>
                <a:lnTo>
                  <a:pt x="328" y="57474"/>
                </a:lnTo>
                <a:lnTo>
                  <a:pt x="79" y="60730"/>
                </a:lnTo>
                <a:lnTo>
                  <a:pt x="0" y="63934"/>
                </a:lnTo>
                <a:lnTo>
                  <a:pt x="0" y="293882"/>
                </a:lnTo>
                <a:lnTo>
                  <a:pt x="79" y="297086"/>
                </a:lnTo>
                <a:lnTo>
                  <a:pt x="328" y="300342"/>
                </a:lnTo>
                <a:lnTo>
                  <a:pt x="735" y="303546"/>
                </a:lnTo>
                <a:lnTo>
                  <a:pt x="1313" y="306776"/>
                </a:lnTo>
                <a:close/>
                <a:moveTo>
                  <a:pt x="13695" y="56423"/>
                </a:moveTo>
                <a:lnTo>
                  <a:pt x="14151" y="53834"/>
                </a:lnTo>
                <a:lnTo>
                  <a:pt x="15439" y="48837"/>
                </a:lnTo>
                <a:lnTo>
                  <a:pt x="17128" y="44219"/>
                </a:lnTo>
                <a:lnTo>
                  <a:pt x="19337" y="39657"/>
                </a:lnTo>
                <a:lnTo>
                  <a:pt x="21868" y="35515"/>
                </a:lnTo>
                <a:lnTo>
                  <a:pt x="24770" y="31631"/>
                </a:lnTo>
                <a:lnTo>
                  <a:pt x="28038" y="28038"/>
                </a:lnTo>
                <a:lnTo>
                  <a:pt x="31631" y="24770"/>
                </a:lnTo>
                <a:lnTo>
                  <a:pt x="35515" y="21868"/>
                </a:lnTo>
                <a:lnTo>
                  <a:pt x="39657" y="19337"/>
                </a:lnTo>
                <a:lnTo>
                  <a:pt x="44219" y="17128"/>
                </a:lnTo>
                <a:lnTo>
                  <a:pt x="48837" y="15439"/>
                </a:lnTo>
                <a:lnTo>
                  <a:pt x="53834" y="14151"/>
                </a:lnTo>
                <a:lnTo>
                  <a:pt x="56423" y="13695"/>
                </a:lnTo>
                <a:lnTo>
                  <a:pt x="56095" y="13735"/>
                </a:lnTo>
                <a:lnTo>
                  <a:pt x="58947" y="13383"/>
                </a:lnTo>
                <a:lnTo>
                  <a:pt x="61558" y="13183"/>
                </a:lnTo>
                <a:lnTo>
                  <a:pt x="61229" y="13210"/>
                </a:lnTo>
                <a:lnTo>
                  <a:pt x="64184" y="13131"/>
                </a:lnTo>
                <a:lnTo>
                  <a:pt x="872047" y="13131"/>
                </a:lnTo>
                <a:lnTo>
                  <a:pt x="875002" y="13210"/>
                </a:lnTo>
                <a:lnTo>
                  <a:pt x="874673" y="13183"/>
                </a:lnTo>
                <a:lnTo>
                  <a:pt x="877284" y="13383"/>
                </a:lnTo>
                <a:lnTo>
                  <a:pt x="880136" y="13735"/>
                </a:lnTo>
                <a:lnTo>
                  <a:pt x="879808" y="13695"/>
                </a:lnTo>
                <a:lnTo>
                  <a:pt x="882397" y="14151"/>
                </a:lnTo>
                <a:lnTo>
                  <a:pt x="887394" y="15439"/>
                </a:lnTo>
                <a:lnTo>
                  <a:pt x="892012" y="17128"/>
                </a:lnTo>
                <a:lnTo>
                  <a:pt x="896574" y="19337"/>
                </a:lnTo>
                <a:lnTo>
                  <a:pt x="900716" y="21868"/>
                </a:lnTo>
                <a:lnTo>
                  <a:pt x="904600" y="24770"/>
                </a:lnTo>
                <a:lnTo>
                  <a:pt x="908193" y="28038"/>
                </a:lnTo>
                <a:lnTo>
                  <a:pt x="911461" y="31631"/>
                </a:lnTo>
                <a:lnTo>
                  <a:pt x="914430" y="35606"/>
                </a:lnTo>
                <a:lnTo>
                  <a:pt x="916890" y="39649"/>
                </a:lnTo>
                <a:lnTo>
                  <a:pt x="919103" y="44219"/>
                </a:lnTo>
                <a:lnTo>
                  <a:pt x="920792" y="48837"/>
                </a:lnTo>
                <a:lnTo>
                  <a:pt x="922080" y="53834"/>
                </a:lnTo>
                <a:lnTo>
                  <a:pt x="922535" y="56423"/>
                </a:lnTo>
                <a:lnTo>
                  <a:pt x="922496" y="56095"/>
                </a:lnTo>
                <a:lnTo>
                  <a:pt x="922848" y="58947"/>
                </a:lnTo>
                <a:lnTo>
                  <a:pt x="923048" y="61558"/>
                </a:lnTo>
                <a:lnTo>
                  <a:pt x="923021" y="61229"/>
                </a:lnTo>
                <a:lnTo>
                  <a:pt x="923100" y="64184"/>
                </a:lnTo>
                <a:lnTo>
                  <a:pt x="923100" y="293632"/>
                </a:lnTo>
                <a:lnTo>
                  <a:pt x="923021" y="296587"/>
                </a:lnTo>
                <a:lnTo>
                  <a:pt x="923048" y="296259"/>
                </a:lnTo>
                <a:lnTo>
                  <a:pt x="922848" y="298870"/>
                </a:lnTo>
                <a:lnTo>
                  <a:pt x="922496" y="301721"/>
                </a:lnTo>
                <a:lnTo>
                  <a:pt x="922535" y="301393"/>
                </a:lnTo>
                <a:lnTo>
                  <a:pt x="922080" y="303982"/>
                </a:lnTo>
                <a:lnTo>
                  <a:pt x="920792" y="308979"/>
                </a:lnTo>
                <a:lnTo>
                  <a:pt x="919103" y="313597"/>
                </a:lnTo>
                <a:lnTo>
                  <a:pt x="916890" y="318168"/>
                </a:lnTo>
                <a:lnTo>
                  <a:pt x="914430" y="322211"/>
                </a:lnTo>
                <a:lnTo>
                  <a:pt x="911461" y="326185"/>
                </a:lnTo>
                <a:lnTo>
                  <a:pt x="908193" y="329778"/>
                </a:lnTo>
                <a:lnTo>
                  <a:pt x="904600" y="333046"/>
                </a:lnTo>
                <a:lnTo>
                  <a:pt x="900716" y="335948"/>
                </a:lnTo>
                <a:lnTo>
                  <a:pt x="896574" y="338479"/>
                </a:lnTo>
                <a:lnTo>
                  <a:pt x="892012" y="340688"/>
                </a:lnTo>
                <a:lnTo>
                  <a:pt x="887394" y="342377"/>
                </a:lnTo>
                <a:lnTo>
                  <a:pt x="882397" y="343665"/>
                </a:lnTo>
                <a:lnTo>
                  <a:pt x="879808" y="344121"/>
                </a:lnTo>
                <a:lnTo>
                  <a:pt x="880136" y="344081"/>
                </a:lnTo>
                <a:lnTo>
                  <a:pt x="877284" y="344433"/>
                </a:lnTo>
                <a:lnTo>
                  <a:pt x="874673" y="344633"/>
                </a:lnTo>
                <a:lnTo>
                  <a:pt x="875002" y="344607"/>
                </a:lnTo>
                <a:lnTo>
                  <a:pt x="872047" y="344685"/>
                </a:lnTo>
                <a:lnTo>
                  <a:pt x="64184" y="344685"/>
                </a:lnTo>
                <a:lnTo>
                  <a:pt x="61229" y="344607"/>
                </a:lnTo>
                <a:lnTo>
                  <a:pt x="61558" y="344633"/>
                </a:lnTo>
                <a:lnTo>
                  <a:pt x="58947" y="344433"/>
                </a:lnTo>
                <a:lnTo>
                  <a:pt x="56095" y="344081"/>
                </a:lnTo>
                <a:lnTo>
                  <a:pt x="56423" y="344121"/>
                </a:lnTo>
                <a:lnTo>
                  <a:pt x="53834" y="343665"/>
                </a:lnTo>
                <a:lnTo>
                  <a:pt x="48837" y="342377"/>
                </a:lnTo>
                <a:lnTo>
                  <a:pt x="44219" y="340688"/>
                </a:lnTo>
                <a:lnTo>
                  <a:pt x="39657" y="338479"/>
                </a:lnTo>
                <a:lnTo>
                  <a:pt x="35515" y="335948"/>
                </a:lnTo>
                <a:lnTo>
                  <a:pt x="31631" y="333046"/>
                </a:lnTo>
                <a:lnTo>
                  <a:pt x="28038" y="329778"/>
                </a:lnTo>
                <a:lnTo>
                  <a:pt x="24770" y="326185"/>
                </a:lnTo>
                <a:lnTo>
                  <a:pt x="21868" y="322301"/>
                </a:lnTo>
                <a:lnTo>
                  <a:pt x="19337" y="318159"/>
                </a:lnTo>
                <a:lnTo>
                  <a:pt x="17128" y="313597"/>
                </a:lnTo>
                <a:lnTo>
                  <a:pt x="15439" y="308979"/>
                </a:lnTo>
                <a:lnTo>
                  <a:pt x="14151" y="303982"/>
                </a:lnTo>
                <a:lnTo>
                  <a:pt x="13695" y="301393"/>
                </a:lnTo>
                <a:lnTo>
                  <a:pt x="13735" y="301721"/>
                </a:lnTo>
                <a:lnTo>
                  <a:pt x="13383" y="298870"/>
                </a:lnTo>
                <a:lnTo>
                  <a:pt x="13183" y="296259"/>
                </a:lnTo>
                <a:lnTo>
                  <a:pt x="13210" y="296587"/>
                </a:lnTo>
                <a:lnTo>
                  <a:pt x="13131" y="293632"/>
                </a:lnTo>
                <a:lnTo>
                  <a:pt x="13131" y="64184"/>
                </a:lnTo>
                <a:lnTo>
                  <a:pt x="13210" y="61229"/>
                </a:lnTo>
                <a:lnTo>
                  <a:pt x="13183" y="61558"/>
                </a:lnTo>
                <a:lnTo>
                  <a:pt x="13383" y="58947"/>
                </a:lnTo>
                <a:lnTo>
                  <a:pt x="13735" y="56095"/>
                </a:lnTo>
                <a:lnTo>
                  <a:pt x="13695" y="5642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Text Step4">
            <a:extLst xmlns:a="http://schemas.openxmlformats.org/drawingml/2006/main">
              <a:ext uri="{FF2B5EF4-FFF2-40B4-BE49-F238E27FC236}">
                <a16:creationId xmlns:a16="http://schemas.microsoft.com/office/drawing/2014/main" id="{AB053EB7-13C6-4080-8446-088BE3EAF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7952" y="1719992"/>
            <a:ext cx="574488" cy="210504"/>
          </a:xfrm>
          <a:custGeom xmlns:a="http://schemas.openxmlformats.org/drawingml/2006/main">
            <a:pathLst>
              <a:path w="574488" h="210504">
                <a:moveTo>
                  <a:pt x="93596" y="0"/>
                </a:moveTo>
                <a:lnTo>
                  <a:pt x="93596" y="54242"/>
                </a:lnTo>
                <a:lnTo>
                  <a:pt x="89326" y="54242"/>
                </a:lnTo>
                <a:cubicBezTo>
                  <a:pt x="87941" y="43829"/>
                  <a:pt x="85460" y="35537"/>
                  <a:pt x="81882" y="29368"/>
                </a:cubicBezTo>
                <a:cubicBezTo>
                  <a:pt x="78304" y="23196"/>
                  <a:pt x="73207" y="18297"/>
                  <a:pt x="66590" y="14671"/>
                </a:cubicBezTo>
                <a:cubicBezTo>
                  <a:pt x="59974" y="11046"/>
                  <a:pt x="53126" y="9233"/>
                  <a:pt x="46048" y="9233"/>
                </a:cubicBezTo>
                <a:cubicBezTo>
                  <a:pt x="38046" y="9233"/>
                  <a:pt x="31429" y="11672"/>
                  <a:pt x="26198" y="16550"/>
                </a:cubicBezTo>
                <a:cubicBezTo>
                  <a:pt x="20966" y="21429"/>
                  <a:pt x="18350" y="26978"/>
                  <a:pt x="18350" y="33198"/>
                </a:cubicBezTo>
                <a:cubicBezTo>
                  <a:pt x="18350" y="37961"/>
                  <a:pt x="20004" y="42302"/>
                  <a:pt x="23312" y="46221"/>
                </a:cubicBezTo>
                <a:cubicBezTo>
                  <a:pt x="28083" y="51982"/>
                  <a:pt x="39431" y="59662"/>
                  <a:pt x="57358" y="69263"/>
                </a:cubicBezTo>
                <a:cubicBezTo>
                  <a:pt x="71976" y="77099"/>
                  <a:pt x="81959" y="83111"/>
                  <a:pt x="87306" y="87299"/>
                </a:cubicBezTo>
                <a:cubicBezTo>
                  <a:pt x="92653" y="91485"/>
                  <a:pt x="96770" y="96421"/>
                  <a:pt x="99655" y="102107"/>
                </a:cubicBezTo>
                <a:cubicBezTo>
                  <a:pt x="102540" y="107791"/>
                  <a:pt x="103983" y="113745"/>
                  <a:pt x="103983" y="119970"/>
                </a:cubicBezTo>
                <a:cubicBezTo>
                  <a:pt x="103983" y="131802"/>
                  <a:pt x="99386" y="142001"/>
                  <a:pt x="90191" y="150568"/>
                </a:cubicBezTo>
                <a:cubicBezTo>
                  <a:pt x="80997" y="159134"/>
                  <a:pt x="69168" y="163418"/>
                  <a:pt x="54703" y="163418"/>
                </a:cubicBezTo>
                <a:cubicBezTo>
                  <a:pt x="50164" y="163418"/>
                  <a:pt x="45894" y="163067"/>
                  <a:pt x="41893" y="162365"/>
                </a:cubicBezTo>
                <a:cubicBezTo>
                  <a:pt x="39508" y="161975"/>
                  <a:pt x="34565" y="160553"/>
                  <a:pt x="27063" y="158098"/>
                </a:cubicBezTo>
                <a:cubicBezTo>
                  <a:pt x="19562" y="155643"/>
                  <a:pt x="14811" y="154416"/>
                  <a:pt x="12810" y="154416"/>
                </a:cubicBezTo>
                <a:cubicBezTo>
                  <a:pt x="10887" y="154416"/>
                  <a:pt x="9367" y="155000"/>
                  <a:pt x="8252" y="156169"/>
                </a:cubicBezTo>
                <a:cubicBezTo>
                  <a:pt x="7136" y="157337"/>
                  <a:pt x="6309" y="159754"/>
                  <a:pt x="5770" y="163418"/>
                </a:cubicBezTo>
                <a:lnTo>
                  <a:pt x="1500" y="163418"/>
                </a:lnTo>
                <a:lnTo>
                  <a:pt x="1500" y="109638"/>
                </a:lnTo>
                <a:lnTo>
                  <a:pt x="5770" y="109638"/>
                </a:lnTo>
                <a:cubicBezTo>
                  <a:pt x="7771" y="120900"/>
                  <a:pt x="10464" y="129327"/>
                  <a:pt x="13849" y="134919"/>
                </a:cubicBezTo>
                <a:cubicBezTo>
                  <a:pt x="17234" y="140512"/>
                  <a:pt x="22408" y="145159"/>
                  <a:pt x="29371" y="148862"/>
                </a:cubicBezTo>
                <a:cubicBezTo>
                  <a:pt x="36334" y="152565"/>
                  <a:pt x="43970" y="154416"/>
                  <a:pt x="52280" y="154416"/>
                </a:cubicBezTo>
                <a:cubicBezTo>
                  <a:pt x="61897" y="154416"/>
                  <a:pt x="69495" y="151876"/>
                  <a:pt x="75073" y="146795"/>
                </a:cubicBezTo>
                <a:cubicBezTo>
                  <a:pt x="80651" y="141715"/>
                  <a:pt x="83440" y="135711"/>
                  <a:pt x="83440" y="128785"/>
                </a:cubicBezTo>
                <a:cubicBezTo>
                  <a:pt x="83440" y="124935"/>
                  <a:pt x="82382" y="121049"/>
                  <a:pt x="80266" y="117125"/>
                </a:cubicBezTo>
                <a:cubicBezTo>
                  <a:pt x="78150" y="113198"/>
                  <a:pt x="74861" y="109541"/>
                  <a:pt x="70399" y="106154"/>
                </a:cubicBezTo>
                <a:cubicBezTo>
                  <a:pt x="67398" y="103846"/>
                  <a:pt x="59204" y="98970"/>
                  <a:pt x="45817" y="91526"/>
                </a:cubicBezTo>
                <a:cubicBezTo>
                  <a:pt x="32430" y="84080"/>
                  <a:pt x="22908" y="78128"/>
                  <a:pt x="17254" y="73670"/>
                </a:cubicBezTo>
                <a:cubicBezTo>
                  <a:pt x="11599" y="69212"/>
                  <a:pt x="7309" y="64293"/>
                  <a:pt x="4386" y="58912"/>
                </a:cubicBezTo>
                <a:cubicBezTo>
                  <a:pt x="1462" y="53531"/>
                  <a:pt x="0" y="47613"/>
                  <a:pt x="0" y="41157"/>
                </a:cubicBezTo>
                <a:cubicBezTo>
                  <a:pt x="0" y="29936"/>
                  <a:pt x="4309" y="20272"/>
                  <a:pt x="12926" y="12165"/>
                </a:cubicBezTo>
                <a:cubicBezTo>
                  <a:pt x="21543" y="4055"/>
                  <a:pt x="32507" y="0"/>
                  <a:pt x="45817" y="0"/>
                </a:cubicBezTo>
                <a:cubicBezTo>
                  <a:pt x="54126" y="0"/>
                  <a:pt x="62936" y="2039"/>
                  <a:pt x="72245" y="6117"/>
                </a:cubicBezTo>
                <a:cubicBezTo>
                  <a:pt x="76554" y="8040"/>
                  <a:pt x="79593" y="9002"/>
                  <a:pt x="81363" y="9002"/>
                </a:cubicBezTo>
                <a:cubicBezTo>
                  <a:pt x="83363" y="9002"/>
                  <a:pt x="84998" y="8406"/>
                  <a:pt x="86268" y="7213"/>
                </a:cubicBezTo>
                <a:cubicBezTo>
                  <a:pt x="87537" y="6020"/>
                  <a:pt x="88556" y="3616"/>
                  <a:pt x="89326" y="0"/>
                </a:cubicBezTo>
                <a:lnTo>
                  <a:pt x="93596" y="0"/>
                </a:lnTo>
                <a:close/>
                <a:moveTo>
                  <a:pt x="154621" y="19389"/>
                </a:moveTo>
                <a:lnTo>
                  <a:pt x="154621" y="54242"/>
                </a:lnTo>
                <a:lnTo>
                  <a:pt x="179318" y="54242"/>
                </a:lnTo>
                <a:lnTo>
                  <a:pt x="179318" y="62090"/>
                </a:lnTo>
                <a:lnTo>
                  <a:pt x="154621" y="62320"/>
                </a:lnTo>
                <a:lnTo>
                  <a:pt x="154621" y="130966"/>
                </a:lnTo>
                <a:cubicBezTo>
                  <a:pt x="154621" y="137821"/>
                  <a:pt x="155602" y="142444"/>
                  <a:pt x="157564" y="144833"/>
                </a:cubicBezTo>
                <a:cubicBezTo>
                  <a:pt x="159526" y="147221"/>
                  <a:pt x="162046" y="148415"/>
                  <a:pt x="165123" y="148415"/>
                </a:cubicBezTo>
                <a:cubicBezTo>
                  <a:pt x="167662" y="148415"/>
                  <a:pt x="170124" y="147616"/>
                  <a:pt x="172509" y="146020"/>
                </a:cubicBezTo>
                <a:cubicBezTo>
                  <a:pt x="174894" y="144424"/>
                  <a:pt x="176741" y="142067"/>
                  <a:pt x="178049" y="138951"/>
                </a:cubicBezTo>
                <a:lnTo>
                  <a:pt x="182550" y="138951"/>
                </a:lnTo>
                <a:cubicBezTo>
                  <a:pt x="179857" y="146530"/>
                  <a:pt x="176049" y="152233"/>
                  <a:pt x="171124" y="156061"/>
                </a:cubicBezTo>
                <a:cubicBezTo>
                  <a:pt x="166200" y="159888"/>
                  <a:pt x="161122" y="161802"/>
                  <a:pt x="155891" y="161802"/>
                </a:cubicBezTo>
                <a:cubicBezTo>
                  <a:pt x="152351" y="161802"/>
                  <a:pt x="148889" y="160817"/>
                  <a:pt x="145504" y="158848"/>
                </a:cubicBezTo>
                <a:cubicBezTo>
                  <a:pt x="142119" y="156879"/>
                  <a:pt x="139618" y="154061"/>
                  <a:pt x="138002" y="150395"/>
                </a:cubicBezTo>
                <a:cubicBezTo>
                  <a:pt x="136387" y="146728"/>
                  <a:pt x="135579" y="141073"/>
                  <a:pt x="135579" y="133430"/>
                </a:cubicBezTo>
                <a:lnTo>
                  <a:pt x="135579" y="62090"/>
                </a:lnTo>
                <a:lnTo>
                  <a:pt x="118845" y="62090"/>
                </a:lnTo>
                <a:lnTo>
                  <a:pt x="118845" y="58389"/>
                </a:lnTo>
                <a:cubicBezTo>
                  <a:pt x="123076" y="56706"/>
                  <a:pt x="127404" y="53857"/>
                  <a:pt x="131828" y="49842"/>
                </a:cubicBezTo>
                <a:cubicBezTo>
                  <a:pt x="136252" y="45827"/>
                  <a:pt x="140195" y="41041"/>
                  <a:pt x="143657" y="35484"/>
                </a:cubicBezTo>
                <a:cubicBezTo>
                  <a:pt x="145427" y="32551"/>
                  <a:pt x="147889" y="27186"/>
                  <a:pt x="151043" y="19389"/>
                </a:cubicBezTo>
                <a:lnTo>
                  <a:pt x="154621" y="19389"/>
                </a:lnTo>
                <a:close/>
                <a:moveTo>
                  <a:pt x="207350" y="94173"/>
                </a:moveTo>
                <a:cubicBezTo>
                  <a:pt x="207273" y="109796"/>
                  <a:pt x="211081" y="122050"/>
                  <a:pt x="218775" y="130934"/>
                </a:cubicBezTo>
                <a:cubicBezTo>
                  <a:pt x="226469" y="139818"/>
                  <a:pt x="235509" y="144260"/>
                  <a:pt x="245896" y="144260"/>
                </a:cubicBezTo>
                <a:cubicBezTo>
                  <a:pt x="252821" y="144260"/>
                  <a:pt x="258841" y="142347"/>
                  <a:pt x="263958" y="138522"/>
                </a:cubicBezTo>
                <a:cubicBezTo>
                  <a:pt x="269074" y="134697"/>
                  <a:pt x="273363" y="128146"/>
                  <a:pt x="276826" y="118870"/>
                </a:cubicBezTo>
                <a:lnTo>
                  <a:pt x="280403" y="121189"/>
                </a:lnTo>
                <a:cubicBezTo>
                  <a:pt x="278787" y="131785"/>
                  <a:pt x="274094" y="141434"/>
                  <a:pt x="266323" y="150135"/>
                </a:cubicBezTo>
                <a:cubicBezTo>
                  <a:pt x="258553" y="158836"/>
                  <a:pt x="248820" y="163187"/>
                  <a:pt x="237125" y="163187"/>
                </a:cubicBezTo>
                <a:cubicBezTo>
                  <a:pt x="224430" y="163187"/>
                  <a:pt x="213563" y="158254"/>
                  <a:pt x="204522" y="148389"/>
                </a:cubicBezTo>
                <a:cubicBezTo>
                  <a:pt x="195482" y="138522"/>
                  <a:pt x="190962" y="125257"/>
                  <a:pt x="190962" y="108595"/>
                </a:cubicBezTo>
                <a:cubicBezTo>
                  <a:pt x="190962" y="90553"/>
                  <a:pt x="195598" y="76484"/>
                  <a:pt x="204869" y="66388"/>
                </a:cubicBezTo>
                <a:cubicBezTo>
                  <a:pt x="214140" y="56290"/>
                  <a:pt x="225777" y="51241"/>
                  <a:pt x="239780" y="51241"/>
                </a:cubicBezTo>
                <a:cubicBezTo>
                  <a:pt x="251628" y="51241"/>
                  <a:pt x="261361" y="55136"/>
                  <a:pt x="268978" y="62926"/>
                </a:cubicBezTo>
                <a:cubicBezTo>
                  <a:pt x="276595" y="70714"/>
                  <a:pt x="280403" y="81129"/>
                  <a:pt x="280403" y="94173"/>
                </a:cubicBezTo>
                <a:lnTo>
                  <a:pt x="207350" y="94173"/>
                </a:lnTo>
                <a:moveTo>
                  <a:pt x="207350" y="87479"/>
                </a:moveTo>
                <a:lnTo>
                  <a:pt x="256283" y="87479"/>
                </a:lnTo>
                <a:cubicBezTo>
                  <a:pt x="255898" y="80764"/>
                  <a:pt x="255090" y="76033"/>
                  <a:pt x="253859" y="73288"/>
                </a:cubicBezTo>
                <a:cubicBezTo>
                  <a:pt x="251936" y="69013"/>
                  <a:pt x="249070" y="65655"/>
                  <a:pt x="245261" y="63215"/>
                </a:cubicBezTo>
                <a:cubicBezTo>
                  <a:pt x="241453" y="60772"/>
                  <a:pt x="237471" y="59551"/>
                  <a:pt x="233317" y="59551"/>
                </a:cubicBezTo>
                <a:cubicBezTo>
                  <a:pt x="226931" y="59551"/>
                  <a:pt x="221218" y="62011"/>
                  <a:pt x="216179" y="66933"/>
                </a:cubicBezTo>
                <a:cubicBezTo>
                  <a:pt x="211139" y="71855"/>
                  <a:pt x="208196" y="78703"/>
                  <a:pt x="207350" y="87479"/>
                </a:cubicBezTo>
                <a:close/>
                <a:moveTo>
                  <a:pt x="287007" y="64398"/>
                </a:moveTo>
                <a:lnTo>
                  <a:pt x="319552" y="51472"/>
                </a:lnTo>
                <a:lnTo>
                  <a:pt x="323938" y="51472"/>
                </a:lnTo>
                <a:lnTo>
                  <a:pt x="323938" y="76285"/>
                </a:lnTo>
                <a:cubicBezTo>
                  <a:pt x="329400" y="67018"/>
                  <a:pt x="334882" y="60528"/>
                  <a:pt x="340383" y="56813"/>
                </a:cubicBezTo>
                <a:cubicBezTo>
                  <a:pt x="345884" y="53099"/>
                  <a:pt x="351674" y="51241"/>
                  <a:pt x="357752" y="51241"/>
                </a:cubicBezTo>
                <a:cubicBezTo>
                  <a:pt x="368370" y="51241"/>
                  <a:pt x="377218" y="55391"/>
                  <a:pt x="384296" y="63691"/>
                </a:cubicBezTo>
                <a:cubicBezTo>
                  <a:pt x="392990" y="73837"/>
                  <a:pt x="397337" y="87057"/>
                  <a:pt x="397337" y="103351"/>
                </a:cubicBezTo>
                <a:cubicBezTo>
                  <a:pt x="397337" y="121567"/>
                  <a:pt x="392105" y="136631"/>
                  <a:pt x="381642" y="148545"/>
                </a:cubicBezTo>
                <a:cubicBezTo>
                  <a:pt x="373024" y="158306"/>
                  <a:pt x="362176" y="163187"/>
                  <a:pt x="349097" y="163187"/>
                </a:cubicBezTo>
                <a:cubicBezTo>
                  <a:pt x="343403" y="163187"/>
                  <a:pt x="338479" y="162379"/>
                  <a:pt x="334324" y="160763"/>
                </a:cubicBezTo>
                <a:cubicBezTo>
                  <a:pt x="331247" y="159609"/>
                  <a:pt x="327784" y="157301"/>
                  <a:pt x="323938" y="153839"/>
                </a:cubicBezTo>
                <a:lnTo>
                  <a:pt x="323938" y="186038"/>
                </a:lnTo>
                <a:cubicBezTo>
                  <a:pt x="323938" y="193311"/>
                  <a:pt x="324380" y="197934"/>
                  <a:pt x="325265" y="199908"/>
                </a:cubicBezTo>
                <a:cubicBezTo>
                  <a:pt x="326150" y="201882"/>
                  <a:pt x="327688" y="203449"/>
                  <a:pt x="329881" y="204608"/>
                </a:cubicBezTo>
                <a:cubicBezTo>
                  <a:pt x="332074" y="205769"/>
                  <a:pt x="336055" y="206350"/>
                  <a:pt x="341826" y="206350"/>
                </a:cubicBezTo>
                <a:lnTo>
                  <a:pt x="341826" y="210504"/>
                </a:lnTo>
                <a:lnTo>
                  <a:pt x="286430" y="210504"/>
                </a:lnTo>
                <a:lnTo>
                  <a:pt x="286430" y="206350"/>
                </a:lnTo>
                <a:lnTo>
                  <a:pt x="289315" y="206350"/>
                </a:lnTo>
                <a:cubicBezTo>
                  <a:pt x="293547" y="206427"/>
                  <a:pt x="297163" y="205614"/>
                  <a:pt x="300164" y="203912"/>
                </a:cubicBezTo>
                <a:cubicBezTo>
                  <a:pt x="301625" y="203060"/>
                  <a:pt x="302760" y="201688"/>
                  <a:pt x="303568" y="199793"/>
                </a:cubicBezTo>
                <a:cubicBezTo>
                  <a:pt x="304376" y="197898"/>
                  <a:pt x="304780" y="193082"/>
                  <a:pt x="304780" y="185345"/>
                </a:cubicBezTo>
                <a:lnTo>
                  <a:pt x="304780" y="85171"/>
                </a:lnTo>
                <a:cubicBezTo>
                  <a:pt x="304780" y="78278"/>
                  <a:pt x="304472" y="73902"/>
                  <a:pt x="303857" y="72043"/>
                </a:cubicBezTo>
                <a:cubicBezTo>
                  <a:pt x="303241" y="70183"/>
                  <a:pt x="302260" y="68789"/>
                  <a:pt x="300914" y="67864"/>
                </a:cubicBezTo>
                <a:cubicBezTo>
                  <a:pt x="299567" y="66938"/>
                  <a:pt x="297740" y="66475"/>
                  <a:pt x="295432" y="66475"/>
                </a:cubicBezTo>
                <a:cubicBezTo>
                  <a:pt x="293585" y="66475"/>
                  <a:pt x="291239" y="67014"/>
                  <a:pt x="288392" y="68091"/>
                </a:cubicBezTo>
                <a:lnTo>
                  <a:pt x="287007" y="64398"/>
                </a:lnTo>
                <a:moveTo>
                  <a:pt x="323938" y="83094"/>
                </a:moveTo>
                <a:lnTo>
                  <a:pt x="323938" y="122563"/>
                </a:lnTo>
                <a:cubicBezTo>
                  <a:pt x="323938" y="131104"/>
                  <a:pt x="324284" y="136720"/>
                  <a:pt x="324976" y="139413"/>
                </a:cubicBezTo>
                <a:cubicBezTo>
                  <a:pt x="326053" y="143875"/>
                  <a:pt x="328689" y="147799"/>
                  <a:pt x="332882" y="151185"/>
                </a:cubicBezTo>
                <a:cubicBezTo>
                  <a:pt x="337075" y="154570"/>
                  <a:pt x="342364" y="156262"/>
                  <a:pt x="348750" y="156262"/>
                </a:cubicBezTo>
                <a:cubicBezTo>
                  <a:pt x="356444" y="156262"/>
                  <a:pt x="362676" y="153262"/>
                  <a:pt x="367446" y="147261"/>
                </a:cubicBezTo>
                <a:cubicBezTo>
                  <a:pt x="373678" y="139413"/>
                  <a:pt x="376794" y="128372"/>
                  <a:pt x="376794" y="114139"/>
                </a:cubicBezTo>
                <a:cubicBezTo>
                  <a:pt x="376794" y="97981"/>
                  <a:pt x="373255" y="85556"/>
                  <a:pt x="366177" y="76862"/>
                </a:cubicBezTo>
                <a:cubicBezTo>
                  <a:pt x="361253" y="70861"/>
                  <a:pt x="355405" y="67860"/>
                  <a:pt x="348635" y="67860"/>
                </a:cubicBezTo>
                <a:cubicBezTo>
                  <a:pt x="344942" y="67860"/>
                  <a:pt x="341287" y="68783"/>
                  <a:pt x="337671" y="70630"/>
                </a:cubicBezTo>
                <a:cubicBezTo>
                  <a:pt x="334901" y="72015"/>
                  <a:pt x="330323" y="76169"/>
                  <a:pt x="323938" y="83094"/>
                </a:cubicBezTo>
                <a:close/>
                <a:moveTo>
                  <a:pt x="574488" y="102252"/>
                </a:moveTo>
                <a:lnTo>
                  <a:pt x="574488" y="118639"/>
                </a:lnTo>
                <a:lnTo>
                  <a:pt x="553484" y="118639"/>
                </a:lnTo>
                <a:lnTo>
                  <a:pt x="553484" y="159956"/>
                </a:lnTo>
                <a:lnTo>
                  <a:pt x="534442" y="159956"/>
                </a:lnTo>
                <a:lnTo>
                  <a:pt x="534442" y="118639"/>
                </a:lnTo>
                <a:lnTo>
                  <a:pt x="468197" y="118639"/>
                </a:lnTo>
                <a:lnTo>
                  <a:pt x="468197" y="103867"/>
                </a:lnTo>
                <a:lnTo>
                  <a:pt x="540789" y="231"/>
                </a:lnTo>
                <a:lnTo>
                  <a:pt x="553484" y="231"/>
                </a:lnTo>
                <a:lnTo>
                  <a:pt x="553484" y="102252"/>
                </a:lnTo>
                <a:lnTo>
                  <a:pt x="574488" y="102252"/>
                </a:lnTo>
                <a:moveTo>
                  <a:pt x="534442" y="102252"/>
                </a:moveTo>
                <a:lnTo>
                  <a:pt x="534442" y="24625"/>
                </a:lnTo>
                <a:lnTo>
                  <a:pt x="479507" y="102252"/>
                </a:lnTo>
                <a:lnTo>
                  <a:pt x="534442" y="10225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37664B-0410-4FA5-82A3-2F48A4242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9228" y="683318"/>
            <a:ext cx="817397" cy="249487"/>
          </a:xfrm>
          <a:custGeom xmlns:a="http://schemas.openxmlformats.org/drawingml/2006/main">
            <a:pathLst>
              <a:path w="817397" h="249487">
                <a:moveTo>
                  <a:pt x="784569" y="0"/>
                </a:moveTo>
                <a:lnTo>
                  <a:pt x="0" y="0"/>
                </a:lnTo>
                <a:lnTo>
                  <a:pt x="0" y="32827"/>
                </a:lnTo>
                <a:lnTo>
                  <a:pt x="751742" y="32827"/>
                </a:lnTo>
                <a:lnTo>
                  <a:pt x="751742" y="151005"/>
                </a:lnTo>
                <a:lnTo>
                  <a:pt x="718915" y="151005"/>
                </a:lnTo>
                <a:lnTo>
                  <a:pt x="768156" y="249487"/>
                </a:lnTo>
                <a:lnTo>
                  <a:pt x="817397" y="151005"/>
                </a:lnTo>
                <a:lnTo>
                  <a:pt x="784569" y="151005"/>
                </a:lnTo>
                <a:lnTo>
                  <a:pt x="784569" y="0"/>
                </a:lnTo>
                <a:close/>
              </a:path>
            </a:pathLst>
          </a:custGeom>
          <a:solidFill xmlns:a="http://schemas.openxmlformats.org/drawingml/2006/main">
            <a:srgbClr val="76717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48A7FE-C7BE-4CAF-832C-CAE422939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5695" y="2856911"/>
            <a:ext cx="98429" cy="306356"/>
          </a:xfrm>
          <a:custGeom xmlns:a="http://schemas.openxmlformats.org/drawingml/2006/main">
            <a:pathLst>
              <a:path w="98429" h="306356">
                <a:moveTo>
                  <a:pt x="58997" y="0"/>
                </a:moveTo>
                <a:lnTo>
                  <a:pt x="26183" y="1050"/>
                </a:lnTo>
                <a:lnTo>
                  <a:pt x="32803" y="208453"/>
                </a:lnTo>
                <a:lnTo>
                  <a:pt x="0" y="209503"/>
                </a:lnTo>
                <a:lnTo>
                  <a:pt x="52353" y="306356"/>
                </a:lnTo>
                <a:lnTo>
                  <a:pt x="98429" y="206365"/>
                </a:lnTo>
                <a:lnTo>
                  <a:pt x="65617" y="207407"/>
                </a:lnTo>
                <a:lnTo>
                  <a:pt x="58997" y="0"/>
                </a:lnTo>
                <a:close/>
              </a:path>
            </a:pathLst>
          </a:custGeom>
          <a:solidFill xmlns:a="http://schemas.openxmlformats.org/drawingml/2006/main">
            <a:srgbClr val="767171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ae5bd07d1e453f"/>
          <a:stretch xmlns:a="http://schemas.openxmlformats.org/drawingml/2006/main"/>
        </p:blipFill>
        <p:spPr>
          <a:xfrm xmlns:a="http://schemas.openxmlformats.org/drawingml/2006/main">
            <a:off x="11206697" y="3163485"/>
            <a:ext cx="1143961" cy="1659725"/>
          </a:xfrm>
          <a:prstGeom xmlns:a="http://schemas.openxmlformats.org/drawingml/2006/main" prst="rect">
            <a:avLst/>
          </a:prstGeom>
        </p:spPr>
      </p:pic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A0F2D5-3E13-45A0-9459-3CCDC113D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491" y="2463838"/>
            <a:ext cx="1016382" cy="98482"/>
          </a:xfrm>
          <a:custGeom xmlns:a="http://schemas.openxmlformats.org/drawingml/2006/main">
            <a:pathLst>
              <a:path w="1016382" h="98482">
                <a:moveTo>
                  <a:pt x="524604" y="32827"/>
                </a:moveTo>
                <a:lnTo>
                  <a:pt x="524604" y="30083"/>
                </a:lnTo>
                <a:lnTo>
                  <a:pt x="0" y="30083"/>
                </a:lnTo>
                <a:lnTo>
                  <a:pt x="0" y="62910"/>
                </a:lnTo>
                <a:lnTo>
                  <a:pt x="491777" y="62910"/>
                </a:lnTo>
                <a:lnTo>
                  <a:pt x="491777" y="65654"/>
                </a:lnTo>
                <a:lnTo>
                  <a:pt x="917900" y="65654"/>
                </a:lnTo>
                <a:lnTo>
                  <a:pt x="917900" y="98482"/>
                </a:lnTo>
                <a:lnTo>
                  <a:pt x="1016382" y="49241"/>
                </a:lnTo>
                <a:lnTo>
                  <a:pt x="917900" y="0"/>
                </a:lnTo>
                <a:lnTo>
                  <a:pt x="917900" y="32827"/>
                </a:lnTo>
                <a:lnTo>
                  <a:pt x="524604" y="32827"/>
                </a:lnTo>
                <a:close/>
              </a:path>
            </a:pathLst>
          </a:custGeom>
          <a:solidFill xmlns:a="http://schemas.openxmlformats.org/drawingml/2006/main">
            <a:srgbClr val="76717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E29F70-D961-484C-B29C-83E1CC53F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8292" y="1105082"/>
            <a:ext cx="1144355" cy="923494"/>
          </a:xfrm>
          <a:custGeom xmlns:a="http://schemas.openxmlformats.org/drawingml/2006/main">
            <a:pathLst>
              <a:path w="1144355" h="923494">
                <a:moveTo>
                  <a:pt x="263" y="53574"/>
                </a:moveTo>
                <a:cubicBezTo>
                  <a:pt x="0" y="24095"/>
                  <a:pt x="23701" y="394"/>
                  <a:pt x="52261" y="0"/>
                </a:cubicBezTo>
                <a:lnTo>
                  <a:pt x="1090650" y="0"/>
                </a:lnTo>
                <a:cubicBezTo>
                  <a:pt x="1120654" y="394"/>
                  <a:pt x="1144355" y="24095"/>
                  <a:pt x="1144224" y="53574"/>
                </a:cubicBezTo>
                <a:lnTo>
                  <a:pt x="1144224" y="869789"/>
                </a:lnTo>
                <a:cubicBezTo>
                  <a:pt x="1144355" y="899793"/>
                  <a:pt x="1120654" y="923494"/>
                  <a:pt x="1090650" y="923363"/>
                </a:cubicBezTo>
                <a:lnTo>
                  <a:pt x="52261" y="923363"/>
                </a:lnTo>
                <a:cubicBezTo>
                  <a:pt x="23701" y="923494"/>
                  <a:pt x="0" y="899793"/>
                  <a:pt x="263" y="869789"/>
                </a:cubicBezTo>
                <a:lnTo>
                  <a:pt x="263" y="53574"/>
                </a:lnTo>
              </a:path>
            </a:pathLst>
          </a:custGeom>
          <a:solidFill xmlns:a="http://schemas.openxmlformats.org/drawingml/2006/main">
            <a:srgbClr val="DEEBF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F21F06-DFAA-4C78-AFBC-BA0BF6F5A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1727" y="1098910"/>
            <a:ext cx="1153416" cy="936231"/>
          </a:xfrm>
          <a:custGeom xmlns:a="http://schemas.openxmlformats.org/drawingml/2006/main">
            <a:pathLst>
              <a:path w="1153416" h="936231">
                <a:moveTo>
                  <a:pt x="275289" y="13131"/>
                </a:moveTo>
                <a:lnTo>
                  <a:pt x="275289" y="0"/>
                </a:lnTo>
                <a:lnTo>
                  <a:pt x="170242" y="0"/>
                </a:lnTo>
                <a:lnTo>
                  <a:pt x="170242" y="13131"/>
                </a:lnTo>
                <a:lnTo>
                  <a:pt x="275289" y="13131"/>
                </a:lnTo>
                <a:close/>
                <a:moveTo>
                  <a:pt x="314681" y="13131"/>
                </a:moveTo>
                <a:lnTo>
                  <a:pt x="419728" y="13131"/>
                </a:lnTo>
                <a:lnTo>
                  <a:pt x="419728" y="0"/>
                </a:lnTo>
                <a:lnTo>
                  <a:pt x="314681" y="0"/>
                </a:lnTo>
                <a:lnTo>
                  <a:pt x="314681" y="13131"/>
                </a:lnTo>
                <a:close/>
                <a:moveTo>
                  <a:pt x="459121" y="13131"/>
                </a:moveTo>
                <a:lnTo>
                  <a:pt x="564168" y="13131"/>
                </a:lnTo>
                <a:lnTo>
                  <a:pt x="564168" y="0"/>
                </a:lnTo>
                <a:lnTo>
                  <a:pt x="459121" y="0"/>
                </a:lnTo>
                <a:lnTo>
                  <a:pt x="459121" y="13131"/>
                </a:lnTo>
                <a:close/>
                <a:moveTo>
                  <a:pt x="33591" y="21051"/>
                </a:moveTo>
                <a:lnTo>
                  <a:pt x="37445" y="18713"/>
                </a:lnTo>
                <a:lnTo>
                  <a:pt x="41466" y="16777"/>
                </a:lnTo>
                <a:lnTo>
                  <a:pt x="45673" y="15242"/>
                </a:lnTo>
                <a:lnTo>
                  <a:pt x="50162" y="14078"/>
                </a:lnTo>
                <a:lnTo>
                  <a:pt x="54894" y="13359"/>
                </a:lnTo>
                <a:lnTo>
                  <a:pt x="57184" y="13191"/>
                </a:lnTo>
                <a:lnTo>
                  <a:pt x="59680" y="13131"/>
                </a:lnTo>
                <a:lnTo>
                  <a:pt x="130849" y="13131"/>
                </a:lnTo>
                <a:lnTo>
                  <a:pt x="130849" y="0"/>
                </a:lnTo>
                <a:lnTo>
                  <a:pt x="59430" y="0"/>
                </a:lnTo>
                <a:lnTo>
                  <a:pt x="56463" y="79"/>
                </a:lnTo>
                <a:lnTo>
                  <a:pt x="53351" y="315"/>
                </a:lnTo>
                <a:lnTo>
                  <a:pt x="47534" y="1195"/>
                </a:lnTo>
                <a:lnTo>
                  <a:pt x="41822" y="2666"/>
                </a:lnTo>
                <a:lnTo>
                  <a:pt x="36346" y="4675"/>
                </a:lnTo>
                <a:lnTo>
                  <a:pt x="31133" y="7183"/>
                </a:lnTo>
                <a:lnTo>
                  <a:pt x="26235" y="10163"/>
                </a:lnTo>
                <a:lnTo>
                  <a:pt x="24121" y="11739"/>
                </a:lnTo>
                <a:lnTo>
                  <a:pt x="31987" y="22257"/>
                </a:lnTo>
                <a:lnTo>
                  <a:pt x="33591" y="21051"/>
                </a:lnTo>
                <a:close/>
                <a:moveTo>
                  <a:pt x="33313" y="21219"/>
                </a:moveTo>
                <a:lnTo>
                  <a:pt x="33838" y="20865"/>
                </a:lnTo>
                <a:lnTo>
                  <a:pt x="33591" y="21051"/>
                </a:lnTo>
                <a:lnTo>
                  <a:pt x="33313" y="21219"/>
                </a:lnTo>
                <a:close/>
                <a:moveTo>
                  <a:pt x="37121" y="18869"/>
                </a:moveTo>
                <a:lnTo>
                  <a:pt x="37686" y="18567"/>
                </a:lnTo>
                <a:lnTo>
                  <a:pt x="37445" y="18713"/>
                </a:lnTo>
                <a:lnTo>
                  <a:pt x="37121" y="18869"/>
                </a:lnTo>
                <a:close/>
                <a:moveTo>
                  <a:pt x="41165" y="16886"/>
                </a:moveTo>
                <a:lnTo>
                  <a:pt x="41756" y="16637"/>
                </a:lnTo>
                <a:lnTo>
                  <a:pt x="41466" y="16777"/>
                </a:lnTo>
                <a:lnTo>
                  <a:pt x="41165" y="16886"/>
                </a:lnTo>
                <a:close/>
                <a:moveTo>
                  <a:pt x="45407" y="15311"/>
                </a:moveTo>
                <a:lnTo>
                  <a:pt x="46024" y="15114"/>
                </a:lnTo>
                <a:lnTo>
                  <a:pt x="45673" y="15242"/>
                </a:lnTo>
                <a:lnTo>
                  <a:pt x="45407" y="15311"/>
                </a:lnTo>
                <a:close/>
                <a:moveTo>
                  <a:pt x="49832" y="14129"/>
                </a:moveTo>
                <a:lnTo>
                  <a:pt x="50475" y="13998"/>
                </a:lnTo>
                <a:lnTo>
                  <a:pt x="50162" y="14078"/>
                </a:lnTo>
                <a:lnTo>
                  <a:pt x="49832" y="14129"/>
                </a:lnTo>
                <a:close/>
                <a:moveTo>
                  <a:pt x="54598" y="13380"/>
                </a:moveTo>
                <a:lnTo>
                  <a:pt x="55097" y="13328"/>
                </a:lnTo>
                <a:lnTo>
                  <a:pt x="54894" y="13359"/>
                </a:lnTo>
                <a:lnTo>
                  <a:pt x="54598" y="13380"/>
                </a:lnTo>
                <a:close/>
                <a:moveTo>
                  <a:pt x="56962" y="13197"/>
                </a:moveTo>
                <a:lnTo>
                  <a:pt x="57290" y="13183"/>
                </a:lnTo>
                <a:lnTo>
                  <a:pt x="57184" y="13191"/>
                </a:lnTo>
                <a:lnTo>
                  <a:pt x="56962" y="13197"/>
                </a:lnTo>
                <a:close/>
                <a:moveTo>
                  <a:pt x="14024" y="50528"/>
                </a:moveTo>
                <a:lnTo>
                  <a:pt x="1050" y="48545"/>
                </a:lnTo>
                <a:lnTo>
                  <a:pt x="315" y="53351"/>
                </a:lnTo>
                <a:lnTo>
                  <a:pt x="79" y="56463"/>
                </a:lnTo>
                <a:lnTo>
                  <a:pt x="0" y="59430"/>
                </a:lnTo>
                <a:lnTo>
                  <a:pt x="0" y="154524"/>
                </a:lnTo>
                <a:lnTo>
                  <a:pt x="13131" y="154524"/>
                </a:lnTo>
                <a:lnTo>
                  <a:pt x="13131" y="59680"/>
                </a:lnTo>
                <a:lnTo>
                  <a:pt x="13191" y="57184"/>
                </a:lnTo>
                <a:lnTo>
                  <a:pt x="13359" y="54895"/>
                </a:lnTo>
                <a:lnTo>
                  <a:pt x="14024" y="50528"/>
                </a:lnTo>
                <a:close/>
                <a:moveTo>
                  <a:pt x="13183" y="57290"/>
                </a:moveTo>
                <a:lnTo>
                  <a:pt x="13197" y="56962"/>
                </a:lnTo>
                <a:lnTo>
                  <a:pt x="13191" y="57184"/>
                </a:lnTo>
                <a:lnTo>
                  <a:pt x="13183" y="57290"/>
                </a:lnTo>
                <a:close/>
                <a:moveTo>
                  <a:pt x="13328" y="55097"/>
                </a:moveTo>
                <a:lnTo>
                  <a:pt x="13380" y="54598"/>
                </a:lnTo>
                <a:lnTo>
                  <a:pt x="13359" y="54895"/>
                </a:lnTo>
                <a:lnTo>
                  <a:pt x="13328" y="55097"/>
                </a:lnTo>
                <a:close/>
                <a:moveTo>
                  <a:pt x="13131" y="193917"/>
                </a:moveTo>
                <a:lnTo>
                  <a:pt x="0" y="193917"/>
                </a:lnTo>
                <a:lnTo>
                  <a:pt x="0" y="298964"/>
                </a:lnTo>
                <a:lnTo>
                  <a:pt x="13131" y="298964"/>
                </a:lnTo>
                <a:lnTo>
                  <a:pt x="13131" y="193917"/>
                </a:lnTo>
                <a:close/>
                <a:moveTo>
                  <a:pt x="0" y="443403"/>
                </a:moveTo>
                <a:lnTo>
                  <a:pt x="13131" y="443403"/>
                </a:lnTo>
                <a:lnTo>
                  <a:pt x="13131" y="338356"/>
                </a:lnTo>
                <a:lnTo>
                  <a:pt x="0" y="338356"/>
                </a:lnTo>
                <a:lnTo>
                  <a:pt x="0" y="443403"/>
                </a:lnTo>
                <a:close/>
                <a:moveTo>
                  <a:pt x="13131" y="587843"/>
                </a:moveTo>
                <a:lnTo>
                  <a:pt x="13131" y="482796"/>
                </a:lnTo>
                <a:lnTo>
                  <a:pt x="0" y="482796"/>
                </a:lnTo>
                <a:lnTo>
                  <a:pt x="0" y="587843"/>
                </a:lnTo>
                <a:lnTo>
                  <a:pt x="13131" y="587843"/>
                </a:lnTo>
                <a:close/>
                <a:moveTo>
                  <a:pt x="0" y="627235"/>
                </a:moveTo>
                <a:lnTo>
                  <a:pt x="0" y="732282"/>
                </a:lnTo>
                <a:lnTo>
                  <a:pt x="13131" y="732282"/>
                </a:lnTo>
                <a:lnTo>
                  <a:pt x="13131" y="627235"/>
                </a:lnTo>
                <a:lnTo>
                  <a:pt x="0" y="627235"/>
                </a:lnTo>
                <a:close/>
                <a:moveTo>
                  <a:pt x="13131" y="876722"/>
                </a:moveTo>
                <a:lnTo>
                  <a:pt x="13131" y="771675"/>
                </a:lnTo>
                <a:lnTo>
                  <a:pt x="0" y="771675"/>
                </a:lnTo>
                <a:lnTo>
                  <a:pt x="0" y="876722"/>
                </a:lnTo>
                <a:lnTo>
                  <a:pt x="13131" y="876722"/>
                </a:lnTo>
                <a:close/>
                <a:moveTo>
                  <a:pt x="41822" y="933565"/>
                </a:moveTo>
                <a:lnTo>
                  <a:pt x="47534" y="935036"/>
                </a:lnTo>
                <a:lnTo>
                  <a:pt x="53351" y="935916"/>
                </a:lnTo>
                <a:lnTo>
                  <a:pt x="56463" y="936152"/>
                </a:lnTo>
                <a:lnTo>
                  <a:pt x="59430" y="936231"/>
                </a:lnTo>
                <a:lnTo>
                  <a:pt x="120423" y="936231"/>
                </a:lnTo>
                <a:lnTo>
                  <a:pt x="120423" y="923100"/>
                </a:lnTo>
                <a:lnTo>
                  <a:pt x="59680" y="923100"/>
                </a:lnTo>
                <a:lnTo>
                  <a:pt x="57184" y="923040"/>
                </a:lnTo>
                <a:lnTo>
                  <a:pt x="54894" y="922872"/>
                </a:lnTo>
                <a:lnTo>
                  <a:pt x="50162" y="922152"/>
                </a:lnTo>
                <a:lnTo>
                  <a:pt x="45673" y="920989"/>
                </a:lnTo>
                <a:lnTo>
                  <a:pt x="41466" y="919454"/>
                </a:lnTo>
                <a:lnTo>
                  <a:pt x="37445" y="917518"/>
                </a:lnTo>
                <a:lnTo>
                  <a:pt x="33585" y="915176"/>
                </a:lnTo>
                <a:lnTo>
                  <a:pt x="30061" y="912539"/>
                </a:lnTo>
                <a:lnTo>
                  <a:pt x="26722" y="909515"/>
                </a:lnTo>
                <a:lnTo>
                  <a:pt x="25211" y="907842"/>
                </a:lnTo>
                <a:lnTo>
                  <a:pt x="15494" y="916679"/>
                </a:lnTo>
                <a:lnTo>
                  <a:pt x="17425" y="918806"/>
                </a:lnTo>
                <a:lnTo>
                  <a:pt x="21653" y="922641"/>
                </a:lnTo>
                <a:lnTo>
                  <a:pt x="26235" y="926068"/>
                </a:lnTo>
                <a:lnTo>
                  <a:pt x="31133" y="929048"/>
                </a:lnTo>
                <a:lnTo>
                  <a:pt x="36346" y="931556"/>
                </a:lnTo>
                <a:lnTo>
                  <a:pt x="41822" y="933565"/>
                </a:lnTo>
                <a:close/>
                <a:moveTo>
                  <a:pt x="57290" y="923048"/>
                </a:moveTo>
                <a:lnTo>
                  <a:pt x="56962" y="923034"/>
                </a:lnTo>
                <a:lnTo>
                  <a:pt x="57184" y="923040"/>
                </a:lnTo>
                <a:lnTo>
                  <a:pt x="57290" y="923048"/>
                </a:lnTo>
                <a:close/>
                <a:moveTo>
                  <a:pt x="55097" y="922903"/>
                </a:moveTo>
                <a:lnTo>
                  <a:pt x="54598" y="922851"/>
                </a:lnTo>
                <a:lnTo>
                  <a:pt x="54894" y="922872"/>
                </a:lnTo>
                <a:lnTo>
                  <a:pt x="55097" y="922903"/>
                </a:lnTo>
                <a:close/>
                <a:moveTo>
                  <a:pt x="50475" y="922233"/>
                </a:moveTo>
                <a:lnTo>
                  <a:pt x="49832" y="922102"/>
                </a:lnTo>
                <a:lnTo>
                  <a:pt x="50162" y="922152"/>
                </a:lnTo>
                <a:lnTo>
                  <a:pt x="50475" y="922233"/>
                </a:lnTo>
                <a:close/>
                <a:moveTo>
                  <a:pt x="46024" y="921117"/>
                </a:moveTo>
                <a:lnTo>
                  <a:pt x="45407" y="920920"/>
                </a:lnTo>
                <a:lnTo>
                  <a:pt x="45673" y="920989"/>
                </a:lnTo>
                <a:lnTo>
                  <a:pt x="46024" y="921117"/>
                </a:lnTo>
                <a:close/>
                <a:moveTo>
                  <a:pt x="41756" y="919594"/>
                </a:moveTo>
                <a:lnTo>
                  <a:pt x="41165" y="919345"/>
                </a:lnTo>
                <a:lnTo>
                  <a:pt x="41466" y="919454"/>
                </a:lnTo>
                <a:lnTo>
                  <a:pt x="41756" y="919594"/>
                </a:lnTo>
                <a:close/>
                <a:moveTo>
                  <a:pt x="37686" y="917664"/>
                </a:moveTo>
                <a:lnTo>
                  <a:pt x="37121" y="917362"/>
                </a:lnTo>
                <a:lnTo>
                  <a:pt x="37445" y="917518"/>
                </a:lnTo>
                <a:lnTo>
                  <a:pt x="37686" y="917664"/>
                </a:lnTo>
                <a:close/>
                <a:moveTo>
                  <a:pt x="33838" y="915366"/>
                </a:moveTo>
                <a:lnTo>
                  <a:pt x="33313" y="915011"/>
                </a:lnTo>
                <a:lnTo>
                  <a:pt x="33585" y="915176"/>
                </a:lnTo>
                <a:lnTo>
                  <a:pt x="33838" y="915366"/>
                </a:lnTo>
                <a:close/>
                <a:moveTo>
                  <a:pt x="30254" y="912714"/>
                </a:moveTo>
                <a:lnTo>
                  <a:pt x="29768" y="912320"/>
                </a:lnTo>
                <a:lnTo>
                  <a:pt x="30061" y="912539"/>
                </a:lnTo>
                <a:lnTo>
                  <a:pt x="30254" y="912714"/>
                </a:lnTo>
                <a:close/>
                <a:moveTo>
                  <a:pt x="26931" y="909746"/>
                </a:moveTo>
                <a:lnTo>
                  <a:pt x="26485" y="909300"/>
                </a:lnTo>
                <a:lnTo>
                  <a:pt x="26722" y="909515"/>
                </a:lnTo>
                <a:lnTo>
                  <a:pt x="26931" y="909746"/>
                </a:lnTo>
                <a:close/>
                <a:moveTo>
                  <a:pt x="264863" y="923100"/>
                </a:moveTo>
                <a:lnTo>
                  <a:pt x="159816" y="923100"/>
                </a:lnTo>
                <a:lnTo>
                  <a:pt x="159816" y="936231"/>
                </a:lnTo>
                <a:lnTo>
                  <a:pt x="264863" y="936231"/>
                </a:lnTo>
                <a:lnTo>
                  <a:pt x="264863" y="923100"/>
                </a:lnTo>
                <a:close/>
                <a:moveTo>
                  <a:pt x="304255" y="923100"/>
                </a:moveTo>
                <a:lnTo>
                  <a:pt x="304255" y="936231"/>
                </a:lnTo>
                <a:lnTo>
                  <a:pt x="409302" y="936231"/>
                </a:lnTo>
                <a:lnTo>
                  <a:pt x="409302" y="923100"/>
                </a:lnTo>
                <a:lnTo>
                  <a:pt x="304255" y="923100"/>
                </a:lnTo>
                <a:close/>
                <a:moveTo>
                  <a:pt x="448695" y="936231"/>
                </a:moveTo>
                <a:lnTo>
                  <a:pt x="553742" y="936231"/>
                </a:lnTo>
                <a:lnTo>
                  <a:pt x="553742" y="923100"/>
                </a:lnTo>
                <a:lnTo>
                  <a:pt x="448695" y="923100"/>
                </a:lnTo>
                <a:lnTo>
                  <a:pt x="448695" y="936231"/>
                </a:lnTo>
                <a:close/>
                <a:moveTo>
                  <a:pt x="603560" y="13131"/>
                </a:moveTo>
                <a:lnTo>
                  <a:pt x="708607" y="13131"/>
                </a:lnTo>
                <a:lnTo>
                  <a:pt x="708607" y="0"/>
                </a:lnTo>
                <a:lnTo>
                  <a:pt x="603560" y="0"/>
                </a:lnTo>
                <a:lnTo>
                  <a:pt x="603560" y="13131"/>
                </a:lnTo>
                <a:close/>
                <a:moveTo>
                  <a:pt x="748000" y="13131"/>
                </a:moveTo>
                <a:lnTo>
                  <a:pt x="853047" y="13131"/>
                </a:lnTo>
                <a:lnTo>
                  <a:pt x="853047" y="0"/>
                </a:lnTo>
                <a:lnTo>
                  <a:pt x="748000" y="0"/>
                </a:lnTo>
                <a:lnTo>
                  <a:pt x="748000" y="13131"/>
                </a:lnTo>
                <a:close/>
                <a:moveTo>
                  <a:pt x="997486" y="13131"/>
                </a:moveTo>
                <a:lnTo>
                  <a:pt x="997486" y="0"/>
                </a:lnTo>
                <a:lnTo>
                  <a:pt x="892440" y="0"/>
                </a:lnTo>
                <a:lnTo>
                  <a:pt x="892440" y="13131"/>
                </a:lnTo>
                <a:lnTo>
                  <a:pt x="997486" y="13131"/>
                </a:lnTo>
                <a:close/>
                <a:moveTo>
                  <a:pt x="1141860" y="19407"/>
                </a:moveTo>
                <a:lnTo>
                  <a:pt x="1140061" y="17425"/>
                </a:lnTo>
                <a:lnTo>
                  <a:pt x="1135833" y="13590"/>
                </a:lnTo>
                <a:lnTo>
                  <a:pt x="1131251" y="10163"/>
                </a:lnTo>
                <a:lnTo>
                  <a:pt x="1126353" y="7183"/>
                </a:lnTo>
                <a:lnTo>
                  <a:pt x="1121140" y="4675"/>
                </a:lnTo>
                <a:lnTo>
                  <a:pt x="1115664" y="2666"/>
                </a:lnTo>
                <a:lnTo>
                  <a:pt x="1109952" y="1195"/>
                </a:lnTo>
                <a:lnTo>
                  <a:pt x="1104135" y="315"/>
                </a:lnTo>
                <a:lnTo>
                  <a:pt x="1101023" y="79"/>
                </a:lnTo>
                <a:lnTo>
                  <a:pt x="1098056" y="0"/>
                </a:lnTo>
                <a:lnTo>
                  <a:pt x="1036879" y="0"/>
                </a:lnTo>
                <a:lnTo>
                  <a:pt x="1036879" y="13131"/>
                </a:lnTo>
                <a:lnTo>
                  <a:pt x="1097806" y="13131"/>
                </a:lnTo>
                <a:lnTo>
                  <a:pt x="1100302" y="13191"/>
                </a:lnTo>
                <a:lnTo>
                  <a:pt x="1102592" y="13359"/>
                </a:lnTo>
                <a:lnTo>
                  <a:pt x="1107324" y="14078"/>
                </a:lnTo>
                <a:lnTo>
                  <a:pt x="1111813" y="15242"/>
                </a:lnTo>
                <a:lnTo>
                  <a:pt x="1116020" y="16777"/>
                </a:lnTo>
                <a:lnTo>
                  <a:pt x="1120038" y="18711"/>
                </a:lnTo>
                <a:lnTo>
                  <a:pt x="1123955" y="21095"/>
                </a:lnTo>
                <a:lnTo>
                  <a:pt x="1127425" y="23692"/>
                </a:lnTo>
                <a:lnTo>
                  <a:pt x="1130763" y="26716"/>
                </a:lnTo>
                <a:lnTo>
                  <a:pt x="1132144" y="28244"/>
                </a:lnTo>
                <a:lnTo>
                  <a:pt x="1141860" y="19407"/>
                </a:lnTo>
                <a:close/>
                <a:moveTo>
                  <a:pt x="1100196" y="13183"/>
                </a:moveTo>
                <a:lnTo>
                  <a:pt x="1100524" y="13197"/>
                </a:lnTo>
                <a:lnTo>
                  <a:pt x="1100302" y="13191"/>
                </a:lnTo>
                <a:lnTo>
                  <a:pt x="1100196" y="13183"/>
                </a:lnTo>
                <a:close/>
                <a:moveTo>
                  <a:pt x="1102389" y="13328"/>
                </a:moveTo>
                <a:lnTo>
                  <a:pt x="1102888" y="13380"/>
                </a:lnTo>
                <a:lnTo>
                  <a:pt x="1102592" y="13359"/>
                </a:lnTo>
                <a:lnTo>
                  <a:pt x="1102389" y="13328"/>
                </a:lnTo>
                <a:close/>
                <a:moveTo>
                  <a:pt x="1107011" y="13998"/>
                </a:moveTo>
                <a:lnTo>
                  <a:pt x="1107654" y="14129"/>
                </a:lnTo>
                <a:lnTo>
                  <a:pt x="1107324" y="14078"/>
                </a:lnTo>
                <a:lnTo>
                  <a:pt x="1107011" y="13998"/>
                </a:lnTo>
                <a:close/>
                <a:moveTo>
                  <a:pt x="1111462" y="15114"/>
                </a:moveTo>
                <a:lnTo>
                  <a:pt x="1112080" y="15311"/>
                </a:lnTo>
                <a:lnTo>
                  <a:pt x="1111813" y="15242"/>
                </a:lnTo>
                <a:lnTo>
                  <a:pt x="1111462" y="15114"/>
                </a:lnTo>
                <a:close/>
                <a:moveTo>
                  <a:pt x="1115730" y="16637"/>
                </a:moveTo>
                <a:lnTo>
                  <a:pt x="1116321" y="16886"/>
                </a:lnTo>
                <a:lnTo>
                  <a:pt x="1116020" y="16777"/>
                </a:lnTo>
                <a:lnTo>
                  <a:pt x="1115730" y="16637"/>
                </a:lnTo>
                <a:close/>
                <a:moveTo>
                  <a:pt x="1119800" y="18567"/>
                </a:moveTo>
                <a:lnTo>
                  <a:pt x="1120365" y="18869"/>
                </a:lnTo>
                <a:lnTo>
                  <a:pt x="1120038" y="18711"/>
                </a:lnTo>
                <a:lnTo>
                  <a:pt x="1119800" y="18567"/>
                </a:lnTo>
                <a:close/>
                <a:moveTo>
                  <a:pt x="1123648" y="20865"/>
                </a:moveTo>
                <a:lnTo>
                  <a:pt x="1124160" y="21219"/>
                </a:lnTo>
                <a:lnTo>
                  <a:pt x="1123955" y="21095"/>
                </a:lnTo>
                <a:lnTo>
                  <a:pt x="1123648" y="20865"/>
                </a:lnTo>
                <a:close/>
                <a:moveTo>
                  <a:pt x="1127233" y="23517"/>
                </a:moveTo>
                <a:lnTo>
                  <a:pt x="1127718" y="23911"/>
                </a:lnTo>
                <a:lnTo>
                  <a:pt x="1127425" y="23692"/>
                </a:lnTo>
                <a:lnTo>
                  <a:pt x="1127233" y="23517"/>
                </a:lnTo>
                <a:close/>
                <a:moveTo>
                  <a:pt x="1130555" y="26485"/>
                </a:moveTo>
                <a:lnTo>
                  <a:pt x="1131001" y="26931"/>
                </a:lnTo>
                <a:lnTo>
                  <a:pt x="1130763" y="26716"/>
                </a:lnTo>
                <a:lnTo>
                  <a:pt x="1130555" y="26485"/>
                </a:lnTo>
                <a:close/>
                <a:moveTo>
                  <a:pt x="1153416" y="164753"/>
                </a:moveTo>
                <a:lnTo>
                  <a:pt x="1153416" y="59706"/>
                </a:lnTo>
                <a:lnTo>
                  <a:pt x="1144355" y="59706"/>
                </a:lnTo>
                <a:lnTo>
                  <a:pt x="1144355" y="164753"/>
                </a:lnTo>
                <a:lnTo>
                  <a:pt x="1153416" y="164753"/>
                </a:lnTo>
                <a:close/>
                <a:moveTo>
                  <a:pt x="1144355" y="204146"/>
                </a:moveTo>
                <a:lnTo>
                  <a:pt x="1144355" y="309193"/>
                </a:lnTo>
                <a:lnTo>
                  <a:pt x="1153416" y="309193"/>
                </a:lnTo>
                <a:lnTo>
                  <a:pt x="1153416" y="204146"/>
                </a:lnTo>
                <a:lnTo>
                  <a:pt x="1144355" y="204146"/>
                </a:lnTo>
                <a:close/>
                <a:moveTo>
                  <a:pt x="1153416" y="453632"/>
                </a:moveTo>
                <a:lnTo>
                  <a:pt x="1153416" y="348585"/>
                </a:lnTo>
                <a:lnTo>
                  <a:pt x="1144355" y="348585"/>
                </a:lnTo>
                <a:lnTo>
                  <a:pt x="1144355" y="453632"/>
                </a:lnTo>
                <a:lnTo>
                  <a:pt x="1153416" y="453632"/>
                </a:lnTo>
                <a:close/>
                <a:moveTo>
                  <a:pt x="1153416" y="598072"/>
                </a:moveTo>
                <a:lnTo>
                  <a:pt x="1153416" y="493025"/>
                </a:lnTo>
                <a:lnTo>
                  <a:pt x="1144355" y="493025"/>
                </a:lnTo>
                <a:lnTo>
                  <a:pt x="1144355" y="598072"/>
                </a:lnTo>
                <a:lnTo>
                  <a:pt x="1153416" y="598072"/>
                </a:lnTo>
                <a:close/>
                <a:moveTo>
                  <a:pt x="1144355" y="637464"/>
                </a:moveTo>
                <a:lnTo>
                  <a:pt x="1144355" y="742511"/>
                </a:lnTo>
                <a:lnTo>
                  <a:pt x="1153416" y="742511"/>
                </a:lnTo>
                <a:lnTo>
                  <a:pt x="1153416" y="637464"/>
                </a:lnTo>
                <a:lnTo>
                  <a:pt x="1144355" y="637464"/>
                </a:lnTo>
                <a:close/>
                <a:moveTo>
                  <a:pt x="1144355" y="781904"/>
                </a:moveTo>
                <a:lnTo>
                  <a:pt x="1144355" y="876551"/>
                </a:lnTo>
                <a:lnTo>
                  <a:pt x="1144295" y="879047"/>
                </a:lnTo>
                <a:lnTo>
                  <a:pt x="1144127" y="881337"/>
                </a:lnTo>
                <a:lnTo>
                  <a:pt x="1143436" y="885887"/>
                </a:lnTo>
                <a:lnTo>
                  <a:pt x="1153416" y="887412"/>
                </a:lnTo>
                <a:lnTo>
                  <a:pt x="1153416" y="781904"/>
                </a:lnTo>
                <a:lnTo>
                  <a:pt x="1144355" y="781904"/>
                </a:lnTo>
                <a:close/>
                <a:moveTo>
                  <a:pt x="1144303" y="878941"/>
                </a:moveTo>
                <a:lnTo>
                  <a:pt x="1144290" y="879269"/>
                </a:lnTo>
                <a:lnTo>
                  <a:pt x="1144295" y="879047"/>
                </a:lnTo>
                <a:lnTo>
                  <a:pt x="1144303" y="878941"/>
                </a:lnTo>
                <a:close/>
                <a:moveTo>
                  <a:pt x="1144158" y="881134"/>
                </a:moveTo>
                <a:lnTo>
                  <a:pt x="1144106" y="881633"/>
                </a:lnTo>
                <a:lnTo>
                  <a:pt x="1144127" y="881337"/>
                </a:lnTo>
                <a:lnTo>
                  <a:pt x="1144158" y="881134"/>
                </a:lnTo>
                <a:close/>
                <a:moveTo>
                  <a:pt x="1104135" y="935916"/>
                </a:moveTo>
                <a:lnTo>
                  <a:pt x="1109952" y="935036"/>
                </a:lnTo>
                <a:lnTo>
                  <a:pt x="1115664" y="933565"/>
                </a:lnTo>
                <a:lnTo>
                  <a:pt x="1121140" y="931556"/>
                </a:lnTo>
                <a:lnTo>
                  <a:pt x="1126353" y="929048"/>
                </a:lnTo>
                <a:lnTo>
                  <a:pt x="1131251" y="926068"/>
                </a:lnTo>
                <a:lnTo>
                  <a:pt x="1133207" y="924610"/>
                </a:lnTo>
                <a:lnTo>
                  <a:pt x="1125342" y="914092"/>
                </a:lnTo>
                <a:lnTo>
                  <a:pt x="1123947" y="915141"/>
                </a:lnTo>
                <a:lnTo>
                  <a:pt x="1120038" y="917520"/>
                </a:lnTo>
                <a:lnTo>
                  <a:pt x="1116020" y="919454"/>
                </a:lnTo>
                <a:lnTo>
                  <a:pt x="1111813" y="920989"/>
                </a:lnTo>
                <a:lnTo>
                  <a:pt x="1107324" y="922152"/>
                </a:lnTo>
                <a:lnTo>
                  <a:pt x="1102592" y="922872"/>
                </a:lnTo>
                <a:lnTo>
                  <a:pt x="1100302" y="923040"/>
                </a:lnTo>
                <a:lnTo>
                  <a:pt x="1097806" y="923100"/>
                </a:lnTo>
                <a:lnTo>
                  <a:pt x="1026453" y="923100"/>
                </a:lnTo>
                <a:lnTo>
                  <a:pt x="1026453" y="936231"/>
                </a:lnTo>
                <a:lnTo>
                  <a:pt x="1098056" y="936231"/>
                </a:lnTo>
                <a:lnTo>
                  <a:pt x="1101023" y="936152"/>
                </a:lnTo>
                <a:lnTo>
                  <a:pt x="1104135" y="935916"/>
                </a:lnTo>
                <a:close/>
                <a:moveTo>
                  <a:pt x="1124160" y="915011"/>
                </a:moveTo>
                <a:lnTo>
                  <a:pt x="1123648" y="915366"/>
                </a:lnTo>
                <a:lnTo>
                  <a:pt x="1123947" y="915141"/>
                </a:lnTo>
                <a:lnTo>
                  <a:pt x="1124160" y="915011"/>
                </a:lnTo>
                <a:close/>
                <a:moveTo>
                  <a:pt x="1120365" y="917362"/>
                </a:moveTo>
                <a:lnTo>
                  <a:pt x="1119800" y="917664"/>
                </a:lnTo>
                <a:lnTo>
                  <a:pt x="1120038" y="917520"/>
                </a:lnTo>
                <a:lnTo>
                  <a:pt x="1120365" y="917362"/>
                </a:lnTo>
                <a:close/>
                <a:moveTo>
                  <a:pt x="1116321" y="919345"/>
                </a:moveTo>
                <a:lnTo>
                  <a:pt x="1115730" y="919594"/>
                </a:lnTo>
                <a:lnTo>
                  <a:pt x="1116020" y="919454"/>
                </a:lnTo>
                <a:lnTo>
                  <a:pt x="1116321" y="919345"/>
                </a:lnTo>
                <a:close/>
                <a:moveTo>
                  <a:pt x="1112080" y="920920"/>
                </a:moveTo>
                <a:lnTo>
                  <a:pt x="1111462" y="921117"/>
                </a:lnTo>
                <a:lnTo>
                  <a:pt x="1111813" y="920989"/>
                </a:lnTo>
                <a:lnTo>
                  <a:pt x="1112080" y="920920"/>
                </a:lnTo>
                <a:close/>
                <a:moveTo>
                  <a:pt x="1107654" y="922102"/>
                </a:moveTo>
                <a:lnTo>
                  <a:pt x="1107011" y="922233"/>
                </a:lnTo>
                <a:lnTo>
                  <a:pt x="1107324" y="922152"/>
                </a:lnTo>
                <a:lnTo>
                  <a:pt x="1107654" y="922102"/>
                </a:lnTo>
                <a:close/>
                <a:moveTo>
                  <a:pt x="1102888" y="922851"/>
                </a:moveTo>
                <a:lnTo>
                  <a:pt x="1102389" y="922903"/>
                </a:lnTo>
                <a:lnTo>
                  <a:pt x="1102592" y="922872"/>
                </a:lnTo>
                <a:lnTo>
                  <a:pt x="1102888" y="922851"/>
                </a:lnTo>
                <a:close/>
                <a:moveTo>
                  <a:pt x="1100524" y="923034"/>
                </a:moveTo>
                <a:lnTo>
                  <a:pt x="1100196" y="923048"/>
                </a:lnTo>
                <a:lnTo>
                  <a:pt x="1100302" y="923040"/>
                </a:lnTo>
                <a:lnTo>
                  <a:pt x="1100524" y="923034"/>
                </a:lnTo>
                <a:close/>
                <a:moveTo>
                  <a:pt x="593134" y="936231"/>
                </a:moveTo>
                <a:lnTo>
                  <a:pt x="698181" y="936231"/>
                </a:lnTo>
                <a:lnTo>
                  <a:pt x="698181" y="923100"/>
                </a:lnTo>
                <a:lnTo>
                  <a:pt x="593134" y="923100"/>
                </a:lnTo>
                <a:lnTo>
                  <a:pt x="593134" y="936231"/>
                </a:lnTo>
                <a:close/>
                <a:moveTo>
                  <a:pt x="842621" y="923100"/>
                </a:moveTo>
                <a:lnTo>
                  <a:pt x="737574" y="923100"/>
                </a:lnTo>
                <a:lnTo>
                  <a:pt x="737574" y="936231"/>
                </a:lnTo>
                <a:lnTo>
                  <a:pt x="842621" y="936231"/>
                </a:lnTo>
                <a:lnTo>
                  <a:pt x="842621" y="923100"/>
                </a:lnTo>
                <a:close/>
                <a:moveTo>
                  <a:pt x="882014" y="923100"/>
                </a:moveTo>
                <a:lnTo>
                  <a:pt x="882014" y="936231"/>
                </a:lnTo>
                <a:lnTo>
                  <a:pt x="987061" y="936231"/>
                </a:lnTo>
                <a:lnTo>
                  <a:pt x="987061" y="923100"/>
                </a:lnTo>
                <a:lnTo>
                  <a:pt x="882014" y="92310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Text Choose">
            <a:extLst xmlns:a="http://schemas.openxmlformats.org/drawingml/2006/main">
              <a:ext uri="{FF2B5EF4-FFF2-40B4-BE49-F238E27FC236}">
                <a16:creationId xmlns:a16="http://schemas.microsoft.com/office/drawing/2014/main" id="{C2B6FE5F-C0F3-4116-8E12-1CBA9343F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3899" y="1226712"/>
            <a:ext cx="693690" cy="167572"/>
          </a:xfrm>
          <a:custGeom xmlns:a="http://schemas.openxmlformats.org/drawingml/2006/main">
            <a:pathLst>
              <a:path w="693690" h="167572">
                <a:moveTo>
                  <a:pt x="133758" y="4155"/>
                </a:moveTo>
                <a:lnTo>
                  <a:pt x="137336" y="57473"/>
                </a:lnTo>
                <a:lnTo>
                  <a:pt x="133758" y="57473"/>
                </a:lnTo>
                <a:cubicBezTo>
                  <a:pt x="128988" y="41506"/>
                  <a:pt x="122179" y="30013"/>
                  <a:pt x="113331" y="22995"/>
                </a:cubicBezTo>
                <a:cubicBezTo>
                  <a:pt x="104483" y="15974"/>
                  <a:pt x="93865" y="12464"/>
                  <a:pt x="81478" y="12464"/>
                </a:cubicBezTo>
                <a:cubicBezTo>
                  <a:pt x="71091" y="12464"/>
                  <a:pt x="61705" y="15096"/>
                  <a:pt x="53319" y="20359"/>
                </a:cubicBezTo>
                <a:cubicBezTo>
                  <a:pt x="44932" y="25619"/>
                  <a:pt x="38335" y="34012"/>
                  <a:pt x="33526" y="45536"/>
                </a:cubicBezTo>
                <a:cubicBezTo>
                  <a:pt x="28717" y="57057"/>
                  <a:pt x="26313" y="71382"/>
                  <a:pt x="26313" y="88511"/>
                </a:cubicBezTo>
                <a:cubicBezTo>
                  <a:pt x="26313" y="102646"/>
                  <a:pt x="28583" y="114898"/>
                  <a:pt x="33122" y="125268"/>
                </a:cubicBezTo>
                <a:cubicBezTo>
                  <a:pt x="37661" y="135638"/>
                  <a:pt x="44490" y="143589"/>
                  <a:pt x="53607" y="149122"/>
                </a:cubicBezTo>
                <a:cubicBezTo>
                  <a:pt x="62724" y="154652"/>
                  <a:pt x="73130" y="157417"/>
                  <a:pt x="84825" y="157417"/>
                </a:cubicBezTo>
                <a:cubicBezTo>
                  <a:pt x="94981" y="157417"/>
                  <a:pt x="103944" y="155236"/>
                  <a:pt x="111715" y="150874"/>
                </a:cubicBezTo>
                <a:cubicBezTo>
                  <a:pt x="119486" y="146511"/>
                  <a:pt x="128026" y="137843"/>
                  <a:pt x="137336" y="124871"/>
                </a:cubicBezTo>
                <a:lnTo>
                  <a:pt x="140913" y="127180"/>
                </a:lnTo>
                <a:cubicBezTo>
                  <a:pt x="133065" y="141146"/>
                  <a:pt x="123910" y="151371"/>
                  <a:pt x="113446" y="157853"/>
                </a:cubicBezTo>
                <a:cubicBezTo>
                  <a:pt x="102982" y="164333"/>
                  <a:pt x="90557" y="167572"/>
                  <a:pt x="76169" y="167572"/>
                </a:cubicBezTo>
                <a:cubicBezTo>
                  <a:pt x="50241" y="167572"/>
                  <a:pt x="30160" y="157968"/>
                  <a:pt x="15926" y="138760"/>
                </a:cubicBezTo>
                <a:cubicBezTo>
                  <a:pt x="5309" y="124471"/>
                  <a:pt x="0" y="107646"/>
                  <a:pt x="0" y="88284"/>
                </a:cubicBezTo>
                <a:cubicBezTo>
                  <a:pt x="0" y="72687"/>
                  <a:pt x="3501" y="58358"/>
                  <a:pt x="10502" y="45298"/>
                </a:cubicBezTo>
                <a:cubicBezTo>
                  <a:pt x="17504" y="32237"/>
                  <a:pt x="27140" y="22115"/>
                  <a:pt x="39412" y="14931"/>
                </a:cubicBezTo>
                <a:cubicBezTo>
                  <a:pt x="51684" y="7747"/>
                  <a:pt x="65090" y="4155"/>
                  <a:pt x="79632" y="4155"/>
                </a:cubicBezTo>
                <a:cubicBezTo>
                  <a:pt x="90942" y="4155"/>
                  <a:pt x="102098" y="6924"/>
                  <a:pt x="113100" y="12464"/>
                </a:cubicBezTo>
                <a:cubicBezTo>
                  <a:pt x="116331" y="14157"/>
                  <a:pt x="118639" y="15003"/>
                  <a:pt x="120024" y="15003"/>
                </a:cubicBezTo>
                <a:cubicBezTo>
                  <a:pt x="122102" y="15003"/>
                  <a:pt x="123910" y="14272"/>
                  <a:pt x="125449" y="12810"/>
                </a:cubicBezTo>
                <a:cubicBezTo>
                  <a:pt x="127449" y="10733"/>
                  <a:pt x="128872" y="7848"/>
                  <a:pt x="129719" y="4155"/>
                </a:cubicBezTo>
                <a:lnTo>
                  <a:pt x="133758" y="4155"/>
                </a:lnTo>
                <a:close/>
                <a:moveTo>
                  <a:pt x="187461" y="0"/>
                </a:moveTo>
                <a:lnTo>
                  <a:pt x="187461" y="77536"/>
                </a:lnTo>
                <a:cubicBezTo>
                  <a:pt x="196001" y="68109"/>
                  <a:pt x="202771" y="62062"/>
                  <a:pt x="207772" y="59395"/>
                </a:cubicBezTo>
                <a:cubicBezTo>
                  <a:pt x="212773" y="56729"/>
                  <a:pt x="217775" y="55396"/>
                  <a:pt x="222776" y="55396"/>
                </a:cubicBezTo>
                <a:cubicBezTo>
                  <a:pt x="228777" y="55396"/>
                  <a:pt x="233932" y="57046"/>
                  <a:pt x="238240" y="60348"/>
                </a:cubicBezTo>
                <a:cubicBezTo>
                  <a:pt x="242549" y="63646"/>
                  <a:pt x="245742" y="68825"/>
                  <a:pt x="247819" y="75884"/>
                </a:cubicBezTo>
                <a:cubicBezTo>
                  <a:pt x="249281" y="80794"/>
                  <a:pt x="250012" y="89771"/>
                  <a:pt x="250012" y="102814"/>
                </a:cubicBezTo>
                <a:lnTo>
                  <a:pt x="250012" y="140105"/>
                </a:lnTo>
                <a:cubicBezTo>
                  <a:pt x="250012" y="146837"/>
                  <a:pt x="250550" y="151442"/>
                  <a:pt x="251628" y="153918"/>
                </a:cubicBezTo>
                <a:cubicBezTo>
                  <a:pt x="252397" y="155777"/>
                  <a:pt x="253705" y="157248"/>
                  <a:pt x="255551" y="158333"/>
                </a:cubicBezTo>
                <a:cubicBezTo>
                  <a:pt x="257398" y="159415"/>
                  <a:pt x="260783" y="159956"/>
                  <a:pt x="265707" y="159956"/>
                </a:cubicBezTo>
                <a:lnTo>
                  <a:pt x="265707" y="164110"/>
                </a:lnTo>
                <a:lnTo>
                  <a:pt x="213774" y="164110"/>
                </a:lnTo>
                <a:lnTo>
                  <a:pt x="213774" y="159956"/>
                </a:lnTo>
                <a:lnTo>
                  <a:pt x="216197" y="159956"/>
                </a:lnTo>
                <a:cubicBezTo>
                  <a:pt x="221121" y="159956"/>
                  <a:pt x="224545" y="159202"/>
                  <a:pt x="226469" y="157694"/>
                </a:cubicBezTo>
                <a:cubicBezTo>
                  <a:pt x="228392" y="156184"/>
                  <a:pt x="229738" y="153959"/>
                  <a:pt x="230508" y="151019"/>
                </a:cubicBezTo>
                <a:cubicBezTo>
                  <a:pt x="230739" y="149780"/>
                  <a:pt x="230854" y="146143"/>
                  <a:pt x="230854" y="140105"/>
                </a:cubicBezTo>
                <a:lnTo>
                  <a:pt x="230854" y="102897"/>
                </a:lnTo>
                <a:cubicBezTo>
                  <a:pt x="230854" y="91412"/>
                  <a:pt x="230258" y="83870"/>
                  <a:pt x="229065" y="80274"/>
                </a:cubicBezTo>
                <a:cubicBezTo>
                  <a:pt x="227873" y="76674"/>
                  <a:pt x="225968" y="73975"/>
                  <a:pt x="223353" y="72177"/>
                </a:cubicBezTo>
                <a:cubicBezTo>
                  <a:pt x="220737" y="70376"/>
                  <a:pt x="217582" y="69476"/>
                  <a:pt x="213889" y="69476"/>
                </a:cubicBezTo>
                <a:cubicBezTo>
                  <a:pt x="210119" y="69476"/>
                  <a:pt x="206195" y="70473"/>
                  <a:pt x="202117" y="72469"/>
                </a:cubicBezTo>
                <a:cubicBezTo>
                  <a:pt x="198040" y="74465"/>
                  <a:pt x="193154" y="78494"/>
                  <a:pt x="187461" y="84558"/>
                </a:cubicBezTo>
                <a:lnTo>
                  <a:pt x="187461" y="140105"/>
                </a:lnTo>
                <a:cubicBezTo>
                  <a:pt x="187461" y="147381"/>
                  <a:pt x="187865" y="151908"/>
                  <a:pt x="188672" y="153687"/>
                </a:cubicBezTo>
                <a:cubicBezTo>
                  <a:pt x="189480" y="155467"/>
                  <a:pt x="190981" y="156956"/>
                  <a:pt x="193173" y="158156"/>
                </a:cubicBezTo>
                <a:cubicBezTo>
                  <a:pt x="195366" y="159356"/>
                  <a:pt x="199155" y="159956"/>
                  <a:pt x="204541" y="159956"/>
                </a:cubicBezTo>
                <a:lnTo>
                  <a:pt x="204541" y="164110"/>
                </a:lnTo>
                <a:lnTo>
                  <a:pt x="152146" y="164110"/>
                </a:lnTo>
                <a:lnTo>
                  <a:pt x="152146" y="159956"/>
                </a:lnTo>
                <a:cubicBezTo>
                  <a:pt x="156839" y="159956"/>
                  <a:pt x="160532" y="159220"/>
                  <a:pt x="163225" y="157748"/>
                </a:cubicBezTo>
                <a:cubicBezTo>
                  <a:pt x="164764" y="156977"/>
                  <a:pt x="165995" y="155508"/>
                  <a:pt x="166918" y="153341"/>
                </a:cubicBezTo>
                <a:cubicBezTo>
                  <a:pt x="167841" y="151173"/>
                  <a:pt x="168303" y="146761"/>
                  <a:pt x="168303" y="140105"/>
                </a:cubicBezTo>
                <a:lnTo>
                  <a:pt x="168303" y="44548"/>
                </a:lnTo>
                <a:cubicBezTo>
                  <a:pt x="168303" y="32519"/>
                  <a:pt x="168014" y="25125"/>
                  <a:pt x="167437" y="22368"/>
                </a:cubicBezTo>
                <a:cubicBezTo>
                  <a:pt x="166860" y="19610"/>
                  <a:pt x="165976" y="17732"/>
                  <a:pt x="164783" y="16734"/>
                </a:cubicBezTo>
                <a:cubicBezTo>
                  <a:pt x="163590" y="15734"/>
                  <a:pt x="161994" y="15234"/>
                  <a:pt x="159994" y="15234"/>
                </a:cubicBezTo>
                <a:cubicBezTo>
                  <a:pt x="158378" y="15234"/>
                  <a:pt x="155762" y="15849"/>
                  <a:pt x="152146" y="17080"/>
                </a:cubicBezTo>
                <a:lnTo>
                  <a:pt x="150530" y="12926"/>
                </a:lnTo>
                <a:lnTo>
                  <a:pt x="182152" y="0"/>
                </a:lnTo>
                <a:lnTo>
                  <a:pt x="187461" y="0"/>
                </a:lnTo>
                <a:close/>
                <a:moveTo>
                  <a:pt x="326296" y="55396"/>
                </a:moveTo>
                <a:cubicBezTo>
                  <a:pt x="342300" y="55396"/>
                  <a:pt x="355148" y="61468"/>
                  <a:pt x="364843" y="73612"/>
                </a:cubicBezTo>
                <a:cubicBezTo>
                  <a:pt x="373075" y="83987"/>
                  <a:pt x="377191" y="95900"/>
                  <a:pt x="377191" y="109353"/>
                </a:cubicBezTo>
                <a:cubicBezTo>
                  <a:pt x="377191" y="118807"/>
                  <a:pt x="374922" y="128376"/>
                  <a:pt x="370382" y="138060"/>
                </a:cubicBezTo>
                <a:cubicBezTo>
                  <a:pt x="365843" y="147743"/>
                  <a:pt x="359592" y="155043"/>
                  <a:pt x="351628" y="159963"/>
                </a:cubicBezTo>
                <a:cubicBezTo>
                  <a:pt x="343665" y="164882"/>
                  <a:pt x="334798" y="167342"/>
                  <a:pt x="325027" y="167342"/>
                </a:cubicBezTo>
                <a:cubicBezTo>
                  <a:pt x="309101" y="167342"/>
                  <a:pt x="296444" y="161000"/>
                  <a:pt x="287058" y="148317"/>
                </a:cubicBezTo>
                <a:cubicBezTo>
                  <a:pt x="279133" y="137635"/>
                  <a:pt x="275171" y="125646"/>
                  <a:pt x="275171" y="112350"/>
                </a:cubicBezTo>
                <a:cubicBezTo>
                  <a:pt x="275171" y="102665"/>
                  <a:pt x="277575" y="93038"/>
                  <a:pt x="282384" y="83469"/>
                </a:cubicBezTo>
                <a:cubicBezTo>
                  <a:pt x="287192" y="73900"/>
                  <a:pt x="293520" y="66828"/>
                  <a:pt x="301368" y="62255"/>
                </a:cubicBezTo>
                <a:cubicBezTo>
                  <a:pt x="309216" y="57682"/>
                  <a:pt x="317525" y="55396"/>
                  <a:pt x="326296" y="55396"/>
                </a:cubicBezTo>
                <a:moveTo>
                  <a:pt x="322719" y="63013"/>
                </a:moveTo>
                <a:cubicBezTo>
                  <a:pt x="318641" y="63013"/>
                  <a:pt x="314544" y="64221"/>
                  <a:pt x="310428" y="66637"/>
                </a:cubicBezTo>
                <a:cubicBezTo>
                  <a:pt x="306312" y="69051"/>
                  <a:pt x="302984" y="73287"/>
                  <a:pt x="300445" y="79343"/>
                </a:cubicBezTo>
                <a:cubicBezTo>
                  <a:pt x="297906" y="85400"/>
                  <a:pt x="296636" y="93180"/>
                  <a:pt x="296636" y="102684"/>
                </a:cubicBezTo>
                <a:cubicBezTo>
                  <a:pt x="296636" y="118017"/>
                  <a:pt x="299695" y="131242"/>
                  <a:pt x="305811" y="142359"/>
                </a:cubicBezTo>
                <a:cubicBezTo>
                  <a:pt x="311928" y="153475"/>
                  <a:pt x="319987" y="159032"/>
                  <a:pt x="329989" y="159032"/>
                </a:cubicBezTo>
                <a:cubicBezTo>
                  <a:pt x="337452" y="159032"/>
                  <a:pt x="343608" y="155966"/>
                  <a:pt x="348455" y="149832"/>
                </a:cubicBezTo>
                <a:cubicBezTo>
                  <a:pt x="353302" y="143699"/>
                  <a:pt x="355725" y="133158"/>
                  <a:pt x="355725" y="118210"/>
                </a:cubicBezTo>
                <a:cubicBezTo>
                  <a:pt x="355725" y="99505"/>
                  <a:pt x="351686" y="84785"/>
                  <a:pt x="343608" y="74052"/>
                </a:cubicBezTo>
                <a:cubicBezTo>
                  <a:pt x="338145" y="66693"/>
                  <a:pt x="331182" y="63013"/>
                  <a:pt x="322719" y="63013"/>
                </a:cubicBezTo>
                <a:close/>
                <a:moveTo>
                  <a:pt x="444473" y="55396"/>
                </a:moveTo>
                <a:cubicBezTo>
                  <a:pt x="460477" y="55396"/>
                  <a:pt x="473325" y="61468"/>
                  <a:pt x="483020" y="73612"/>
                </a:cubicBezTo>
                <a:cubicBezTo>
                  <a:pt x="491252" y="83987"/>
                  <a:pt x="495368" y="95900"/>
                  <a:pt x="495368" y="109353"/>
                </a:cubicBezTo>
                <a:cubicBezTo>
                  <a:pt x="495368" y="118807"/>
                  <a:pt x="493099" y="128376"/>
                  <a:pt x="488559" y="138060"/>
                </a:cubicBezTo>
                <a:cubicBezTo>
                  <a:pt x="484020" y="147743"/>
                  <a:pt x="477769" y="155043"/>
                  <a:pt x="469805" y="159963"/>
                </a:cubicBezTo>
                <a:cubicBezTo>
                  <a:pt x="461842" y="164882"/>
                  <a:pt x="452975" y="167342"/>
                  <a:pt x="443204" y="167342"/>
                </a:cubicBezTo>
                <a:cubicBezTo>
                  <a:pt x="427278" y="167342"/>
                  <a:pt x="414621" y="161000"/>
                  <a:pt x="405235" y="148317"/>
                </a:cubicBezTo>
                <a:cubicBezTo>
                  <a:pt x="397310" y="137635"/>
                  <a:pt x="393348" y="125646"/>
                  <a:pt x="393348" y="112350"/>
                </a:cubicBezTo>
                <a:cubicBezTo>
                  <a:pt x="393348" y="102665"/>
                  <a:pt x="395752" y="93038"/>
                  <a:pt x="400561" y="83469"/>
                </a:cubicBezTo>
                <a:cubicBezTo>
                  <a:pt x="405369" y="73900"/>
                  <a:pt x="411698" y="66828"/>
                  <a:pt x="419545" y="62255"/>
                </a:cubicBezTo>
                <a:cubicBezTo>
                  <a:pt x="427393" y="57682"/>
                  <a:pt x="435702" y="55396"/>
                  <a:pt x="444473" y="55396"/>
                </a:cubicBezTo>
                <a:moveTo>
                  <a:pt x="440896" y="63013"/>
                </a:moveTo>
                <a:cubicBezTo>
                  <a:pt x="436818" y="63013"/>
                  <a:pt x="432721" y="64221"/>
                  <a:pt x="428605" y="66637"/>
                </a:cubicBezTo>
                <a:cubicBezTo>
                  <a:pt x="424489" y="69051"/>
                  <a:pt x="421161" y="73287"/>
                  <a:pt x="418622" y="79343"/>
                </a:cubicBezTo>
                <a:cubicBezTo>
                  <a:pt x="416083" y="85400"/>
                  <a:pt x="414814" y="93180"/>
                  <a:pt x="414814" y="102684"/>
                </a:cubicBezTo>
                <a:cubicBezTo>
                  <a:pt x="414814" y="118017"/>
                  <a:pt x="417872" y="131242"/>
                  <a:pt x="423988" y="142359"/>
                </a:cubicBezTo>
                <a:cubicBezTo>
                  <a:pt x="430105" y="153475"/>
                  <a:pt x="438164" y="159032"/>
                  <a:pt x="448166" y="159032"/>
                </a:cubicBezTo>
                <a:cubicBezTo>
                  <a:pt x="455629" y="159032"/>
                  <a:pt x="461785" y="155966"/>
                  <a:pt x="466632" y="149832"/>
                </a:cubicBezTo>
                <a:cubicBezTo>
                  <a:pt x="471479" y="143699"/>
                  <a:pt x="473902" y="133158"/>
                  <a:pt x="473902" y="118210"/>
                </a:cubicBezTo>
                <a:cubicBezTo>
                  <a:pt x="473902" y="99505"/>
                  <a:pt x="469863" y="84785"/>
                  <a:pt x="461785" y="74052"/>
                </a:cubicBezTo>
                <a:cubicBezTo>
                  <a:pt x="456322" y="66693"/>
                  <a:pt x="449359" y="63013"/>
                  <a:pt x="440896" y="63013"/>
                </a:cubicBezTo>
                <a:close/>
                <a:moveTo>
                  <a:pt x="579269" y="55396"/>
                </a:moveTo>
                <a:lnTo>
                  <a:pt x="579269" y="91403"/>
                </a:lnTo>
                <a:lnTo>
                  <a:pt x="575461" y="91403"/>
                </a:lnTo>
                <a:cubicBezTo>
                  <a:pt x="572537" y="80139"/>
                  <a:pt x="568786" y="72476"/>
                  <a:pt x="564208" y="68415"/>
                </a:cubicBezTo>
                <a:cubicBezTo>
                  <a:pt x="559631" y="64352"/>
                  <a:pt x="553802" y="62320"/>
                  <a:pt x="546724" y="62320"/>
                </a:cubicBezTo>
                <a:cubicBezTo>
                  <a:pt x="541338" y="62320"/>
                  <a:pt x="536991" y="63739"/>
                  <a:pt x="533683" y="66576"/>
                </a:cubicBezTo>
                <a:cubicBezTo>
                  <a:pt x="530375" y="69413"/>
                  <a:pt x="528720" y="72557"/>
                  <a:pt x="528720" y="76007"/>
                </a:cubicBezTo>
                <a:cubicBezTo>
                  <a:pt x="528720" y="80299"/>
                  <a:pt x="529951" y="83979"/>
                  <a:pt x="532414" y="87047"/>
                </a:cubicBezTo>
                <a:cubicBezTo>
                  <a:pt x="534799" y="90189"/>
                  <a:pt x="539646" y="93524"/>
                  <a:pt x="546955" y="97051"/>
                </a:cubicBezTo>
                <a:lnTo>
                  <a:pt x="563805" y="105216"/>
                </a:lnTo>
                <a:cubicBezTo>
                  <a:pt x="579423" y="112823"/>
                  <a:pt x="587232" y="122851"/>
                  <a:pt x="587232" y="135298"/>
                </a:cubicBezTo>
                <a:cubicBezTo>
                  <a:pt x="587232" y="144903"/>
                  <a:pt x="583597" y="152645"/>
                  <a:pt x="576326" y="158524"/>
                </a:cubicBezTo>
                <a:cubicBezTo>
                  <a:pt x="569056" y="164402"/>
                  <a:pt x="560919" y="167342"/>
                  <a:pt x="551917" y="167342"/>
                </a:cubicBezTo>
                <a:cubicBezTo>
                  <a:pt x="545455" y="167342"/>
                  <a:pt x="538069" y="166245"/>
                  <a:pt x="529759" y="164053"/>
                </a:cubicBezTo>
                <a:cubicBezTo>
                  <a:pt x="527220" y="163322"/>
                  <a:pt x="525143" y="162956"/>
                  <a:pt x="523527" y="162956"/>
                </a:cubicBezTo>
                <a:cubicBezTo>
                  <a:pt x="521758" y="162956"/>
                  <a:pt x="520373" y="163879"/>
                  <a:pt x="519372" y="165726"/>
                </a:cubicBezTo>
                <a:lnTo>
                  <a:pt x="515564" y="165726"/>
                </a:lnTo>
                <a:lnTo>
                  <a:pt x="515564" y="127872"/>
                </a:lnTo>
                <a:lnTo>
                  <a:pt x="519372" y="127872"/>
                </a:lnTo>
                <a:cubicBezTo>
                  <a:pt x="521527" y="138644"/>
                  <a:pt x="525643" y="146761"/>
                  <a:pt x="531721" y="152223"/>
                </a:cubicBezTo>
                <a:cubicBezTo>
                  <a:pt x="537799" y="157686"/>
                  <a:pt x="544608" y="160417"/>
                  <a:pt x="552148" y="160417"/>
                </a:cubicBezTo>
                <a:cubicBezTo>
                  <a:pt x="557457" y="160417"/>
                  <a:pt x="561785" y="158868"/>
                  <a:pt x="565132" y="155768"/>
                </a:cubicBezTo>
                <a:cubicBezTo>
                  <a:pt x="568479" y="152667"/>
                  <a:pt x="570152" y="148934"/>
                  <a:pt x="570152" y="144570"/>
                </a:cubicBezTo>
                <a:cubicBezTo>
                  <a:pt x="570152" y="139288"/>
                  <a:pt x="568286" y="134848"/>
                  <a:pt x="564555" y="131251"/>
                </a:cubicBezTo>
                <a:cubicBezTo>
                  <a:pt x="560823" y="127652"/>
                  <a:pt x="553379" y="123107"/>
                  <a:pt x="542223" y="117615"/>
                </a:cubicBezTo>
                <a:cubicBezTo>
                  <a:pt x="531067" y="112121"/>
                  <a:pt x="523758" y="107140"/>
                  <a:pt x="520296" y="102670"/>
                </a:cubicBezTo>
                <a:cubicBezTo>
                  <a:pt x="516833" y="98277"/>
                  <a:pt x="515102" y="92729"/>
                  <a:pt x="515102" y="86026"/>
                </a:cubicBezTo>
                <a:cubicBezTo>
                  <a:pt x="515102" y="77317"/>
                  <a:pt x="518084" y="70036"/>
                  <a:pt x="524046" y="64181"/>
                </a:cubicBezTo>
                <a:cubicBezTo>
                  <a:pt x="530009" y="58324"/>
                  <a:pt x="537722" y="55396"/>
                  <a:pt x="547186" y="55396"/>
                </a:cubicBezTo>
                <a:cubicBezTo>
                  <a:pt x="551340" y="55396"/>
                  <a:pt x="556380" y="56281"/>
                  <a:pt x="562304" y="58050"/>
                </a:cubicBezTo>
                <a:cubicBezTo>
                  <a:pt x="566228" y="59204"/>
                  <a:pt x="568844" y="59781"/>
                  <a:pt x="570152" y="59781"/>
                </a:cubicBezTo>
                <a:cubicBezTo>
                  <a:pt x="571383" y="59781"/>
                  <a:pt x="572345" y="59512"/>
                  <a:pt x="573037" y="58974"/>
                </a:cubicBezTo>
                <a:cubicBezTo>
                  <a:pt x="573730" y="58435"/>
                  <a:pt x="574537" y="57242"/>
                  <a:pt x="575461" y="55396"/>
                </a:cubicBezTo>
                <a:lnTo>
                  <a:pt x="579269" y="55396"/>
                </a:lnTo>
                <a:close/>
                <a:moveTo>
                  <a:pt x="620637" y="98328"/>
                </a:moveTo>
                <a:cubicBezTo>
                  <a:pt x="620560" y="113951"/>
                  <a:pt x="624369" y="126205"/>
                  <a:pt x="632063" y="135089"/>
                </a:cubicBezTo>
                <a:cubicBezTo>
                  <a:pt x="639756" y="143973"/>
                  <a:pt x="648797" y="148415"/>
                  <a:pt x="659183" y="148415"/>
                </a:cubicBezTo>
                <a:cubicBezTo>
                  <a:pt x="666108" y="148415"/>
                  <a:pt x="672128" y="146502"/>
                  <a:pt x="677245" y="142677"/>
                </a:cubicBezTo>
                <a:cubicBezTo>
                  <a:pt x="682361" y="138851"/>
                  <a:pt x="686651" y="132301"/>
                  <a:pt x="690113" y="123025"/>
                </a:cubicBezTo>
                <a:lnTo>
                  <a:pt x="693690" y="125344"/>
                </a:lnTo>
                <a:cubicBezTo>
                  <a:pt x="692075" y="135940"/>
                  <a:pt x="687381" y="145588"/>
                  <a:pt x="679611" y="154290"/>
                </a:cubicBezTo>
                <a:cubicBezTo>
                  <a:pt x="671840" y="162991"/>
                  <a:pt x="662107" y="167342"/>
                  <a:pt x="650412" y="167342"/>
                </a:cubicBezTo>
                <a:cubicBezTo>
                  <a:pt x="637717" y="167342"/>
                  <a:pt x="626850" y="162409"/>
                  <a:pt x="617810" y="152544"/>
                </a:cubicBezTo>
                <a:cubicBezTo>
                  <a:pt x="608769" y="142677"/>
                  <a:pt x="604249" y="129412"/>
                  <a:pt x="604249" y="112750"/>
                </a:cubicBezTo>
                <a:cubicBezTo>
                  <a:pt x="604249" y="94708"/>
                  <a:pt x="608885" y="80639"/>
                  <a:pt x="618156" y="70543"/>
                </a:cubicBezTo>
                <a:cubicBezTo>
                  <a:pt x="627427" y="60445"/>
                  <a:pt x="639064" y="55396"/>
                  <a:pt x="653067" y="55396"/>
                </a:cubicBezTo>
                <a:cubicBezTo>
                  <a:pt x="664915" y="55396"/>
                  <a:pt x="674648" y="59291"/>
                  <a:pt x="682265" y="67081"/>
                </a:cubicBezTo>
                <a:cubicBezTo>
                  <a:pt x="689882" y="74869"/>
                  <a:pt x="693690" y="85284"/>
                  <a:pt x="693690" y="98328"/>
                </a:cubicBezTo>
                <a:lnTo>
                  <a:pt x="620637" y="98328"/>
                </a:lnTo>
                <a:moveTo>
                  <a:pt x="620637" y="91634"/>
                </a:moveTo>
                <a:lnTo>
                  <a:pt x="669570" y="91634"/>
                </a:lnTo>
                <a:cubicBezTo>
                  <a:pt x="669185" y="84919"/>
                  <a:pt x="668378" y="80188"/>
                  <a:pt x="667147" y="77442"/>
                </a:cubicBezTo>
                <a:cubicBezTo>
                  <a:pt x="665223" y="73167"/>
                  <a:pt x="662357" y="69810"/>
                  <a:pt x="658549" y="67369"/>
                </a:cubicBezTo>
                <a:cubicBezTo>
                  <a:pt x="654740" y="64927"/>
                  <a:pt x="650759" y="63705"/>
                  <a:pt x="646604" y="63705"/>
                </a:cubicBezTo>
                <a:cubicBezTo>
                  <a:pt x="640218" y="63705"/>
                  <a:pt x="634505" y="66166"/>
                  <a:pt x="629466" y="71088"/>
                </a:cubicBezTo>
                <a:cubicBezTo>
                  <a:pt x="624426" y="76009"/>
                  <a:pt x="621483" y="82858"/>
                  <a:pt x="620637" y="9163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Text or">
            <a:extLst xmlns:a="http://schemas.openxmlformats.org/drawingml/2006/main">
              <a:ext uri="{FF2B5EF4-FFF2-40B4-BE49-F238E27FC236}">
                <a16:creationId xmlns:a16="http://schemas.microsoft.com/office/drawing/2014/main" id="{E775A44D-0146-4C3D-8D18-D52391003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9374" y="1565735"/>
            <a:ext cx="190422" cy="111946"/>
          </a:xfrm>
          <a:custGeom xmlns:a="http://schemas.openxmlformats.org/drawingml/2006/main">
            <a:pathLst>
              <a:path w="190422" h="111946">
                <a:moveTo>
                  <a:pt x="51126" y="0"/>
                </a:moveTo>
                <a:cubicBezTo>
                  <a:pt x="67129" y="0"/>
                  <a:pt x="79978" y="6072"/>
                  <a:pt x="89672" y="18216"/>
                </a:cubicBezTo>
                <a:cubicBezTo>
                  <a:pt x="97904" y="28591"/>
                  <a:pt x="102021" y="40505"/>
                  <a:pt x="102021" y="53957"/>
                </a:cubicBezTo>
                <a:cubicBezTo>
                  <a:pt x="102021" y="63411"/>
                  <a:pt x="99751" y="72980"/>
                  <a:pt x="95212" y="82665"/>
                </a:cubicBezTo>
                <a:cubicBezTo>
                  <a:pt x="90672" y="92347"/>
                  <a:pt x="84421" y="99648"/>
                  <a:pt x="76458" y="104567"/>
                </a:cubicBezTo>
                <a:cubicBezTo>
                  <a:pt x="68495" y="109486"/>
                  <a:pt x="59627" y="111946"/>
                  <a:pt x="49856" y="111946"/>
                </a:cubicBezTo>
                <a:cubicBezTo>
                  <a:pt x="33930" y="111946"/>
                  <a:pt x="21274" y="105604"/>
                  <a:pt x="11887" y="92922"/>
                </a:cubicBezTo>
                <a:cubicBezTo>
                  <a:pt x="3962" y="82239"/>
                  <a:pt x="0" y="70250"/>
                  <a:pt x="0" y="56954"/>
                </a:cubicBezTo>
                <a:cubicBezTo>
                  <a:pt x="0" y="47269"/>
                  <a:pt x="2404" y="37642"/>
                  <a:pt x="7213" y="28073"/>
                </a:cubicBezTo>
                <a:cubicBezTo>
                  <a:pt x="12022" y="18504"/>
                  <a:pt x="18350" y="11433"/>
                  <a:pt x="26198" y="6860"/>
                </a:cubicBezTo>
                <a:cubicBezTo>
                  <a:pt x="34045" y="2287"/>
                  <a:pt x="42355" y="0"/>
                  <a:pt x="51126" y="0"/>
                </a:cubicBezTo>
                <a:moveTo>
                  <a:pt x="47548" y="7617"/>
                </a:moveTo>
                <a:cubicBezTo>
                  <a:pt x="43470" y="7617"/>
                  <a:pt x="39373" y="8825"/>
                  <a:pt x="35257" y="11241"/>
                </a:cubicBezTo>
                <a:cubicBezTo>
                  <a:pt x="31141" y="13655"/>
                  <a:pt x="27813" y="17891"/>
                  <a:pt x="25274" y="23947"/>
                </a:cubicBezTo>
                <a:cubicBezTo>
                  <a:pt x="22735" y="30004"/>
                  <a:pt x="21466" y="37784"/>
                  <a:pt x="21466" y="47288"/>
                </a:cubicBezTo>
                <a:cubicBezTo>
                  <a:pt x="21466" y="62621"/>
                  <a:pt x="24524" y="75846"/>
                  <a:pt x="30641" y="86964"/>
                </a:cubicBezTo>
                <a:cubicBezTo>
                  <a:pt x="36757" y="98079"/>
                  <a:pt x="44817" y="103636"/>
                  <a:pt x="54819" y="103636"/>
                </a:cubicBezTo>
                <a:cubicBezTo>
                  <a:pt x="62282" y="103636"/>
                  <a:pt x="68437" y="100570"/>
                  <a:pt x="73284" y="94436"/>
                </a:cubicBezTo>
                <a:cubicBezTo>
                  <a:pt x="78131" y="88303"/>
                  <a:pt x="80555" y="77762"/>
                  <a:pt x="80555" y="62814"/>
                </a:cubicBezTo>
                <a:cubicBezTo>
                  <a:pt x="80555" y="44109"/>
                  <a:pt x="76516" y="29389"/>
                  <a:pt x="68437" y="18656"/>
                </a:cubicBezTo>
                <a:cubicBezTo>
                  <a:pt x="62974" y="11297"/>
                  <a:pt x="56011" y="7617"/>
                  <a:pt x="47548" y="7617"/>
                </a:cubicBezTo>
                <a:close/>
                <a:moveTo>
                  <a:pt x="148529" y="0"/>
                </a:moveTo>
                <a:lnTo>
                  <a:pt x="148529" y="23774"/>
                </a:lnTo>
                <a:cubicBezTo>
                  <a:pt x="157377" y="7925"/>
                  <a:pt x="166456" y="0"/>
                  <a:pt x="175765" y="0"/>
                </a:cubicBezTo>
                <a:cubicBezTo>
                  <a:pt x="179997" y="0"/>
                  <a:pt x="183498" y="1289"/>
                  <a:pt x="186268" y="3866"/>
                </a:cubicBezTo>
                <a:cubicBezTo>
                  <a:pt x="189037" y="6444"/>
                  <a:pt x="190422" y="9425"/>
                  <a:pt x="190422" y="12810"/>
                </a:cubicBezTo>
                <a:cubicBezTo>
                  <a:pt x="190422" y="15811"/>
                  <a:pt x="189422" y="18350"/>
                  <a:pt x="187422" y="20427"/>
                </a:cubicBezTo>
                <a:cubicBezTo>
                  <a:pt x="185421" y="22505"/>
                  <a:pt x="183036" y="23543"/>
                  <a:pt x="180266" y="23543"/>
                </a:cubicBezTo>
                <a:cubicBezTo>
                  <a:pt x="177573" y="23543"/>
                  <a:pt x="174554" y="22235"/>
                  <a:pt x="171207" y="19619"/>
                </a:cubicBezTo>
                <a:cubicBezTo>
                  <a:pt x="167860" y="17003"/>
                  <a:pt x="165379" y="15695"/>
                  <a:pt x="163763" y="15695"/>
                </a:cubicBezTo>
                <a:cubicBezTo>
                  <a:pt x="162378" y="15695"/>
                  <a:pt x="160878" y="16459"/>
                  <a:pt x="159262" y="17986"/>
                </a:cubicBezTo>
                <a:cubicBezTo>
                  <a:pt x="155800" y="21118"/>
                  <a:pt x="152222" y="26275"/>
                  <a:pt x="148529" y="33454"/>
                </a:cubicBezTo>
                <a:lnTo>
                  <a:pt x="148529" y="84017"/>
                </a:lnTo>
                <a:cubicBezTo>
                  <a:pt x="148529" y="89869"/>
                  <a:pt x="149260" y="94296"/>
                  <a:pt x="150722" y="97296"/>
                </a:cubicBezTo>
                <a:cubicBezTo>
                  <a:pt x="151722" y="99376"/>
                  <a:pt x="153492" y="101107"/>
                  <a:pt x="156031" y="102490"/>
                </a:cubicBezTo>
                <a:cubicBezTo>
                  <a:pt x="158570" y="103870"/>
                  <a:pt x="162224" y="104560"/>
                  <a:pt x="166994" y="104560"/>
                </a:cubicBezTo>
                <a:lnTo>
                  <a:pt x="166994" y="108714"/>
                </a:lnTo>
                <a:lnTo>
                  <a:pt x="112868" y="108714"/>
                </a:lnTo>
                <a:lnTo>
                  <a:pt x="112868" y="104560"/>
                </a:lnTo>
                <a:cubicBezTo>
                  <a:pt x="118254" y="104560"/>
                  <a:pt x="122255" y="103704"/>
                  <a:pt x="124870" y="101992"/>
                </a:cubicBezTo>
                <a:cubicBezTo>
                  <a:pt x="126794" y="100746"/>
                  <a:pt x="128140" y="98762"/>
                  <a:pt x="128910" y="96038"/>
                </a:cubicBezTo>
                <a:cubicBezTo>
                  <a:pt x="129294" y="94713"/>
                  <a:pt x="129487" y="90937"/>
                  <a:pt x="129487" y="84710"/>
                </a:cubicBezTo>
                <a:lnTo>
                  <a:pt x="129487" y="44086"/>
                </a:lnTo>
                <a:cubicBezTo>
                  <a:pt x="129487" y="31776"/>
                  <a:pt x="129237" y="24447"/>
                  <a:pt x="128737" y="22101"/>
                </a:cubicBezTo>
                <a:cubicBezTo>
                  <a:pt x="128237" y="19754"/>
                  <a:pt x="127313" y="18042"/>
                  <a:pt x="125967" y="16965"/>
                </a:cubicBezTo>
                <a:cubicBezTo>
                  <a:pt x="124620" y="15888"/>
                  <a:pt x="122947" y="15349"/>
                  <a:pt x="120947" y="15349"/>
                </a:cubicBezTo>
                <a:cubicBezTo>
                  <a:pt x="118561" y="15349"/>
                  <a:pt x="115869" y="15926"/>
                  <a:pt x="112868" y="17080"/>
                </a:cubicBezTo>
                <a:lnTo>
                  <a:pt x="111714" y="12926"/>
                </a:lnTo>
                <a:lnTo>
                  <a:pt x="143682" y="0"/>
                </a:lnTo>
                <a:lnTo>
                  <a:pt x="148529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Text Discard">
            <a:extLst xmlns:a="http://schemas.openxmlformats.org/drawingml/2006/main">
              <a:ext uri="{FF2B5EF4-FFF2-40B4-BE49-F238E27FC236}">
                <a16:creationId xmlns:a16="http://schemas.microsoft.com/office/drawing/2014/main" id="{406E9B3C-4ABF-4570-B25E-34D72D8BA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6267" y="1793966"/>
            <a:ext cx="731865" cy="167342"/>
          </a:xfrm>
          <a:custGeom xmlns:a="http://schemas.openxmlformats.org/drawingml/2006/main">
            <a:pathLst>
              <a:path w="731865" h="167342">
                <a:moveTo>
                  <a:pt x="0" y="164110"/>
                </a:moveTo>
                <a:lnTo>
                  <a:pt x="0" y="159725"/>
                </a:lnTo>
                <a:lnTo>
                  <a:pt x="5886" y="159725"/>
                </a:lnTo>
                <a:cubicBezTo>
                  <a:pt x="12503" y="159725"/>
                  <a:pt x="17196" y="157620"/>
                  <a:pt x="19966" y="153410"/>
                </a:cubicBezTo>
                <a:cubicBezTo>
                  <a:pt x="21658" y="150883"/>
                  <a:pt x="22505" y="145217"/>
                  <a:pt x="22505" y="136412"/>
                </a:cubicBezTo>
                <a:lnTo>
                  <a:pt x="22505" y="35315"/>
                </a:lnTo>
                <a:cubicBezTo>
                  <a:pt x="22505" y="25592"/>
                  <a:pt x="21427" y="19505"/>
                  <a:pt x="19273" y="17055"/>
                </a:cubicBezTo>
                <a:cubicBezTo>
                  <a:pt x="16273" y="13687"/>
                  <a:pt x="11810" y="12002"/>
                  <a:pt x="5886" y="12002"/>
                </a:cubicBezTo>
                <a:lnTo>
                  <a:pt x="0" y="12002"/>
                </a:lnTo>
                <a:lnTo>
                  <a:pt x="0" y="7617"/>
                </a:lnTo>
                <a:lnTo>
                  <a:pt x="63705" y="7617"/>
                </a:lnTo>
                <a:cubicBezTo>
                  <a:pt x="87095" y="7617"/>
                  <a:pt x="104887" y="10271"/>
                  <a:pt x="117081" y="15580"/>
                </a:cubicBezTo>
                <a:cubicBezTo>
                  <a:pt x="129276" y="20889"/>
                  <a:pt x="139086" y="29737"/>
                  <a:pt x="146511" y="42124"/>
                </a:cubicBezTo>
                <a:cubicBezTo>
                  <a:pt x="153935" y="54511"/>
                  <a:pt x="157647" y="68822"/>
                  <a:pt x="157647" y="85056"/>
                </a:cubicBezTo>
                <a:cubicBezTo>
                  <a:pt x="157647" y="106829"/>
                  <a:pt x="151031" y="125025"/>
                  <a:pt x="137797" y="139644"/>
                </a:cubicBezTo>
                <a:cubicBezTo>
                  <a:pt x="122948" y="155955"/>
                  <a:pt x="100328" y="164110"/>
                  <a:pt x="69937" y="164110"/>
                </a:cubicBezTo>
                <a:lnTo>
                  <a:pt x="0" y="164110"/>
                </a:lnTo>
                <a:moveTo>
                  <a:pt x="44663" y="152573"/>
                </a:moveTo>
                <a:cubicBezTo>
                  <a:pt x="54434" y="154725"/>
                  <a:pt x="62628" y="155801"/>
                  <a:pt x="69245" y="155801"/>
                </a:cubicBezTo>
                <a:cubicBezTo>
                  <a:pt x="87095" y="155801"/>
                  <a:pt x="101905" y="149541"/>
                  <a:pt x="113677" y="137022"/>
                </a:cubicBezTo>
                <a:cubicBezTo>
                  <a:pt x="125449" y="124500"/>
                  <a:pt x="131334" y="107524"/>
                  <a:pt x="131334" y="86094"/>
                </a:cubicBezTo>
                <a:cubicBezTo>
                  <a:pt x="131334" y="64511"/>
                  <a:pt x="125449" y="47498"/>
                  <a:pt x="113677" y="35055"/>
                </a:cubicBezTo>
                <a:cubicBezTo>
                  <a:pt x="101905" y="22610"/>
                  <a:pt x="86787" y="16388"/>
                  <a:pt x="68322" y="16388"/>
                </a:cubicBezTo>
                <a:cubicBezTo>
                  <a:pt x="61397" y="16388"/>
                  <a:pt x="53511" y="17501"/>
                  <a:pt x="44663" y="19728"/>
                </a:cubicBezTo>
                <a:lnTo>
                  <a:pt x="44663" y="152573"/>
                </a:lnTo>
                <a:close/>
                <a:moveTo>
                  <a:pt x="200938" y="0"/>
                </a:moveTo>
                <a:cubicBezTo>
                  <a:pt x="204170" y="0"/>
                  <a:pt x="206920" y="1141"/>
                  <a:pt x="209190" y="3423"/>
                </a:cubicBezTo>
                <a:cubicBezTo>
                  <a:pt x="211460" y="5702"/>
                  <a:pt x="212594" y="8466"/>
                  <a:pt x="212594" y="11714"/>
                </a:cubicBezTo>
                <a:cubicBezTo>
                  <a:pt x="212594" y="14962"/>
                  <a:pt x="211460" y="17746"/>
                  <a:pt x="209190" y="20067"/>
                </a:cubicBezTo>
                <a:cubicBezTo>
                  <a:pt x="206920" y="22384"/>
                  <a:pt x="204170" y="23543"/>
                  <a:pt x="200938" y="23543"/>
                </a:cubicBezTo>
                <a:cubicBezTo>
                  <a:pt x="197707" y="23543"/>
                  <a:pt x="194937" y="22384"/>
                  <a:pt x="192629" y="20067"/>
                </a:cubicBezTo>
                <a:cubicBezTo>
                  <a:pt x="190321" y="17746"/>
                  <a:pt x="189167" y="14962"/>
                  <a:pt x="189167" y="11714"/>
                </a:cubicBezTo>
                <a:cubicBezTo>
                  <a:pt x="189167" y="8466"/>
                  <a:pt x="190301" y="5702"/>
                  <a:pt x="192571" y="3423"/>
                </a:cubicBezTo>
                <a:cubicBezTo>
                  <a:pt x="194841" y="1141"/>
                  <a:pt x="197630" y="0"/>
                  <a:pt x="200938" y="0"/>
                </a:cubicBezTo>
                <a:moveTo>
                  <a:pt x="210517" y="55396"/>
                </a:moveTo>
                <a:lnTo>
                  <a:pt x="210517" y="140105"/>
                </a:lnTo>
                <a:cubicBezTo>
                  <a:pt x="210517" y="146761"/>
                  <a:pt x="210998" y="151192"/>
                  <a:pt x="211960" y="153399"/>
                </a:cubicBezTo>
                <a:cubicBezTo>
                  <a:pt x="212921" y="155604"/>
                  <a:pt x="214345" y="157248"/>
                  <a:pt x="216230" y="158333"/>
                </a:cubicBezTo>
                <a:cubicBezTo>
                  <a:pt x="218115" y="159415"/>
                  <a:pt x="221558" y="159956"/>
                  <a:pt x="226559" y="159956"/>
                </a:cubicBezTo>
                <a:lnTo>
                  <a:pt x="226559" y="164110"/>
                </a:lnTo>
                <a:lnTo>
                  <a:pt x="175202" y="164110"/>
                </a:lnTo>
                <a:lnTo>
                  <a:pt x="175202" y="159956"/>
                </a:lnTo>
                <a:cubicBezTo>
                  <a:pt x="180357" y="159956"/>
                  <a:pt x="183819" y="159453"/>
                  <a:pt x="185589" y="158448"/>
                </a:cubicBezTo>
                <a:cubicBezTo>
                  <a:pt x="187359" y="157441"/>
                  <a:pt x="188763" y="155777"/>
                  <a:pt x="189801" y="153457"/>
                </a:cubicBezTo>
                <a:cubicBezTo>
                  <a:pt x="190840" y="151134"/>
                  <a:pt x="191359" y="146684"/>
                  <a:pt x="191359" y="140105"/>
                </a:cubicBezTo>
                <a:lnTo>
                  <a:pt x="191359" y="99713"/>
                </a:lnTo>
                <a:cubicBezTo>
                  <a:pt x="191359" y="88201"/>
                  <a:pt x="191013" y="80745"/>
                  <a:pt x="190321" y="77345"/>
                </a:cubicBezTo>
                <a:cubicBezTo>
                  <a:pt x="189782" y="74871"/>
                  <a:pt x="188936" y="73153"/>
                  <a:pt x="187782" y="72191"/>
                </a:cubicBezTo>
                <a:cubicBezTo>
                  <a:pt x="186628" y="71227"/>
                  <a:pt x="185050" y="70745"/>
                  <a:pt x="183050" y="70745"/>
                </a:cubicBezTo>
                <a:cubicBezTo>
                  <a:pt x="180896" y="70745"/>
                  <a:pt x="178280" y="71322"/>
                  <a:pt x="175202" y="72476"/>
                </a:cubicBezTo>
                <a:lnTo>
                  <a:pt x="173587" y="68322"/>
                </a:lnTo>
                <a:lnTo>
                  <a:pt x="205439" y="55396"/>
                </a:lnTo>
                <a:lnTo>
                  <a:pt x="210517" y="55396"/>
                </a:lnTo>
                <a:close/>
                <a:moveTo>
                  <a:pt x="308025" y="55396"/>
                </a:moveTo>
                <a:lnTo>
                  <a:pt x="308025" y="91403"/>
                </a:lnTo>
                <a:lnTo>
                  <a:pt x="304216" y="91403"/>
                </a:lnTo>
                <a:cubicBezTo>
                  <a:pt x="301292" y="80139"/>
                  <a:pt x="297542" y="72476"/>
                  <a:pt x="292964" y="68415"/>
                </a:cubicBezTo>
                <a:cubicBezTo>
                  <a:pt x="288386" y="64352"/>
                  <a:pt x="282558" y="62320"/>
                  <a:pt x="275479" y="62320"/>
                </a:cubicBezTo>
                <a:cubicBezTo>
                  <a:pt x="270094" y="62320"/>
                  <a:pt x="265747" y="63739"/>
                  <a:pt x="262438" y="66576"/>
                </a:cubicBezTo>
                <a:cubicBezTo>
                  <a:pt x="259130" y="69413"/>
                  <a:pt x="257476" y="72557"/>
                  <a:pt x="257476" y="76007"/>
                </a:cubicBezTo>
                <a:cubicBezTo>
                  <a:pt x="257476" y="80299"/>
                  <a:pt x="258707" y="83979"/>
                  <a:pt x="261169" y="87047"/>
                </a:cubicBezTo>
                <a:cubicBezTo>
                  <a:pt x="263554" y="90189"/>
                  <a:pt x="268401" y="93524"/>
                  <a:pt x="275710" y="97051"/>
                </a:cubicBezTo>
                <a:lnTo>
                  <a:pt x="292560" y="105216"/>
                </a:lnTo>
                <a:cubicBezTo>
                  <a:pt x="308178" y="112823"/>
                  <a:pt x="315988" y="122851"/>
                  <a:pt x="315988" y="135298"/>
                </a:cubicBezTo>
                <a:cubicBezTo>
                  <a:pt x="315988" y="144903"/>
                  <a:pt x="312352" y="152645"/>
                  <a:pt x="305082" y="158524"/>
                </a:cubicBezTo>
                <a:cubicBezTo>
                  <a:pt x="297811" y="164402"/>
                  <a:pt x="289675" y="167342"/>
                  <a:pt x="280673" y="167342"/>
                </a:cubicBezTo>
                <a:cubicBezTo>
                  <a:pt x="274210" y="167342"/>
                  <a:pt x="266824" y="166245"/>
                  <a:pt x="258514" y="164053"/>
                </a:cubicBezTo>
                <a:cubicBezTo>
                  <a:pt x="255975" y="163322"/>
                  <a:pt x="253898" y="162956"/>
                  <a:pt x="252282" y="162956"/>
                </a:cubicBezTo>
                <a:cubicBezTo>
                  <a:pt x="250513" y="162956"/>
                  <a:pt x="249128" y="163879"/>
                  <a:pt x="248128" y="165726"/>
                </a:cubicBezTo>
                <a:lnTo>
                  <a:pt x="244319" y="165726"/>
                </a:lnTo>
                <a:lnTo>
                  <a:pt x="244319" y="127872"/>
                </a:lnTo>
                <a:lnTo>
                  <a:pt x="248128" y="127872"/>
                </a:lnTo>
                <a:cubicBezTo>
                  <a:pt x="250282" y="138644"/>
                  <a:pt x="254398" y="146761"/>
                  <a:pt x="260476" y="152223"/>
                </a:cubicBezTo>
                <a:cubicBezTo>
                  <a:pt x="266555" y="157686"/>
                  <a:pt x="273364" y="160417"/>
                  <a:pt x="280904" y="160417"/>
                </a:cubicBezTo>
                <a:cubicBezTo>
                  <a:pt x="286212" y="160417"/>
                  <a:pt x="290540" y="158868"/>
                  <a:pt x="293887" y="155768"/>
                </a:cubicBezTo>
                <a:cubicBezTo>
                  <a:pt x="297234" y="152667"/>
                  <a:pt x="298907" y="148934"/>
                  <a:pt x="298907" y="144570"/>
                </a:cubicBezTo>
                <a:cubicBezTo>
                  <a:pt x="298907" y="139288"/>
                  <a:pt x="297042" y="134848"/>
                  <a:pt x="293310" y="131251"/>
                </a:cubicBezTo>
                <a:cubicBezTo>
                  <a:pt x="289578" y="127652"/>
                  <a:pt x="282135" y="123107"/>
                  <a:pt x="270979" y="117615"/>
                </a:cubicBezTo>
                <a:cubicBezTo>
                  <a:pt x="259822" y="112121"/>
                  <a:pt x="252513" y="107140"/>
                  <a:pt x="249051" y="102670"/>
                </a:cubicBezTo>
                <a:cubicBezTo>
                  <a:pt x="245589" y="98277"/>
                  <a:pt x="243858" y="92729"/>
                  <a:pt x="243858" y="86026"/>
                </a:cubicBezTo>
                <a:cubicBezTo>
                  <a:pt x="243858" y="77317"/>
                  <a:pt x="246839" y="70036"/>
                  <a:pt x="252802" y="64181"/>
                </a:cubicBezTo>
                <a:cubicBezTo>
                  <a:pt x="258765" y="58324"/>
                  <a:pt x="266478" y="55396"/>
                  <a:pt x="275941" y="55396"/>
                </a:cubicBezTo>
                <a:cubicBezTo>
                  <a:pt x="280096" y="55396"/>
                  <a:pt x="285135" y="56281"/>
                  <a:pt x="291060" y="58050"/>
                </a:cubicBezTo>
                <a:cubicBezTo>
                  <a:pt x="294983" y="59204"/>
                  <a:pt x="297599" y="59781"/>
                  <a:pt x="298907" y="59781"/>
                </a:cubicBezTo>
                <a:cubicBezTo>
                  <a:pt x="300138" y="59781"/>
                  <a:pt x="301100" y="59512"/>
                  <a:pt x="301792" y="58974"/>
                </a:cubicBezTo>
                <a:cubicBezTo>
                  <a:pt x="302485" y="58435"/>
                  <a:pt x="303293" y="57242"/>
                  <a:pt x="304216" y="55396"/>
                </a:cubicBezTo>
                <a:lnTo>
                  <a:pt x="308025" y="55396"/>
                </a:lnTo>
                <a:close/>
                <a:moveTo>
                  <a:pt x="421407" y="123948"/>
                </a:moveTo>
                <a:cubicBezTo>
                  <a:pt x="418560" y="137874"/>
                  <a:pt x="412982" y="148588"/>
                  <a:pt x="404673" y="156089"/>
                </a:cubicBezTo>
                <a:cubicBezTo>
                  <a:pt x="396363" y="163591"/>
                  <a:pt x="387169" y="167342"/>
                  <a:pt x="377090" y="167342"/>
                </a:cubicBezTo>
                <a:cubicBezTo>
                  <a:pt x="365088" y="167342"/>
                  <a:pt x="354624" y="162308"/>
                  <a:pt x="345699" y="152241"/>
                </a:cubicBezTo>
                <a:cubicBezTo>
                  <a:pt x="336774" y="142172"/>
                  <a:pt x="332312" y="128567"/>
                  <a:pt x="332312" y="111426"/>
                </a:cubicBezTo>
                <a:cubicBezTo>
                  <a:pt x="332312" y="94825"/>
                  <a:pt x="337255" y="81336"/>
                  <a:pt x="347142" y="70962"/>
                </a:cubicBezTo>
                <a:cubicBezTo>
                  <a:pt x="357028" y="60584"/>
                  <a:pt x="368896" y="55396"/>
                  <a:pt x="382745" y="55396"/>
                </a:cubicBezTo>
                <a:cubicBezTo>
                  <a:pt x="393132" y="55396"/>
                  <a:pt x="401672" y="58156"/>
                  <a:pt x="408366" y="63676"/>
                </a:cubicBezTo>
                <a:cubicBezTo>
                  <a:pt x="415059" y="69194"/>
                  <a:pt x="418406" y="74925"/>
                  <a:pt x="418406" y="80869"/>
                </a:cubicBezTo>
                <a:cubicBezTo>
                  <a:pt x="418406" y="83802"/>
                  <a:pt x="417464" y="86176"/>
                  <a:pt x="415579" y="87991"/>
                </a:cubicBezTo>
                <a:cubicBezTo>
                  <a:pt x="413694" y="89804"/>
                  <a:pt x="411058" y="90711"/>
                  <a:pt x="407673" y="90711"/>
                </a:cubicBezTo>
                <a:cubicBezTo>
                  <a:pt x="403134" y="90711"/>
                  <a:pt x="399710" y="89237"/>
                  <a:pt x="397402" y="86289"/>
                </a:cubicBezTo>
                <a:cubicBezTo>
                  <a:pt x="396094" y="84659"/>
                  <a:pt x="395228" y="81555"/>
                  <a:pt x="394805" y="76977"/>
                </a:cubicBezTo>
                <a:cubicBezTo>
                  <a:pt x="394382" y="72399"/>
                  <a:pt x="392824" y="68908"/>
                  <a:pt x="390131" y="66504"/>
                </a:cubicBezTo>
                <a:cubicBezTo>
                  <a:pt x="387438" y="64176"/>
                  <a:pt x="383707" y="63013"/>
                  <a:pt x="378937" y="63013"/>
                </a:cubicBezTo>
                <a:cubicBezTo>
                  <a:pt x="371243" y="63013"/>
                  <a:pt x="365049" y="65860"/>
                  <a:pt x="360356" y="71553"/>
                </a:cubicBezTo>
                <a:cubicBezTo>
                  <a:pt x="354124" y="79093"/>
                  <a:pt x="351008" y="89057"/>
                  <a:pt x="351008" y="101444"/>
                </a:cubicBezTo>
                <a:cubicBezTo>
                  <a:pt x="351008" y="114062"/>
                  <a:pt x="354105" y="125198"/>
                  <a:pt x="360298" y="134854"/>
                </a:cubicBezTo>
                <a:cubicBezTo>
                  <a:pt x="366492" y="144510"/>
                  <a:pt x="374859" y="149338"/>
                  <a:pt x="385399" y="149338"/>
                </a:cubicBezTo>
                <a:cubicBezTo>
                  <a:pt x="392939" y="149338"/>
                  <a:pt x="399710" y="146761"/>
                  <a:pt x="405711" y="141606"/>
                </a:cubicBezTo>
                <a:cubicBezTo>
                  <a:pt x="409943" y="138066"/>
                  <a:pt x="414059" y="131642"/>
                  <a:pt x="418060" y="122333"/>
                </a:cubicBezTo>
                <a:lnTo>
                  <a:pt x="421407" y="123948"/>
                </a:lnTo>
                <a:close/>
                <a:moveTo>
                  <a:pt x="496562" y="148999"/>
                </a:moveTo>
                <a:cubicBezTo>
                  <a:pt x="485714" y="157383"/>
                  <a:pt x="478905" y="162228"/>
                  <a:pt x="476135" y="163533"/>
                </a:cubicBezTo>
                <a:cubicBezTo>
                  <a:pt x="471980" y="165457"/>
                  <a:pt x="467556" y="166418"/>
                  <a:pt x="462863" y="166418"/>
                </a:cubicBezTo>
                <a:cubicBezTo>
                  <a:pt x="455554" y="166418"/>
                  <a:pt x="449533" y="163918"/>
                  <a:pt x="444802" y="158917"/>
                </a:cubicBezTo>
                <a:cubicBezTo>
                  <a:pt x="440070" y="153916"/>
                  <a:pt x="437704" y="147338"/>
                  <a:pt x="437704" y="139182"/>
                </a:cubicBezTo>
                <a:cubicBezTo>
                  <a:pt x="437704" y="134027"/>
                  <a:pt x="438858" y="129565"/>
                  <a:pt x="441166" y="125795"/>
                </a:cubicBezTo>
                <a:cubicBezTo>
                  <a:pt x="444321" y="120563"/>
                  <a:pt x="449803" y="115639"/>
                  <a:pt x="457612" y="111023"/>
                </a:cubicBezTo>
                <a:cubicBezTo>
                  <a:pt x="465421" y="106406"/>
                  <a:pt x="478405" y="100790"/>
                  <a:pt x="496562" y="94173"/>
                </a:cubicBezTo>
                <a:lnTo>
                  <a:pt x="496562" y="90033"/>
                </a:lnTo>
                <a:cubicBezTo>
                  <a:pt x="496562" y="79531"/>
                  <a:pt x="494889" y="72325"/>
                  <a:pt x="491542" y="68415"/>
                </a:cubicBezTo>
                <a:cubicBezTo>
                  <a:pt x="488195" y="64506"/>
                  <a:pt x="483329" y="62551"/>
                  <a:pt x="476943" y="62551"/>
                </a:cubicBezTo>
                <a:cubicBezTo>
                  <a:pt x="472096" y="62551"/>
                  <a:pt x="468249" y="63859"/>
                  <a:pt x="465402" y="66475"/>
                </a:cubicBezTo>
                <a:cubicBezTo>
                  <a:pt x="462478" y="69091"/>
                  <a:pt x="461016" y="72092"/>
                  <a:pt x="461016" y="75477"/>
                </a:cubicBezTo>
                <a:lnTo>
                  <a:pt x="461247" y="82171"/>
                </a:lnTo>
                <a:cubicBezTo>
                  <a:pt x="461247" y="85710"/>
                  <a:pt x="460343" y="88441"/>
                  <a:pt x="458535" y="90364"/>
                </a:cubicBezTo>
                <a:cubicBezTo>
                  <a:pt x="456727" y="92288"/>
                  <a:pt x="454361" y="93250"/>
                  <a:pt x="451438" y="93250"/>
                </a:cubicBezTo>
                <a:cubicBezTo>
                  <a:pt x="448591" y="93250"/>
                  <a:pt x="446263" y="92247"/>
                  <a:pt x="444455" y="90242"/>
                </a:cubicBezTo>
                <a:cubicBezTo>
                  <a:pt x="442647" y="88234"/>
                  <a:pt x="441743" y="85495"/>
                  <a:pt x="441743" y="82023"/>
                </a:cubicBezTo>
                <a:cubicBezTo>
                  <a:pt x="441743" y="75384"/>
                  <a:pt x="445129" y="69287"/>
                  <a:pt x="451899" y="63730"/>
                </a:cubicBezTo>
                <a:cubicBezTo>
                  <a:pt x="458670" y="58174"/>
                  <a:pt x="468172" y="55396"/>
                  <a:pt x="480405" y="55396"/>
                </a:cubicBezTo>
                <a:cubicBezTo>
                  <a:pt x="489791" y="55396"/>
                  <a:pt x="497485" y="56971"/>
                  <a:pt x="503487" y="60120"/>
                </a:cubicBezTo>
                <a:cubicBezTo>
                  <a:pt x="508026" y="62503"/>
                  <a:pt x="511373" y="66231"/>
                  <a:pt x="513527" y="71304"/>
                </a:cubicBezTo>
                <a:cubicBezTo>
                  <a:pt x="514912" y="74608"/>
                  <a:pt x="515604" y="81370"/>
                  <a:pt x="515604" y="91591"/>
                </a:cubicBezTo>
                <a:lnTo>
                  <a:pt x="515604" y="127439"/>
                </a:lnTo>
                <a:cubicBezTo>
                  <a:pt x="515604" y="137506"/>
                  <a:pt x="515797" y="143673"/>
                  <a:pt x="516181" y="145941"/>
                </a:cubicBezTo>
                <a:cubicBezTo>
                  <a:pt x="516566" y="148208"/>
                  <a:pt x="517201" y="149726"/>
                  <a:pt x="518086" y="150496"/>
                </a:cubicBezTo>
                <a:cubicBezTo>
                  <a:pt x="518970" y="151263"/>
                  <a:pt x="519990" y="151646"/>
                  <a:pt x="521144" y="151646"/>
                </a:cubicBezTo>
                <a:cubicBezTo>
                  <a:pt x="522375" y="151646"/>
                  <a:pt x="523452" y="151377"/>
                  <a:pt x="524375" y="150838"/>
                </a:cubicBezTo>
                <a:cubicBezTo>
                  <a:pt x="525991" y="149838"/>
                  <a:pt x="529107" y="147030"/>
                  <a:pt x="533723" y="142414"/>
                </a:cubicBezTo>
                <a:lnTo>
                  <a:pt x="533723" y="148876"/>
                </a:lnTo>
                <a:cubicBezTo>
                  <a:pt x="525106" y="160417"/>
                  <a:pt x="516874" y="166188"/>
                  <a:pt x="509026" y="166188"/>
                </a:cubicBezTo>
                <a:cubicBezTo>
                  <a:pt x="505256" y="166188"/>
                  <a:pt x="502256" y="164889"/>
                  <a:pt x="500024" y="162293"/>
                </a:cubicBezTo>
                <a:cubicBezTo>
                  <a:pt x="497793" y="159693"/>
                  <a:pt x="496639" y="155262"/>
                  <a:pt x="496562" y="148999"/>
                </a:cubicBezTo>
                <a:moveTo>
                  <a:pt x="496562" y="141516"/>
                </a:moveTo>
                <a:lnTo>
                  <a:pt x="496562" y="101328"/>
                </a:lnTo>
                <a:cubicBezTo>
                  <a:pt x="484944" y="105935"/>
                  <a:pt x="477443" y="109198"/>
                  <a:pt x="474057" y="111116"/>
                </a:cubicBezTo>
                <a:cubicBezTo>
                  <a:pt x="467979" y="114494"/>
                  <a:pt x="463632" y="118026"/>
                  <a:pt x="461016" y="121712"/>
                </a:cubicBezTo>
                <a:cubicBezTo>
                  <a:pt x="458400" y="125396"/>
                  <a:pt x="457092" y="129425"/>
                  <a:pt x="457092" y="133801"/>
                </a:cubicBezTo>
                <a:cubicBezTo>
                  <a:pt x="457092" y="139329"/>
                  <a:pt x="458747" y="143916"/>
                  <a:pt x="462055" y="147564"/>
                </a:cubicBezTo>
                <a:cubicBezTo>
                  <a:pt x="465363" y="151209"/>
                  <a:pt x="469172" y="153031"/>
                  <a:pt x="473480" y="153031"/>
                </a:cubicBezTo>
                <a:cubicBezTo>
                  <a:pt x="479328" y="153031"/>
                  <a:pt x="487022" y="149193"/>
                  <a:pt x="496562" y="141516"/>
                </a:cubicBezTo>
                <a:close/>
                <a:moveTo>
                  <a:pt x="572641" y="55396"/>
                </a:moveTo>
                <a:lnTo>
                  <a:pt x="572641" y="79170"/>
                </a:lnTo>
                <a:cubicBezTo>
                  <a:pt x="581489" y="63321"/>
                  <a:pt x="590567" y="55396"/>
                  <a:pt x="599877" y="55396"/>
                </a:cubicBezTo>
                <a:cubicBezTo>
                  <a:pt x="604109" y="55396"/>
                  <a:pt x="607609" y="56685"/>
                  <a:pt x="610379" y="59262"/>
                </a:cubicBezTo>
                <a:cubicBezTo>
                  <a:pt x="613149" y="61839"/>
                  <a:pt x="614534" y="64821"/>
                  <a:pt x="614534" y="68206"/>
                </a:cubicBezTo>
                <a:cubicBezTo>
                  <a:pt x="614534" y="71207"/>
                  <a:pt x="613534" y="73746"/>
                  <a:pt x="611533" y="75823"/>
                </a:cubicBezTo>
                <a:cubicBezTo>
                  <a:pt x="609533" y="77900"/>
                  <a:pt x="607148" y="78939"/>
                  <a:pt x="604378" y="78939"/>
                </a:cubicBezTo>
                <a:cubicBezTo>
                  <a:pt x="601685" y="78939"/>
                  <a:pt x="598665" y="77631"/>
                  <a:pt x="595318" y="75015"/>
                </a:cubicBezTo>
                <a:cubicBezTo>
                  <a:pt x="591971" y="72399"/>
                  <a:pt x="589490" y="71091"/>
                  <a:pt x="587874" y="71091"/>
                </a:cubicBezTo>
                <a:cubicBezTo>
                  <a:pt x="586490" y="71091"/>
                  <a:pt x="584989" y="71855"/>
                  <a:pt x="583374" y="73381"/>
                </a:cubicBezTo>
                <a:cubicBezTo>
                  <a:pt x="579911" y="76514"/>
                  <a:pt x="576334" y="81670"/>
                  <a:pt x="572641" y="88850"/>
                </a:cubicBezTo>
                <a:lnTo>
                  <a:pt x="572641" y="139413"/>
                </a:lnTo>
                <a:cubicBezTo>
                  <a:pt x="572641" y="145265"/>
                  <a:pt x="573372" y="149691"/>
                  <a:pt x="574833" y="152692"/>
                </a:cubicBezTo>
                <a:cubicBezTo>
                  <a:pt x="575834" y="154772"/>
                  <a:pt x="577603" y="156503"/>
                  <a:pt x="580142" y="157885"/>
                </a:cubicBezTo>
                <a:cubicBezTo>
                  <a:pt x="582681" y="159265"/>
                  <a:pt x="586336" y="159956"/>
                  <a:pt x="591106" y="159956"/>
                </a:cubicBezTo>
                <a:lnTo>
                  <a:pt x="591106" y="164110"/>
                </a:lnTo>
                <a:lnTo>
                  <a:pt x="536980" y="164110"/>
                </a:lnTo>
                <a:lnTo>
                  <a:pt x="536980" y="159956"/>
                </a:lnTo>
                <a:cubicBezTo>
                  <a:pt x="542365" y="159956"/>
                  <a:pt x="546366" y="159100"/>
                  <a:pt x="548982" y="157388"/>
                </a:cubicBezTo>
                <a:cubicBezTo>
                  <a:pt x="550905" y="156142"/>
                  <a:pt x="552252" y="154157"/>
                  <a:pt x="553021" y="151433"/>
                </a:cubicBezTo>
                <a:cubicBezTo>
                  <a:pt x="553406" y="150109"/>
                  <a:pt x="553598" y="146333"/>
                  <a:pt x="553598" y="140105"/>
                </a:cubicBezTo>
                <a:lnTo>
                  <a:pt x="553598" y="99482"/>
                </a:lnTo>
                <a:cubicBezTo>
                  <a:pt x="553598" y="87172"/>
                  <a:pt x="553348" y="79843"/>
                  <a:pt x="552848" y="77496"/>
                </a:cubicBezTo>
                <a:cubicBezTo>
                  <a:pt x="552348" y="75150"/>
                  <a:pt x="551425" y="73438"/>
                  <a:pt x="550078" y="72361"/>
                </a:cubicBezTo>
                <a:cubicBezTo>
                  <a:pt x="548732" y="71284"/>
                  <a:pt x="547059" y="70745"/>
                  <a:pt x="545058" y="70745"/>
                </a:cubicBezTo>
                <a:cubicBezTo>
                  <a:pt x="542673" y="70745"/>
                  <a:pt x="539980" y="71322"/>
                  <a:pt x="536980" y="72476"/>
                </a:cubicBezTo>
                <a:lnTo>
                  <a:pt x="535825" y="68322"/>
                </a:lnTo>
                <a:lnTo>
                  <a:pt x="567793" y="55396"/>
                </a:lnTo>
                <a:lnTo>
                  <a:pt x="572641" y="55396"/>
                </a:lnTo>
                <a:close/>
                <a:moveTo>
                  <a:pt x="695166" y="152230"/>
                </a:moveTo>
                <a:cubicBezTo>
                  <a:pt x="690011" y="157614"/>
                  <a:pt x="684971" y="161479"/>
                  <a:pt x="680047" y="163825"/>
                </a:cubicBezTo>
                <a:cubicBezTo>
                  <a:pt x="675123" y="166170"/>
                  <a:pt x="669814" y="167342"/>
                  <a:pt x="664121" y="167342"/>
                </a:cubicBezTo>
                <a:cubicBezTo>
                  <a:pt x="652580" y="167342"/>
                  <a:pt x="642501" y="162525"/>
                  <a:pt x="633884" y="152890"/>
                </a:cubicBezTo>
                <a:cubicBezTo>
                  <a:pt x="625267" y="143254"/>
                  <a:pt x="620958" y="130872"/>
                  <a:pt x="620958" y="115743"/>
                </a:cubicBezTo>
                <a:cubicBezTo>
                  <a:pt x="620958" y="100618"/>
                  <a:pt x="625728" y="86778"/>
                  <a:pt x="635269" y="74225"/>
                </a:cubicBezTo>
                <a:cubicBezTo>
                  <a:pt x="644809" y="61672"/>
                  <a:pt x="657081" y="55396"/>
                  <a:pt x="672084" y="55396"/>
                </a:cubicBezTo>
                <a:cubicBezTo>
                  <a:pt x="681394" y="55396"/>
                  <a:pt x="689087" y="58357"/>
                  <a:pt x="695166" y="64279"/>
                </a:cubicBezTo>
                <a:lnTo>
                  <a:pt x="695166" y="44548"/>
                </a:lnTo>
                <a:cubicBezTo>
                  <a:pt x="695166" y="32519"/>
                  <a:pt x="694877" y="25125"/>
                  <a:pt x="694300" y="22368"/>
                </a:cubicBezTo>
                <a:cubicBezTo>
                  <a:pt x="693723" y="19610"/>
                  <a:pt x="692819" y="17732"/>
                  <a:pt x="691588" y="16734"/>
                </a:cubicBezTo>
                <a:cubicBezTo>
                  <a:pt x="690357" y="15734"/>
                  <a:pt x="688818" y="15234"/>
                  <a:pt x="686972" y="15234"/>
                </a:cubicBezTo>
                <a:cubicBezTo>
                  <a:pt x="684971" y="15234"/>
                  <a:pt x="682317" y="15849"/>
                  <a:pt x="679008" y="17080"/>
                </a:cubicBezTo>
                <a:lnTo>
                  <a:pt x="677508" y="12926"/>
                </a:lnTo>
                <a:lnTo>
                  <a:pt x="709015" y="0"/>
                </a:lnTo>
                <a:lnTo>
                  <a:pt x="714208" y="0"/>
                </a:lnTo>
                <a:lnTo>
                  <a:pt x="714208" y="122333"/>
                </a:lnTo>
                <a:cubicBezTo>
                  <a:pt x="714208" y="134669"/>
                  <a:pt x="714496" y="142197"/>
                  <a:pt x="715073" y="144916"/>
                </a:cubicBezTo>
                <a:cubicBezTo>
                  <a:pt x="715650" y="147636"/>
                  <a:pt x="716574" y="149534"/>
                  <a:pt x="717843" y="150611"/>
                </a:cubicBezTo>
                <a:cubicBezTo>
                  <a:pt x="719113" y="151686"/>
                  <a:pt x="720594" y="152223"/>
                  <a:pt x="722286" y="152223"/>
                </a:cubicBezTo>
                <a:cubicBezTo>
                  <a:pt x="724364" y="152223"/>
                  <a:pt x="727134" y="151569"/>
                  <a:pt x="730596" y="150261"/>
                </a:cubicBezTo>
                <a:lnTo>
                  <a:pt x="731865" y="154416"/>
                </a:lnTo>
                <a:lnTo>
                  <a:pt x="700474" y="167342"/>
                </a:lnTo>
                <a:lnTo>
                  <a:pt x="695166" y="167342"/>
                </a:lnTo>
                <a:lnTo>
                  <a:pt x="695166" y="152230"/>
                </a:lnTo>
                <a:moveTo>
                  <a:pt x="695166" y="144170"/>
                </a:moveTo>
                <a:lnTo>
                  <a:pt x="695166" y="89834"/>
                </a:lnTo>
                <a:cubicBezTo>
                  <a:pt x="694704" y="84615"/>
                  <a:pt x="693319" y="79856"/>
                  <a:pt x="691011" y="75560"/>
                </a:cubicBezTo>
                <a:cubicBezTo>
                  <a:pt x="688703" y="71261"/>
                  <a:pt x="685644" y="68019"/>
                  <a:pt x="681836" y="65833"/>
                </a:cubicBezTo>
                <a:cubicBezTo>
                  <a:pt x="678027" y="63645"/>
                  <a:pt x="674315" y="62551"/>
                  <a:pt x="670699" y="62551"/>
                </a:cubicBezTo>
                <a:cubicBezTo>
                  <a:pt x="663928" y="62551"/>
                  <a:pt x="657889" y="65583"/>
                  <a:pt x="652580" y="71647"/>
                </a:cubicBezTo>
                <a:cubicBezTo>
                  <a:pt x="645579" y="79627"/>
                  <a:pt x="642078" y="91291"/>
                  <a:pt x="642078" y="106641"/>
                </a:cubicBezTo>
                <a:cubicBezTo>
                  <a:pt x="642078" y="122144"/>
                  <a:pt x="645463" y="134021"/>
                  <a:pt x="652234" y="142273"/>
                </a:cubicBezTo>
                <a:cubicBezTo>
                  <a:pt x="659004" y="150522"/>
                  <a:pt x="666544" y="154647"/>
                  <a:pt x="674854" y="154647"/>
                </a:cubicBezTo>
                <a:cubicBezTo>
                  <a:pt x="681855" y="154647"/>
                  <a:pt x="688626" y="151154"/>
                  <a:pt x="695166" y="14417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F6D27A-A133-45FF-BFFA-93747CB3E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8385" y="845892"/>
            <a:ext cx="860742" cy="345854"/>
          </a:xfrm>
          <a:custGeom xmlns:a="http://schemas.openxmlformats.org/drawingml/2006/main">
            <a:pathLst>
              <a:path w="860742" h="345854">
                <a:moveTo>
                  <a:pt x="407" y="57500"/>
                </a:moveTo>
                <a:cubicBezTo>
                  <a:pt x="0" y="25763"/>
                  <a:pt x="25763" y="0"/>
                  <a:pt x="57132" y="775"/>
                </a:cubicBezTo>
                <a:lnTo>
                  <a:pt x="802441" y="775"/>
                </a:lnTo>
                <a:cubicBezTo>
                  <a:pt x="834624" y="0"/>
                  <a:pt x="860387" y="25763"/>
                  <a:pt x="860742" y="57500"/>
                </a:cubicBezTo>
                <a:lnTo>
                  <a:pt x="860742" y="287553"/>
                </a:lnTo>
                <a:cubicBezTo>
                  <a:pt x="860387" y="319487"/>
                  <a:pt x="834624" y="345250"/>
                  <a:pt x="802441" y="345854"/>
                </a:cubicBezTo>
                <a:lnTo>
                  <a:pt x="57132" y="345854"/>
                </a:lnTo>
                <a:cubicBezTo>
                  <a:pt x="25763" y="345250"/>
                  <a:pt x="0" y="319487"/>
                  <a:pt x="407" y="287553"/>
                </a:cubicBezTo>
                <a:lnTo>
                  <a:pt x="407" y="57500"/>
                </a:lnTo>
              </a:path>
            </a:pathLst>
          </a:custGeom>
          <a:solidFill xmlns:a="http://schemas.openxmlformats.org/drawingml/2006/main">
            <a:srgbClr val="BDD7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9E4817-8860-4A9C-A109-4E8191C61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1820" y="839326"/>
            <a:ext cx="873518" cy="358381"/>
          </a:xfrm>
          <a:custGeom xmlns:a="http://schemas.openxmlformats.org/drawingml/2006/main">
            <a:pathLst>
              <a:path w="873518" h="358381">
                <a:moveTo>
                  <a:pt x="1313" y="307275"/>
                </a:moveTo>
                <a:lnTo>
                  <a:pt x="2876" y="313342"/>
                </a:lnTo>
                <a:lnTo>
                  <a:pt x="5029" y="319238"/>
                </a:lnTo>
                <a:lnTo>
                  <a:pt x="7734" y="324845"/>
                </a:lnTo>
                <a:lnTo>
                  <a:pt x="10951" y="330123"/>
                </a:lnTo>
                <a:lnTo>
                  <a:pt x="14641" y="335060"/>
                </a:lnTo>
                <a:lnTo>
                  <a:pt x="18777" y="339617"/>
                </a:lnTo>
                <a:lnTo>
                  <a:pt x="23320" y="343753"/>
                </a:lnTo>
                <a:lnTo>
                  <a:pt x="28258" y="347443"/>
                </a:lnTo>
                <a:lnTo>
                  <a:pt x="33549" y="350647"/>
                </a:lnTo>
                <a:lnTo>
                  <a:pt x="39156" y="353352"/>
                </a:lnTo>
                <a:lnTo>
                  <a:pt x="45052" y="355505"/>
                </a:lnTo>
                <a:lnTo>
                  <a:pt x="51118" y="357068"/>
                </a:lnTo>
                <a:lnTo>
                  <a:pt x="54349" y="357645"/>
                </a:lnTo>
                <a:lnTo>
                  <a:pt x="57566" y="358053"/>
                </a:lnTo>
                <a:lnTo>
                  <a:pt x="60809" y="358302"/>
                </a:lnTo>
                <a:lnTo>
                  <a:pt x="64026" y="358381"/>
                </a:lnTo>
                <a:lnTo>
                  <a:pt x="809492" y="358381"/>
                </a:lnTo>
                <a:lnTo>
                  <a:pt x="812696" y="358302"/>
                </a:lnTo>
                <a:lnTo>
                  <a:pt x="815952" y="358053"/>
                </a:lnTo>
                <a:lnTo>
                  <a:pt x="819169" y="357645"/>
                </a:lnTo>
                <a:lnTo>
                  <a:pt x="822399" y="357068"/>
                </a:lnTo>
                <a:lnTo>
                  <a:pt x="828466" y="355505"/>
                </a:lnTo>
                <a:lnTo>
                  <a:pt x="834362" y="353352"/>
                </a:lnTo>
                <a:lnTo>
                  <a:pt x="839969" y="350647"/>
                </a:lnTo>
                <a:lnTo>
                  <a:pt x="845260" y="347443"/>
                </a:lnTo>
                <a:lnTo>
                  <a:pt x="850197" y="343753"/>
                </a:lnTo>
                <a:lnTo>
                  <a:pt x="854741" y="339617"/>
                </a:lnTo>
                <a:lnTo>
                  <a:pt x="858877" y="335060"/>
                </a:lnTo>
                <a:lnTo>
                  <a:pt x="862567" y="330123"/>
                </a:lnTo>
                <a:lnTo>
                  <a:pt x="865784" y="324845"/>
                </a:lnTo>
                <a:lnTo>
                  <a:pt x="868489" y="319238"/>
                </a:lnTo>
                <a:lnTo>
                  <a:pt x="870642" y="313342"/>
                </a:lnTo>
                <a:lnTo>
                  <a:pt x="872205" y="307275"/>
                </a:lnTo>
                <a:lnTo>
                  <a:pt x="872783" y="304032"/>
                </a:lnTo>
                <a:lnTo>
                  <a:pt x="873190" y="300828"/>
                </a:lnTo>
                <a:lnTo>
                  <a:pt x="873439" y="297572"/>
                </a:lnTo>
                <a:lnTo>
                  <a:pt x="873518" y="294355"/>
                </a:lnTo>
                <a:lnTo>
                  <a:pt x="873518" y="64026"/>
                </a:lnTo>
                <a:lnTo>
                  <a:pt x="873439" y="60822"/>
                </a:lnTo>
                <a:lnTo>
                  <a:pt x="873190" y="57566"/>
                </a:lnTo>
                <a:lnTo>
                  <a:pt x="872783" y="54362"/>
                </a:lnTo>
                <a:lnTo>
                  <a:pt x="872205" y="51118"/>
                </a:lnTo>
                <a:lnTo>
                  <a:pt x="870642" y="45052"/>
                </a:lnTo>
                <a:lnTo>
                  <a:pt x="868489" y="39156"/>
                </a:lnTo>
                <a:lnTo>
                  <a:pt x="865784" y="33549"/>
                </a:lnTo>
                <a:lnTo>
                  <a:pt x="862567" y="28258"/>
                </a:lnTo>
                <a:lnTo>
                  <a:pt x="858877" y="23320"/>
                </a:lnTo>
                <a:lnTo>
                  <a:pt x="854741" y="18777"/>
                </a:lnTo>
                <a:lnTo>
                  <a:pt x="850197" y="14641"/>
                </a:lnTo>
                <a:lnTo>
                  <a:pt x="845260" y="10951"/>
                </a:lnTo>
                <a:lnTo>
                  <a:pt x="839969" y="7734"/>
                </a:lnTo>
                <a:lnTo>
                  <a:pt x="834362" y="5042"/>
                </a:lnTo>
                <a:lnTo>
                  <a:pt x="828466" y="2876"/>
                </a:lnTo>
                <a:lnTo>
                  <a:pt x="822399" y="1313"/>
                </a:lnTo>
                <a:lnTo>
                  <a:pt x="819169" y="735"/>
                </a:lnTo>
                <a:lnTo>
                  <a:pt x="815952" y="328"/>
                </a:lnTo>
                <a:lnTo>
                  <a:pt x="812696" y="79"/>
                </a:lnTo>
                <a:lnTo>
                  <a:pt x="809492" y="0"/>
                </a:lnTo>
                <a:lnTo>
                  <a:pt x="64026" y="0"/>
                </a:lnTo>
                <a:lnTo>
                  <a:pt x="60809" y="79"/>
                </a:lnTo>
                <a:lnTo>
                  <a:pt x="57566" y="328"/>
                </a:lnTo>
                <a:lnTo>
                  <a:pt x="54349" y="735"/>
                </a:lnTo>
                <a:lnTo>
                  <a:pt x="51118" y="1313"/>
                </a:lnTo>
                <a:lnTo>
                  <a:pt x="45052" y="2876"/>
                </a:lnTo>
                <a:lnTo>
                  <a:pt x="39156" y="5042"/>
                </a:lnTo>
                <a:lnTo>
                  <a:pt x="33549" y="7734"/>
                </a:lnTo>
                <a:lnTo>
                  <a:pt x="28258" y="10951"/>
                </a:lnTo>
                <a:lnTo>
                  <a:pt x="23320" y="14641"/>
                </a:lnTo>
                <a:lnTo>
                  <a:pt x="18777" y="18777"/>
                </a:lnTo>
                <a:lnTo>
                  <a:pt x="14641" y="23320"/>
                </a:lnTo>
                <a:lnTo>
                  <a:pt x="10951" y="28258"/>
                </a:lnTo>
                <a:lnTo>
                  <a:pt x="7734" y="33549"/>
                </a:lnTo>
                <a:lnTo>
                  <a:pt x="5029" y="39156"/>
                </a:lnTo>
                <a:lnTo>
                  <a:pt x="2876" y="45052"/>
                </a:lnTo>
                <a:lnTo>
                  <a:pt x="1313" y="51118"/>
                </a:lnTo>
                <a:lnTo>
                  <a:pt x="735" y="54362"/>
                </a:lnTo>
                <a:lnTo>
                  <a:pt x="328" y="57566"/>
                </a:lnTo>
                <a:lnTo>
                  <a:pt x="79" y="60822"/>
                </a:lnTo>
                <a:lnTo>
                  <a:pt x="0" y="64026"/>
                </a:lnTo>
                <a:lnTo>
                  <a:pt x="0" y="294355"/>
                </a:lnTo>
                <a:lnTo>
                  <a:pt x="79" y="297572"/>
                </a:lnTo>
                <a:lnTo>
                  <a:pt x="328" y="300828"/>
                </a:lnTo>
                <a:lnTo>
                  <a:pt x="735" y="304032"/>
                </a:lnTo>
                <a:lnTo>
                  <a:pt x="1313" y="307275"/>
                </a:lnTo>
                <a:close/>
                <a:moveTo>
                  <a:pt x="14151" y="53911"/>
                </a:moveTo>
                <a:lnTo>
                  <a:pt x="15408" y="49022"/>
                </a:lnTo>
                <a:lnTo>
                  <a:pt x="17144" y="44275"/>
                </a:lnTo>
                <a:lnTo>
                  <a:pt x="19294" y="39801"/>
                </a:lnTo>
                <a:lnTo>
                  <a:pt x="21841" y="35621"/>
                </a:lnTo>
                <a:lnTo>
                  <a:pt x="24743" y="31728"/>
                </a:lnTo>
                <a:lnTo>
                  <a:pt x="28071" y="28071"/>
                </a:lnTo>
                <a:lnTo>
                  <a:pt x="31728" y="24743"/>
                </a:lnTo>
                <a:lnTo>
                  <a:pt x="35621" y="21841"/>
                </a:lnTo>
                <a:lnTo>
                  <a:pt x="39751" y="19324"/>
                </a:lnTo>
                <a:lnTo>
                  <a:pt x="44317" y="17125"/>
                </a:lnTo>
                <a:lnTo>
                  <a:pt x="48898" y="15453"/>
                </a:lnTo>
                <a:lnTo>
                  <a:pt x="53925" y="14161"/>
                </a:lnTo>
                <a:lnTo>
                  <a:pt x="56302" y="13732"/>
                </a:lnTo>
                <a:lnTo>
                  <a:pt x="59001" y="13387"/>
                </a:lnTo>
                <a:lnTo>
                  <a:pt x="61559" y="13203"/>
                </a:lnTo>
                <a:lnTo>
                  <a:pt x="64276" y="13131"/>
                </a:lnTo>
                <a:lnTo>
                  <a:pt x="809242" y="13131"/>
                </a:lnTo>
                <a:lnTo>
                  <a:pt x="811958" y="13203"/>
                </a:lnTo>
                <a:lnTo>
                  <a:pt x="814517" y="13387"/>
                </a:lnTo>
                <a:lnTo>
                  <a:pt x="817216" y="13732"/>
                </a:lnTo>
                <a:lnTo>
                  <a:pt x="819592" y="14161"/>
                </a:lnTo>
                <a:lnTo>
                  <a:pt x="824620" y="15453"/>
                </a:lnTo>
                <a:lnTo>
                  <a:pt x="829198" y="17124"/>
                </a:lnTo>
                <a:lnTo>
                  <a:pt x="833815" y="19354"/>
                </a:lnTo>
                <a:lnTo>
                  <a:pt x="837897" y="21841"/>
                </a:lnTo>
                <a:lnTo>
                  <a:pt x="841790" y="24743"/>
                </a:lnTo>
                <a:lnTo>
                  <a:pt x="845447" y="28071"/>
                </a:lnTo>
                <a:lnTo>
                  <a:pt x="848775" y="31728"/>
                </a:lnTo>
                <a:lnTo>
                  <a:pt x="851676" y="35621"/>
                </a:lnTo>
                <a:lnTo>
                  <a:pt x="854164" y="39703"/>
                </a:lnTo>
                <a:lnTo>
                  <a:pt x="856376" y="44281"/>
                </a:lnTo>
                <a:lnTo>
                  <a:pt x="858110" y="49022"/>
                </a:lnTo>
                <a:lnTo>
                  <a:pt x="859367" y="53911"/>
                </a:lnTo>
                <a:lnTo>
                  <a:pt x="859784" y="56283"/>
                </a:lnTo>
                <a:lnTo>
                  <a:pt x="860135" y="59026"/>
                </a:lnTo>
                <a:lnTo>
                  <a:pt x="860335" y="61649"/>
                </a:lnTo>
                <a:lnTo>
                  <a:pt x="860308" y="61321"/>
                </a:lnTo>
                <a:lnTo>
                  <a:pt x="860387" y="64276"/>
                </a:lnTo>
                <a:lnTo>
                  <a:pt x="860387" y="294105"/>
                </a:lnTo>
                <a:lnTo>
                  <a:pt x="860308" y="297073"/>
                </a:lnTo>
                <a:lnTo>
                  <a:pt x="860335" y="296745"/>
                </a:lnTo>
                <a:lnTo>
                  <a:pt x="860135" y="299353"/>
                </a:lnTo>
                <a:lnTo>
                  <a:pt x="859784" y="302098"/>
                </a:lnTo>
                <a:lnTo>
                  <a:pt x="859359" y="304512"/>
                </a:lnTo>
                <a:lnTo>
                  <a:pt x="858120" y="309329"/>
                </a:lnTo>
                <a:lnTo>
                  <a:pt x="856375" y="314115"/>
                </a:lnTo>
                <a:lnTo>
                  <a:pt x="854193" y="318632"/>
                </a:lnTo>
                <a:lnTo>
                  <a:pt x="851676" y="322773"/>
                </a:lnTo>
                <a:lnTo>
                  <a:pt x="848778" y="326648"/>
                </a:lnTo>
                <a:lnTo>
                  <a:pt x="845377" y="330386"/>
                </a:lnTo>
                <a:lnTo>
                  <a:pt x="841869" y="333578"/>
                </a:lnTo>
                <a:lnTo>
                  <a:pt x="837808" y="336606"/>
                </a:lnTo>
                <a:lnTo>
                  <a:pt x="833723" y="339084"/>
                </a:lnTo>
                <a:lnTo>
                  <a:pt x="829196" y="341259"/>
                </a:lnTo>
                <a:lnTo>
                  <a:pt x="824612" y="342943"/>
                </a:lnTo>
                <a:lnTo>
                  <a:pt x="819592" y="344233"/>
                </a:lnTo>
                <a:lnTo>
                  <a:pt x="817216" y="344662"/>
                </a:lnTo>
                <a:lnTo>
                  <a:pt x="814747" y="344978"/>
                </a:lnTo>
                <a:lnTo>
                  <a:pt x="811972" y="345190"/>
                </a:lnTo>
                <a:lnTo>
                  <a:pt x="809242" y="345250"/>
                </a:lnTo>
                <a:lnTo>
                  <a:pt x="64276" y="345250"/>
                </a:lnTo>
                <a:lnTo>
                  <a:pt x="61546" y="345190"/>
                </a:lnTo>
                <a:lnTo>
                  <a:pt x="58771" y="344978"/>
                </a:lnTo>
                <a:lnTo>
                  <a:pt x="56302" y="344662"/>
                </a:lnTo>
                <a:lnTo>
                  <a:pt x="53925" y="344233"/>
                </a:lnTo>
                <a:lnTo>
                  <a:pt x="48906" y="342943"/>
                </a:lnTo>
                <a:lnTo>
                  <a:pt x="44319" y="341258"/>
                </a:lnTo>
                <a:lnTo>
                  <a:pt x="39842" y="339113"/>
                </a:lnTo>
                <a:lnTo>
                  <a:pt x="35710" y="336606"/>
                </a:lnTo>
                <a:lnTo>
                  <a:pt x="31648" y="333578"/>
                </a:lnTo>
                <a:lnTo>
                  <a:pt x="28141" y="330386"/>
                </a:lnTo>
                <a:lnTo>
                  <a:pt x="24740" y="326648"/>
                </a:lnTo>
                <a:lnTo>
                  <a:pt x="21841" y="322773"/>
                </a:lnTo>
                <a:lnTo>
                  <a:pt x="19265" y="318534"/>
                </a:lnTo>
                <a:lnTo>
                  <a:pt x="17146" y="314121"/>
                </a:lnTo>
                <a:lnTo>
                  <a:pt x="15397" y="309329"/>
                </a:lnTo>
                <a:lnTo>
                  <a:pt x="14159" y="304512"/>
                </a:lnTo>
                <a:lnTo>
                  <a:pt x="13734" y="302098"/>
                </a:lnTo>
                <a:lnTo>
                  <a:pt x="13383" y="299353"/>
                </a:lnTo>
                <a:lnTo>
                  <a:pt x="13183" y="296745"/>
                </a:lnTo>
                <a:lnTo>
                  <a:pt x="13210" y="297073"/>
                </a:lnTo>
                <a:lnTo>
                  <a:pt x="13131" y="294105"/>
                </a:lnTo>
                <a:lnTo>
                  <a:pt x="13131" y="64276"/>
                </a:lnTo>
                <a:lnTo>
                  <a:pt x="13210" y="61321"/>
                </a:lnTo>
                <a:lnTo>
                  <a:pt x="13183" y="61649"/>
                </a:lnTo>
                <a:lnTo>
                  <a:pt x="13383" y="59026"/>
                </a:lnTo>
                <a:lnTo>
                  <a:pt x="13734" y="56283"/>
                </a:lnTo>
                <a:lnTo>
                  <a:pt x="14151" y="5391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Text Step6">
            <a:extLst xmlns:a="http://schemas.openxmlformats.org/drawingml/2006/main">
              <a:ext uri="{FF2B5EF4-FFF2-40B4-BE49-F238E27FC236}">
                <a16:creationId xmlns:a16="http://schemas.microsoft.com/office/drawing/2014/main" id="{83B9A5BD-90A5-4C98-B19A-4B476F6B2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4547" y="939808"/>
            <a:ext cx="573565" cy="210504"/>
          </a:xfrm>
          <a:custGeom xmlns:a="http://schemas.openxmlformats.org/drawingml/2006/main">
            <a:pathLst>
              <a:path w="573565" h="210504">
                <a:moveTo>
                  <a:pt x="93596" y="0"/>
                </a:moveTo>
                <a:lnTo>
                  <a:pt x="93596" y="54242"/>
                </a:lnTo>
                <a:lnTo>
                  <a:pt x="89326" y="54242"/>
                </a:lnTo>
                <a:cubicBezTo>
                  <a:pt x="87941" y="43829"/>
                  <a:pt x="85460" y="35537"/>
                  <a:pt x="81882" y="29368"/>
                </a:cubicBezTo>
                <a:cubicBezTo>
                  <a:pt x="78304" y="23196"/>
                  <a:pt x="73207" y="18297"/>
                  <a:pt x="66590" y="14671"/>
                </a:cubicBezTo>
                <a:cubicBezTo>
                  <a:pt x="59974" y="11046"/>
                  <a:pt x="53126" y="9233"/>
                  <a:pt x="46048" y="9233"/>
                </a:cubicBezTo>
                <a:cubicBezTo>
                  <a:pt x="38046" y="9233"/>
                  <a:pt x="31429" y="11672"/>
                  <a:pt x="26198" y="16550"/>
                </a:cubicBezTo>
                <a:cubicBezTo>
                  <a:pt x="20966" y="21429"/>
                  <a:pt x="18350" y="26978"/>
                  <a:pt x="18350" y="33198"/>
                </a:cubicBezTo>
                <a:cubicBezTo>
                  <a:pt x="18350" y="37961"/>
                  <a:pt x="20004" y="42302"/>
                  <a:pt x="23312" y="46221"/>
                </a:cubicBezTo>
                <a:cubicBezTo>
                  <a:pt x="28083" y="51982"/>
                  <a:pt x="39431" y="59662"/>
                  <a:pt x="57358" y="69263"/>
                </a:cubicBezTo>
                <a:cubicBezTo>
                  <a:pt x="71976" y="77099"/>
                  <a:pt x="81959" y="83111"/>
                  <a:pt x="87306" y="87299"/>
                </a:cubicBezTo>
                <a:cubicBezTo>
                  <a:pt x="92653" y="91485"/>
                  <a:pt x="96770" y="96421"/>
                  <a:pt x="99655" y="102107"/>
                </a:cubicBezTo>
                <a:cubicBezTo>
                  <a:pt x="102540" y="107791"/>
                  <a:pt x="103983" y="113745"/>
                  <a:pt x="103983" y="119970"/>
                </a:cubicBezTo>
                <a:cubicBezTo>
                  <a:pt x="103983" y="131802"/>
                  <a:pt x="99386" y="142001"/>
                  <a:pt x="90191" y="150568"/>
                </a:cubicBezTo>
                <a:cubicBezTo>
                  <a:pt x="80997" y="159134"/>
                  <a:pt x="69168" y="163418"/>
                  <a:pt x="54703" y="163418"/>
                </a:cubicBezTo>
                <a:cubicBezTo>
                  <a:pt x="50164" y="163418"/>
                  <a:pt x="45894" y="163067"/>
                  <a:pt x="41893" y="162365"/>
                </a:cubicBezTo>
                <a:cubicBezTo>
                  <a:pt x="39508" y="161975"/>
                  <a:pt x="34565" y="160553"/>
                  <a:pt x="27063" y="158098"/>
                </a:cubicBezTo>
                <a:cubicBezTo>
                  <a:pt x="19562" y="155643"/>
                  <a:pt x="14811" y="154416"/>
                  <a:pt x="12810" y="154416"/>
                </a:cubicBezTo>
                <a:cubicBezTo>
                  <a:pt x="10887" y="154416"/>
                  <a:pt x="9367" y="155000"/>
                  <a:pt x="8252" y="156169"/>
                </a:cubicBezTo>
                <a:cubicBezTo>
                  <a:pt x="7136" y="157337"/>
                  <a:pt x="6309" y="159754"/>
                  <a:pt x="5770" y="163418"/>
                </a:cubicBezTo>
                <a:lnTo>
                  <a:pt x="1500" y="163418"/>
                </a:lnTo>
                <a:lnTo>
                  <a:pt x="1500" y="109638"/>
                </a:lnTo>
                <a:lnTo>
                  <a:pt x="5770" y="109638"/>
                </a:lnTo>
                <a:cubicBezTo>
                  <a:pt x="7771" y="120900"/>
                  <a:pt x="10464" y="129327"/>
                  <a:pt x="13849" y="134919"/>
                </a:cubicBezTo>
                <a:cubicBezTo>
                  <a:pt x="17234" y="140512"/>
                  <a:pt x="22408" y="145159"/>
                  <a:pt x="29371" y="148862"/>
                </a:cubicBezTo>
                <a:cubicBezTo>
                  <a:pt x="36334" y="152565"/>
                  <a:pt x="43970" y="154416"/>
                  <a:pt x="52280" y="154416"/>
                </a:cubicBezTo>
                <a:cubicBezTo>
                  <a:pt x="61897" y="154416"/>
                  <a:pt x="69495" y="151876"/>
                  <a:pt x="75073" y="146795"/>
                </a:cubicBezTo>
                <a:cubicBezTo>
                  <a:pt x="80651" y="141715"/>
                  <a:pt x="83440" y="135711"/>
                  <a:pt x="83440" y="128785"/>
                </a:cubicBezTo>
                <a:cubicBezTo>
                  <a:pt x="83440" y="124935"/>
                  <a:pt x="82382" y="121049"/>
                  <a:pt x="80266" y="117125"/>
                </a:cubicBezTo>
                <a:cubicBezTo>
                  <a:pt x="78150" y="113198"/>
                  <a:pt x="74861" y="109541"/>
                  <a:pt x="70399" y="106154"/>
                </a:cubicBezTo>
                <a:cubicBezTo>
                  <a:pt x="67398" y="103846"/>
                  <a:pt x="59204" y="98970"/>
                  <a:pt x="45817" y="91526"/>
                </a:cubicBezTo>
                <a:cubicBezTo>
                  <a:pt x="32430" y="84080"/>
                  <a:pt x="22908" y="78128"/>
                  <a:pt x="17254" y="73670"/>
                </a:cubicBezTo>
                <a:cubicBezTo>
                  <a:pt x="11599" y="69212"/>
                  <a:pt x="7309" y="64293"/>
                  <a:pt x="4386" y="58912"/>
                </a:cubicBezTo>
                <a:cubicBezTo>
                  <a:pt x="1462" y="53531"/>
                  <a:pt x="0" y="47613"/>
                  <a:pt x="0" y="41157"/>
                </a:cubicBezTo>
                <a:cubicBezTo>
                  <a:pt x="0" y="29936"/>
                  <a:pt x="4309" y="20272"/>
                  <a:pt x="12926" y="12165"/>
                </a:cubicBezTo>
                <a:cubicBezTo>
                  <a:pt x="21543" y="4055"/>
                  <a:pt x="32507" y="0"/>
                  <a:pt x="45817" y="0"/>
                </a:cubicBezTo>
                <a:cubicBezTo>
                  <a:pt x="54126" y="0"/>
                  <a:pt x="62936" y="2039"/>
                  <a:pt x="72245" y="6117"/>
                </a:cubicBezTo>
                <a:cubicBezTo>
                  <a:pt x="76554" y="8040"/>
                  <a:pt x="79593" y="9002"/>
                  <a:pt x="81363" y="9002"/>
                </a:cubicBezTo>
                <a:cubicBezTo>
                  <a:pt x="83363" y="9002"/>
                  <a:pt x="84998" y="8406"/>
                  <a:pt x="86268" y="7213"/>
                </a:cubicBezTo>
                <a:cubicBezTo>
                  <a:pt x="87537" y="6020"/>
                  <a:pt x="88556" y="3616"/>
                  <a:pt x="89326" y="0"/>
                </a:cubicBezTo>
                <a:lnTo>
                  <a:pt x="93596" y="0"/>
                </a:lnTo>
                <a:close/>
                <a:moveTo>
                  <a:pt x="154621" y="19389"/>
                </a:moveTo>
                <a:lnTo>
                  <a:pt x="154621" y="54242"/>
                </a:lnTo>
                <a:lnTo>
                  <a:pt x="179318" y="54242"/>
                </a:lnTo>
                <a:lnTo>
                  <a:pt x="179318" y="62090"/>
                </a:lnTo>
                <a:lnTo>
                  <a:pt x="154621" y="62320"/>
                </a:lnTo>
                <a:lnTo>
                  <a:pt x="154621" y="130966"/>
                </a:lnTo>
                <a:cubicBezTo>
                  <a:pt x="154621" y="137821"/>
                  <a:pt x="155602" y="142444"/>
                  <a:pt x="157564" y="144833"/>
                </a:cubicBezTo>
                <a:cubicBezTo>
                  <a:pt x="159526" y="147221"/>
                  <a:pt x="162045" y="148415"/>
                  <a:pt x="165123" y="148415"/>
                </a:cubicBezTo>
                <a:cubicBezTo>
                  <a:pt x="167662" y="148415"/>
                  <a:pt x="170124" y="147616"/>
                  <a:pt x="172509" y="146020"/>
                </a:cubicBezTo>
                <a:cubicBezTo>
                  <a:pt x="174894" y="144424"/>
                  <a:pt x="176741" y="142067"/>
                  <a:pt x="178049" y="138951"/>
                </a:cubicBezTo>
                <a:lnTo>
                  <a:pt x="182550" y="138951"/>
                </a:lnTo>
                <a:cubicBezTo>
                  <a:pt x="179857" y="146530"/>
                  <a:pt x="176048" y="152233"/>
                  <a:pt x="171124" y="156061"/>
                </a:cubicBezTo>
                <a:cubicBezTo>
                  <a:pt x="166200" y="159888"/>
                  <a:pt x="161122" y="161802"/>
                  <a:pt x="155890" y="161802"/>
                </a:cubicBezTo>
                <a:cubicBezTo>
                  <a:pt x="152351" y="161802"/>
                  <a:pt x="148889" y="160817"/>
                  <a:pt x="145504" y="158848"/>
                </a:cubicBezTo>
                <a:cubicBezTo>
                  <a:pt x="142118" y="156879"/>
                  <a:pt x="139618" y="154061"/>
                  <a:pt x="138002" y="150395"/>
                </a:cubicBezTo>
                <a:cubicBezTo>
                  <a:pt x="136386" y="146728"/>
                  <a:pt x="135579" y="141073"/>
                  <a:pt x="135579" y="133430"/>
                </a:cubicBezTo>
                <a:lnTo>
                  <a:pt x="135579" y="62090"/>
                </a:lnTo>
                <a:lnTo>
                  <a:pt x="118844" y="62090"/>
                </a:lnTo>
                <a:lnTo>
                  <a:pt x="118844" y="58389"/>
                </a:lnTo>
                <a:cubicBezTo>
                  <a:pt x="123076" y="56706"/>
                  <a:pt x="127404" y="53857"/>
                  <a:pt x="131828" y="49842"/>
                </a:cubicBezTo>
                <a:cubicBezTo>
                  <a:pt x="136252" y="45827"/>
                  <a:pt x="140195" y="41041"/>
                  <a:pt x="143657" y="35484"/>
                </a:cubicBezTo>
                <a:cubicBezTo>
                  <a:pt x="145427" y="32551"/>
                  <a:pt x="147889" y="27186"/>
                  <a:pt x="151043" y="19389"/>
                </a:cubicBezTo>
                <a:lnTo>
                  <a:pt x="154621" y="19389"/>
                </a:lnTo>
                <a:close/>
                <a:moveTo>
                  <a:pt x="207349" y="94173"/>
                </a:moveTo>
                <a:cubicBezTo>
                  <a:pt x="207272" y="109796"/>
                  <a:pt x="211081" y="122050"/>
                  <a:pt x="218775" y="130934"/>
                </a:cubicBezTo>
                <a:cubicBezTo>
                  <a:pt x="226469" y="139818"/>
                  <a:pt x="235509" y="144260"/>
                  <a:pt x="245896" y="144260"/>
                </a:cubicBezTo>
                <a:cubicBezTo>
                  <a:pt x="252820" y="144260"/>
                  <a:pt x="258841" y="142347"/>
                  <a:pt x="263957" y="138522"/>
                </a:cubicBezTo>
                <a:cubicBezTo>
                  <a:pt x="269073" y="134697"/>
                  <a:pt x="273363" y="128146"/>
                  <a:pt x="276825" y="118870"/>
                </a:cubicBezTo>
                <a:lnTo>
                  <a:pt x="280403" y="121189"/>
                </a:lnTo>
                <a:cubicBezTo>
                  <a:pt x="278787" y="131785"/>
                  <a:pt x="274094" y="141434"/>
                  <a:pt x="266323" y="150135"/>
                </a:cubicBezTo>
                <a:cubicBezTo>
                  <a:pt x="258552" y="158836"/>
                  <a:pt x="248819" y="163187"/>
                  <a:pt x="237125" y="163187"/>
                </a:cubicBezTo>
                <a:cubicBezTo>
                  <a:pt x="224430" y="163187"/>
                  <a:pt x="213562" y="158254"/>
                  <a:pt x="204522" y="148389"/>
                </a:cubicBezTo>
                <a:cubicBezTo>
                  <a:pt x="195482" y="138522"/>
                  <a:pt x="190961" y="125257"/>
                  <a:pt x="190961" y="108595"/>
                </a:cubicBezTo>
                <a:cubicBezTo>
                  <a:pt x="190961" y="90553"/>
                  <a:pt x="195597" y="76484"/>
                  <a:pt x="204868" y="66388"/>
                </a:cubicBezTo>
                <a:cubicBezTo>
                  <a:pt x="214139" y="56290"/>
                  <a:pt x="225776" y="51241"/>
                  <a:pt x="239779" y="51241"/>
                </a:cubicBezTo>
                <a:cubicBezTo>
                  <a:pt x="251628" y="51241"/>
                  <a:pt x="261360" y="55136"/>
                  <a:pt x="268977" y="62926"/>
                </a:cubicBezTo>
                <a:cubicBezTo>
                  <a:pt x="276594" y="70714"/>
                  <a:pt x="280403" y="81129"/>
                  <a:pt x="280403" y="94173"/>
                </a:cubicBezTo>
                <a:lnTo>
                  <a:pt x="207349" y="94173"/>
                </a:lnTo>
                <a:moveTo>
                  <a:pt x="207349" y="87479"/>
                </a:moveTo>
                <a:lnTo>
                  <a:pt x="256282" y="87479"/>
                </a:lnTo>
                <a:cubicBezTo>
                  <a:pt x="255898" y="80764"/>
                  <a:pt x="255090" y="76033"/>
                  <a:pt x="253859" y="73288"/>
                </a:cubicBezTo>
                <a:cubicBezTo>
                  <a:pt x="251935" y="69013"/>
                  <a:pt x="249069" y="65655"/>
                  <a:pt x="245261" y="63215"/>
                </a:cubicBezTo>
                <a:cubicBezTo>
                  <a:pt x="241452" y="60772"/>
                  <a:pt x="237471" y="59551"/>
                  <a:pt x="233316" y="59551"/>
                </a:cubicBezTo>
                <a:cubicBezTo>
                  <a:pt x="226930" y="59551"/>
                  <a:pt x="221218" y="62011"/>
                  <a:pt x="216178" y="66933"/>
                </a:cubicBezTo>
                <a:cubicBezTo>
                  <a:pt x="211139" y="71855"/>
                  <a:pt x="208196" y="78703"/>
                  <a:pt x="207349" y="87479"/>
                </a:cubicBezTo>
                <a:close/>
                <a:moveTo>
                  <a:pt x="287007" y="64398"/>
                </a:moveTo>
                <a:lnTo>
                  <a:pt x="319552" y="51472"/>
                </a:lnTo>
                <a:lnTo>
                  <a:pt x="323938" y="51472"/>
                </a:lnTo>
                <a:lnTo>
                  <a:pt x="323938" y="76285"/>
                </a:lnTo>
                <a:cubicBezTo>
                  <a:pt x="329400" y="67018"/>
                  <a:pt x="334882" y="60528"/>
                  <a:pt x="340383" y="56813"/>
                </a:cubicBezTo>
                <a:cubicBezTo>
                  <a:pt x="345884" y="53099"/>
                  <a:pt x="351674" y="51241"/>
                  <a:pt x="357752" y="51241"/>
                </a:cubicBezTo>
                <a:cubicBezTo>
                  <a:pt x="368370" y="51241"/>
                  <a:pt x="377218" y="55391"/>
                  <a:pt x="384296" y="63691"/>
                </a:cubicBezTo>
                <a:cubicBezTo>
                  <a:pt x="392990" y="73837"/>
                  <a:pt x="397337" y="87057"/>
                  <a:pt x="397337" y="103351"/>
                </a:cubicBezTo>
                <a:cubicBezTo>
                  <a:pt x="397337" y="121567"/>
                  <a:pt x="392105" y="136631"/>
                  <a:pt x="381642" y="148545"/>
                </a:cubicBezTo>
                <a:cubicBezTo>
                  <a:pt x="373024" y="158306"/>
                  <a:pt x="362176" y="163187"/>
                  <a:pt x="349097" y="163187"/>
                </a:cubicBezTo>
                <a:cubicBezTo>
                  <a:pt x="343403" y="163187"/>
                  <a:pt x="338479" y="162379"/>
                  <a:pt x="334324" y="160763"/>
                </a:cubicBezTo>
                <a:cubicBezTo>
                  <a:pt x="331247" y="159609"/>
                  <a:pt x="327784" y="157301"/>
                  <a:pt x="323938" y="153839"/>
                </a:cubicBezTo>
                <a:lnTo>
                  <a:pt x="323938" y="186038"/>
                </a:lnTo>
                <a:cubicBezTo>
                  <a:pt x="323938" y="193311"/>
                  <a:pt x="324380" y="197934"/>
                  <a:pt x="325265" y="199908"/>
                </a:cubicBezTo>
                <a:cubicBezTo>
                  <a:pt x="326150" y="201882"/>
                  <a:pt x="327688" y="203449"/>
                  <a:pt x="329881" y="204608"/>
                </a:cubicBezTo>
                <a:cubicBezTo>
                  <a:pt x="332074" y="205769"/>
                  <a:pt x="336055" y="206350"/>
                  <a:pt x="341826" y="206350"/>
                </a:cubicBezTo>
                <a:lnTo>
                  <a:pt x="341826" y="210504"/>
                </a:lnTo>
                <a:lnTo>
                  <a:pt x="286430" y="210504"/>
                </a:lnTo>
                <a:lnTo>
                  <a:pt x="286430" y="206350"/>
                </a:lnTo>
                <a:lnTo>
                  <a:pt x="289315" y="206350"/>
                </a:lnTo>
                <a:cubicBezTo>
                  <a:pt x="293547" y="206427"/>
                  <a:pt x="297163" y="205614"/>
                  <a:pt x="300164" y="203912"/>
                </a:cubicBezTo>
                <a:cubicBezTo>
                  <a:pt x="301625" y="203060"/>
                  <a:pt x="302760" y="201688"/>
                  <a:pt x="303568" y="199793"/>
                </a:cubicBezTo>
                <a:cubicBezTo>
                  <a:pt x="304376" y="197898"/>
                  <a:pt x="304780" y="193082"/>
                  <a:pt x="304780" y="185345"/>
                </a:cubicBezTo>
                <a:lnTo>
                  <a:pt x="304780" y="85171"/>
                </a:lnTo>
                <a:cubicBezTo>
                  <a:pt x="304780" y="78278"/>
                  <a:pt x="304472" y="73902"/>
                  <a:pt x="303857" y="72043"/>
                </a:cubicBezTo>
                <a:cubicBezTo>
                  <a:pt x="303241" y="70183"/>
                  <a:pt x="302260" y="68789"/>
                  <a:pt x="300914" y="67864"/>
                </a:cubicBezTo>
                <a:cubicBezTo>
                  <a:pt x="299567" y="66938"/>
                  <a:pt x="297740" y="66475"/>
                  <a:pt x="295432" y="66475"/>
                </a:cubicBezTo>
                <a:cubicBezTo>
                  <a:pt x="293585" y="66475"/>
                  <a:pt x="291239" y="67014"/>
                  <a:pt x="288392" y="68091"/>
                </a:cubicBezTo>
                <a:lnTo>
                  <a:pt x="287007" y="64398"/>
                </a:lnTo>
                <a:moveTo>
                  <a:pt x="323938" y="83094"/>
                </a:moveTo>
                <a:lnTo>
                  <a:pt x="323938" y="122563"/>
                </a:lnTo>
                <a:cubicBezTo>
                  <a:pt x="323938" y="131104"/>
                  <a:pt x="324284" y="136720"/>
                  <a:pt x="324976" y="139413"/>
                </a:cubicBezTo>
                <a:cubicBezTo>
                  <a:pt x="326053" y="143875"/>
                  <a:pt x="328689" y="147799"/>
                  <a:pt x="332882" y="151185"/>
                </a:cubicBezTo>
                <a:cubicBezTo>
                  <a:pt x="337075" y="154570"/>
                  <a:pt x="342364" y="156262"/>
                  <a:pt x="348750" y="156262"/>
                </a:cubicBezTo>
                <a:cubicBezTo>
                  <a:pt x="356444" y="156262"/>
                  <a:pt x="362676" y="153262"/>
                  <a:pt x="367446" y="147261"/>
                </a:cubicBezTo>
                <a:cubicBezTo>
                  <a:pt x="373678" y="139413"/>
                  <a:pt x="376794" y="128372"/>
                  <a:pt x="376794" y="114139"/>
                </a:cubicBezTo>
                <a:cubicBezTo>
                  <a:pt x="376794" y="97981"/>
                  <a:pt x="373255" y="85556"/>
                  <a:pt x="366177" y="76862"/>
                </a:cubicBezTo>
                <a:cubicBezTo>
                  <a:pt x="361253" y="70861"/>
                  <a:pt x="355405" y="67860"/>
                  <a:pt x="348635" y="67860"/>
                </a:cubicBezTo>
                <a:cubicBezTo>
                  <a:pt x="344942" y="67860"/>
                  <a:pt x="341287" y="68783"/>
                  <a:pt x="337671" y="70630"/>
                </a:cubicBezTo>
                <a:cubicBezTo>
                  <a:pt x="334901" y="72015"/>
                  <a:pt x="330323" y="76169"/>
                  <a:pt x="323938" y="83094"/>
                </a:cubicBezTo>
                <a:close/>
                <a:moveTo>
                  <a:pt x="570449" y="231"/>
                </a:moveTo>
                <a:lnTo>
                  <a:pt x="570449" y="4847"/>
                </a:lnTo>
                <a:cubicBezTo>
                  <a:pt x="560293" y="5840"/>
                  <a:pt x="552003" y="7847"/>
                  <a:pt x="545579" y="10866"/>
                </a:cubicBezTo>
                <a:cubicBezTo>
                  <a:pt x="539154" y="13884"/>
                  <a:pt x="532807" y="18488"/>
                  <a:pt x="526536" y="24679"/>
                </a:cubicBezTo>
                <a:cubicBezTo>
                  <a:pt x="520266" y="30868"/>
                  <a:pt x="515072" y="37765"/>
                  <a:pt x="510956" y="45370"/>
                </a:cubicBezTo>
                <a:cubicBezTo>
                  <a:pt x="506840" y="52972"/>
                  <a:pt x="503397" y="62009"/>
                  <a:pt x="500627" y="72480"/>
                </a:cubicBezTo>
                <a:cubicBezTo>
                  <a:pt x="511706" y="64784"/>
                  <a:pt x="522824" y="60935"/>
                  <a:pt x="533980" y="60935"/>
                </a:cubicBezTo>
                <a:cubicBezTo>
                  <a:pt x="544675" y="60935"/>
                  <a:pt x="553946" y="65254"/>
                  <a:pt x="561794" y="73890"/>
                </a:cubicBezTo>
                <a:cubicBezTo>
                  <a:pt x="569641" y="82526"/>
                  <a:pt x="573565" y="93631"/>
                  <a:pt x="573565" y="107203"/>
                </a:cubicBezTo>
                <a:cubicBezTo>
                  <a:pt x="573565" y="120312"/>
                  <a:pt x="569603" y="132265"/>
                  <a:pt x="561678" y="143063"/>
                </a:cubicBezTo>
                <a:cubicBezTo>
                  <a:pt x="552138" y="156171"/>
                  <a:pt x="539520" y="162725"/>
                  <a:pt x="523824" y="162725"/>
                </a:cubicBezTo>
                <a:cubicBezTo>
                  <a:pt x="513130" y="162725"/>
                  <a:pt x="504051" y="159186"/>
                  <a:pt x="496588" y="152108"/>
                </a:cubicBezTo>
                <a:cubicBezTo>
                  <a:pt x="481970" y="138336"/>
                  <a:pt x="474660" y="120486"/>
                  <a:pt x="474660" y="98558"/>
                </a:cubicBezTo>
                <a:cubicBezTo>
                  <a:pt x="474660" y="84556"/>
                  <a:pt x="477469" y="71245"/>
                  <a:pt x="483085" y="58627"/>
                </a:cubicBezTo>
                <a:cubicBezTo>
                  <a:pt x="488702" y="46009"/>
                  <a:pt x="496723" y="34815"/>
                  <a:pt x="507148" y="25044"/>
                </a:cubicBezTo>
                <a:cubicBezTo>
                  <a:pt x="517573" y="15272"/>
                  <a:pt x="527556" y="8694"/>
                  <a:pt x="537096" y="5309"/>
                </a:cubicBezTo>
                <a:cubicBezTo>
                  <a:pt x="546637" y="1923"/>
                  <a:pt x="555523" y="231"/>
                  <a:pt x="563755" y="231"/>
                </a:cubicBezTo>
                <a:lnTo>
                  <a:pt x="570449" y="231"/>
                </a:lnTo>
                <a:moveTo>
                  <a:pt x="498665" y="80915"/>
                </a:moveTo>
                <a:cubicBezTo>
                  <a:pt x="497280" y="91317"/>
                  <a:pt x="496588" y="99714"/>
                  <a:pt x="496588" y="106107"/>
                </a:cubicBezTo>
                <a:cubicBezTo>
                  <a:pt x="496588" y="113503"/>
                  <a:pt x="497954" y="121534"/>
                  <a:pt x="500685" y="130202"/>
                </a:cubicBezTo>
                <a:cubicBezTo>
                  <a:pt x="503416" y="138870"/>
                  <a:pt x="507475" y="145746"/>
                  <a:pt x="512860" y="150831"/>
                </a:cubicBezTo>
                <a:cubicBezTo>
                  <a:pt x="516784" y="154452"/>
                  <a:pt x="521555" y="156262"/>
                  <a:pt x="527171" y="156262"/>
                </a:cubicBezTo>
                <a:cubicBezTo>
                  <a:pt x="533865" y="156262"/>
                  <a:pt x="539847" y="153104"/>
                  <a:pt x="545117" y="146788"/>
                </a:cubicBezTo>
                <a:cubicBezTo>
                  <a:pt x="550387" y="140470"/>
                  <a:pt x="553022" y="131455"/>
                  <a:pt x="553022" y="119743"/>
                </a:cubicBezTo>
                <a:cubicBezTo>
                  <a:pt x="553022" y="106570"/>
                  <a:pt x="550407" y="95168"/>
                  <a:pt x="545175" y="85539"/>
                </a:cubicBezTo>
                <a:cubicBezTo>
                  <a:pt x="539943" y="75907"/>
                  <a:pt x="532518" y="71091"/>
                  <a:pt x="522901" y="71091"/>
                </a:cubicBezTo>
                <a:cubicBezTo>
                  <a:pt x="519977" y="71091"/>
                  <a:pt x="516842" y="71708"/>
                  <a:pt x="513495" y="72941"/>
                </a:cubicBezTo>
                <a:cubicBezTo>
                  <a:pt x="510148" y="74173"/>
                  <a:pt x="505205" y="76830"/>
                  <a:pt x="498665" y="8091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3d4a0d54d644d5"/>
          <a:stretch xmlns:a="http://schemas.openxmlformats.org/drawingml/2006/main"/>
        </p:blipFill>
        <p:spPr>
          <a:xfrm xmlns:a="http://schemas.openxmlformats.org/drawingml/2006/main">
            <a:off x="9092102" y="212029"/>
            <a:ext cx="735854" cy="689417"/>
          </a:xfrm>
          <a:prstGeom xmlns:a="http://schemas.openxmlformats.org/drawingml/2006/main" prst="rect">
            <a:avLst/>
          </a:prstGeom>
        </p:spPr>
      </p:pic>
      <p:pic>
        <p:nvPicPr>
          <p:cNvPr id="1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0d8222366f4be5"/>
          <a:stretch xmlns:a="http://schemas.openxmlformats.org/drawingml/2006/main"/>
        </p:blipFill>
        <p:spPr>
          <a:xfrm xmlns:a="http://schemas.openxmlformats.org/drawingml/2006/main">
            <a:off x="9932427" y="3900381"/>
            <a:ext cx="785328" cy="779974"/>
          </a:xfrm>
          <a:prstGeom xmlns:a="http://schemas.openxmlformats.org/drawingml/2006/main" prst="rect">
            <a:avLst/>
          </a:prstGeom>
        </p:spPr>
      </p:pic>
      <p:sp>
        <p:nvSpPr>
          <p:cNvPr id="65" name="Text Same">
            <a:extLst xmlns:a="http://schemas.openxmlformats.org/drawingml/2006/main">
              <a:ext uri="{FF2B5EF4-FFF2-40B4-BE49-F238E27FC236}">
                <a16:creationId xmlns:a16="http://schemas.microsoft.com/office/drawing/2014/main" id="{78E2D84C-5DD1-4616-AA97-D3FD3902A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7718" y="2853633"/>
            <a:ext cx="503627" cy="163418"/>
          </a:xfrm>
          <a:custGeom xmlns:a="http://schemas.openxmlformats.org/drawingml/2006/main">
            <a:pathLst>
              <a:path w="503627" h="163418">
                <a:moveTo>
                  <a:pt x="93596" y="0"/>
                </a:moveTo>
                <a:lnTo>
                  <a:pt x="93596" y="54242"/>
                </a:lnTo>
                <a:lnTo>
                  <a:pt x="89326" y="54242"/>
                </a:lnTo>
                <a:cubicBezTo>
                  <a:pt x="87941" y="43829"/>
                  <a:pt x="85460" y="35537"/>
                  <a:pt x="81882" y="29368"/>
                </a:cubicBezTo>
                <a:cubicBezTo>
                  <a:pt x="78304" y="23196"/>
                  <a:pt x="73207" y="18297"/>
                  <a:pt x="66590" y="14671"/>
                </a:cubicBezTo>
                <a:cubicBezTo>
                  <a:pt x="59974" y="11046"/>
                  <a:pt x="53126" y="9233"/>
                  <a:pt x="46048" y="9233"/>
                </a:cubicBezTo>
                <a:cubicBezTo>
                  <a:pt x="38046" y="9233"/>
                  <a:pt x="31429" y="11672"/>
                  <a:pt x="26198" y="16550"/>
                </a:cubicBezTo>
                <a:cubicBezTo>
                  <a:pt x="20966" y="21429"/>
                  <a:pt x="18350" y="26978"/>
                  <a:pt x="18350" y="33198"/>
                </a:cubicBezTo>
                <a:cubicBezTo>
                  <a:pt x="18350" y="37961"/>
                  <a:pt x="20004" y="42302"/>
                  <a:pt x="23312" y="46221"/>
                </a:cubicBezTo>
                <a:cubicBezTo>
                  <a:pt x="28083" y="51982"/>
                  <a:pt x="39431" y="59662"/>
                  <a:pt x="57358" y="69263"/>
                </a:cubicBezTo>
                <a:cubicBezTo>
                  <a:pt x="71976" y="77099"/>
                  <a:pt x="81959" y="83111"/>
                  <a:pt x="87306" y="87299"/>
                </a:cubicBezTo>
                <a:cubicBezTo>
                  <a:pt x="92653" y="91485"/>
                  <a:pt x="96770" y="96421"/>
                  <a:pt x="99655" y="102107"/>
                </a:cubicBezTo>
                <a:cubicBezTo>
                  <a:pt x="102540" y="107791"/>
                  <a:pt x="103983" y="113745"/>
                  <a:pt x="103983" y="119970"/>
                </a:cubicBezTo>
                <a:cubicBezTo>
                  <a:pt x="103983" y="131802"/>
                  <a:pt x="99386" y="142001"/>
                  <a:pt x="90191" y="150568"/>
                </a:cubicBezTo>
                <a:cubicBezTo>
                  <a:pt x="80997" y="159134"/>
                  <a:pt x="69168" y="163418"/>
                  <a:pt x="54703" y="163418"/>
                </a:cubicBezTo>
                <a:cubicBezTo>
                  <a:pt x="50164" y="163418"/>
                  <a:pt x="45894" y="163067"/>
                  <a:pt x="41893" y="162365"/>
                </a:cubicBezTo>
                <a:cubicBezTo>
                  <a:pt x="39508" y="161975"/>
                  <a:pt x="34565" y="160553"/>
                  <a:pt x="27063" y="158098"/>
                </a:cubicBezTo>
                <a:cubicBezTo>
                  <a:pt x="19562" y="155643"/>
                  <a:pt x="14811" y="154416"/>
                  <a:pt x="12810" y="154416"/>
                </a:cubicBezTo>
                <a:cubicBezTo>
                  <a:pt x="10887" y="154416"/>
                  <a:pt x="9367" y="155000"/>
                  <a:pt x="8252" y="156169"/>
                </a:cubicBezTo>
                <a:cubicBezTo>
                  <a:pt x="7136" y="157337"/>
                  <a:pt x="6309" y="159754"/>
                  <a:pt x="5770" y="163418"/>
                </a:cubicBezTo>
                <a:lnTo>
                  <a:pt x="1500" y="163418"/>
                </a:lnTo>
                <a:lnTo>
                  <a:pt x="1500" y="109638"/>
                </a:lnTo>
                <a:lnTo>
                  <a:pt x="5770" y="109638"/>
                </a:lnTo>
                <a:cubicBezTo>
                  <a:pt x="7771" y="120900"/>
                  <a:pt x="10464" y="129327"/>
                  <a:pt x="13849" y="134919"/>
                </a:cubicBezTo>
                <a:cubicBezTo>
                  <a:pt x="17234" y="140512"/>
                  <a:pt x="22408" y="145159"/>
                  <a:pt x="29371" y="148862"/>
                </a:cubicBezTo>
                <a:cubicBezTo>
                  <a:pt x="36334" y="152565"/>
                  <a:pt x="43970" y="154416"/>
                  <a:pt x="52280" y="154416"/>
                </a:cubicBezTo>
                <a:cubicBezTo>
                  <a:pt x="61897" y="154416"/>
                  <a:pt x="69495" y="151876"/>
                  <a:pt x="75073" y="146795"/>
                </a:cubicBezTo>
                <a:cubicBezTo>
                  <a:pt x="80651" y="141715"/>
                  <a:pt x="83440" y="135711"/>
                  <a:pt x="83440" y="128785"/>
                </a:cubicBezTo>
                <a:cubicBezTo>
                  <a:pt x="83440" y="124935"/>
                  <a:pt x="82382" y="121049"/>
                  <a:pt x="80266" y="117125"/>
                </a:cubicBezTo>
                <a:cubicBezTo>
                  <a:pt x="78150" y="113198"/>
                  <a:pt x="74861" y="109541"/>
                  <a:pt x="70399" y="106154"/>
                </a:cubicBezTo>
                <a:cubicBezTo>
                  <a:pt x="67398" y="103846"/>
                  <a:pt x="59204" y="98970"/>
                  <a:pt x="45817" y="91526"/>
                </a:cubicBezTo>
                <a:cubicBezTo>
                  <a:pt x="32430" y="84080"/>
                  <a:pt x="22908" y="78128"/>
                  <a:pt x="17254" y="73670"/>
                </a:cubicBezTo>
                <a:cubicBezTo>
                  <a:pt x="11599" y="69212"/>
                  <a:pt x="7309" y="64293"/>
                  <a:pt x="4386" y="58912"/>
                </a:cubicBezTo>
                <a:cubicBezTo>
                  <a:pt x="1462" y="53531"/>
                  <a:pt x="0" y="47613"/>
                  <a:pt x="0" y="41157"/>
                </a:cubicBezTo>
                <a:cubicBezTo>
                  <a:pt x="0" y="29936"/>
                  <a:pt x="4309" y="20272"/>
                  <a:pt x="12926" y="12165"/>
                </a:cubicBezTo>
                <a:cubicBezTo>
                  <a:pt x="21543" y="4055"/>
                  <a:pt x="32507" y="0"/>
                  <a:pt x="45817" y="0"/>
                </a:cubicBezTo>
                <a:cubicBezTo>
                  <a:pt x="54126" y="0"/>
                  <a:pt x="62936" y="2039"/>
                  <a:pt x="72245" y="6117"/>
                </a:cubicBezTo>
                <a:cubicBezTo>
                  <a:pt x="76554" y="8040"/>
                  <a:pt x="79593" y="9002"/>
                  <a:pt x="81363" y="9002"/>
                </a:cubicBezTo>
                <a:cubicBezTo>
                  <a:pt x="83363" y="9002"/>
                  <a:pt x="84998" y="8406"/>
                  <a:pt x="86268" y="7213"/>
                </a:cubicBezTo>
                <a:cubicBezTo>
                  <a:pt x="87537" y="6020"/>
                  <a:pt x="88556" y="3616"/>
                  <a:pt x="89326" y="0"/>
                </a:cubicBezTo>
                <a:lnTo>
                  <a:pt x="93596" y="0"/>
                </a:lnTo>
                <a:close/>
                <a:moveTo>
                  <a:pt x="183819" y="144844"/>
                </a:moveTo>
                <a:cubicBezTo>
                  <a:pt x="172970" y="153228"/>
                  <a:pt x="166161" y="158073"/>
                  <a:pt x="163392" y="159378"/>
                </a:cubicBezTo>
                <a:cubicBezTo>
                  <a:pt x="159237" y="161302"/>
                  <a:pt x="154813" y="162264"/>
                  <a:pt x="150120" y="162264"/>
                </a:cubicBezTo>
                <a:cubicBezTo>
                  <a:pt x="142810" y="162264"/>
                  <a:pt x="136790" y="159763"/>
                  <a:pt x="132058" y="154762"/>
                </a:cubicBezTo>
                <a:cubicBezTo>
                  <a:pt x="127327" y="149761"/>
                  <a:pt x="124961" y="143183"/>
                  <a:pt x="124961" y="135027"/>
                </a:cubicBezTo>
                <a:cubicBezTo>
                  <a:pt x="124961" y="129873"/>
                  <a:pt x="126115" y="125410"/>
                  <a:pt x="128423" y="121640"/>
                </a:cubicBezTo>
                <a:cubicBezTo>
                  <a:pt x="131577" y="116408"/>
                  <a:pt x="137059" y="111484"/>
                  <a:pt x="144869" y="106868"/>
                </a:cubicBezTo>
                <a:cubicBezTo>
                  <a:pt x="152678" y="102252"/>
                  <a:pt x="165661" y="96635"/>
                  <a:pt x="183819" y="90018"/>
                </a:cubicBezTo>
                <a:lnTo>
                  <a:pt x="183819" y="85878"/>
                </a:lnTo>
                <a:cubicBezTo>
                  <a:pt x="183819" y="75376"/>
                  <a:pt x="182145" y="68170"/>
                  <a:pt x="178799" y="64261"/>
                </a:cubicBezTo>
                <a:cubicBezTo>
                  <a:pt x="175452" y="60351"/>
                  <a:pt x="170585" y="58396"/>
                  <a:pt x="164199" y="58396"/>
                </a:cubicBezTo>
                <a:cubicBezTo>
                  <a:pt x="159352" y="58396"/>
                  <a:pt x="155505" y="59704"/>
                  <a:pt x="152659" y="62320"/>
                </a:cubicBezTo>
                <a:cubicBezTo>
                  <a:pt x="149735" y="64936"/>
                  <a:pt x="148273" y="67937"/>
                  <a:pt x="148273" y="71322"/>
                </a:cubicBezTo>
                <a:lnTo>
                  <a:pt x="148504" y="78016"/>
                </a:lnTo>
                <a:cubicBezTo>
                  <a:pt x="148504" y="81555"/>
                  <a:pt x="147600" y="84286"/>
                  <a:pt x="145792" y="86210"/>
                </a:cubicBezTo>
                <a:cubicBezTo>
                  <a:pt x="143984" y="88133"/>
                  <a:pt x="141618" y="89095"/>
                  <a:pt x="138694" y="89095"/>
                </a:cubicBezTo>
                <a:cubicBezTo>
                  <a:pt x="135848" y="89095"/>
                  <a:pt x="133520" y="88092"/>
                  <a:pt x="131712" y="86087"/>
                </a:cubicBezTo>
                <a:cubicBezTo>
                  <a:pt x="129904" y="84080"/>
                  <a:pt x="129000" y="81340"/>
                  <a:pt x="129000" y="77868"/>
                </a:cubicBezTo>
                <a:cubicBezTo>
                  <a:pt x="129000" y="71230"/>
                  <a:pt x="132385" y="65132"/>
                  <a:pt x="139156" y="59576"/>
                </a:cubicBezTo>
                <a:cubicBezTo>
                  <a:pt x="145926" y="54019"/>
                  <a:pt x="155428" y="51241"/>
                  <a:pt x="167662" y="51241"/>
                </a:cubicBezTo>
                <a:cubicBezTo>
                  <a:pt x="177048" y="51241"/>
                  <a:pt x="184742" y="52816"/>
                  <a:pt x="190743" y="55966"/>
                </a:cubicBezTo>
                <a:cubicBezTo>
                  <a:pt x="195283" y="58348"/>
                  <a:pt x="198629" y="62076"/>
                  <a:pt x="200784" y="67149"/>
                </a:cubicBezTo>
                <a:cubicBezTo>
                  <a:pt x="202169" y="70453"/>
                  <a:pt x="202861" y="77215"/>
                  <a:pt x="202861" y="87436"/>
                </a:cubicBezTo>
                <a:lnTo>
                  <a:pt x="202861" y="123285"/>
                </a:lnTo>
                <a:cubicBezTo>
                  <a:pt x="202861" y="133352"/>
                  <a:pt x="203053" y="139519"/>
                  <a:pt x="203438" y="141786"/>
                </a:cubicBezTo>
                <a:cubicBezTo>
                  <a:pt x="203823" y="144053"/>
                  <a:pt x="204458" y="145572"/>
                  <a:pt x="205342" y="146341"/>
                </a:cubicBezTo>
                <a:cubicBezTo>
                  <a:pt x="206227" y="147108"/>
                  <a:pt x="207247" y="147491"/>
                  <a:pt x="208401" y="147491"/>
                </a:cubicBezTo>
                <a:cubicBezTo>
                  <a:pt x="209632" y="147491"/>
                  <a:pt x="210709" y="147222"/>
                  <a:pt x="211632" y="146684"/>
                </a:cubicBezTo>
                <a:cubicBezTo>
                  <a:pt x="213248" y="145683"/>
                  <a:pt x="216364" y="142875"/>
                  <a:pt x="220980" y="138259"/>
                </a:cubicBezTo>
                <a:lnTo>
                  <a:pt x="220980" y="144722"/>
                </a:lnTo>
                <a:cubicBezTo>
                  <a:pt x="212363" y="156262"/>
                  <a:pt x="204131" y="162033"/>
                  <a:pt x="196283" y="162033"/>
                </a:cubicBezTo>
                <a:cubicBezTo>
                  <a:pt x="192513" y="162033"/>
                  <a:pt x="189512" y="160735"/>
                  <a:pt x="187281" y="158138"/>
                </a:cubicBezTo>
                <a:cubicBezTo>
                  <a:pt x="185050" y="155539"/>
                  <a:pt x="183896" y="151108"/>
                  <a:pt x="183819" y="144844"/>
                </a:cubicBezTo>
                <a:moveTo>
                  <a:pt x="183819" y="137361"/>
                </a:moveTo>
                <a:lnTo>
                  <a:pt x="183819" y="97174"/>
                </a:lnTo>
                <a:cubicBezTo>
                  <a:pt x="172201" y="101780"/>
                  <a:pt x="164700" y="105043"/>
                  <a:pt x="161314" y="106962"/>
                </a:cubicBezTo>
                <a:cubicBezTo>
                  <a:pt x="155236" y="110340"/>
                  <a:pt x="150889" y="113872"/>
                  <a:pt x="148273" y="117558"/>
                </a:cubicBezTo>
                <a:cubicBezTo>
                  <a:pt x="145657" y="121241"/>
                  <a:pt x="144349" y="125271"/>
                  <a:pt x="144349" y="129646"/>
                </a:cubicBezTo>
                <a:cubicBezTo>
                  <a:pt x="144349" y="135174"/>
                  <a:pt x="146003" y="139762"/>
                  <a:pt x="149312" y="143409"/>
                </a:cubicBezTo>
                <a:cubicBezTo>
                  <a:pt x="152620" y="147054"/>
                  <a:pt x="156429" y="148876"/>
                  <a:pt x="160737" y="148876"/>
                </a:cubicBezTo>
                <a:cubicBezTo>
                  <a:pt x="166585" y="148876"/>
                  <a:pt x="174278" y="145038"/>
                  <a:pt x="183819" y="137361"/>
                </a:cubicBezTo>
                <a:close/>
                <a:moveTo>
                  <a:pt x="260361" y="73944"/>
                </a:moveTo>
                <a:cubicBezTo>
                  <a:pt x="268055" y="66183"/>
                  <a:pt x="272594" y="61720"/>
                  <a:pt x="273979" y="60557"/>
                </a:cubicBezTo>
                <a:cubicBezTo>
                  <a:pt x="277441" y="57607"/>
                  <a:pt x="281173" y="55317"/>
                  <a:pt x="285173" y="53686"/>
                </a:cubicBezTo>
                <a:cubicBezTo>
                  <a:pt x="289174" y="52056"/>
                  <a:pt x="293137" y="51241"/>
                  <a:pt x="297060" y="51241"/>
                </a:cubicBezTo>
                <a:cubicBezTo>
                  <a:pt x="303677" y="51241"/>
                  <a:pt x="309371" y="53181"/>
                  <a:pt x="314141" y="57062"/>
                </a:cubicBezTo>
                <a:cubicBezTo>
                  <a:pt x="318911" y="60943"/>
                  <a:pt x="322104" y="66570"/>
                  <a:pt x="323720" y="73944"/>
                </a:cubicBezTo>
                <a:cubicBezTo>
                  <a:pt x="331644" y="64630"/>
                  <a:pt x="338338" y="58518"/>
                  <a:pt x="343801" y="55609"/>
                </a:cubicBezTo>
                <a:cubicBezTo>
                  <a:pt x="349263" y="52697"/>
                  <a:pt x="354880" y="51241"/>
                  <a:pt x="360650" y="51241"/>
                </a:cubicBezTo>
                <a:cubicBezTo>
                  <a:pt x="366267" y="51241"/>
                  <a:pt x="371249" y="52680"/>
                  <a:pt x="375596" y="55558"/>
                </a:cubicBezTo>
                <a:cubicBezTo>
                  <a:pt x="379943" y="58434"/>
                  <a:pt x="383386" y="63133"/>
                  <a:pt x="385925" y="69656"/>
                </a:cubicBezTo>
                <a:cubicBezTo>
                  <a:pt x="387617" y="74106"/>
                  <a:pt x="388464" y="81089"/>
                  <a:pt x="388464" y="90603"/>
                </a:cubicBezTo>
                <a:lnTo>
                  <a:pt x="388464" y="135951"/>
                </a:lnTo>
                <a:cubicBezTo>
                  <a:pt x="388464" y="142606"/>
                  <a:pt x="388964" y="147172"/>
                  <a:pt x="389964" y="149648"/>
                </a:cubicBezTo>
                <a:cubicBezTo>
                  <a:pt x="390733" y="151350"/>
                  <a:pt x="392157" y="152801"/>
                  <a:pt x="394234" y="154001"/>
                </a:cubicBezTo>
                <a:cubicBezTo>
                  <a:pt x="396311" y="155201"/>
                  <a:pt x="399697" y="155801"/>
                  <a:pt x="404390" y="155801"/>
                </a:cubicBezTo>
                <a:lnTo>
                  <a:pt x="404390" y="159956"/>
                </a:lnTo>
                <a:lnTo>
                  <a:pt x="352225" y="159956"/>
                </a:lnTo>
                <a:lnTo>
                  <a:pt x="352225" y="155801"/>
                </a:lnTo>
                <a:lnTo>
                  <a:pt x="354418" y="155801"/>
                </a:lnTo>
                <a:cubicBezTo>
                  <a:pt x="358958" y="155801"/>
                  <a:pt x="362497" y="154911"/>
                  <a:pt x="365036" y="153132"/>
                </a:cubicBezTo>
                <a:cubicBezTo>
                  <a:pt x="366805" y="151894"/>
                  <a:pt x="368075" y="149920"/>
                  <a:pt x="368844" y="147210"/>
                </a:cubicBezTo>
                <a:cubicBezTo>
                  <a:pt x="369152" y="145895"/>
                  <a:pt x="369306" y="142142"/>
                  <a:pt x="369306" y="135951"/>
                </a:cubicBezTo>
                <a:lnTo>
                  <a:pt x="369306" y="90776"/>
                </a:lnTo>
                <a:cubicBezTo>
                  <a:pt x="369306" y="82214"/>
                  <a:pt x="368267" y="76175"/>
                  <a:pt x="366190" y="72660"/>
                </a:cubicBezTo>
                <a:cubicBezTo>
                  <a:pt x="363189" y="67767"/>
                  <a:pt x="358381" y="65321"/>
                  <a:pt x="351764" y="65321"/>
                </a:cubicBezTo>
                <a:cubicBezTo>
                  <a:pt x="347686" y="65321"/>
                  <a:pt x="343589" y="66337"/>
                  <a:pt x="339473" y="68368"/>
                </a:cubicBezTo>
                <a:cubicBezTo>
                  <a:pt x="335357" y="70400"/>
                  <a:pt x="330375" y="74175"/>
                  <a:pt x="324528" y="79693"/>
                </a:cubicBezTo>
                <a:lnTo>
                  <a:pt x="324297" y="80959"/>
                </a:lnTo>
                <a:lnTo>
                  <a:pt x="324528" y="85885"/>
                </a:lnTo>
                <a:lnTo>
                  <a:pt x="324528" y="135951"/>
                </a:lnTo>
                <a:cubicBezTo>
                  <a:pt x="324528" y="143226"/>
                  <a:pt x="324931" y="147754"/>
                  <a:pt x="325739" y="149533"/>
                </a:cubicBezTo>
                <a:cubicBezTo>
                  <a:pt x="326547" y="151312"/>
                  <a:pt x="328067" y="152801"/>
                  <a:pt x="330298" y="154001"/>
                </a:cubicBezTo>
                <a:cubicBezTo>
                  <a:pt x="332529" y="155201"/>
                  <a:pt x="336338" y="155801"/>
                  <a:pt x="341723" y="155801"/>
                </a:cubicBezTo>
                <a:lnTo>
                  <a:pt x="341723" y="159956"/>
                </a:lnTo>
                <a:lnTo>
                  <a:pt x="288289" y="159956"/>
                </a:lnTo>
                <a:lnTo>
                  <a:pt x="288289" y="155801"/>
                </a:lnTo>
                <a:cubicBezTo>
                  <a:pt x="294137" y="155801"/>
                  <a:pt x="298157" y="155105"/>
                  <a:pt x="300350" y="153713"/>
                </a:cubicBezTo>
                <a:cubicBezTo>
                  <a:pt x="302542" y="152318"/>
                  <a:pt x="304062" y="150229"/>
                  <a:pt x="304908" y="147445"/>
                </a:cubicBezTo>
                <a:cubicBezTo>
                  <a:pt x="305293" y="146127"/>
                  <a:pt x="305485" y="142296"/>
                  <a:pt x="305485" y="135951"/>
                </a:cubicBezTo>
                <a:lnTo>
                  <a:pt x="305485" y="90804"/>
                </a:lnTo>
                <a:cubicBezTo>
                  <a:pt x="305485" y="82247"/>
                  <a:pt x="304216" y="76074"/>
                  <a:pt x="301677" y="72285"/>
                </a:cubicBezTo>
                <a:cubicBezTo>
                  <a:pt x="298291" y="67335"/>
                  <a:pt x="293560" y="64859"/>
                  <a:pt x="287482" y="64859"/>
                </a:cubicBezTo>
                <a:cubicBezTo>
                  <a:pt x="283327" y="64859"/>
                  <a:pt x="279211" y="65980"/>
                  <a:pt x="275133" y="68221"/>
                </a:cubicBezTo>
                <a:cubicBezTo>
                  <a:pt x="268747" y="71620"/>
                  <a:pt x="263823" y="75444"/>
                  <a:pt x="260361" y="79693"/>
                </a:cubicBezTo>
                <a:lnTo>
                  <a:pt x="260361" y="135951"/>
                </a:lnTo>
                <a:cubicBezTo>
                  <a:pt x="260361" y="142916"/>
                  <a:pt x="260842" y="147443"/>
                  <a:pt x="261803" y="149533"/>
                </a:cubicBezTo>
                <a:cubicBezTo>
                  <a:pt x="262765" y="151622"/>
                  <a:pt x="264188" y="153190"/>
                  <a:pt x="266073" y="154236"/>
                </a:cubicBezTo>
                <a:cubicBezTo>
                  <a:pt x="267958" y="155279"/>
                  <a:pt x="271786" y="155801"/>
                  <a:pt x="277556" y="155801"/>
                </a:cubicBezTo>
                <a:lnTo>
                  <a:pt x="277556" y="159956"/>
                </a:lnTo>
                <a:lnTo>
                  <a:pt x="225277" y="159956"/>
                </a:lnTo>
                <a:lnTo>
                  <a:pt x="225277" y="155801"/>
                </a:lnTo>
                <a:cubicBezTo>
                  <a:pt x="230124" y="155801"/>
                  <a:pt x="233509" y="155279"/>
                  <a:pt x="235433" y="154236"/>
                </a:cubicBezTo>
                <a:cubicBezTo>
                  <a:pt x="237356" y="153190"/>
                  <a:pt x="238818" y="151526"/>
                  <a:pt x="239818" y="149244"/>
                </a:cubicBezTo>
                <a:cubicBezTo>
                  <a:pt x="240818" y="146960"/>
                  <a:pt x="241318" y="142529"/>
                  <a:pt x="241318" y="135951"/>
                </a:cubicBezTo>
                <a:lnTo>
                  <a:pt x="241318" y="95789"/>
                </a:lnTo>
                <a:cubicBezTo>
                  <a:pt x="241318" y="84171"/>
                  <a:pt x="240972" y="76669"/>
                  <a:pt x="240280" y="73284"/>
                </a:cubicBezTo>
                <a:cubicBezTo>
                  <a:pt x="239741" y="70745"/>
                  <a:pt x="238895" y="68995"/>
                  <a:pt x="237741" y="68033"/>
                </a:cubicBezTo>
                <a:cubicBezTo>
                  <a:pt x="236587" y="67071"/>
                  <a:pt x="235009" y="66590"/>
                  <a:pt x="233009" y="66590"/>
                </a:cubicBezTo>
                <a:cubicBezTo>
                  <a:pt x="230855" y="66590"/>
                  <a:pt x="228277" y="67167"/>
                  <a:pt x="225277" y="68322"/>
                </a:cubicBezTo>
                <a:lnTo>
                  <a:pt x="223546" y="64167"/>
                </a:lnTo>
                <a:lnTo>
                  <a:pt x="255398" y="51241"/>
                </a:lnTo>
                <a:lnTo>
                  <a:pt x="260361" y="51241"/>
                </a:lnTo>
                <a:lnTo>
                  <a:pt x="260361" y="73944"/>
                </a:lnTo>
                <a:close/>
                <a:moveTo>
                  <a:pt x="430574" y="94173"/>
                </a:moveTo>
                <a:cubicBezTo>
                  <a:pt x="430497" y="109796"/>
                  <a:pt x="434305" y="122050"/>
                  <a:pt x="441999" y="130934"/>
                </a:cubicBezTo>
                <a:cubicBezTo>
                  <a:pt x="449693" y="139818"/>
                  <a:pt x="458733" y="144260"/>
                  <a:pt x="469120" y="144260"/>
                </a:cubicBezTo>
                <a:cubicBezTo>
                  <a:pt x="476045" y="144260"/>
                  <a:pt x="482065" y="142347"/>
                  <a:pt x="487181" y="138522"/>
                </a:cubicBezTo>
                <a:cubicBezTo>
                  <a:pt x="492298" y="134697"/>
                  <a:pt x="496587" y="128146"/>
                  <a:pt x="500049" y="118870"/>
                </a:cubicBezTo>
                <a:lnTo>
                  <a:pt x="503627" y="121189"/>
                </a:lnTo>
                <a:cubicBezTo>
                  <a:pt x="502011" y="131785"/>
                  <a:pt x="497318" y="141434"/>
                  <a:pt x="489547" y="150135"/>
                </a:cubicBezTo>
                <a:cubicBezTo>
                  <a:pt x="481777" y="158836"/>
                  <a:pt x="472044" y="163187"/>
                  <a:pt x="460349" y="163187"/>
                </a:cubicBezTo>
                <a:cubicBezTo>
                  <a:pt x="447654" y="163187"/>
                  <a:pt x="436787" y="158254"/>
                  <a:pt x="427746" y="148389"/>
                </a:cubicBezTo>
                <a:cubicBezTo>
                  <a:pt x="418706" y="138522"/>
                  <a:pt x="414186" y="125257"/>
                  <a:pt x="414186" y="108595"/>
                </a:cubicBezTo>
                <a:cubicBezTo>
                  <a:pt x="414186" y="90553"/>
                  <a:pt x="418821" y="76484"/>
                  <a:pt x="428093" y="66388"/>
                </a:cubicBezTo>
                <a:cubicBezTo>
                  <a:pt x="437364" y="56290"/>
                  <a:pt x="449001" y="51241"/>
                  <a:pt x="463003" y="51241"/>
                </a:cubicBezTo>
                <a:cubicBezTo>
                  <a:pt x="474852" y="51241"/>
                  <a:pt x="484585" y="55136"/>
                  <a:pt x="492202" y="62926"/>
                </a:cubicBezTo>
                <a:cubicBezTo>
                  <a:pt x="499819" y="70714"/>
                  <a:pt x="503627" y="81129"/>
                  <a:pt x="503627" y="94173"/>
                </a:cubicBezTo>
                <a:lnTo>
                  <a:pt x="430574" y="94173"/>
                </a:lnTo>
                <a:moveTo>
                  <a:pt x="430574" y="87479"/>
                </a:moveTo>
                <a:lnTo>
                  <a:pt x="479507" y="87479"/>
                </a:lnTo>
                <a:cubicBezTo>
                  <a:pt x="479122" y="80764"/>
                  <a:pt x="478314" y="76033"/>
                  <a:pt x="477083" y="73288"/>
                </a:cubicBezTo>
                <a:cubicBezTo>
                  <a:pt x="475160" y="69013"/>
                  <a:pt x="472294" y="65655"/>
                  <a:pt x="468485" y="63215"/>
                </a:cubicBezTo>
                <a:cubicBezTo>
                  <a:pt x="464677" y="60772"/>
                  <a:pt x="460695" y="59551"/>
                  <a:pt x="456541" y="59551"/>
                </a:cubicBezTo>
                <a:cubicBezTo>
                  <a:pt x="450155" y="59551"/>
                  <a:pt x="444442" y="62011"/>
                  <a:pt x="439403" y="66933"/>
                </a:cubicBezTo>
                <a:cubicBezTo>
                  <a:pt x="434363" y="71855"/>
                  <a:pt x="431420" y="78703"/>
                  <a:pt x="430574" y="8747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Text pipeline">
            <a:extLst xmlns:a="http://schemas.openxmlformats.org/drawingml/2006/main">
              <a:ext uri="{FF2B5EF4-FFF2-40B4-BE49-F238E27FC236}">
                <a16:creationId xmlns:a16="http://schemas.microsoft.com/office/drawing/2014/main" id="{EDEC3B06-E261-4408-872E-FECB06C6D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138" y="3133105"/>
            <a:ext cx="755563" cy="214659"/>
          </a:xfrm>
          <a:custGeom xmlns:a="http://schemas.openxmlformats.org/drawingml/2006/main">
            <a:pathLst>
              <a:path w="755563" h="214659">
                <a:moveTo>
                  <a:pt x="577" y="68552"/>
                </a:moveTo>
                <a:lnTo>
                  <a:pt x="33122" y="55627"/>
                </a:lnTo>
                <a:lnTo>
                  <a:pt x="37508" y="55627"/>
                </a:lnTo>
                <a:lnTo>
                  <a:pt x="37508" y="80439"/>
                </a:lnTo>
                <a:cubicBezTo>
                  <a:pt x="42970" y="71173"/>
                  <a:pt x="48452" y="64683"/>
                  <a:pt x="53953" y="60968"/>
                </a:cubicBezTo>
                <a:cubicBezTo>
                  <a:pt x="59454" y="57253"/>
                  <a:pt x="65244" y="55396"/>
                  <a:pt x="71322" y="55396"/>
                </a:cubicBezTo>
                <a:cubicBezTo>
                  <a:pt x="81940" y="55396"/>
                  <a:pt x="90788" y="59546"/>
                  <a:pt x="97866" y="67846"/>
                </a:cubicBezTo>
                <a:cubicBezTo>
                  <a:pt x="106560" y="77992"/>
                  <a:pt x="110907" y="91212"/>
                  <a:pt x="110907" y="107506"/>
                </a:cubicBezTo>
                <a:cubicBezTo>
                  <a:pt x="110907" y="125721"/>
                  <a:pt x="105675" y="140786"/>
                  <a:pt x="95212" y="152699"/>
                </a:cubicBezTo>
                <a:cubicBezTo>
                  <a:pt x="86594" y="162461"/>
                  <a:pt x="75746" y="167342"/>
                  <a:pt x="62667" y="167342"/>
                </a:cubicBezTo>
                <a:cubicBezTo>
                  <a:pt x="56973" y="167342"/>
                  <a:pt x="52049" y="166534"/>
                  <a:pt x="47894" y="164918"/>
                </a:cubicBezTo>
                <a:cubicBezTo>
                  <a:pt x="44817" y="163764"/>
                  <a:pt x="41355" y="161456"/>
                  <a:pt x="37508" y="157994"/>
                </a:cubicBezTo>
                <a:lnTo>
                  <a:pt x="37508" y="190192"/>
                </a:lnTo>
                <a:cubicBezTo>
                  <a:pt x="37508" y="197466"/>
                  <a:pt x="37950" y="202089"/>
                  <a:pt x="38835" y="204063"/>
                </a:cubicBezTo>
                <a:cubicBezTo>
                  <a:pt x="39720" y="206037"/>
                  <a:pt x="41258" y="207603"/>
                  <a:pt x="43451" y="208762"/>
                </a:cubicBezTo>
                <a:cubicBezTo>
                  <a:pt x="45644" y="209924"/>
                  <a:pt x="49625" y="210504"/>
                  <a:pt x="55396" y="210504"/>
                </a:cubicBezTo>
                <a:lnTo>
                  <a:pt x="55396" y="214659"/>
                </a:lnTo>
                <a:lnTo>
                  <a:pt x="0" y="214659"/>
                </a:lnTo>
                <a:lnTo>
                  <a:pt x="0" y="210504"/>
                </a:lnTo>
                <a:lnTo>
                  <a:pt x="2885" y="210504"/>
                </a:lnTo>
                <a:cubicBezTo>
                  <a:pt x="7117" y="210581"/>
                  <a:pt x="10733" y="209769"/>
                  <a:pt x="13734" y="208066"/>
                </a:cubicBezTo>
                <a:cubicBezTo>
                  <a:pt x="15195" y="207215"/>
                  <a:pt x="16330" y="205842"/>
                  <a:pt x="17138" y="203948"/>
                </a:cubicBezTo>
                <a:cubicBezTo>
                  <a:pt x="17946" y="202053"/>
                  <a:pt x="18350" y="197237"/>
                  <a:pt x="18350" y="189500"/>
                </a:cubicBezTo>
                <a:lnTo>
                  <a:pt x="18350" y="89326"/>
                </a:lnTo>
                <a:cubicBezTo>
                  <a:pt x="18350" y="82433"/>
                  <a:pt x="18042" y="78057"/>
                  <a:pt x="17427" y="76198"/>
                </a:cubicBezTo>
                <a:cubicBezTo>
                  <a:pt x="16811" y="74337"/>
                  <a:pt x="15830" y="72944"/>
                  <a:pt x="14484" y="72018"/>
                </a:cubicBezTo>
                <a:cubicBezTo>
                  <a:pt x="13137" y="71093"/>
                  <a:pt x="11310" y="70630"/>
                  <a:pt x="9002" y="70630"/>
                </a:cubicBezTo>
                <a:cubicBezTo>
                  <a:pt x="7155" y="70630"/>
                  <a:pt x="4809" y="71168"/>
                  <a:pt x="1962" y="72245"/>
                </a:cubicBezTo>
                <a:lnTo>
                  <a:pt x="577" y="68552"/>
                </a:lnTo>
                <a:moveTo>
                  <a:pt x="37508" y="87248"/>
                </a:moveTo>
                <a:lnTo>
                  <a:pt x="37508" y="126718"/>
                </a:lnTo>
                <a:cubicBezTo>
                  <a:pt x="37508" y="135258"/>
                  <a:pt x="37854" y="140875"/>
                  <a:pt x="38546" y="143568"/>
                </a:cubicBezTo>
                <a:cubicBezTo>
                  <a:pt x="39623" y="148030"/>
                  <a:pt x="42259" y="151954"/>
                  <a:pt x="46452" y="155339"/>
                </a:cubicBezTo>
                <a:cubicBezTo>
                  <a:pt x="50645" y="158725"/>
                  <a:pt x="55934" y="160417"/>
                  <a:pt x="62320" y="160417"/>
                </a:cubicBezTo>
                <a:cubicBezTo>
                  <a:pt x="70014" y="160417"/>
                  <a:pt x="76246" y="157417"/>
                  <a:pt x="81016" y="151415"/>
                </a:cubicBezTo>
                <a:cubicBezTo>
                  <a:pt x="87248" y="143568"/>
                  <a:pt x="90364" y="132527"/>
                  <a:pt x="90364" y="118293"/>
                </a:cubicBezTo>
                <a:cubicBezTo>
                  <a:pt x="90364" y="102136"/>
                  <a:pt x="86825" y="89711"/>
                  <a:pt x="79747" y="81016"/>
                </a:cubicBezTo>
                <a:cubicBezTo>
                  <a:pt x="74823" y="75015"/>
                  <a:pt x="68976" y="72015"/>
                  <a:pt x="62205" y="72015"/>
                </a:cubicBezTo>
                <a:cubicBezTo>
                  <a:pt x="58512" y="72015"/>
                  <a:pt x="54857" y="72938"/>
                  <a:pt x="51241" y="74784"/>
                </a:cubicBezTo>
                <a:cubicBezTo>
                  <a:pt x="48471" y="76169"/>
                  <a:pt x="43894" y="80324"/>
                  <a:pt x="37508" y="87248"/>
                </a:cubicBezTo>
                <a:close/>
                <a:moveTo>
                  <a:pt x="153262" y="0"/>
                </a:moveTo>
                <a:cubicBezTo>
                  <a:pt x="156494" y="0"/>
                  <a:pt x="159244" y="1141"/>
                  <a:pt x="161514" y="3423"/>
                </a:cubicBezTo>
                <a:cubicBezTo>
                  <a:pt x="163784" y="5702"/>
                  <a:pt x="164918" y="8466"/>
                  <a:pt x="164918" y="11714"/>
                </a:cubicBezTo>
                <a:cubicBezTo>
                  <a:pt x="164918" y="14962"/>
                  <a:pt x="163784" y="17746"/>
                  <a:pt x="161514" y="20067"/>
                </a:cubicBezTo>
                <a:cubicBezTo>
                  <a:pt x="159244" y="22384"/>
                  <a:pt x="156494" y="23543"/>
                  <a:pt x="153262" y="23543"/>
                </a:cubicBezTo>
                <a:cubicBezTo>
                  <a:pt x="150031" y="23543"/>
                  <a:pt x="147261" y="22384"/>
                  <a:pt x="144953" y="20067"/>
                </a:cubicBezTo>
                <a:cubicBezTo>
                  <a:pt x="142645" y="17746"/>
                  <a:pt x="141491" y="14962"/>
                  <a:pt x="141491" y="11714"/>
                </a:cubicBezTo>
                <a:cubicBezTo>
                  <a:pt x="141491" y="8466"/>
                  <a:pt x="142625" y="5702"/>
                  <a:pt x="144895" y="3423"/>
                </a:cubicBezTo>
                <a:cubicBezTo>
                  <a:pt x="147165" y="1141"/>
                  <a:pt x="149954" y="0"/>
                  <a:pt x="153262" y="0"/>
                </a:cubicBezTo>
                <a:moveTo>
                  <a:pt x="162841" y="55396"/>
                </a:moveTo>
                <a:lnTo>
                  <a:pt x="162841" y="140105"/>
                </a:lnTo>
                <a:cubicBezTo>
                  <a:pt x="162841" y="146761"/>
                  <a:pt x="163322" y="151192"/>
                  <a:pt x="164284" y="153399"/>
                </a:cubicBezTo>
                <a:cubicBezTo>
                  <a:pt x="165245" y="155604"/>
                  <a:pt x="166669" y="157248"/>
                  <a:pt x="168554" y="158333"/>
                </a:cubicBezTo>
                <a:cubicBezTo>
                  <a:pt x="170439" y="159415"/>
                  <a:pt x="173882" y="159956"/>
                  <a:pt x="178883" y="159956"/>
                </a:cubicBezTo>
                <a:lnTo>
                  <a:pt x="178883" y="164110"/>
                </a:lnTo>
                <a:lnTo>
                  <a:pt x="127526" y="164110"/>
                </a:lnTo>
                <a:lnTo>
                  <a:pt x="127526" y="159956"/>
                </a:lnTo>
                <a:cubicBezTo>
                  <a:pt x="132681" y="159956"/>
                  <a:pt x="136143" y="159453"/>
                  <a:pt x="137913" y="158448"/>
                </a:cubicBezTo>
                <a:cubicBezTo>
                  <a:pt x="139683" y="157441"/>
                  <a:pt x="141087" y="155777"/>
                  <a:pt x="142125" y="153457"/>
                </a:cubicBezTo>
                <a:cubicBezTo>
                  <a:pt x="143164" y="151134"/>
                  <a:pt x="143683" y="146684"/>
                  <a:pt x="143683" y="140105"/>
                </a:cubicBezTo>
                <a:lnTo>
                  <a:pt x="143683" y="99713"/>
                </a:lnTo>
                <a:cubicBezTo>
                  <a:pt x="143683" y="88201"/>
                  <a:pt x="143337" y="80745"/>
                  <a:pt x="142645" y="77345"/>
                </a:cubicBezTo>
                <a:cubicBezTo>
                  <a:pt x="142106" y="74871"/>
                  <a:pt x="141260" y="73153"/>
                  <a:pt x="140106" y="72191"/>
                </a:cubicBezTo>
                <a:cubicBezTo>
                  <a:pt x="138952" y="71227"/>
                  <a:pt x="137374" y="70745"/>
                  <a:pt x="135374" y="70745"/>
                </a:cubicBezTo>
                <a:cubicBezTo>
                  <a:pt x="133220" y="70745"/>
                  <a:pt x="130604" y="71322"/>
                  <a:pt x="127526" y="72476"/>
                </a:cubicBezTo>
                <a:lnTo>
                  <a:pt x="125911" y="68322"/>
                </a:lnTo>
                <a:lnTo>
                  <a:pt x="157763" y="55396"/>
                </a:lnTo>
                <a:lnTo>
                  <a:pt x="162841" y="55396"/>
                </a:lnTo>
                <a:close/>
                <a:moveTo>
                  <a:pt x="184410" y="68552"/>
                </a:moveTo>
                <a:lnTo>
                  <a:pt x="216955" y="55627"/>
                </a:lnTo>
                <a:lnTo>
                  <a:pt x="221341" y="55627"/>
                </a:lnTo>
                <a:lnTo>
                  <a:pt x="221341" y="80439"/>
                </a:lnTo>
                <a:cubicBezTo>
                  <a:pt x="226803" y="71173"/>
                  <a:pt x="232285" y="64683"/>
                  <a:pt x="237786" y="60968"/>
                </a:cubicBezTo>
                <a:cubicBezTo>
                  <a:pt x="243287" y="57253"/>
                  <a:pt x="249077" y="55396"/>
                  <a:pt x="255155" y="55396"/>
                </a:cubicBezTo>
                <a:cubicBezTo>
                  <a:pt x="265773" y="55396"/>
                  <a:pt x="274621" y="59546"/>
                  <a:pt x="281699" y="67846"/>
                </a:cubicBezTo>
                <a:cubicBezTo>
                  <a:pt x="290393" y="77992"/>
                  <a:pt x="294740" y="91212"/>
                  <a:pt x="294740" y="107506"/>
                </a:cubicBezTo>
                <a:cubicBezTo>
                  <a:pt x="294740" y="125721"/>
                  <a:pt x="289508" y="140786"/>
                  <a:pt x="279045" y="152699"/>
                </a:cubicBezTo>
                <a:cubicBezTo>
                  <a:pt x="270427" y="162461"/>
                  <a:pt x="259579" y="167342"/>
                  <a:pt x="246500" y="167342"/>
                </a:cubicBezTo>
                <a:cubicBezTo>
                  <a:pt x="240806" y="167342"/>
                  <a:pt x="235882" y="166534"/>
                  <a:pt x="231727" y="164918"/>
                </a:cubicBezTo>
                <a:cubicBezTo>
                  <a:pt x="228650" y="163764"/>
                  <a:pt x="225188" y="161456"/>
                  <a:pt x="221341" y="157994"/>
                </a:cubicBezTo>
                <a:lnTo>
                  <a:pt x="221341" y="190192"/>
                </a:lnTo>
                <a:cubicBezTo>
                  <a:pt x="221341" y="197466"/>
                  <a:pt x="221783" y="202089"/>
                  <a:pt x="222668" y="204063"/>
                </a:cubicBezTo>
                <a:cubicBezTo>
                  <a:pt x="223553" y="206037"/>
                  <a:pt x="225091" y="207603"/>
                  <a:pt x="227284" y="208762"/>
                </a:cubicBezTo>
                <a:cubicBezTo>
                  <a:pt x="229477" y="209924"/>
                  <a:pt x="233458" y="210504"/>
                  <a:pt x="239229" y="210504"/>
                </a:cubicBezTo>
                <a:lnTo>
                  <a:pt x="239229" y="214659"/>
                </a:lnTo>
                <a:lnTo>
                  <a:pt x="183833" y="214659"/>
                </a:lnTo>
                <a:lnTo>
                  <a:pt x="183833" y="210504"/>
                </a:lnTo>
                <a:lnTo>
                  <a:pt x="186718" y="210504"/>
                </a:lnTo>
                <a:cubicBezTo>
                  <a:pt x="190950" y="210581"/>
                  <a:pt x="194566" y="209769"/>
                  <a:pt x="197567" y="208066"/>
                </a:cubicBezTo>
                <a:cubicBezTo>
                  <a:pt x="199028" y="207215"/>
                  <a:pt x="200163" y="205842"/>
                  <a:pt x="200971" y="203948"/>
                </a:cubicBezTo>
                <a:cubicBezTo>
                  <a:pt x="201779" y="202053"/>
                  <a:pt x="202183" y="197237"/>
                  <a:pt x="202183" y="189500"/>
                </a:cubicBezTo>
                <a:lnTo>
                  <a:pt x="202183" y="89326"/>
                </a:lnTo>
                <a:cubicBezTo>
                  <a:pt x="202183" y="82433"/>
                  <a:pt x="201875" y="78057"/>
                  <a:pt x="201260" y="76198"/>
                </a:cubicBezTo>
                <a:cubicBezTo>
                  <a:pt x="200644" y="74337"/>
                  <a:pt x="199663" y="72944"/>
                  <a:pt x="198317" y="72018"/>
                </a:cubicBezTo>
                <a:cubicBezTo>
                  <a:pt x="196970" y="71093"/>
                  <a:pt x="195143" y="70630"/>
                  <a:pt x="192835" y="70630"/>
                </a:cubicBezTo>
                <a:cubicBezTo>
                  <a:pt x="190988" y="70630"/>
                  <a:pt x="188642" y="71168"/>
                  <a:pt x="185795" y="72245"/>
                </a:cubicBezTo>
                <a:lnTo>
                  <a:pt x="184410" y="68552"/>
                </a:lnTo>
                <a:moveTo>
                  <a:pt x="221341" y="87248"/>
                </a:moveTo>
                <a:lnTo>
                  <a:pt x="221341" y="126718"/>
                </a:lnTo>
                <a:cubicBezTo>
                  <a:pt x="221341" y="135258"/>
                  <a:pt x="221687" y="140875"/>
                  <a:pt x="222379" y="143568"/>
                </a:cubicBezTo>
                <a:cubicBezTo>
                  <a:pt x="223456" y="148030"/>
                  <a:pt x="226092" y="151954"/>
                  <a:pt x="230285" y="155339"/>
                </a:cubicBezTo>
                <a:cubicBezTo>
                  <a:pt x="234478" y="158725"/>
                  <a:pt x="239767" y="160417"/>
                  <a:pt x="246153" y="160417"/>
                </a:cubicBezTo>
                <a:cubicBezTo>
                  <a:pt x="253847" y="160417"/>
                  <a:pt x="260079" y="157417"/>
                  <a:pt x="264849" y="151415"/>
                </a:cubicBezTo>
                <a:cubicBezTo>
                  <a:pt x="271081" y="143568"/>
                  <a:pt x="274197" y="132527"/>
                  <a:pt x="274197" y="118293"/>
                </a:cubicBezTo>
                <a:cubicBezTo>
                  <a:pt x="274197" y="102136"/>
                  <a:pt x="270658" y="89711"/>
                  <a:pt x="263580" y="81016"/>
                </a:cubicBezTo>
                <a:cubicBezTo>
                  <a:pt x="258656" y="75015"/>
                  <a:pt x="252809" y="72015"/>
                  <a:pt x="246038" y="72015"/>
                </a:cubicBezTo>
                <a:cubicBezTo>
                  <a:pt x="242345" y="72015"/>
                  <a:pt x="238690" y="72938"/>
                  <a:pt x="235074" y="74784"/>
                </a:cubicBezTo>
                <a:cubicBezTo>
                  <a:pt x="232304" y="76169"/>
                  <a:pt x="227726" y="80324"/>
                  <a:pt x="221341" y="87248"/>
                </a:cubicBezTo>
                <a:close/>
                <a:moveTo>
                  <a:pt x="327977" y="98328"/>
                </a:moveTo>
                <a:cubicBezTo>
                  <a:pt x="327900" y="113951"/>
                  <a:pt x="331708" y="126205"/>
                  <a:pt x="339402" y="135089"/>
                </a:cubicBezTo>
                <a:cubicBezTo>
                  <a:pt x="347096" y="143973"/>
                  <a:pt x="356136" y="148415"/>
                  <a:pt x="366523" y="148415"/>
                </a:cubicBezTo>
                <a:cubicBezTo>
                  <a:pt x="373447" y="148415"/>
                  <a:pt x="379468" y="146502"/>
                  <a:pt x="384584" y="142677"/>
                </a:cubicBezTo>
                <a:cubicBezTo>
                  <a:pt x="389701" y="138851"/>
                  <a:pt x="393990" y="132301"/>
                  <a:pt x="397452" y="123025"/>
                </a:cubicBezTo>
                <a:lnTo>
                  <a:pt x="401030" y="125344"/>
                </a:lnTo>
                <a:cubicBezTo>
                  <a:pt x="399414" y="135940"/>
                  <a:pt x="394721" y="145588"/>
                  <a:pt x="386950" y="154290"/>
                </a:cubicBezTo>
                <a:cubicBezTo>
                  <a:pt x="379179" y="162991"/>
                  <a:pt x="369447" y="167342"/>
                  <a:pt x="357752" y="167342"/>
                </a:cubicBezTo>
                <a:cubicBezTo>
                  <a:pt x="345057" y="167342"/>
                  <a:pt x="334189" y="162409"/>
                  <a:pt x="325149" y="152544"/>
                </a:cubicBezTo>
                <a:cubicBezTo>
                  <a:pt x="316109" y="142677"/>
                  <a:pt x="311589" y="129412"/>
                  <a:pt x="311589" y="112750"/>
                </a:cubicBezTo>
                <a:cubicBezTo>
                  <a:pt x="311589" y="94708"/>
                  <a:pt x="316224" y="80639"/>
                  <a:pt x="325495" y="70543"/>
                </a:cubicBezTo>
                <a:cubicBezTo>
                  <a:pt x="334766" y="60445"/>
                  <a:pt x="346403" y="55396"/>
                  <a:pt x="360406" y="55396"/>
                </a:cubicBezTo>
                <a:cubicBezTo>
                  <a:pt x="372255" y="55396"/>
                  <a:pt x="381988" y="59291"/>
                  <a:pt x="389604" y="67081"/>
                </a:cubicBezTo>
                <a:cubicBezTo>
                  <a:pt x="397221" y="74869"/>
                  <a:pt x="401030" y="85284"/>
                  <a:pt x="401030" y="98328"/>
                </a:cubicBezTo>
                <a:lnTo>
                  <a:pt x="327977" y="98328"/>
                </a:lnTo>
                <a:moveTo>
                  <a:pt x="327977" y="91634"/>
                </a:moveTo>
                <a:lnTo>
                  <a:pt x="376910" y="91634"/>
                </a:lnTo>
                <a:cubicBezTo>
                  <a:pt x="376525" y="84919"/>
                  <a:pt x="375717" y="80188"/>
                  <a:pt x="374486" y="77442"/>
                </a:cubicBezTo>
                <a:cubicBezTo>
                  <a:pt x="372563" y="73167"/>
                  <a:pt x="369697" y="69810"/>
                  <a:pt x="365888" y="67369"/>
                </a:cubicBezTo>
                <a:cubicBezTo>
                  <a:pt x="362080" y="64927"/>
                  <a:pt x="358098" y="63705"/>
                  <a:pt x="353943" y="63705"/>
                </a:cubicBezTo>
                <a:cubicBezTo>
                  <a:pt x="347557" y="63705"/>
                  <a:pt x="341845" y="66166"/>
                  <a:pt x="336805" y="71088"/>
                </a:cubicBezTo>
                <a:cubicBezTo>
                  <a:pt x="331766" y="76009"/>
                  <a:pt x="328823" y="82858"/>
                  <a:pt x="327977" y="91634"/>
                </a:cubicBezTo>
                <a:close/>
                <a:moveTo>
                  <a:pt x="451605" y="0"/>
                </a:moveTo>
                <a:lnTo>
                  <a:pt x="451605" y="140105"/>
                </a:lnTo>
                <a:cubicBezTo>
                  <a:pt x="451605" y="146761"/>
                  <a:pt x="452086" y="151173"/>
                  <a:pt x="453047" y="153341"/>
                </a:cubicBezTo>
                <a:cubicBezTo>
                  <a:pt x="454009" y="155508"/>
                  <a:pt x="455490" y="157152"/>
                  <a:pt x="457490" y="158275"/>
                </a:cubicBezTo>
                <a:cubicBezTo>
                  <a:pt x="459491" y="159395"/>
                  <a:pt x="463222" y="159956"/>
                  <a:pt x="468685" y="159956"/>
                </a:cubicBezTo>
                <a:lnTo>
                  <a:pt x="468685" y="164110"/>
                </a:lnTo>
                <a:lnTo>
                  <a:pt x="416867" y="164110"/>
                </a:lnTo>
                <a:lnTo>
                  <a:pt x="416867" y="159956"/>
                </a:lnTo>
                <a:cubicBezTo>
                  <a:pt x="421714" y="159956"/>
                  <a:pt x="425022" y="159453"/>
                  <a:pt x="426792" y="158448"/>
                </a:cubicBezTo>
                <a:cubicBezTo>
                  <a:pt x="428562" y="157441"/>
                  <a:pt x="429946" y="155777"/>
                  <a:pt x="430947" y="153457"/>
                </a:cubicBezTo>
                <a:cubicBezTo>
                  <a:pt x="431947" y="151134"/>
                  <a:pt x="432447" y="146684"/>
                  <a:pt x="432447" y="140105"/>
                </a:cubicBezTo>
                <a:lnTo>
                  <a:pt x="432447" y="44317"/>
                </a:lnTo>
                <a:cubicBezTo>
                  <a:pt x="432447" y="32391"/>
                  <a:pt x="432178" y="25063"/>
                  <a:pt x="431639" y="22331"/>
                </a:cubicBezTo>
                <a:cubicBezTo>
                  <a:pt x="431101" y="19600"/>
                  <a:pt x="430235" y="17734"/>
                  <a:pt x="429042" y="16734"/>
                </a:cubicBezTo>
                <a:cubicBezTo>
                  <a:pt x="427850" y="15734"/>
                  <a:pt x="426330" y="15234"/>
                  <a:pt x="424484" y="15234"/>
                </a:cubicBezTo>
                <a:cubicBezTo>
                  <a:pt x="422483" y="15234"/>
                  <a:pt x="419944" y="15849"/>
                  <a:pt x="416867" y="17080"/>
                </a:cubicBezTo>
                <a:lnTo>
                  <a:pt x="414905" y="12926"/>
                </a:lnTo>
                <a:lnTo>
                  <a:pt x="446411" y="0"/>
                </a:lnTo>
                <a:lnTo>
                  <a:pt x="451605" y="0"/>
                </a:lnTo>
                <a:close/>
                <a:moveTo>
                  <a:pt x="507795" y="0"/>
                </a:moveTo>
                <a:cubicBezTo>
                  <a:pt x="511027" y="0"/>
                  <a:pt x="513777" y="1141"/>
                  <a:pt x="516047" y="3423"/>
                </a:cubicBezTo>
                <a:cubicBezTo>
                  <a:pt x="518316" y="5702"/>
                  <a:pt x="519451" y="8466"/>
                  <a:pt x="519451" y="11714"/>
                </a:cubicBezTo>
                <a:cubicBezTo>
                  <a:pt x="519451" y="14962"/>
                  <a:pt x="518316" y="17746"/>
                  <a:pt x="516047" y="20067"/>
                </a:cubicBezTo>
                <a:cubicBezTo>
                  <a:pt x="513777" y="22384"/>
                  <a:pt x="511027" y="23543"/>
                  <a:pt x="507795" y="23543"/>
                </a:cubicBezTo>
                <a:cubicBezTo>
                  <a:pt x="504564" y="23543"/>
                  <a:pt x="501794" y="22384"/>
                  <a:pt x="499486" y="20067"/>
                </a:cubicBezTo>
                <a:cubicBezTo>
                  <a:pt x="497178" y="17746"/>
                  <a:pt x="496024" y="14962"/>
                  <a:pt x="496024" y="11714"/>
                </a:cubicBezTo>
                <a:cubicBezTo>
                  <a:pt x="496024" y="8466"/>
                  <a:pt x="497158" y="5702"/>
                  <a:pt x="499428" y="3423"/>
                </a:cubicBezTo>
                <a:cubicBezTo>
                  <a:pt x="501698" y="1141"/>
                  <a:pt x="504487" y="0"/>
                  <a:pt x="507795" y="0"/>
                </a:cubicBezTo>
                <a:moveTo>
                  <a:pt x="517374" y="55396"/>
                </a:moveTo>
                <a:lnTo>
                  <a:pt x="517374" y="140105"/>
                </a:lnTo>
                <a:cubicBezTo>
                  <a:pt x="517374" y="146761"/>
                  <a:pt x="517855" y="151192"/>
                  <a:pt x="518817" y="153399"/>
                </a:cubicBezTo>
                <a:cubicBezTo>
                  <a:pt x="519778" y="155604"/>
                  <a:pt x="521202" y="157248"/>
                  <a:pt x="523087" y="158333"/>
                </a:cubicBezTo>
                <a:cubicBezTo>
                  <a:pt x="524972" y="159415"/>
                  <a:pt x="528415" y="159956"/>
                  <a:pt x="533416" y="159956"/>
                </a:cubicBezTo>
                <a:lnTo>
                  <a:pt x="533416" y="164110"/>
                </a:lnTo>
                <a:lnTo>
                  <a:pt x="482059" y="164110"/>
                </a:lnTo>
                <a:lnTo>
                  <a:pt x="482059" y="159956"/>
                </a:lnTo>
                <a:cubicBezTo>
                  <a:pt x="487214" y="159956"/>
                  <a:pt x="490676" y="159453"/>
                  <a:pt x="492446" y="158448"/>
                </a:cubicBezTo>
                <a:cubicBezTo>
                  <a:pt x="494215" y="157441"/>
                  <a:pt x="495620" y="155777"/>
                  <a:pt x="496658" y="153457"/>
                </a:cubicBezTo>
                <a:cubicBezTo>
                  <a:pt x="497697" y="151134"/>
                  <a:pt x="498216" y="146684"/>
                  <a:pt x="498216" y="140105"/>
                </a:cubicBezTo>
                <a:lnTo>
                  <a:pt x="498216" y="99713"/>
                </a:lnTo>
                <a:cubicBezTo>
                  <a:pt x="498216" y="88201"/>
                  <a:pt x="497870" y="80745"/>
                  <a:pt x="497178" y="77345"/>
                </a:cubicBezTo>
                <a:cubicBezTo>
                  <a:pt x="496639" y="74871"/>
                  <a:pt x="495793" y="73153"/>
                  <a:pt x="494639" y="72191"/>
                </a:cubicBezTo>
                <a:cubicBezTo>
                  <a:pt x="493485" y="71227"/>
                  <a:pt x="491907" y="70745"/>
                  <a:pt x="489907" y="70745"/>
                </a:cubicBezTo>
                <a:cubicBezTo>
                  <a:pt x="487753" y="70745"/>
                  <a:pt x="485137" y="71322"/>
                  <a:pt x="482059" y="72476"/>
                </a:cubicBezTo>
                <a:lnTo>
                  <a:pt x="480443" y="68322"/>
                </a:lnTo>
                <a:lnTo>
                  <a:pt x="512296" y="55396"/>
                </a:lnTo>
                <a:lnTo>
                  <a:pt x="517374" y="55396"/>
                </a:lnTo>
                <a:close/>
                <a:moveTo>
                  <a:pt x="577374" y="77670"/>
                </a:moveTo>
                <a:cubicBezTo>
                  <a:pt x="589761" y="62820"/>
                  <a:pt x="601571" y="55396"/>
                  <a:pt x="612804" y="55396"/>
                </a:cubicBezTo>
                <a:cubicBezTo>
                  <a:pt x="618574" y="55396"/>
                  <a:pt x="623537" y="56835"/>
                  <a:pt x="627692" y="59713"/>
                </a:cubicBezTo>
                <a:cubicBezTo>
                  <a:pt x="631846" y="62588"/>
                  <a:pt x="635155" y="67326"/>
                  <a:pt x="637617" y="73926"/>
                </a:cubicBezTo>
                <a:cubicBezTo>
                  <a:pt x="639309" y="78530"/>
                  <a:pt x="640156" y="85589"/>
                  <a:pt x="640156" y="95103"/>
                </a:cubicBezTo>
                <a:lnTo>
                  <a:pt x="640156" y="140105"/>
                </a:lnTo>
                <a:cubicBezTo>
                  <a:pt x="640156" y="146837"/>
                  <a:pt x="640694" y="151403"/>
                  <a:pt x="641771" y="153803"/>
                </a:cubicBezTo>
                <a:cubicBezTo>
                  <a:pt x="642618" y="155738"/>
                  <a:pt x="643983" y="157248"/>
                  <a:pt x="645868" y="158333"/>
                </a:cubicBezTo>
                <a:cubicBezTo>
                  <a:pt x="647753" y="159415"/>
                  <a:pt x="651235" y="159956"/>
                  <a:pt x="656313" y="159956"/>
                </a:cubicBezTo>
                <a:lnTo>
                  <a:pt x="656313" y="164110"/>
                </a:lnTo>
                <a:lnTo>
                  <a:pt x="604033" y="164110"/>
                </a:lnTo>
                <a:lnTo>
                  <a:pt x="604033" y="159956"/>
                </a:lnTo>
                <a:lnTo>
                  <a:pt x="606226" y="159956"/>
                </a:lnTo>
                <a:cubicBezTo>
                  <a:pt x="611150" y="159956"/>
                  <a:pt x="614593" y="159202"/>
                  <a:pt x="616555" y="157694"/>
                </a:cubicBezTo>
                <a:cubicBezTo>
                  <a:pt x="618517" y="156184"/>
                  <a:pt x="619882" y="153959"/>
                  <a:pt x="620652" y="151019"/>
                </a:cubicBezTo>
                <a:cubicBezTo>
                  <a:pt x="620960" y="149857"/>
                  <a:pt x="621113" y="146220"/>
                  <a:pt x="621113" y="140105"/>
                </a:cubicBezTo>
                <a:lnTo>
                  <a:pt x="621113" y="96899"/>
                </a:lnTo>
                <a:cubicBezTo>
                  <a:pt x="621113" y="87297"/>
                  <a:pt x="619863" y="80325"/>
                  <a:pt x="617363" y="75985"/>
                </a:cubicBezTo>
                <a:cubicBezTo>
                  <a:pt x="614862" y="71646"/>
                  <a:pt x="610650" y="69476"/>
                  <a:pt x="604725" y="69476"/>
                </a:cubicBezTo>
                <a:cubicBezTo>
                  <a:pt x="595570" y="69476"/>
                  <a:pt x="586453" y="74477"/>
                  <a:pt x="577374" y="84479"/>
                </a:cubicBezTo>
                <a:lnTo>
                  <a:pt x="577374" y="140105"/>
                </a:lnTo>
                <a:cubicBezTo>
                  <a:pt x="577374" y="147302"/>
                  <a:pt x="577797" y="151752"/>
                  <a:pt x="578643" y="153457"/>
                </a:cubicBezTo>
                <a:cubicBezTo>
                  <a:pt x="579720" y="155700"/>
                  <a:pt x="581201" y="157344"/>
                  <a:pt x="583086" y="158390"/>
                </a:cubicBezTo>
                <a:cubicBezTo>
                  <a:pt x="584971" y="159434"/>
                  <a:pt x="588799" y="159956"/>
                  <a:pt x="594570" y="159956"/>
                </a:cubicBezTo>
                <a:lnTo>
                  <a:pt x="594570" y="164110"/>
                </a:lnTo>
                <a:lnTo>
                  <a:pt x="542290" y="164110"/>
                </a:lnTo>
                <a:lnTo>
                  <a:pt x="542290" y="159956"/>
                </a:lnTo>
                <a:lnTo>
                  <a:pt x="544598" y="159956"/>
                </a:lnTo>
                <a:cubicBezTo>
                  <a:pt x="549984" y="159956"/>
                  <a:pt x="553619" y="158583"/>
                  <a:pt x="555504" y="155837"/>
                </a:cubicBezTo>
                <a:cubicBezTo>
                  <a:pt x="557389" y="153089"/>
                  <a:pt x="558331" y="147845"/>
                  <a:pt x="558331" y="140105"/>
                </a:cubicBezTo>
                <a:lnTo>
                  <a:pt x="558331" y="101097"/>
                </a:lnTo>
                <a:cubicBezTo>
                  <a:pt x="558331" y="88403"/>
                  <a:pt x="558043" y="80670"/>
                  <a:pt x="557466" y="77900"/>
                </a:cubicBezTo>
                <a:cubicBezTo>
                  <a:pt x="556889" y="75131"/>
                  <a:pt x="556004" y="73246"/>
                  <a:pt x="554812" y="72245"/>
                </a:cubicBezTo>
                <a:cubicBezTo>
                  <a:pt x="553619" y="71245"/>
                  <a:pt x="552022" y="70745"/>
                  <a:pt x="550022" y="70745"/>
                </a:cubicBezTo>
                <a:cubicBezTo>
                  <a:pt x="547868" y="70745"/>
                  <a:pt x="545290" y="71322"/>
                  <a:pt x="542290" y="72476"/>
                </a:cubicBezTo>
                <a:lnTo>
                  <a:pt x="540559" y="68322"/>
                </a:lnTo>
                <a:lnTo>
                  <a:pt x="572411" y="55396"/>
                </a:lnTo>
                <a:lnTo>
                  <a:pt x="577374" y="55396"/>
                </a:lnTo>
                <a:lnTo>
                  <a:pt x="577374" y="77670"/>
                </a:lnTo>
                <a:close/>
                <a:moveTo>
                  <a:pt x="682509" y="98328"/>
                </a:moveTo>
                <a:cubicBezTo>
                  <a:pt x="682432" y="113951"/>
                  <a:pt x="686241" y="126205"/>
                  <a:pt x="693935" y="135089"/>
                </a:cubicBezTo>
                <a:cubicBezTo>
                  <a:pt x="701629" y="143973"/>
                  <a:pt x="710669" y="148415"/>
                  <a:pt x="721056" y="148415"/>
                </a:cubicBezTo>
                <a:cubicBezTo>
                  <a:pt x="727980" y="148415"/>
                  <a:pt x="734001" y="146502"/>
                  <a:pt x="739117" y="142677"/>
                </a:cubicBezTo>
                <a:cubicBezTo>
                  <a:pt x="744234" y="138851"/>
                  <a:pt x="748523" y="132301"/>
                  <a:pt x="751985" y="123025"/>
                </a:cubicBezTo>
                <a:lnTo>
                  <a:pt x="755563" y="125344"/>
                </a:lnTo>
                <a:cubicBezTo>
                  <a:pt x="753947" y="135940"/>
                  <a:pt x="749254" y="145588"/>
                  <a:pt x="741483" y="154290"/>
                </a:cubicBezTo>
                <a:cubicBezTo>
                  <a:pt x="733712" y="162991"/>
                  <a:pt x="723979" y="167342"/>
                  <a:pt x="712285" y="167342"/>
                </a:cubicBezTo>
                <a:cubicBezTo>
                  <a:pt x="699590" y="167342"/>
                  <a:pt x="688722" y="162409"/>
                  <a:pt x="679682" y="152544"/>
                </a:cubicBezTo>
                <a:cubicBezTo>
                  <a:pt x="670642" y="142677"/>
                  <a:pt x="666121" y="129412"/>
                  <a:pt x="666121" y="112750"/>
                </a:cubicBezTo>
                <a:cubicBezTo>
                  <a:pt x="666121" y="94708"/>
                  <a:pt x="670757" y="80639"/>
                  <a:pt x="680028" y="70543"/>
                </a:cubicBezTo>
                <a:cubicBezTo>
                  <a:pt x="689299" y="60445"/>
                  <a:pt x="700936" y="55396"/>
                  <a:pt x="714939" y="55396"/>
                </a:cubicBezTo>
                <a:cubicBezTo>
                  <a:pt x="726788" y="55396"/>
                  <a:pt x="736520" y="59291"/>
                  <a:pt x="744137" y="67081"/>
                </a:cubicBezTo>
                <a:cubicBezTo>
                  <a:pt x="751754" y="74869"/>
                  <a:pt x="755563" y="85284"/>
                  <a:pt x="755563" y="98328"/>
                </a:cubicBezTo>
                <a:lnTo>
                  <a:pt x="682509" y="98328"/>
                </a:lnTo>
                <a:moveTo>
                  <a:pt x="682509" y="91634"/>
                </a:moveTo>
                <a:lnTo>
                  <a:pt x="731442" y="91634"/>
                </a:lnTo>
                <a:cubicBezTo>
                  <a:pt x="731058" y="84919"/>
                  <a:pt x="730250" y="80188"/>
                  <a:pt x="729019" y="77442"/>
                </a:cubicBezTo>
                <a:cubicBezTo>
                  <a:pt x="727095" y="73167"/>
                  <a:pt x="724229" y="69810"/>
                  <a:pt x="720421" y="67369"/>
                </a:cubicBezTo>
                <a:cubicBezTo>
                  <a:pt x="716613" y="64927"/>
                  <a:pt x="712631" y="63705"/>
                  <a:pt x="708476" y="63705"/>
                </a:cubicBezTo>
                <a:cubicBezTo>
                  <a:pt x="702090" y="63705"/>
                  <a:pt x="696378" y="66166"/>
                  <a:pt x="691338" y="71088"/>
                </a:cubicBezTo>
                <a:cubicBezTo>
                  <a:pt x="686299" y="76009"/>
                  <a:pt x="683356" y="82858"/>
                  <a:pt x="682509" y="9163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347D7D-775F-418D-9A43-AFB064283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359" y="4100496"/>
            <a:ext cx="252113" cy="252113"/>
          </a:xfrm>
          <a:custGeom xmlns:a="http://schemas.openxmlformats.org/drawingml/2006/main">
            <a:pathLst>
              <a:path w="252113" h="252113">
                <a:moveTo>
                  <a:pt x="0" y="61452"/>
                </a:moveTo>
                <a:lnTo>
                  <a:pt x="61452" y="0"/>
                </a:lnTo>
                <a:lnTo>
                  <a:pt x="126056" y="64604"/>
                </a:lnTo>
                <a:lnTo>
                  <a:pt x="190660" y="0"/>
                </a:lnTo>
                <a:lnTo>
                  <a:pt x="252113" y="61452"/>
                </a:lnTo>
                <a:lnTo>
                  <a:pt x="187509" y="126056"/>
                </a:lnTo>
                <a:lnTo>
                  <a:pt x="252113" y="190660"/>
                </a:lnTo>
                <a:lnTo>
                  <a:pt x="190660" y="252113"/>
                </a:lnTo>
                <a:lnTo>
                  <a:pt x="126056" y="187509"/>
                </a:lnTo>
                <a:lnTo>
                  <a:pt x="61452" y="252113"/>
                </a:lnTo>
                <a:lnTo>
                  <a:pt x="0" y="190660"/>
                </a:lnTo>
                <a:lnTo>
                  <a:pt x="64604" y="126056"/>
                </a:lnTo>
                <a:lnTo>
                  <a:pt x="0" y="61452"/>
                </a:lnTo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58E65C-9CA4-4FE6-988C-FB8BE9ED5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1469" y="4091357"/>
            <a:ext cx="270010" cy="269997"/>
          </a:xfrm>
          <a:custGeom xmlns:a="http://schemas.openxmlformats.org/drawingml/2006/main">
            <a:pathLst>
              <a:path w="270010" h="269997">
                <a:moveTo>
                  <a:pt x="0" y="199760"/>
                </a:moveTo>
                <a:lnTo>
                  <a:pt x="70250" y="269997"/>
                </a:lnTo>
                <a:lnTo>
                  <a:pt x="135005" y="205242"/>
                </a:lnTo>
                <a:lnTo>
                  <a:pt x="199760" y="269997"/>
                </a:lnTo>
                <a:lnTo>
                  <a:pt x="270010" y="199760"/>
                </a:lnTo>
                <a:lnTo>
                  <a:pt x="205261" y="134998"/>
                </a:lnTo>
                <a:lnTo>
                  <a:pt x="270010" y="70237"/>
                </a:lnTo>
                <a:lnTo>
                  <a:pt x="199760" y="0"/>
                </a:lnTo>
                <a:lnTo>
                  <a:pt x="135005" y="64755"/>
                </a:lnTo>
                <a:lnTo>
                  <a:pt x="70250" y="0"/>
                </a:lnTo>
                <a:lnTo>
                  <a:pt x="0" y="70237"/>
                </a:lnTo>
                <a:lnTo>
                  <a:pt x="64749" y="134998"/>
                </a:lnTo>
                <a:lnTo>
                  <a:pt x="0" y="199760"/>
                </a:lnTo>
                <a:close/>
                <a:moveTo>
                  <a:pt x="199766" y="18561"/>
                </a:moveTo>
                <a:lnTo>
                  <a:pt x="251437" y="70243"/>
                </a:lnTo>
                <a:lnTo>
                  <a:pt x="186682" y="134998"/>
                </a:lnTo>
                <a:lnTo>
                  <a:pt x="251437" y="199754"/>
                </a:lnTo>
                <a:lnTo>
                  <a:pt x="199766" y="251436"/>
                </a:lnTo>
                <a:lnTo>
                  <a:pt x="135012" y="186668"/>
                </a:lnTo>
                <a:lnTo>
                  <a:pt x="70244" y="251436"/>
                </a:lnTo>
                <a:lnTo>
                  <a:pt x="18573" y="199754"/>
                </a:lnTo>
                <a:lnTo>
                  <a:pt x="83328" y="134998"/>
                </a:lnTo>
                <a:lnTo>
                  <a:pt x="18573" y="70243"/>
                </a:lnTo>
                <a:lnTo>
                  <a:pt x="70244" y="18561"/>
                </a:lnTo>
                <a:lnTo>
                  <a:pt x="135012" y="83328"/>
                </a:lnTo>
                <a:lnTo>
                  <a:pt x="199766" y="18561"/>
                </a:lnTo>
                <a:close/>
              </a:path>
            </a:pathLst>
          </a:custGeom>
          <a:solidFill xmlns:a="http://schemas.openxmlformats.org/drawingml/2006/main">
            <a:srgbClr val="172C5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Text Allf">
            <a:extLst xmlns:a="http://schemas.openxmlformats.org/drawingml/2006/main">
              <a:ext uri="{FF2B5EF4-FFF2-40B4-BE49-F238E27FC236}">
                <a16:creationId xmlns:a16="http://schemas.microsoft.com/office/drawing/2014/main" id="{97F422FF-7D0D-40E1-8CAA-E6E9B10F0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6044" y="3792734"/>
            <a:ext cx="461965" cy="164110"/>
          </a:xfrm>
          <a:custGeom xmlns:a="http://schemas.openxmlformats.org/drawingml/2006/main">
            <a:pathLst>
              <a:path w="461965" h="164110">
                <a:moveTo>
                  <a:pt x="106291" y="111715"/>
                </a:moveTo>
                <a:lnTo>
                  <a:pt x="45702" y="111715"/>
                </a:lnTo>
                <a:lnTo>
                  <a:pt x="35084" y="136412"/>
                </a:lnTo>
                <a:cubicBezTo>
                  <a:pt x="32468" y="142462"/>
                  <a:pt x="31160" y="146978"/>
                  <a:pt x="31160" y="149962"/>
                </a:cubicBezTo>
                <a:cubicBezTo>
                  <a:pt x="31160" y="152337"/>
                  <a:pt x="32295" y="154424"/>
                  <a:pt x="34565" y="156223"/>
                </a:cubicBezTo>
                <a:cubicBezTo>
                  <a:pt x="36834" y="158021"/>
                  <a:pt x="41739" y="159189"/>
                  <a:pt x="49279" y="159725"/>
                </a:cubicBezTo>
                <a:lnTo>
                  <a:pt x="49279" y="164110"/>
                </a:lnTo>
                <a:lnTo>
                  <a:pt x="0" y="164110"/>
                </a:lnTo>
                <a:lnTo>
                  <a:pt x="0" y="159725"/>
                </a:lnTo>
                <a:cubicBezTo>
                  <a:pt x="6540" y="158573"/>
                  <a:pt x="10771" y="157076"/>
                  <a:pt x="12695" y="155235"/>
                </a:cubicBezTo>
                <a:cubicBezTo>
                  <a:pt x="16619" y="151549"/>
                  <a:pt x="20966" y="144064"/>
                  <a:pt x="25736" y="132781"/>
                </a:cubicBezTo>
                <a:lnTo>
                  <a:pt x="80786" y="4155"/>
                </a:lnTo>
                <a:lnTo>
                  <a:pt x="84825" y="4155"/>
                </a:lnTo>
                <a:lnTo>
                  <a:pt x="139298" y="134220"/>
                </a:lnTo>
                <a:cubicBezTo>
                  <a:pt x="143683" y="144635"/>
                  <a:pt x="147665" y="151395"/>
                  <a:pt x="151242" y="154499"/>
                </a:cubicBezTo>
                <a:cubicBezTo>
                  <a:pt x="154820" y="157600"/>
                  <a:pt x="159802" y="159342"/>
                  <a:pt x="166188" y="159725"/>
                </a:cubicBezTo>
                <a:lnTo>
                  <a:pt x="166188" y="164110"/>
                </a:lnTo>
                <a:lnTo>
                  <a:pt x="104444" y="164110"/>
                </a:lnTo>
                <a:lnTo>
                  <a:pt x="104444" y="159725"/>
                </a:lnTo>
                <a:cubicBezTo>
                  <a:pt x="110676" y="159419"/>
                  <a:pt x="114889" y="158386"/>
                  <a:pt x="117081" y="156623"/>
                </a:cubicBezTo>
                <a:cubicBezTo>
                  <a:pt x="119274" y="154861"/>
                  <a:pt x="120371" y="152716"/>
                  <a:pt x="120371" y="150189"/>
                </a:cubicBezTo>
                <a:cubicBezTo>
                  <a:pt x="120371" y="146818"/>
                  <a:pt x="118832" y="141495"/>
                  <a:pt x="115754" y="134220"/>
                </a:cubicBezTo>
                <a:lnTo>
                  <a:pt x="106291" y="111715"/>
                </a:lnTo>
                <a:moveTo>
                  <a:pt x="103059" y="103175"/>
                </a:moveTo>
                <a:lnTo>
                  <a:pt x="76516" y="39931"/>
                </a:lnTo>
                <a:lnTo>
                  <a:pt x="49279" y="103175"/>
                </a:lnTo>
                <a:lnTo>
                  <a:pt x="103059" y="103175"/>
                </a:lnTo>
                <a:close/>
                <a:moveTo>
                  <a:pt x="212594" y="0"/>
                </a:moveTo>
                <a:lnTo>
                  <a:pt x="212594" y="140105"/>
                </a:lnTo>
                <a:cubicBezTo>
                  <a:pt x="212594" y="146761"/>
                  <a:pt x="213075" y="151173"/>
                  <a:pt x="214037" y="153341"/>
                </a:cubicBezTo>
                <a:cubicBezTo>
                  <a:pt x="214999" y="155508"/>
                  <a:pt x="216480" y="157152"/>
                  <a:pt x="218480" y="158275"/>
                </a:cubicBezTo>
                <a:cubicBezTo>
                  <a:pt x="220481" y="159395"/>
                  <a:pt x="224212" y="159956"/>
                  <a:pt x="229675" y="159956"/>
                </a:cubicBezTo>
                <a:lnTo>
                  <a:pt x="229675" y="164110"/>
                </a:lnTo>
                <a:lnTo>
                  <a:pt x="177857" y="164110"/>
                </a:lnTo>
                <a:lnTo>
                  <a:pt x="177857" y="159956"/>
                </a:lnTo>
                <a:cubicBezTo>
                  <a:pt x="182704" y="159956"/>
                  <a:pt x="186012" y="159453"/>
                  <a:pt x="187782" y="158448"/>
                </a:cubicBezTo>
                <a:cubicBezTo>
                  <a:pt x="189551" y="157441"/>
                  <a:pt x="190936" y="155777"/>
                  <a:pt x="191936" y="153457"/>
                </a:cubicBezTo>
                <a:cubicBezTo>
                  <a:pt x="192937" y="151134"/>
                  <a:pt x="193437" y="146684"/>
                  <a:pt x="193437" y="140105"/>
                </a:cubicBezTo>
                <a:lnTo>
                  <a:pt x="193437" y="44317"/>
                </a:lnTo>
                <a:cubicBezTo>
                  <a:pt x="193437" y="32391"/>
                  <a:pt x="193167" y="25063"/>
                  <a:pt x="192629" y="22331"/>
                </a:cubicBezTo>
                <a:cubicBezTo>
                  <a:pt x="192090" y="19600"/>
                  <a:pt x="191225" y="17734"/>
                  <a:pt x="190032" y="16734"/>
                </a:cubicBezTo>
                <a:cubicBezTo>
                  <a:pt x="188840" y="15734"/>
                  <a:pt x="187320" y="15234"/>
                  <a:pt x="185474" y="15234"/>
                </a:cubicBezTo>
                <a:cubicBezTo>
                  <a:pt x="183473" y="15234"/>
                  <a:pt x="180934" y="15849"/>
                  <a:pt x="177857" y="17080"/>
                </a:cubicBezTo>
                <a:lnTo>
                  <a:pt x="175895" y="12926"/>
                </a:lnTo>
                <a:lnTo>
                  <a:pt x="207401" y="0"/>
                </a:lnTo>
                <a:lnTo>
                  <a:pt x="212594" y="0"/>
                </a:lnTo>
                <a:close/>
                <a:moveTo>
                  <a:pt x="278249" y="0"/>
                </a:moveTo>
                <a:lnTo>
                  <a:pt x="278249" y="140105"/>
                </a:lnTo>
                <a:cubicBezTo>
                  <a:pt x="278249" y="146761"/>
                  <a:pt x="278730" y="151173"/>
                  <a:pt x="279691" y="153341"/>
                </a:cubicBezTo>
                <a:cubicBezTo>
                  <a:pt x="280653" y="155508"/>
                  <a:pt x="282134" y="157152"/>
                  <a:pt x="284134" y="158275"/>
                </a:cubicBezTo>
                <a:cubicBezTo>
                  <a:pt x="286135" y="159395"/>
                  <a:pt x="289866" y="159956"/>
                  <a:pt x="295329" y="159956"/>
                </a:cubicBezTo>
                <a:lnTo>
                  <a:pt x="295329" y="164110"/>
                </a:lnTo>
                <a:lnTo>
                  <a:pt x="243511" y="164110"/>
                </a:lnTo>
                <a:lnTo>
                  <a:pt x="243511" y="159956"/>
                </a:lnTo>
                <a:cubicBezTo>
                  <a:pt x="248358" y="159956"/>
                  <a:pt x="251666" y="159453"/>
                  <a:pt x="253436" y="158448"/>
                </a:cubicBezTo>
                <a:cubicBezTo>
                  <a:pt x="255206" y="157441"/>
                  <a:pt x="256590" y="155777"/>
                  <a:pt x="257591" y="153457"/>
                </a:cubicBezTo>
                <a:cubicBezTo>
                  <a:pt x="258591" y="151134"/>
                  <a:pt x="259091" y="146684"/>
                  <a:pt x="259091" y="140105"/>
                </a:cubicBezTo>
                <a:lnTo>
                  <a:pt x="259091" y="44317"/>
                </a:lnTo>
                <a:cubicBezTo>
                  <a:pt x="259091" y="32391"/>
                  <a:pt x="258822" y="25063"/>
                  <a:pt x="258283" y="22331"/>
                </a:cubicBezTo>
                <a:cubicBezTo>
                  <a:pt x="257744" y="19600"/>
                  <a:pt x="256879" y="17734"/>
                  <a:pt x="255686" y="16734"/>
                </a:cubicBezTo>
                <a:cubicBezTo>
                  <a:pt x="254494" y="15734"/>
                  <a:pt x="252974" y="15234"/>
                  <a:pt x="251128" y="15234"/>
                </a:cubicBezTo>
                <a:cubicBezTo>
                  <a:pt x="249127" y="15234"/>
                  <a:pt x="246588" y="15849"/>
                  <a:pt x="243511" y="17080"/>
                </a:cubicBezTo>
                <a:lnTo>
                  <a:pt x="241549" y="12926"/>
                </a:lnTo>
                <a:lnTo>
                  <a:pt x="273055" y="0"/>
                </a:lnTo>
                <a:lnTo>
                  <a:pt x="278249" y="0"/>
                </a:lnTo>
                <a:close/>
                <a:moveTo>
                  <a:pt x="407954" y="66706"/>
                </a:moveTo>
                <a:lnTo>
                  <a:pt x="407954" y="136181"/>
                </a:lnTo>
                <a:cubicBezTo>
                  <a:pt x="407954" y="146030"/>
                  <a:pt x="409031" y="152262"/>
                  <a:pt x="411186" y="154878"/>
                </a:cubicBezTo>
                <a:cubicBezTo>
                  <a:pt x="414032" y="158263"/>
                  <a:pt x="417841" y="159956"/>
                  <a:pt x="422611" y="159956"/>
                </a:cubicBezTo>
                <a:lnTo>
                  <a:pt x="432190" y="159956"/>
                </a:lnTo>
                <a:lnTo>
                  <a:pt x="432190" y="164110"/>
                </a:lnTo>
                <a:lnTo>
                  <a:pt x="369062" y="164110"/>
                </a:lnTo>
                <a:lnTo>
                  <a:pt x="369062" y="159956"/>
                </a:lnTo>
                <a:lnTo>
                  <a:pt x="373793" y="159956"/>
                </a:lnTo>
                <a:cubicBezTo>
                  <a:pt x="376871" y="159956"/>
                  <a:pt x="379679" y="159186"/>
                  <a:pt x="382218" y="157647"/>
                </a:cubicBezTo>
                <a:cubicBezTo>
                  <a:pt x="384757" y="156109"/>
                  <a:pt x="386508" y="154031"/>
                  <a:pt x="387469" y="151415"/>
                </a:cubicBezTo>
                <a:cubicBezTo>
                  <a:pt x="388431" y="148799"/>
                  <a:pt x="388912" y="143721"/>
                  <a:pt x="388912" y="136181"/>
                </a:cubicBezTo>
                <a:lnTo>
                  <a:pt x="388912" y="66706"/>
                </a:lnTo>
                <a:lnTo>
                  <a:pt x="368369" y="66706"/>
                </a:lnTo>
                <a:lnTo>
                  <a:pt x="368369" y="58396"/>
                </a:lnTo>
                <a:lnTo>
                  <a:pt x="388912" y="58396"/>
                </a:lnTo>
                <a:lnTo>
                  <a:pt x="388912" y="51443"/>
                </a:lnTo>
                <a:cubicBezTo>
                  <a:pt x="388912" y="40862"/>
                  <a:pt x="390605" y="31902"/>
                  <a:pt x="393990" y="24564"/>
                </a:cubicBezTo>
                <a:cubicBezTo>
                  <a:pt x="397375" y="17226"/>
                  <a:pt x="402549" y="11298"/>
                  <a:pt x="409512" y="6780"/>
                </a:cubicBezTo>
                <a:cubicBezTo>
                  <a:pt x="416475" y="2260"/>
                  <a:pt x="424304" y="0"/>
                  <a:pt x="432998" y="0"/>
                </a:cubicBezTo>
                <a:cubicBezTo>
                  <a:pt x="441076" y="0"/>
                  <a:pt x="448501" y="2616"/>
                  <a:pt x="455272" y="7848"/>
                </a:cubicBezTo>
                <a:cubicBezTo>
                  <a:pt x="459734" y="11310"/>
                  <a:pt x="461965" y="15195"/>
                  <a:pt x="461965" y="19504"/>
                </a:cubicBezTo>
                <a:cubicBezTo>
                  <a:pt x="461965" y="21812"/>
                  <a:pt x="460965" y="23986"/>
                  <a:pt x="458965" y="26025"/>
                </a:cubicBezTo>
                <a:cubicBezTo>
                  <a:pt x="456964" y="28063"/>
                  <a:pt x="454810" y="29083"/>
                  <a:pt x="452502" y="29083"/>
                </a:cubicBezTo>
                <a:cubicBezTo>
                  <a:pt x="450732" y="29083"/>
                  <a:pt x="448866" y="28448"/>
                  <a:pt x="446904" y="27179"/>
                </a:cubicBezTo>
                <a:cubicBezTo>
                  <a:pt x="444943" y="25909"/>
                  <a:pt x="442538" y="23178"/>
                  <a:pt x="439691" y="18985"/>
                </a:cubicBezTo>
                <a:cubicBezTo>
                  <a:pt x="436845" y="14791"/>
                  <a:pt x="434229" y="11964"/>
                  <a:pt x="431844" y="10502"/>
                </a:cubicBezTo>
                <a:cubicBezTo>
                  <a:pt x="429459" y="9040"/>
                  <a:pt x="426804" y="8309"/>
                  <a:pt x="423881" y="8309"/>
                </a:cubicBezTo>
                <a:cubicBezTo>
                  <a:pt x="420341" y="8309"/>
                  <a:pt x="417341" y="9257"/>
                  <a:pt x="414879" y="11151"/>
                </a:cubicBezTo>
                <a:cubicBezTo>
                  <a:pt x="412417" y="13044"/>
                  <a:pt x="410647" y="15980"/>
                  <a:pt x="409570" y="19962"/>
                </a:cubicBezTo>
                <a:cubicBezTo>
                  <a:pt x="408493" y="23944"/>
                  <a:pt x="407954" y="34204"/>
                  <a:pt x="407954" y="50743"/>
                </a:cubicBezTo>
                <a:lnTo>
                  <a:pt x="407954" y="58396"/>
                </a:lnTo>
                <a:lnTo>
                  <a:pt x="435191" y="58396"/>
                </a:lnTo>
                <a:lnTo>
                  <a:pt x="435191" y="66706"/>
                </a:lnTo>
                <a:lnTo>
                  <a:pt x="407954" y="6670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Text ailed">
            <a:extLst xmlns:a="http://schemas.openxmlformats.org/drawingml/2006/main">
              <a:ext uri="{FF2B5EF4-FFF2-40B4-BE49-F238E27FC236}">
                <a16:creationId xmlns:a16="http://schemas.microsoft.com/office/drawing/2014/main" id="{1E4EA4C8-CA89-4D96-87F1-9E0163FF2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2506" y="3792734"/>
            <a:ext cx="451733" cy="167342"/>
          </a:xfrm>
          <a:custGeom xmlns:a="http://schemas.openxmlformats.org/drawingml/2006/main">
            <a:pathLst>
              <a:path w="451733" h="167342">
                <a:moveTo>
                  <a:pt x="58858" y="148999"/>
                </a:moveTo>
                <a:cubicBezTo>
                  <a:pt x="48010" y="157383"/>
                  <a:pt x="41201" y="162228"/>
                  <a:pt x="38431" y="163533"/>
                </a:cubicBezTo>
                <a:cubicBezTo>
                  <a:pt x="34276" y="165457"/>
                  <a:pt x="29852" y="166418"/>
                  <a:pt x="25159" y="166418"/>
                </a:cubicBezTo>
                <a:cubicBezTo>
                  <a:pt x="17850" y="166418"/>
                  <a:pt x="11829" y="163918"/>
                  <a:pt x="7098" y="158917"/>
                </a:cubicBezTo>
                <a:cubicBezTo>
                  <a:pt x="2366" y="153916"/>
                  <a:pt x="0" y="147338"/>
                  <a:pt x="0" y="139182"/>
                </a:cubicBezTo>
                <a:cubicBezTo>
                  <a:pt x="0" y="134027"/>
                  <a:pt x="1154" y="129565"/>
                  <a:pt x="3462" y="125795"/>
                </a:cubicBezTo>
                <a:cubicBezTo>
                  <a:pt x="6617" y="120563"/>
                  <a:pt x="12099" y="115639"/>
                  <a:pt x="19908" y="111023"/>
                </a:cubicBezTo>
                <a:cubicBezTo>
                  <a:pt x="27717" y="106406"/>
                  <a:pt x="40701" y="100790"/>
                  <a:pt x="58858" y="94173"/>
                </a:cubicBezTo>
                <a:lnTo>
                  <a:pt x="58858" y="90033"/>
                </a:lnTo>
                <a:cubicBezTo>
                  <a:pt x="58858" y="79531"/>
                  <a:pt x="57185" y="72325"/>
                  <a:pt x="53838" y="68415"/>
                </a:cubicBezTo>
                <a:cubicBezTo>
                  <a:pt x="50491" y="64506"/>
                  <a:pt x="45625" y="62551"/>
                  <a:pt x="39239" y="62551"/>
                </a:cubicBezTo>
                <a:cubicBezTo>
                  <a:pt x="34392" y="62551"/>
                  <a:pt x="30545" y="63859"/>
                  <a:pt x="27698" y="66475"/>
                </a:cubicBezTo>
                <a:cubicBezTo>
                  <a:pt x="24774" y="69091"/>
                  <a:pt x="23312" y="72092"/>
                  <a:pt x="23312" y="75477"/>
                </a:cubicBezTo>
                <a:lnTo>
                  <a:pt x="23543" y="82171"/>
                </a:lnTo>
                <a:cubicBezTo>
                  <a:pt x="23543" y="85710"/>
                  <a:pt x="22639" y="88441"/>
                  <a:pt x="20831" y="90364"/>
                </a:cubicBezTo>
                <a:cubicBezTo>
                  <a:pt x="19023" y="92288"/>
                  <a:pt x="16657" y="93250"/>
                  <a:pt x="13734" y="93250"/>
                </a:cubicBezTo>
                <a:cubicBezTo>
                  <a:pt x="10887" y="93250"/>
                  <a:pt x="8559" y="92247"/>
                  <a:pt x="6751" y="90242"/>
                </a:cubicBezTo>
                <a:cubicBezTo>
                  <a:pt x="4943" y="88234"/>
                  <a:pt x="4039" y="85495"/>
                  <a:pt x="4039" y="82023"/>
                </a:cubicBezTo>
                <a:cubicBezTo>
                  <a:pt x="4039" y="75384"/>
                  <a:pt x="7425" y="69287"/>
                  <a:pt x="14195" y="63730"/>
                </a:cubicBezTo>
                <a:cubicBezTo>
                  <a:pt x="20966" y="58174"/>
                  <a:pt x="30468" y="55396"/>
                  <a:pt x="42701" y="55396"/>
                </a:cubicBezTo>
                <a:cubicBezTo>
                  <a:pt x="52087" y="55396"/>
                  <a:pt x="59781" y="56971"/>
                  <a:pt x="65783" y="60120"/>
                </a:cubicBezTo>
                <a:cubicBezTo>
                  <a:pt x="70322" y="62503"/>
                  <a:pt x="73669" y="66231"/>
                  <a:pt x="75823" y="71304"/>
                </a:cubicBezTo>
                <a:cubicBezTo>
                  <a:pt x="77208" y="74608"/>
                  <a:pt x="77900" y="81370"/>
                  <a:pt x="77900" y="91591"/>
                </a:cubicBezTo>
                <a:lnTo>
                  <a:pt x="77900" y="127439"/>
                </a:lnTo>
                <a:cubicBezTo>
                  <a:pt x="77900" y="137506"/>
                  <a:pt x="78093" y="143673"/>
                  <a:pt x="78477" y="145941"/>
                </a:cubicBezTo>
                <a:cubicBezTo>
                  <a:pt x="78862" y="148208"/>
                  <a:pt x="79497" y="149726"/>
                  <a:pt x="80382" y="150496"/>
                </a:cubicBezTo>
                <a:cubicBezTo>
                  <a:pt x="81266" y="151263"/>
                  <a:pt x="82286" y="151646"/>
                  <a:pt x="83440" y="151646"/>
                </a:cubicBezTo>
                <a:cubicBezTo>
                  <a:pt x="84671" y="151646"/>
                  <a:pt x="85748" y="151377"/>
                  <a:pt x="86671" y="150838"/>
                </a:cubicBezTo>
                <a:cubicBezTo>
                  <a:pt x="88287" y="149838"/>
                  <a:pt x="91403" y="147030"/>
                  <a:pt x="96019" y="142414"/>
                </a:cubicBezTo>
                <a:lnTo>
                  <a:pt x="96019" y="148876"/>
                </a:lnTo>
                <a:cubicBezTo>
                  <a:pt x="87402" y="160417"/>
                  <a:pt x="79170" y="166188"/>
                  <a:pt x="71322" y="166188"/>
                </a:cubicBezTo>
                <a:cubicBezTo>
                  <a:pt x="67552" y="166188"/>
                  <a:pt x="64552" y="164889"/>
                  <a:pt x="62320" y="162293"/>
                </a:cubicBezTo>
                <a:cubicBezTo>
                  <a:pt x="60089" y="159693"/>
                  <a:pt x="58935" y="155262"/>
                  <a:pt x="58858" y="148999"/>
                </a:cubicBezTo>
                <a:moveTo>
                  <a:pt x="58858" y="141516"/>
                </a:moveTo>
                <a:lnTo>
                  <a:pt x="58858" y="101328"/>
                </a:lnTo>
                <a:cubicBezTo>
                  <a:pt x="47240" y="105935"/>
                  <a:pt x="39739" y="109198"/>
                  <a:pt x="36354" y="111116"/>
                </a:cubicBezTo>
                <a:cubicBezTo>
                  <a:pt x="30275" y="114494"/>
                  <a:pt x="25928" y="118026"/>
                  <a:pt x="23312" y="121712"/>
                </a:cubicBezTo>
                <a:cubicBezTo>
                  <a:pt x="20697" y="125396"/>
                  <a:pt x="19389" y="129425"/>
                  <a:pt x="19389" y="133801"/>
                </a:cubicBezTo>
                <a:cubicBezTo>
                  <a:pt x="19389" y="139329"/>
                  <a:pt x="21043" y="143916"/>
                  <a:pt x="24351" y="147564"/>
                </a:cubicBezTo>
                <a:cubicBezTo>
                  <a:pt x="27659" y="151209"/>
                  <a:pt x="31468" y="153031"/>
                  <a:pt x="35776" y="153031"/>
                </a:cubicBezTo>
                <a:cubicBezTo>
                  <a:pt x="41624" y="153031"/>
                  <a:pt x="49318" y="149193"/>
                  <a:pt x="58858" y="141516"/>
                </a:cubicBezTo>
                <a:close/>
                <a:moveTo>
                  <a:pt x="130898" y="0"/>
                </a:moveTo>
                <a:cubicBezTo>
                  <a:pt x="134130" y="0"/>
                  <a:pt x="136880" y="1141"/>
                  <a:pt x="139150" y="3423"/>
                </a:cubicBezTo>
                <a:cubicBezTo>
                  <a:pt x="141420" y="5702"/>
                  <a:pt x="142554" y="8466"/>
                  <a:pt x="142554" y="11714"/>
                </a:cubicBezTo>
                <a:cubicBezTo>
                  <a:pt x="142554" y="14962"/>
                  <a:pt x="141420" y="17746"/>
                  <a:pt x="139150" y="20067"/>
                </a:cubicBezTo>
                <a:cubicBezTo>
                  <a:pt x="136880" y="22384"/>
                  <a:pt x="134130" y="23543"/>
                  <a:pt x="130898" y="23543"/>
                </a:cubicBezTo>
                <a:cubicBezTo>
                  <a:pt x="127667" y="23543"/>
                  <a:pt x="124897" y="22384"/>
                  <a:pt x="122589" y="20067"/>
                </a:cubicBezTo>
                <a:cubicBezTo>
                  <a:pt x="120281" y="17746"/>
                  <a:pt x="119127" y="14962"/>
                  <a:pt x="119127" y="11714"/>
                </a:cubicBezTo>
                <a:cubicBezTo>
                  <a:pt x="119127" y="8466"/>
                  <a:pt x="120261" y="5702"/>
                  <a:pt x="122531" y="3423"/>
                </a:cubicBezTo>
                <a:cubicBezTo>
                  <a:pt x="124801" y="1141"/>
                  <a:pt x="127590" y="0"/>
                  <a:pt x="130898" y="0"/>
                </a:cubicBezTo>
                <a:moveTo>
                  <a:pt x="140477" y="55396"/>
                </a:moveTo>
                <a:lnTo>
                  <a:pt x="140477" y="140105"/>
                </a:lnTo>
                <a:cubicBezTo>
                  <a:pt x="140477" y="146761"/>
                  <a:pt x="140958" y="151192"/>
                  <a:pt x="141920" y="153399"/>
                </a:cubicBezTo>
                <a:cubicBezTo>
                  <a:pt x="142881" y="155604"/>
                  <a:pt x="144305" y="157248"/>
                  <a:pt x="146190" y="158333"/>
                </a:cubicBezTo>
                <a:cubicBezTo>
                  <a:pt x="148075" y="159415"/>
                  <a:pt x="151518" y="159956"/>
                  <a:pt x="156519" y="159956"/>
                </a:cubicBezTo>
                <a:lnTo>
                  <a:pt x="156519" y="164110"/>
                </a:lnTo>
                <a:lnTo>
                  <a:pt x="105162" y="164110"/>
                </a:lnTo>
                <a:lnTo>
                  <a:pt x="105162" y="159956"/>
                </a:lnTo>
                <a:cubicBezTo>
                  <a:pt x="110317" y="159956"/>
                  <a:pt x="113779" y="159453"/>
                  <a:pt x="115549" y="158448"/>
                </a:cubicBezTo>
                <a:cubicBezTo>
                  <a:pt x="117319" y="157441"/>
                  <a:pt x="118723" y="155777"/>
                  <a:pt x="119761" y="153457"/>
                </a:cubicBezTo>
                <a:cubicBezTo>
                  <a:pt x="120800" y="151134"/>
                  <a:pt x="121319" y="146684"/>
                  <a:pt x="121319" y="140105"/>
                </a:cubicBezTo>
                <a:lnTo>
                  <a:pt x="121319" y="99713"/>
                </a:lnTo>
                <a:cubicBezTo>
                  <a:pt x="121319" y="88201"/>
                  <a:pt x="120973" y="80745"/>
                  <a:pt x="120281" y="77345"/>
                </a:cubicBezTo>
                <a:cubicBezTo>
                  <a:pt x="119742" y="74871"/>
                  <a:pt x="118896" y="73153"/>
                  <a:pt x="117742" y="72191"/>
                </a:cubicBezTo>
                <a:cubicBezTo>
                  <a:pt x="116588" y="71227"/>
                  <a:pt x="115010" y="70745"/>
                  <a:pt x="113010" y="70745"/>
                </a:cubicBezTo>
                <a:cubicBezTo>
                  <a:pt x="110856" y="70745"/>
                  <a:pt x="108240" y="71322"/>
                  <a:pt x="105162" y="72476"/>
                </a:cubicBezTo>
                <a:lnTo>
                  <a:pt x="103547" y="68322"/>
                </a:lnTo>
                <a:lnTo>
                  <a:pt x="135399" y="55396"/>
                </a:lnTo>
                <a:lnTo>
                  <a:pt x="140477" y="55396"/>
                </a:lnTo>
                <a:close/>
                <a:moveTo>
                  <a:pt x="206016" y="0"/>
                </a:moveTo>
                <a:lnTo>
                  <a:pt x="206016" y="140105"/>
                </a:lnTo>
                <a:cubicBezTo>
                  <a:pt x="206016" y="146761"/>
                  <a:pt x="206497" y="151173"/>
                  <a:pt x="207459" y="153341"/>
                </a:cubicBezTo>
                <a:cubicBezTo>
                  <a:pt x="208421" y="155508"/>
                  <a:pt x="209902" y="157152"/>
                  <a:pt x="211902" y="158275"/>
                </a:cubicBezTo>
                <a:cubicBezTo>
                  <a:pt x="213902" y="159395"/>
                  <a:pt x="217634" y="159956"/>
                  <a:pt x="223097" y="159956"/>
                </a:cubicBezTo>
                <a:lnTo>
                  <a:pt x="223097" y="164110"/>
                </a:lnTo>
                <a:lnTo>
                  <a:pt x="171278" y="164110"/>
                </a:lnTo>
                <a:lnTo>
                  <a:pt x="171278" y="159956"/>
                </a:lnTo>
                <a:cubicBezTo>
                  <a:pt x="176126" y="159956"/>
                  <a:pt x="179434" y="159453"/>
                  <a:pt x="181203" y="158448"/>
                </a:cubicBezTo>
                <a:cubicBezTo>
                  <a:pt x="182973" y="157441"/>
                  <a:pt x="184358" y="155777"/>
                  <a:pt x="185358" y="153457"/>
                </a:cubicBezTo>
                <a:cubicBezTo>
                  <a:pt x="186358" y="151134"/>
                  <a:pt x="186858" y="146684"/>
                  <a:pt x="186858" y="140105"/>
                </a:cubicBezTo>
                <a:lnTo>
                  <a:pt x="186858" y="44317"/>
                </a:lnTo>
                <a:cubicBezTo>
                  <a:pt x="186858" y="32391"/>
                  <a:pt x="186589" y="25063"/>
                  <a:pt x="186051" y="22331"/>
                </a:cubicBezTo>
                <a:cubicBezTo>
                  <a:pt x="185512" y="19600"/>
                  <a:pt x="184646" y="17734"/>
                  <a:pt x="183454" y="16734"/>
                </a:cubicBezTo>
                <a:cubicBezTo>
                  <a:pt x="182261" y="15734"/>
                  <a:pt x="180742" y="15234"/>
                  <a:pt x="178895" y="15234"/>
                </a:cubicBezTo>
                <a:cubicBezTo>
                  <a:pt x="176895" y="15234"/>
                  <a:pt x="174356" y="15849"/>
                  <a:pt x="171278" y="17080"/>
                </a:cubicBezTo>
                <a:lnTo>
                  <a:pt x="169316" y="12926"/>
                </a:lnTo>
                <a:lnTo>
                  <a:pt x="200823" y="0"/>
                </a:lnTo>
                <a:lnTo>
                  <a:pt x="206016" y="0"/>
                </a:lnTo>
                <a:close/>
                <a:moveTo>
                  <a:pt x="253090" y="98328"/>
                </a:moveTo>
                <a:cubicBezTo>
                  <a:pt x="253013" y="113951"/>
                  <a:pt x="256821" y="126205"/>
                  <a:pt x="264515" y="135089"/>
                </a:cubicBezTo>
                <a:cubicBezTo>
                  <a:pt x="272209" y="143973"/>
                  <a:pt x="281249" y="148415"/>
                  <a:pt x="291636" y="148415"/>
                </a:cubicBezTo>
                <a:cubicBezTo>
                  <a:pt x="298560" y="148415"/>
                  <a:pt x="304581" y="146502"/>
                  <a:pt x="309697" y="142677"/>
                </a:cubicBezTo>
                <a:cubicBezTo>
                  <a:pt x="314814" y="138851"/>
                  <a:pt x="319103" y="132301"/>
                  <a:pt x="322565" y="123025"/>
                </a:cubicBezTo>
                <a:lnTo>
                  <a:pt x="326143" y="125344"/>
                </a:lnTo>
                <a:cubicBezTo>
                  <a:pt x="324527" y="135940"/>
                  <a:pt x="319834" y="145588"/>
                  <a:pt x="312063" y="154290"/>
                </a:cubicBezTo>
                <a:cubicBezTo>
                  <a:pt x="304292" y="162991"/>
                  <a:pt x="294560" y="167342"/>
                  <a:pt x="282865" y="167342"/>
                </a:cubicBezTo>
                <a:cubicBezTo>
                  <a:pt x="270170" y="167342"/>
                  <a:pt x="259303" y="162409"/>
                  <a:pt x="250262" y="152544"/>
                </a:cubicBezTo>
                <a:cubicBezTo>
                  <a:pt x="241222" y="142677"/>
                  <a:pt x="236702" y="129412"/>
                  <a:pt x="236702" y="112750"/>
                </a:cubicBezTo>
                <a:cubicBezTo>
                  <a:pt x="236702" y="94708"/>
                  <a:pt x="241337" y="80639"/>
                  <a:pt x="250608" y="70543"/>
                </a:cubicBezTo>
                <a:cubicBezTo>
                  <a:pt x="259880" y="60445"/>
                  <a:pt x="271517" y="55396"/>
                  <a:pt x="285519" y="55396"/>
                </a:cubicBezTo>
                <a:cubicBezTo>
                  <a:pt x="297368" y="55396"/>
                  <a:pt x="307101" y="59291"/>
                  <a:pt x="314718" y="67081"/>
                </a:cubicBezTo>
                <a:cubicBezTo>
                  <a:pt x="322335" y="74869"/>
                  <a:pt x="326143" y="85284"/>
                  <a:pt x="326143" y="98328"/>
                </a:cubicBezTo>
                <a:lnTo>
                  <a:pt x="253090" y="98328"/>
                </a:lnTo>
                <a:moveTo>
                  <a:pt x="253090" y="91634"/>
                </a:moveTo>
                <a:lnTo>
                  <a:pt x="302023" y="91634"/>
                </a:lnTo>
                <a:cubicBezTo>
                  <a:pt x="301638" y="84919"/>
                  <a:pt x="300830" y="80188"/>
                  <a:pt x="299599" y="77442"/>
                </a:cubicBezTo>
                <a:cubicBezTo>
                  <a:pt x="297676" y="73167"/>
                  <a:pt x="294810" y="69810"/>
                  <a:pt x="291001" y="67369"/>
                </a:cubicBezTo>
                <a:cubicBezTo>
                  <a:pt x="287193" y="64927"/>
                  <a:pt x="283211" y="63705"/>
                  <a:pt x="279057" y="63705"/>
                </a:cubicBezTo>
                <a:cubicBezTo>
                  <a:pt x="272671" y="63705"/>
                  <a:pt x="266958" y="66166"/>
                  <a:pt x="261918" y="71088"/>
                </a:cubicBezTo>
                <a:cubicBezTo>
                  <a:pt x="256879" y="76009"/>
                  <a:pt x="253936" y="82858"/>
                  <a:pt x="253090" y="91634"/>
                </a:cubicBezTo>
                <a:close/>
                <a:moveTo>
                  <a:pt x="415033" y="152230"/>
                </a:moveTo>
                <a:cubicBezTo>
                  <a:pt x="409878" y="157614"/>
                  <a:pt x="404839" y="161479"/>
                  <a:pt x="399915" y="163825"/>
                </a:cubicBezTo>
                <a:cubicBezTo>
                  <a:pt x="394990" y="166170"/>
                  <a:pt x="389682" y="167342"/>
                  <a:pt x="383988" y="167342"/>
                </a:cubicBezTo>
                <a:cubicBezTo>
                  <a:pt x="372447" y="167342"/>
                  <a:pt x="362368" y="162525"/>
                  <a:pt x="353751" y="152890"/>
                </a:cubicBezTo>
                <a:cubicBezTo>
                  <a:pt x="345134" y="143254"/>
                  <a:pt x="340826" y="130872"/>
                  <a:pt x="340826" y="115743"/>
                </a:cubicBezTo>
                <a:cubicBezTo>
                  <a:pt x="340826" y="100618"/>
                  <a:pt x="345596" y="86778"/>
                  <a:pt x="355136" y="74225"/>
                </a:cubicBezTo>
                <a:cubicBezTo>
                  <a:pt x="364677" y="61672"/>
                  <a:pt x="376948" y="55396"/>
                  <a:pt x="391951" y="55396"/>
                </a:cubicBezTo>
                <a:cubicBezTo>
                  <a:pt x="401261" y="55396"/>
                  <a:pt x="408955" y="58357"/>
                  <a:pt x="415033" y="64279"/>
                </a:cubicBezTo>
                <a:lnTo>
                  <a:pt x="415033" y="44548"/>
                </a:lnTo>
                <a:cubicBezTo>
                  <a:pt x="415033" y="32519"/>
                  <a:pt x="414744" y="25125"/>
                  <a:pt x="414167" y="22368"/>
                </a:cubicBezTo>
                <a:cubicBezTo>
                  <a:pt x="413590" y="19610"/>
                  <a:pt x="412686" y="17732"/>
                  <a:pt x="411455" y="16734"/>
                </a:cubicBezTo>
                <a:cubicBezTo>
                  <a:pt x="410224" y="15734"/>
                  <a:pt x="408686" y="15234"/>
                  <a:pt x="406839" y="15234"/>
                </a:cubicBezTo>
                <a:cubicBezTo>
                  <a:pt x="404839" y="15234"/>
                  <a:pt x="402184" y="15849"/>
                  <a:pt x="398876" y="17080"/>
                </a:cubicBezTo>
                <a:lnTo>
                  <a:pt x="397376" y="12926"/>
                </a:lnTo>
                <a:lnTo>
                  <a:pt x="428882" y="0"/>
                </a:lnTo>
                <a:lnTo>
                  <a:pt x="434075" y="0"/>
                </a:lnTo>
                <a:lnTo>
                  <a:pt x="434075" y="122333"/>
                </a:lnTo>
                <a:cubicBezTo>
                  <a:pt x="434075" y="134669"/>
                  <a:pt x="434364" y="142197"/>
                  <a:pt x="434941" y="144916"/>
                </a:cubicBezTo>
                <a:cubicBezTo>
                  <a:pt x="435518" y="147636"/>
                  <a:pt x="436441" y="149534"/>
                  <a:pt x="437711" y="150611"/>
                </a:cubicBezTo>
                <a:cubicBezTo>
                  <a:pt x="438980" y="151686"/>
                  <a:pt x="440461" y="152223"/>
                  <a:pt x="442154" y="152223"/>
                </a:cubicBezTo>
                <a:cubicBezTo>
                  <a:pt x="444231" y="152223"/>
                  <a:pt x="447001" y="151569"/>
                  <a:pt x="450463" y="150261"/>
                </a:cubicBezTo>
                <a:lnTo>
                  <a:pt x="451733" y="154416"/>
                </a:lnTo>
                <a:lnTo>
                  <a:pt x="420342" y="167342"/>
                </a:lnTo>
                <a:lnTo>
                  <a:pt x="415033" y="167342"/>
                </a:lnTo>
                <a:lnTo>
                  <a:pt x="415033" y="152230"/>
                </a:lnTo>
                <a:moveTo>
                  <a:pt x="415033" y="144170"/>
                </a:moveTo>
                <a:lnTo>
                  <a:pt x="415033" y="89834"/>
                </a:lnTo>
                <a:cubicBezTo>
                  <a:pt x="414571" y="84615"/>
                  <a:pt x="413186" y="79856"/>
                  <a:pt x="410878" y="75560"/>
                </a:cubicBezTo>
                <a:cubicBezTo>
                  <a:pt x="408570" y="71261"/>
                  <a:pt x="405512" y="68019"/>
                  <a:pt x="401703" y="65833"/>
                </a:cubicBezTo>
                <a:cubicBezTo>
                  <a:pt x="397895" y="63645"/>
                  <a:pt x="394183" y="62551"/>
                  <a:pt x="390566" y="62551"/>
                </a:cubicBezTo>
                <a:cubicBezTo>
                  <a:pt x="383796" y="62551"/>
                  <a:pt x="377756" y="65583"/>
                  <a:pt x="372447" y="71647"/>
                </a:cubicBezTo>
                <a:cubicBezTo>
                  <a:pt x="365446" y="79627"/>
                  <a:pt x="361945" y="91291"/>
                  <a:pt x="361945" y="106641"/>
                </a:cubicBezTo>
                <a:cubicBezTo>
                  <a:pt x="361945" y="122144"/>
                  <a:pt x="365331" y="134021"/>
                  <a:pt x="372101" y="142273"/>
                </a:cubicBezTo>
                <a:cubicBezTo>
                  <a:pt x="378872" y="150522"/>
                  <a:pt x="386412" y="154647"/>
                  <a:pt x="394721" y="154647"/>
                </a:cubicBezTo>
                <a:cubicBezTo>
                  <a:pt x="401723" y="154647"/>
                  <a:pt x="408493" y="151154"/>
                  <a:pt x="415033" y="14417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CC52A0-505D-4616-9F1D-FF2546834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9816" y="1750202"/>
            <a:ext cx="562001" cy="2143614"/>
          </a:xfrm>
          <a:custGeom xmlns:a="http://schemas.openxmlformats.org/drawingml/2006/main">
            <a:pathLst>
              <a:path w="562001" h="2143614">
                <a:moveTo>
                  <a:pt x="463520" y="98482"/>
                </a:moveTo>
                <a:lnTo>
                  <a:pt x="562001" y="49241"/>
                </a:lnTo>
                <a:lnTo>
                  <a:pt x="463520" y="0"/>
                </a:lnTo>
                <a:lnTo>
                  <a:pt x="463520" y="32827"/>
                </a:lnTo>
                <a:lnTo>
                  <a:pt x="264587" y="32827"/>
                </a:lnTo>
                <a:lnTo>
                  <a:pt x="264587" y="2110787"/>
                </a:lnTo>
                <a:lnTo>
                  <a:pt x="0" y="2110787"/>
                </a:lnTo>
                <a:lnTo>
                  <a:pt x="0" y="2143614"/>
                </a:lnTo>
                <a:lnTo>
                  <a:pt x="297414" y="2143614"/>
                </a:lnTo>
                <a:lnTo>
                  <a:pt x="297414" y="65654"/>
                </a:lnTo>
                <a:lnTo>
                  <a:pt x="463520" y="65654"/>
                </a:lnTo>
                <a:lnTo>
                  <a:pt x="463520" y="98482"/>
                </a:lnTo>
                <a:close/>
              </a:path>
            </a:pathLst>
          </a:custGeom>
          <a:solidFill xmlns:a="http://schemas.openxmlformats.org/drawingml/2006/main">
            <a:srgbClr val="76717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25053D-78C1-4EA1-A140-0079AD7EE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5508" y="650491"/>
            <a:ext cx="1708917" cy="2122592"/>
          </a:xfrm>
          <a:custGeom xmlns:a="http://schemas.openxmlformats.org/drawingml/2006/main">
            <a:pathLst>
              <a:path w="1708917" h="2122592">
                <a:moveTo>
                  <a:pt x="0" y="1902663"/>
                </a:moveTo>
                <a:lnTo>
                  <a:pt x="32827" y="1902663"/>
                </a:lnTo>
                <a:lnTo>
                  <a:pt x="32827" y="1869836"/>
                </a:lnTo>
                <a:lnTo>
                  <a:pt x="0" y="1869836"/>
                </a:lnTo>
                <a:lnTo>
                  <a:pt x="0" y="1902663"/>
                </a:lnTo>
                <a:close/>
                <a:moveTo>
                  <a:pt x="0" y="1968317"/>
                </a:moveTo>
                <a:lnTo>
                  <a:pt x="32827" y="1968317"/>
                </a:lnTo>
                <a:lnTo>
                  <a:pt x="32827" y="1935490"/>
                </a:lnTo>
                <a:lnTo>
                  <a:pt x="0" y="1935490"/>
                </a:lnTo>
                <a:lnTo>
                  <a:pt x="0" y="1968317"/>
                </a:lnTo>
                <a:close/>
                <a:moveTo>
                  <a:pt x="0" y="2033972"/>
                </a:moveTo>
                <a:lnTo>
                  <a:pt x="32827" y="2033972"/>
                </a:lnTo>
                <a:lnTo>
                  <a:pt x="32827" y="2001144"/>
                </a:lnTo>
                <a:lnTo>
                  <a:pt x="0" y="2001144"/>
                </a:lnTo>
                <a:lnTo>
                  <a:pt x="0" y="2033972"/>
                </a:lnTo>
                <a:close/>
                <a:moveTo>
                  <a:pt x="0" y="2099626"/>
                </a:moveTo>
                <a:lnTo>
                  <a:pt x="32827" y="2099626"/>
                </a:lnTo>
                <a:lnTo>
                  <a:pt x="32827" y="2066799"/>
                </a:lnTo>
                <a:lnTo>
                  <a:pt x="0" y="2066799"/>
                </a:lnTo>
                <a:lnTo>
                  <a:pt x="0" y="2099626"/>
                </a:lnTo>
                <a:close/>
                <a:moveTo>
                  <a:pt x="75516" y="2122592"/>
                </a:moveTo>
                <a:lnTo>
                  <a:pt x="75516" y="2089765"/>
                </a:lnTo>
                <a:lnTo>
                  <a:pt x="42688" y="2089765"/>
                </a:lnTo>
                <a:lnTo>
                  <a:pt x="42688" y="2122592"/>
                </a:lnTo>
                <a:lnTo>
                  <a:pt x="75516" y="2122592"/>
                </a:lnTo>
                <a:close/>
                <a:moveTo>
                  <a:pt x="141170" y="2122592"/>
                </a:moveTo>
                <a:lnTo>
                  <a:pt x="141170" y="2089765"/>
                </a:lnTo>
                <a:lnTo>
                  <a:pt x="108343" y="2089765"/>
                </a:lnTo>
                <a:lnTo>
                  <a:pt x="108343" y="2122592"/>
                </a:lnTo>
                <a:lnTo>
                  <a:pt x="141170" y="2122592"/>
                </a:lnTo>
                <a:close/>
                <a:moveTo>
                  <a:pt x="206824" y="2122592"/>
                </a:moveTo>
                <a:lnTo>
                  <a:pt x="206824" y="2089765"/>
                </a:lnTo>
                <a:lnTo>
                  <a:pt x="173997" y="2089765"/>
                </a:lnTo>
                <a:lnTo>
                  <a:pt x="173997" y="2122592"/>
                </a:lnTo>
                <a:lnTo>
                  <a:pt x="206824" y="2122592"/>
                </a:lnTo>
                <a:close/>
                <a:moveTo>
                  <a:pt x="272479" y="2122592"/>
                </a:moveTo>
                <a:lnTo>
                  <a:pt x="272479" y="2089765"/>
                </a:lnTo>
                <a:lnTo>
                  <a:pt x="239651" y="2089765"/>
                </a:lnTo>
                <a:lnTo>
                  <a:pt x="239651" y="2122592"/>
                </a:lnTo>
                <a:lnTo>
                  <a:pt x="272479" y="2122592"/>
                </a:lnTo>
                <a:close/>
                <a:moveTo>
                  <a:pt x="338133" y="2122592"/>
                </a:moveTo>
                <a:lnTo>
                  <a:pt x="338133" y="2089765"/>
                </a:lnTo>
                <a:lnTo>
                  <a:pt x="305306" y="2089765"/>
                </a:lnTo>
                <a:lnTo>
                  <a:pt x="305306" y="2122592"/>
                </a:lnTo>
                <a:lnTo>
                  <a:pt x="338133" y="2122592"/>
                </a:lnTo>
                <a:close/>
                <a:moveTo>
                  <a:pt x="403787" y="2122592"/>
                </a:moveTo>
                <a:lnTo>
                  <a:pt x="403787" y="2089765"/>
                </a:lnTo>
                <a:lnTo>
                  <a:pt x="370960" y="2089765"/>
                </a:lnTo>
                <a:lnTo>
                  <a:pt x="370960" y="2122592"/>
                </a:lnTo>
                <a:lnTo>
                  <a:pt x="403787" y="2122592"/>
                </a:lnTo>
                <a:close/>
                <a:moveTo>
                  <a:pt x="469442" y="2122592"/>
                </a:moveTo>
                <a:lnTo>
                  <a:pt x="469442" y="2089765"/>
                </a:lnTo>
                <a:lnTo>
                  <a:pt x="436615" y="2089765"/>
                </a:lnTo>
                <a:lnTo>
                  <a:pt x="436615" y="2122592"/>
                </a:lnTo>
                <a:lnTo>
                  <a:pt x="469442" y="2122592"/>
                </a:lnTo>
                <a:close/>
                <a:moveTo>
                  <a:pt x="535096" y="2122592"/>
                </a:moveTo>
                <a:lnTo>
                  <a:pt x="535096" y="2089765"/>
                </a:lnTo>
                <a:lnTo>
                  <a:pt x="502269" y="2089765"/>
                </a:lnTo>
                <a:lnTo>
                  <a:pt x="502269" y="2122592"/>
                </a:lnTo>
                <a:lnTo>
                  <a:pt x="535096" y="2122592"/>
                </a:lnTo>
                <a:close/>
                <a:moveTo>
                  <a:pt x="600750" y="2122592"/>
                </a:moveTo>
                <a:lnTo>
                  <a:pt x="600750" y="2089765"/>
                </a:lnTo>
                <a:lnTo>
                  <a:pt x="567923" y="2089765"/>
                </a:lnTo>
                <a:lnTo>
                  <a:pt x="567923" y="2122592"/>
                </a:lnTo>
                <a:lnTo>
                  <a:pt x="600750" y="2122592"/>
                </a:lnTo>
                <a:close/>
                <a:moveTo>
                  <a:pt x="666405" y="2122592"/>
                </a:moveTo>
                <a:lnTo>
                  <a:pt x="666405" y="2089765"/>
                </a:lnTo>
                <a:lnTo>
                  <a:pt x="633578" y="2089765"/>
                </a:lnTo>
                <a:lnTo>
                  <a:pt x="633578" y="2122592"/>
                </a:lnTo>
                <a:lnTo>
                  <a:pt x="666405" y="2122592"/>
                </a:lnTo>
                <a:close/>
                <a:moveTo>
                  <a:pt x="732059" y="2122592"/>
                </a:moveTo>
                <a:lnTo>
                  <a:pt x="732059" y="2089765"/>
                </a:lnTo>
                <a:lnTo>
                  <a:pt x="699232" y="2089765"/>
                </a:lnTo>
                <a:lnTo>
                  <a:pt x="699232" y="2122592"/>
                </a:lnTo>
                <a:lnTo>
                  <a:pt x="732059" y="2122592"/>
                </a:lnTo>
                <a:close/>
                <a:moveTo>
                  <a:pt x="797713" y="2122592"/>
                </a:moveTo>
                <a:lnTo>
                  <a:pt x="797713" y="2089765"/>
                </a:lnTo>
                <a:lnTo>
                  <a:pt x="764886" y="2089765"/>
                </a:lnTo>
                <a:lnTo>
                  <a:pt x="764886" y="2122592"/>
                </a:lnTo>
                <a:lnTo>
                  <a:pt x="797713" y="2122592"/>
                </a:lnTo>
                <a:close/>
                <a:moveTo>
                  <a:pt x="863368" y="2122592"/>
                </a:moveTo>
                <a:lnTo>
                  <a:pt x="863368" y="2089765"/>
                </a:lnTo>
                <a:lnTo>
                  <a:pt x="830541" y="2089765"/>
                </a:lnTo>
                <a:lnTo>
                  <a:pt x="830541" y="2122592"/>
                </a:lnTo>
                <a:lnTo>
                  <a:pt x="863368" y="2122592"/>
                </a:lnTo>
                <a:close/>
                <a:moveTo>
                  <a:pt x="929022" y="2122592"/>
                </a:moveTo>
                <a:lnTo>
                  <a:pt x="929022" y="2089765"/>
                </a:lnTo>
                <a:lnTo>
                  <a:pt x="896195" y="2089765"/>
                </a:lnTo>
                <a:lnTo>
                  <a:pt x="896195" y="2122592"/>
                </a:lnTo>
                <a:lnTo>
                  <a:pt x="929022" y="2122592"/>
                </a:lnTo>
                <a:close/>
                <a:moveTo>
                  <a:pt x="994676" y="2122592"/>
                </a:moveTo>
                <a:lnTo>
                  <a:pt x="994676" y="2089765"/>
                </a:lnTo>
                <a:lnTo>
                  <a:pt x="961849" y="2089765"/>
                </a:lnTo>
                <a:lnTo>
                  <a:pt x="961849" y="2122592"/>
                </a:lnTo>
                <a:lnTo>
                  <a:pt x="994676" y="2122592"/>
                </a:lnTo>
                <a:close/>
                <a:moveTo>
                  <a:pt x="1060331" y="2122592"/>
                </a:moveTo>
                <a:lnTo>
                  <a:pt x="1060331" y="2089765"/>
                </a:lnTo>
                <a:lnTo>
                  <a:pt x="1027504" y="2089765"/>
                </a:lnTo>
                <a:lnTo>
                  <a:pt x="1027504" y="2122592"/>
                </a:lnTo>
                <a:lnTo>
                  <a:pt x="1060331" y="2122592"/>
                </a:lnTo>
                <a:close/>
                <a:moveTo>
                  <a:pt x="1125985" y="2122592"/>
                </a:moveTo>
                <a:lnTo>
                  <a:pt x="1125985" y="2089765"/>
                </a:lnTo>
                <a:lnTo>
                  <a:pt x="1093158" y="2089765"/>
                </a:lnTo>
                <a:lnTo>
                  <a:pt x="1093158" y="2122592"/>
                </a:lnTo>
                <a:lnTo>
                  <a:pt x="1125985" y="2122592"/>
                </a:lnTo>
                <a:close/>
                <a:moveTo>
                  <a:pt x="1191639" y="2122592"/>
                </a:moveTo>
                <a:lnTo>
                  <a:pt x="1191639" y="2089765"/>
                </a:lnTo>
                <a:lnTo>
                  <a:pt x="1158812" y="2089765"/>
                </a:lnTo>
                <a:lnTo>
                  <a:pt x="1158812" y="2122592"/>
                </a:lnTo>
                <a:lnTo>
                  <a:pt x="1191639" y="2122592"/>
                </a:lnTo>
                <a:close/>
                <a:moveTo>
                  <a:pt x="1422900" y="88791"/>
                </a:moveTo>
                <a:lnTo>
                  <a:pt x="1390073" y="88791"/>
                </a:lnTo>
                <a:lnTo>
                  <a:pt x="1390073" y="121618"/>
                </a:lnTo>
                <a:lnTo>
                  <a:pt x="1422900" y="121618"/>
                </a:lnTo>
                <a:lnTo>
                  <a:pt x="1422900" y="88791"/>
                </a:lnTo>
                <a:close/>
                <a:moveTo>
                  <a:pt x="1422900" y="220100"/>
                </a:moveTo>
                <a:lnTo>
                  <a:pt x="1390073" y="220100"/>
                </a:lnTo>
                <a:lnTo>
                  <a:pt x="1390073" y="252927"/>
                </a:lnTo>
                <a:lnTo>
                  <a:pt x="1422900" y="252927"/>
                </a:lnTo>
                <a:lnTo>
                  <a:pt x="1422900" y="220100"/>
                </a:lnTo>
                <a:close/>
                <a:moveTo>
                  <a:pt x="1422900" y="285754"/>
                </a:moveTo>
                <a:lnTo>
                  <a:pt x="1390073" y="285754"/>
                </a:lnTo>
                <a:lnTo>
                  <a:pt x="1390073" y="318581"/>
                </a:lnTo>
                <a:lnTo>
                  <a:pt x="1422900" y="318581"/>
                </a:lnTo>
                <a:lnTo>
                  <a:pt x="1422900" y="285754"/>
                </a:lnTo>
                <a:close/>
                <a:moveTo>
                  <a:pt x="1422900" y="1073606"/>
                </a:moveTo>
                <a:lnTo>
                  <a:pt x="1390073" y="1073606"/>
                </a:lnTo>
                <a:lnTo>
                  <a:pt x="1390073" y="1106433"/>
                </a:lnTo>
                <a:lnTo>
                  <a:pt x="1422900" y="1106433"/>
                </a:lnTo>
                <a:lnTo>
                  <a:pt x="1422900" y="1073606"/>
                </a:lnTo>
                <a:close/>
                <a:moveTo>
                  <a:pt x="1422900" y="1139260"/>
                </a:moveTo>
                <a:lnTo>
                  <a:pt x="1390073" y="1139260"/>
                </a:lnTo>
                <a:lnTo>
                  <a:pt x="1390073" y="1172088"/>
                </a:lnTo>
                <a:lnTo>
                  <a:pt x="1422900" y="1172088"/>
                </a:lnTo>
                <a:lnTo>
                  <a:pt x="1422900" y="1139260"/>
                </a:lnTo>
                <a:close/>
                <a:moveTo>
                  <a:pt x="1422900" y="1204915"/>
                </a:moveTo>
                <a:lnTo>
                  <a:pt x="1390073" y="1204915"/>
                </a:lnTo>
                <a:lnTo>
                  <a:pt x="1390073" y="1237742"/>
                </a:lnTo>
                <a:lnTo>
                  <a:pt x="1422900" y="1237742"/>
                </a:lnTo>
                <a:lnTo>
                  <a:pt x="1422900" y="1204915"/>
                </a:lnTo>
                <a:close/>
                <a:moveTo>
                  <a:pt x="1422900" y="1270569"/>
                </a:moveTo>
                <a:lnTo>
                  <a:pt x="1390073" y="1270569"/>
                </a:lnTo>
                <a:lnTo>
                  <a:pt x="1390073" y="1303396"/>
                </a:lnTo>
                <a:lnTo>
                  <a:pt x="1422900" y="1303396"/>
                </a:lnTo>
                <a:lnTo>
                  <a:pt x="1422900" y="1270569"/>
                </a:lnTo>
                <a:close/>
                <a:moveTo>
                  <a:pt x="1422900" y="1336223"/>
                </a:moveTo>
                <a:lnTo>
                  <a:pt x="1390073" y="1336223"/>
                </a:lnTo>
                <a:lnTo>
                  <a:pt x="1390073" y="1369051"/>
                </a:lnTo>
                <a:lnTo>
                  <a:pt x="1422900" y="1369051"/>
                </a:lnTo>
                <a:lnTo>
                  <a:pt x="1422900" y="1336223"/>
                </a:lnTo>
                <a:close/>
                <a:moveTo>
                  <a:pt x="1422900" y="1401878"/>
                </a:moveTo>
                <a:lnTo>
                  <a:pt x="1390073" y="1401878"/>
                </a:lnTo>
                <a:lnTo>
                  <a:pt x="1390073" y="1434705"/>
                </a:lnTo>
                <a:lnTo>
                  <a:pt x="1422900" y="1434705"/>
                </a:lnTo>
                <a:lnTo>
                  <a:pt x="1422900" y="1401878"/>
                </a:lnTo>
                <a:close/>
                <a:moveTo>
                  <a:pt x="1422900" y="1467532"/>
                </a:moveTo>
                <a:lnTo>
                  <a:pt x="1390073" y="1467532"/>
                </a:lnTo>
                <a:lnTo>
                  <a:pt x="1390073" y="1500359"/>
                </a:lnTo>
                <a:lnTo>
                  <a:pt x="1422900" y="1500359"/>
                </a:lnTo>
                <a:lnTo>
                  <a:pt x="1422900" y="1467532"/>
                </a:lnTo>
                <a:close/>
                <a:moveTo>
                  <a:pt x="1422900" y="1533187"/>
                </a:moveTo>
                <a:lnTo>
                  <a:pt x="1390073" y="1533187"/>
                </a:lnTo>
                <a:lnTo>
                  <a:pt x="1390073" y="1566014"/>
                </a:lnTo>
                <a:lnTo>
                  <a:pt x="1422900" y="1566014"/>
                </a:lnTo>
                <a:lnTo>
                  <a:pt x="1422900" y="1533187"/>
                </a:lnTo>
                <a:close/>
                <a:moveTo>
                  <a:pt x="1422900" y="1598841"/>
                </a:moveTo>
                <a:lnTo>
                  <a:pt x="1390073" y="1598841"/>
                </a:lnTo>
                <a:lnTo>
                  <a:pt x="1390073" y="1631668"/>
                </a:lnTo>
                <a:lnTo>
                  <a:pt x="1422900" y="1631668"/>
                </a:lnTo>
                <a:lnTo>
                  <a:pt x="1422900" y="1598841"/>
                </a:lnTo>
                <a:close/>
                <a:moveTo>
                  <a:pt x="1422900" y="1664495"/>
                </a:moveTo>
                <a:lnTo>
                  <a:pt x="1390073" y="1664495"/>
                </a:lnTo>
                <a:lnTo>
                  <a:pt x="1390073" y="1697322"/>
                </a:lnTo>
                <a:lnTo>
                  <a:pt x="1422900" y="1697322"/>
                </a:lnTo>
                <a:lnTo>
                  <a:pt x="1422900" y="1664495"/>
                </a:lnTo>
                <a:close/>
                <a:moveTo>
                  <a:pt x="1422900" y="1730150"/>
                </a:moveTo>
                <a:lnTo>
                  <a:pt x="1390073" y="1730150"/>
                </a:lnTo>
                <a:lnTo>
                  <a:pt x="1390073" y="1762977"/>
                </a:lnTo>
                <a:lnTo>
                  <a:pt x="1422900" y="1762977"/>
                </a:lnTo>
                <a:lnTo>
                  <a:pt x="1422900" y="1730150"/>
                </a:lnTo>
                <a:close/>
                <a:moveTo>
                  <a:pt x="1422900" y="1795804"/>
                </a:moveTo>
                <a:lnTo>
                  <a:pt x="1390073" y="1795804"/>
                </a:lnTo>
                <a:lnTo>
                  <a:pt x="1390073" y="1828631"/>
                </a:lnTo>
                <a:lnTo>
                  <a:pt x="1422900" y="1828631"/>
                </a:lnTo>
                <a:lnTo>
                  <a:pt x="1422900" y="1795804"/>
                </a:lnTo>
                <a:close/>
                <a:moveTo>
                  <a:pt x="1422900" y="1861458"/>
                </a:moveTo>
                <a:lnTo>
                  <a:pt x="1390073" y="1861458"/>
                </a:lnTo>
                <a:lnTo>
                  <a:pt x="1390073" y="1894285"/>
                </a:lnTo>
                <a:lnTo>
                  <a:pt x="1422900" y="1894285"/>
                </a:lnTo>
                <a:lnTo>
                  <a:pt x="1422900" y="1861458"/>
                </a:lnTo>
                <a:close/>
                <a:moveTo>
                  <a:pt x="1422900" y="1927113"/>
                </a:moveTo>
                <a:lnTo>
                  <a:pt x="1390073" y="1927113"/>
                </a:lnTo>
                <a:lnTo>
                  <a:pt x="1390073" y="1959940"/>
                </a:lnTo>
                <a:lnTo>
                  <a:pt x="1422900" y="1959940"/>
                </a:lnTo>
                <a:lnTo>
                  <a:pt x="1422900" y="1927113"/>
                </a:lnTo>
                <a:close/>
                <a:moveTo>
                  <a:pt x="1422900" y="1992767"/>
                </a:moveTo>
                <a:lnTo>
                  <a:pt x="1390073" y="1992767"/>
                </a:lnTo>
                <a:lnTo>
                  <a:pt x="1390073" y="2025594"/>
                </a:lnTo>
                <a:lnTo>
                  <a:pt x="1422900" y="2025594"/>
                </a:lnTo>
                <a:lnTo>
                  <a:pt x="1422900" y="1992767"/>
                </a:lnTo>
                <a:close/>
                <a:moveTo>
                  <a:pt x="1422900" y="2058421"/>
                </a:moveTo>
                <a:lnTo>
                  <a:pt x="1390073" y="2058421"/>
                </a:lnTo>
                <a:lnTo>
                  <a:pt x="1390073" y="2091248"/>
                </a:lnTo>
                <a:lnTo>
                  <a:pt x="1422900" y="2091248"/>
                </a:lnTo>
                <a:lnTo>
                  <a:pt x="1422900" y="2058421"/>
                </a:lnTo>
                <a:close/>
                <a:moveTo>
                  <a:pt x="1257294" y="2122592"/>
                </a:moveTo>
                <a:lnTo>
                  <a:pt x="1257294" y="2089765"/>
                </a:lnTo>
                <a:lnTo>
                  <a:pt x="1224467" y="2089765"/>
                </a:lnTo>
                <a:lnTo>
                  <a:pt x="1224467" y="2122592"/>
                </a:lnTo>
                <a:lnTo>
                  <a:pt x="1257294" y="2122592"/>
                </a:lnTo>
                <a:close/>
                <a:moveTo>
                  <a:pt x="1322948" y="2122592"/>
                </a:moveTo>
                <a:lnTo>
                  <a:pt x="1322948" y="2089765"/>
                </a:lnTo>
                <a:lnTo>
                  <a:pt x="1290121" y="2089765"/>
                </a:lnTo>
                <a:lnTo>
                  <a:pt x="1290121" y="2122592"/>
                </a:lnTo>
                <a:lnTo>
                  <a:pt x="1322948" y="2122592"/>
                </a:lnTo>
                <a:close/>
                <a:moveTo>
                  <a:pt x="1388603" y="2122592"/>
                </a:moveTo>
                <a:lnTo>
                  <a:pt x="1388603" y="2089765"/>
                </a:lnTo>
                <a:lnTo>
                  <a:pt x="1355775" y="2089765"/>
                </a:lnTo>
                <a:lnTo>
                  <a:pt x="1355775" y="2122592"/>
                </a:lnTo>
                <a:lnTo>
                  <a:pt x="1388603" y="2122592"/>
                </a:lnTo>
                <a:close/>
                <a:moveTo>
                  <a:pt x="1406487" y="65654"/>
                </a:moveTo>
                <a:lnTo>
                  <a:pt x="1422900" y="65654"/>
                </a:lnTo>
                <a:lnTo>
                  <a:pt x="1432591" y="65654"/>
                </a:lnTo>
                <a:lnTo>
                  <a:pt x="1432591" y="32827"/>
                </a:lnTo>
                <a:lnTo>
                  <a:pt x="1390073" y="32827"/>
                </a:lnTo>
                <a:lnTo>
                  <a:pt x="1390073" y="55964"/>
                </a:lnTo>
                <a:lnTo>
                  <a:pt x="1416177" y="55964"/>
                </a:lnTo>
                <a:lnTo>
                  <a:pt x="1406487" y="65654"/>
                </a:lnTo>
                <a:close/>
                <a:moveTo>
                  <a:pt x="1498245" y="65654"/>
                </a:moveTo>
                <a:lnTo>
                  <a:pt x="1498245" y="32827"/>
                </a:lnTo>
                <a:lnTo>
                  <a:pt x="1465418" y="32827"/>
                </a:lnTo>
                <a:lnTo>
                  <a:pt x="1465418" y="65654"/>
                </a:lnTo>
                <a:lnTo>
                  <a:pt x="1498245" y="65654"/>
                </a:lnTo>
                <a:close/>
                <a:moveTo>
                  <a:pt x="1563913" y="65654"/>
                </a:moveTo>
                <a:lnTo>
                  <a:pt x="1563913" y="32827"/>
                </a:lnTo>
                <a:lnTo>
                  <a:pt x="1531072" y="32827"/>
                </a:lnTo>
                <a:lnTo>
                  <a:pt x="1531072" y="65654"/>
                </a:lnTo>
                <a:lnTo>
                  <a:pt x="1563913" y="65654"/>
                </a:lnTo>
                <a:close/>
                <a:moveTo>
                  <a:pt x="1610435" y="98482"/>
                </a:moveTo>
                <a:lnTo>
                  <a:pt x="1708917" y="49241"/>
                </a:lnTo>
                <a:lnTo>
                  <a:pt x="1610435" y="0"/>
                </a:lnTo>
                <a:lnTo>
                  <a:pt x="1610435" y="32827"/>
                </a:lnTo>
                <a:lnTo>
                  <a:pt x="1596740" y="32827"/>
                </a:lnTo>
                <a:lnTo>
                  <a:pt x="1596740" y="65654"/>
                </a:lnTo>
                <a:lnTo>
                  <a:pt x="1610435" y="65654"/>
                </a:lnTo>
                <a:lnTo>
                  <a:pt x="1610435" y="98482"/>
                </a:lnTo>
                <a:close/>
                <a:moveTo>
                  <a:pt x="1422900" y="154445"/>
                </a:moveTo>
                <a:lnTo>
                  <a:pt x="1390073" y="154445"/>
                </a:lnTo>
                <a:lnTo>
                  <a:pt x="1390073" y="187272"/>
                </a:lnTo>
                <a:lnTo>
                  <a:pt x="1422900" y="187272"/>
                </a:lnTo>
                <a:lnTo>
                  <a:pt x="1422900" y="154445"/>
                </a:lnTo>
                <a:close/>
                <a:moveTo>
                  <a:pt x="1422900" y="351408"/>
                </a:moveTo>
                <a:lnTo>
                  <a:pt x="1390073" y="351408"/>
                </a:lnTo>
                <a:lnTo>
                  <a:pt x="1390073" y="384235"/>
                </a:lnTo>
                <a:lnTo>
                  <a:pt x="1422900" y="384235"/>
                </a:lnTo>
                <a:lnTo>
                  <a:pt x="1422900" y="351408"/>
                </a:lnTo>
                <a:close/>
                <a:moveTo>
                  <a:pt x="1422900" y="417063"/>
                </a:moveTo>
                <a:lnTo>
                  <a:pt x="1390073" y="417063"/>
                </a:lnTo>
                <a:lnTo>
                  <a:pt x="1390073" y="449890"/>
                </a:lnTo>
                <a:lnTo>
                  <a:pt x="1422900" y="449890"/>
                </a:lnTo>
                <a:lnTo>
                  <a:pt x="1422900" y="417063"/>
                </a:lnTo>
                <a:close/>
                <a:moveTo>
                  <a:pt x="1422900" y="482717"/>
                </a:moveTo>
                <a:lnTo>
                  <a:pt x="1390073" y="482717"/>
                </a:lnTo>
                <a:lnTo>
                  <a:pt x="1390073" y="515544"/>
                </a:lnTo>
                <a:lnTo>
                  <a:pt x="1422900" y="515544"/>
                </a:lnTo>
                <a:lnTo>
                  <a:pt x="1422900" y="482717"/>
                </a:lnTo>
                <a:close/>
                <a:moveTo>
                  <a:pt x="1422900" y="548371"/>
                </a:moveTo>
                <a:lnTo>
                  <a:pt x="1390073" y="548371"/>
                </a:lnTo>
                <a:lnTo>
                  <a:pt x="1390073" y="581199"/>
                </a:lnTo>
                <a:lnTo>
                  <a:pt x="1422900" y="581199"/>
                </a:lnTo>
                <a:lnTo>
                  <a:pt x="1422900" y="548371"/>
                </a:lnTo>
                <a:close/>
                <a:moveTo>
                  <a:pt x="1422900" y="614026"/>
                </a:moveTo>
                <a:lnTo>
                  <a:pt x="1390073" y="614026"/>
                </a:lnTo>
                <a:lnTo>
                  <a:pt x="1390073" y="646853"/>
                </a:lnTo>
                <a:lnTo>
                  <a:pt x="1422900" y="646853"/>
                </a:lnTo>
                <a:lnTo>
                  <a:pt x="1422900" y="614026"/>
                </a:lnTo>
                <a:close/>
                <a:moveTo>
                  <a:pt x="1422900" y="679680"/>
                </a:moveTo>
                <a:lnTo>
                  <a:pt x="1390073" y="679680"/>
                </a:lnTo>
                <a:lnTo>
                  <a:pt x="1390073" y="712507"/>
                </a:lnTo>
                <a:lnTo>
                  <a:pt x="1422900" y="712507"/>
                </a:lnTo>
                <a:lnTo>
                  <a:pt x="1422900" y="679680"/>
                </a:lnTo>
                <a:close/>
                <a:moveTo>
                  <a:pt x="1422900" y="745334"/>
                </a:moveTo>
                <a:lnTo>
                  <a:pt x="1390073" y="745334"/>
                </a:lnTo>
                <a:lnTo>
                  <a:pt x="1390073" y="778162"/>
                </a:lnTo>
                <a:lnTo>
                  <a:pt x="1422900" y="778162"/>
                </a:lnTo>
                <a:lnTo>
                  <a:pt x="1422900" y="745334"/>
                </a:lnTo>
                <a:close/>
                <a:moveTo>
                  <a:pt x="1422900" y="810989"/>
                </a:moveTo>
                <a:lnTo>
                  <a:pt x="1390073" y="810989"/>
                </a:lnTo>
                <a:lnTo>
                  <a:pt x="1390073" y="843816"/>
                </a:lnTo>
                <a:lnTo>
                  <a:pt x="1422900" y="843816"/>
                </a:lnTo>
                <a:lnTo>
                  <a:pt x="1422900" y="810989"/>
                </a:lnTo>
                <a:close/>
                <a:moveTo>
                  <a:pt x="1422900" y="876643"/>
                </a:moveTo>
                <a:lnTo>
                  <a:pt x="1390073" y="876643"/>
                </a:lnTo>
                <a:lnTo>
                  <a:pt x="1390073" y="909470"/>
                </a:lnTo>
                <a:lnTo>
                  <a:pt x="1422900" y="909470"/>
                </a:lnTo>
                <a:lnTo>
                  <a:pt x="1422900" y="876643"/>
                </a:lnTo>
                <a:close/>
                <a:moveTo>
                  <a:pt x="1422900" y="942297"/>
                </a:moveTo>
                <a:lnTo>
                  <a:pt x="1390073" y="942297"/>
                </a:lnTo>
                <a:lnTo>
                  <a:pt x="1390073" y="975125"/>
                </a:lnTo>
                <a:lnTo>
                  <a:pt x="1422900" y="975125"/>
                </a:lnTo>
                <a:lnTo>
                  <a:pt x="1422900" y="942297"/>
                </a:lnTo>
                <a:close/>
                <a:moveTo>
                  <a:pt x="1422900" y="1007952"/>
                </a:moveTo>
                <a:lnTo>
                  <a:pt x="1390073" y="1007952"/>
                </a:lnTo>
                <a:lnTo>
                  <a:pt x="1390073" y="1040779"/>
                </a:lnTo>
                <a:lnTo>
                  <a:pt x="1422900" y="1040779"/>
                </a:lnTo>
                <a:lnTo>
                  <a:pt x="1422900" y="1007952"/>
                </a:lnTo>
                <a:close/>
              </a:path>
            </a:pathLst>
          </a:custGeom>
          <a:solidFill xmlns:a="http://schemas.openxmlformats.org/drawingml/2006/main">
            <a:srgbClr val="76717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Text Related">
            <a:extLst xmlns:a="http://schemas.openxmlformats.org/drawingml/2006/main">
              <a:ext uri="{FF2B5EF4-FFF2-40B4-BE49-F238E27FC236}">
                <a16:creationId xmlns:a16="http://schemas.microsoft.com/office/drawing/2014/main" id="{881EB04C-8B29-430E-86E4-915718B78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1332" y="2832001"/>
            <a:ext cx="718736" cy="167342"/>
          </a:xfrm>
          <a:custGeom xmlns:a="http://schemas.openxmlformats.org/drawingml/2006/main">
            <a:pathLst>
              <a:path w="718736" h="167342">
                <a:moveTo>
                  <a:pt x="155685" y="164110"/>
                </a:moveTo>
                <a:lnTo>
                  <a:pt x="113908" y="164110"/>
                </a:lnTo>
                <a:lnTo>
                  <a:pt x="60935" y="90942"/>
                </a:lnTo>
                <a:cubicBezTo>
                  <a:pt x="57012" y="91095"/>
                  <a:pt x="53819" y="91172"/>
                  <a:pt x="51357" y="91172"/>
                </a:cubicBezTo>
                <a:cubicBezTo>
                  <a:pt x="50356" y="91172"/>
                  <a:pt x="49279" y="91153"/>
                  <a:pt x="48125" y="91115"/>
                </a:cubicBezTo>
                <a:cubicBezTo>
                  <a:pt x="46971" y="91076"/>
                  <a:pt x="45779" y="91018"/>
                  <a:pt x="44547" y="90942"/>
                </a:cubicBezTo>
                <a:lnTo>
                  <a:pt x="44547" y="136412"/>
                </a:lnTo>
                <a:cubicBezTo>
                  <a:pt x="44547" y="146212"/>
                  <a:pt x="45625" y="152299"/>
                  <a:pt x="47779" y="154672"/>
                </a:cubicBezTo>
                <a:cubicBezTo>
                  <a:pt x="50703" y="158040"/>
                  <a:pt x="55088" y="159725"/>
                  <a:pt x="60935" y="159725"/>
                </a:cubicBezTo>
                <a:lnTo>
                  <a:pt x="67052" y="159725"/>
                </a:lnTo>
                <a:lnTo>
                  <a:pt x="67052" y="164110"/>
                </a:lnTo>
                <a:lnTo>
                  <a:pt x="0" y="164110"/>
                </a:lnTo>
                <a:lnTo>
                  <a:pt x="0" y="159725"/>
                </a:lnTo>
                <a:lnTo>
                  <a:pt x="5886" y="159725"/>
                </a:lnTo>
                <a:cubicBezTo>
                  <a:pt x="12503" y="159725"/>
                  <a:pt x="17234" y="157581"/>
                  <a:pt x="20081" y="153294"/>
                </a:cubicBezTo>
                <a:cubicBezTo>
                  <a:pt x="21697" y="150921"/>
                  <a:pt x="22505" y="145294"/>
                  <a:pt x="22505" y="136412"/>
                </a:cubicBezTo>
                <a:lnTo>
                  <a:pt x="22505" y="35315"/>
                </a:lnTo>
                <a:cubicBezTo>
                  <a:pt x="22505" y="25515"/>
                  <a:pt x="21427" y="19428"/>
                  <a:pt x="19273" y="17055"/>
                </a:cubicBezTo>
                <a:cubicBezTo>
                  <a:pt x="16273" y="13687"/>
                  <a:pt x="11810" y="12002"/>
                  <a:pt x="5886" y="12002"/>
                </a:cubicBezTo>
                <a:lnTo>
                  <a:pt x="0" y="12002"/>
                </a:lnTo>
                <a:lnTo>
                  <a:pt x="0" y="7617"/>
                </a:lnTo>
                <a:lnTo>
                  <a:pt x="57012" y="7617"/>
                </a:lnTo>
                <a:cubicBezTo>
                  <a:pt x="73630" y="7617"/>
                  <a:pt x="85883" y="8828"/>
                  <a:pt x="93769" y="11249"/>
                </a:cubicBezTo>
                <a:cubicBezTo>
                  <a:pt x="101655" y="13670"/>
                  <a:pt x="108349" y="18129"/>
                  <a:pt x="113850" y="24625"/>
                </a:cubicBezTo>
                <a:cubicBezTo>
                  <a:pt x="119351" y="31119"/>
                  <a:pt x="122102" y="38862"/>
                  <a:pt x="122102" y="47855"/>
                </a:cubicBezTo>
                <a:cubicBezTo>
                  <a:pt x="122102" y="57465"/>
                  <a:pt x="118966" y="65805"/>
                  <a:pt x="112696" y="72877"/>
                </a:cubicBezTo>
                <a:cubicBezTo>
                  <a:pt x="106425" y="79948"/>
                  <a:pt x="96712" y="84944"/>
                  <a:pt x="83555" y="87865"/>
                </a:cubicBezTo>
                <a:lnTo>
                  <a:pt x="115870" y="132719"/>
                </a:lnTo>
                <a:cubicBezTo>
                  <a:pt x="123256" y="143029"/>
                  <a:pt x="129603" y="149877"/>
                  <a:pt x="134912" y="153262"/>
                </a:cubicBezTo>
                <a:cubicBezTo>
                  <a:pt x="140221" y="156647"/>
                  <a:pt x="147145" y="158801"/>
                  <a:pt x="155685" y="159725"/>
                </a:cubicBezTo>
                <a:lnTo>
                  <a:pt x="155685" y="164110"/>
                </a:lnTo>
                <a:moveTo>
                  <a:pt x="44547" y="83555"/>
                </a:moveTo>
                <a:cubicBezTo>
                  <a:pt x="46009" y="83555"/>
                  <a:pt x="47279" y="83575"/>
                  <a:pt x="48356" y="83613"/>
                </a:cubicBezTo>
                <a:cubicBezTo>
                  <a:pt x="49433" y="83652"/>
                  <a:pt x="50318" y="83671"/>
                  <a:pt x="51010" y="83671"/>
                </a:cubicBezTo>
                <a:cubicBezTo>
                  <a:pt x="65936" y="83671"/>
                  <a:pt x="77189" y="80445"/>
                  <a:pt x="84767" y="73995"/>
                </a:cubicBezTo>
                <a:cubicBezTo>
                  <a:pt x="92346" y="67541"/>
                  <a:pt x="96135" y="59322"/>
                  <a:pt x="96135" y="49337"/>
                </a:cubicBezTo>
                <a:cubicBezTo>
                  <a:pt x="96135" y="39583"/>
                  <a:pt x="93077" y="31653"/>
                  <a:pt x="86960" y="25548"/>
                </a:cubicBezTo>
                <a:cubicBezTo>
                  <a:pt x="80843" y="19441"/>
                  <a:pt x="72746" y="16388"/>
                  <a:pt x="62667" y="16388"/>
                </a:cubicBezTo>
                <a:cubicBezTo>
                  <a:pt x="58204" y="16388"/>
                  <a:pt x="52164" y="17157"/>
                  <a:pt x="44547" y="18696"/>
                </a:cubicBezTo>
                <a:lnTo>
                  <a:pt x="44547" y="83555"/>
                </a:lnTo>
                <a:close/>
                <a:moveTo>
                  <a:pt x="178690" y="98328"/>
                </a:moveTo>
                <a:cubicBezTo>
                  <a:pt x="178613" y="113951"/>
                  <a:pt x="182422" y="126205"/>
                  <a:pt x="190116" y="135089"/>
                </a:cubicBezTo>
                <a:cubicBezTo>
                  <a:pt x="197809" y="143973"/>
                  <a:pt x="206850" y="148415"/>
                  <a:pt x="217237" y="148415"/>
                </a:cubicBezTo>
                <a:cubicBezTo>
                  <a:pt x="224161" y="148415"/>
                  <a:pt x="230181" y="146502"/>
                  <a:pt x="235298" y="142677"/>
                </a:cubicBezTo>
                <a:cubicBezTo>
                  <a:pt x="240414" y="138851"/>
                  <a:pt x="244704" y="132301"/>
                  <a:pt x="248166" y="123025"/>
                </a:cubicBezTo>
                <a:lnTo>
                  <a:pt x="251744" y="125344"/>
                </a:lnTo>
                <a:cubicBezTo>
                  <a:pt x="250128" y="135940"/>
                  <a:pt x="245435" y="145588"/>
                  <a:pt x="237664" y="154290"/>
                </a:cubicBezTo>
                <a:cubicBezTo>
                  <a:pt x="229893" y="162991"/>
                  <a:pt x="220160" y="167342"/>
                  <a:pt x="208465" y="167342"/>
                </a:cubicBezTo>
                <a:cubicBezTo>
                  <a:pt x="195771" y="167342"/>
                  <a:pt x="184903" y="162409"/>
                  <a:pt x="175863" y="152544"/>
                </a:cubicBezTo>
                <a:cubicBezTo>
                  <a:pt x="166822" y="142677"/>
                  <a:pt x="162302" y="129412"/>
                  <a:pt x="162302" y="112750"/>
                </a:cubicBezTo>
                <a:cubicBezTo>
                  <a:pt x="162302" y="94708"/>
                  <a:pt x="166938" y="80639"/>
                  <a:pt x="176209" y="70543"/>
                </a:cubicBezTo>
                <a:cubicBezTo>
                  <a:pt x="185480" y="60445"/>
                  <a:pt x="197117" y="55396"/>
                  <a:pt x="211120" y="55396"/>
                </a:cubicBezTo>
                <a:cubicBezTo>
                  <a:pt x="222968" y="55396"/>
                  <a:pt x="232701" y="59291"/>
                  <a:pt x="240318" y="67081"/>
                </a:cubicBezTo>
                <a:cubicBezTo>
                  <a:pt x="247935" y="74869"/>
                  <a:pt x="251744" y="85284"/>
                  <a:pt x="251744" y="98328"/>
                </a:cubicBezTo>
                <a:lnTo>
                  <a:pt x="178690" y="98328"/>
                </a:lnTo>
                <a:moveTo>
                  <a:pt x="178690" y="91634"/>
                </a:moveTo>
                <a:lnTo>
                  <a:pt x="227623" y="91634"/>
                </a:lnTo>
                <a:cubicBezTo>
                  <a:pt x="227239" y="84919"/>
                  <a:pt x="226431" y="80188"/>
                  <a:pt x="225200" y="77442"/>
                </a:cubicBezTo>
                <a:cubicBezTo>
                  <a:pt x="223276" y="73167"/>
                  <a:pt x="220410" y="69810"/>
                  <a:pt x="216602" y="67369"/>
                </a:cubicBezTo>
                <a:cubicBezTo>
                  <a:pt x="212793" y="64927"/>
                  <a:pt x="208812" y="63705"/>
                  <a:pt x="204657" y="63705"/>
                </a:cubicBezTo>
                <a:cubicBezTo>
                  <a:pt x="198271" y="63705"/>
                  <a:pt x="192558" y="66166"/>
                  <a:pt x="187519" y="71088"/>
                </a:cubicBezTo>
                <a:cubicBezTo>
                  <a:pt x="182479" y="76009"/>
                  <a:pt x="179537" y="82858"/>
                  <a:pt x="178690" y="91634"/>
                </a:cubicBezTo>
                <a:close/>
                <a:moveTo>
                  <a:pt x="302318" y="0"/>
                </a:moveTo>
                <a:lnTo>
                  <a:pt x="302318" y="140105"/>
                </a:lnTo>
                <a:cubicBezTo>
                  <a:pt x="302318" y="146761"/>
                  <a:pt x="302799" y="151173"/>
                  <a:pt x="303761" y="153341"/>
                </a:cubicBezTo>
                <a:cubicBezTo>
                  <a:pt x="304722" y="155508"/>
                  <a:pt x="306203" y="157152"/>
                  <a:pt x="308204" y="158275"/>
                </a:cubicBezTo>
                <a:cubicBezTo>
                  <a:pt x="310204" y="159395"/>
                  <a:pt x="313936" y="159956"/>
                  <a:pt x="319398" y="159956"/>
                </a:cubicBezTo>
                <a:lnTo>
                  <a:pt x="319398" y="164110"/>
                </a:lnTo>
                <a:lnTo>
                  <a:pt x="267580" y="164110"/>
                </a:lnTo>
                <a:lnTo>
                  <a:pt x="267580" y="159956"/>
                </a:lnTo>
                <a:cubicBezTo>
                  <a:pt x="272427" y="159956"/>
                  <a:pt x="275736" y="159453"/>
                  <a:pt x="277505" y="158448"/>
                </a:cubicBezTo>
                <a:cubicBezTo>
                  <a:pt x="279275" y="157441"/>
                  <a:pt x="280660" y="155777"/>
                  <a:pt x="281660" y="153457"/>
                </a:cubicBezTo>
                <a:cubicBezTo>
                  <a:pt x="282660" y="151134"/>
                  <a:pt x="283160" y="146684"/>
                  <a:pt x="283160" y="140105"/>
                </a:cubicBezTo>
                <a:lnTo>
                  <a:pt x="283160" y="44317"/>
                </a:lnTo>
                <a:cubicBezTo>
                  <a:pt x="283160" y="32391"/>
                  <a:pt x="282891" y="25063"/>
                  <a:pt x="282352" y="22331"/>
                </a:cubicBezTo>
                <a:cubicBezTo>
                  <a:pt x="281814" y="19600"/>
                  <a:pt x="280948" y="17734"/>
                  <a:pt x="279756" y="16734"/>
                </a:cubicBezTo>
                <a:cubicBezTo>
                  <a:pt x="278563" y="15734"/>
                  <a:pt x="277044" y="15234"/>
                  <a:pt x="275197" y="15234"/>
                </a:cubicBezTo>
                <a:cubicBezTo>
                  <a:pt x="273197" y="15234"/>
                  <a:pt x="270658" y="15849"/>
                  <a:pt x="267580" y="17080"/>
                </a:cubicBezTo>
                <a:lnTo>
                  <a:pt x="265618" y="12926"/>
                </a:lnTo>
                <a:lnTo>
                  <a:pt x="297125" y="0"/>
                </a:lnTo>
                <a:lnTo>
                  <a:pt x="302318" y="0"/>
                </a:lnTo>
                <a:close/>
                <a:moveTo>
                  <a:pt x="391515" y="148999"/>
                </a:moveTo>
                <a:cubicBezTo>
                  <a:pt x="380667" y="157383"/>
                  <a:pt x="373858" y="162228"/>
                  <a:pt x="371088" y="163533"/>
                </a:cubicBezTo>
                <a:cubicBezTo>
                  <a:pt x="366934" y="165457"/>
                  <a:pt x="362510" y="166418"/>
                  <a:pt x="357816" y="166418"/>
                </a:cubicBezTo>
                <a:cubicBezTo>
                  <a:pt x="350507" y="166418"/>
                  <a:pt x="344487" y="163918"/>
                  <a:pt x="339755" y="158917"/>
                </a:cubicBezTo>
                <a:cubicBezTo>
                  <a:pt x="335023" y="153916"/>
                  <a:pt x="332657" y="147338"/>
                  <a:pt x="332657" y="139182"/>
                </a:cubicBezTo>
                <a:cubicBezTo>
                  <a:pt x="332657" y="134027"/>
                  <a:pt x="333811" y="129565"/>
                  <a:pt x="336120" y="125795"/>
                </a:cubicBezTo>
                <a:cubicBezTo>
                  <a:pt x="339274" y="120563"/>
                  <a:pt x="344756" y="115639"/>
                  <a:pt x="352565" y="111023"/>
                </a:cubicBezTo>
                <a:cubicBezTo>
                  <a:pt x="360375" y="106406"/>
                  <a:pt x="373358" y="100790"/>
                  <a:pt x="391515" y="94173"/>
                </a:cubicBezTo>
                <a:lnTo>
                  <a:pt x="391515" y="90033"/>
                </a:lnTo>
                <a:cubicBezTo>
                  <a:pt x="391515" y="79531"/>
                  <a:pt x="389842" y="72325"/>
                  <a:pt x="386495" y="68415"/>
                </a:cubicBezTo>
                <a:cubicBezTo>
                  <a:pt x="383148" y="64506"/>
                  <a:pt x="378282" y="62551"/>
                  <a:pt x="371896" y="62551"/>
                </a:cubicBezTo>
                <a:cubicBezTo>
                  <a:pt x="367049" y="62551"/>
                  <a:pt x="363202" y="63859"/>
                  <a:pt x="360355" y="66475"/>
                </a:cubicBezTo>
                <a:cubicBezTo>
                  <a:pt x="357432" y="69091"/>
                  <a:pt x="355970" y="72092"/>
                  <a:pt x="355970" y="75477"/>
                </a:cubicBezTo>
                <a:lnTo>
                  <a:pt x="356201" y="82171"/>
                </a:lnTo>
                <a:cubicBezTo>
                  <a:pt x="356201" y="85710"/>
                  <a:pt x="355297" y="88441"/>
                  <a:pt x="353489" y="90364"/>
                </a:cubicBezTo>
                <a:cubicBezTo>
                  <a:pt x="351680" y="92288"/>
                  <a:pt x="349315" y="93250"/>
                  <a:pt x="346391" y="93250"/>
                </a:cubicBezTo>
                <a:cubicBezTo>
                  <a:pt x="343544" y="93250"/>
                  <a:pt x="341217" y="92247"/>
                  <a:pt x="339409" y="90242"/>
                </a:cubicBezTo>
                <a:cubicBezTo>
                  <a:pt x="337601" y="88234"/>
                  <a:pt x="336697" y="85495"/>
                  <a:pt x="336697" y="82023"/>
                </a:cubicBezTo>
                <a:cubicBezTo>
                  <a:pt x="336697" y="75384"/>
                  <a:pt x="340082" y="69287"/>
                  <a:pt x="346853" y="63730"/>
                </a:cubicBezTo>
                <a:cubicBezTo>
                  <a:pt x="353623" y="58174"/>
                  <a:pt x="363125" y="55396"/>
                  <a:pt x="375358" y="55396"/>
                </a:cubicBezTo>
                <a:cubicBezTo>
                  <a:pt x="384745" y="55396"/>
                  <a:pt x="392439" y="56971"/>
                  <a:pt x="398440" y="60120"/>
                </a:cubicBezTo>
                <a:cubicBezTo>
                  <a:pt x="402979" y="62503"/>
                  <a:pt x="406326" y="66231"/>
                  <a:pt x="408480" y="71304"/>
                </a:cubicBezTo>
                <a:cubicBezTo>
                  <a:pt x="409865" y="74608"/>
                  <a:pt x="410558" y="81370"/>
                  <a:pt x="410558" y="91591"/>
                </a:cubicBezTo>
                <a:lnTo>
                  <a:pt x="410558" y="127439"/>
                </a:lnTo>
                <a:cubicBezTo>
                  <a:pt x="410558" y="137506"/>
                  <a:pt x="410750" y="143673"/>
                  <a:pt x="411135" y="145941"/>
                </a:cubicBezTo>
                <a:cubicBezTo>
                  <a:pt x="411520" y="148208"/>
                  <a:pt x="412154" y="149726"/>
                  <a:pt x="413039" y="150496"/>
                </a:cubicBezTo>
                <a:cubicBezTo>
                  <a:pt x="413924" y="151263"/>
                  <a:pt x="414943" y="151646"/>
                  <a:pt x="416097" y="151646"/>
                </a:cubicBezTo>
                <a:cubicBezTo>
                  <a:pt x="417328" y="151646"/>
                  <a:pt x="418406" y="151377"/>
                  <a:pt x="419329" y="150838"/>
                </a:cubicBezTo>
                <a:cubicBezTo>
                  <a:pt x="420945" y="149838"/>
                  <a:pt x="424061" y="147030"/>
                  <a:pt x="428677" y="142414"/>
                </a:cubicBezTo>
                <a:lnTo>
                  <a:pt x="428677" y="148876"/>
                </a:lnTo>
                <a:cubicBezTo>
                  <a:pt x="420060" y="160417"/>
                  <a:pt x="411827" y="166188"/>
                  <a:pt x="403980" y="166188"/>
                </a:cubicBezTo>
                <a:cubicBezTo>
                  <a:pt x="400210" y="166188"/>
                  <a:pt x="397209" y="164889"/>
                  <a:pt x="394978" y="162293"/>
                </a:cubicBezTo>
                <a:cubicBezTo>
                  <a:pt x="392747" y="159693"/>
                  <a:pt x="391592" y="155262"/>
                  <a:pt x="391515" y="148999"/>
                </a:cubicBezTo>
                <a:moveTo>
                  <a:pt x="391515" y="141516"/>
                </a:moveTo>
                <a:lnTo>
                  <a:pt x="391515" y="101328"/>
                </a:lnTo>
                <a:cubicBezTo>
                  <a:pt x="379898" y="105935"/>
                  <a:pt x="372396" y="109198"/>
                  <a:pt x="369011" y="111116"/>
                </a:cubicBezTo>
                <a:cubicBezTo>
                  <a:pt x="362933" y="114494"/>
                  <a:pt x="358586" y="118026"/>
                  <a:pt x="355970" y="121712"/>
                </a:cubicBezTo>
                <a:cubicBezTo>
                  <a:pt x="353354" y="125396"/>
                  <a:pt x="352046" y="129425"/>
                  <a:pt x="352046" y="133801"/>
                </a:cubicBezTo>
                <a:cubicBezTo>
                  <a:pt x="352046" y="139329"/>
                  <a:pt x="353700" y="143916"/>
                  <a:pt x="357008" y="147564"/>
                </a:cubicBezTo>
                <a:cubicBezTo>
                  <a:pt x="360317" y="151209"/>
                  <a:pt x="364125" y="153031"/>
                  <a:pt x="368434" y="153031"/>
                </a:cubicBezTo>
                <a:cubicBezTo>
                  <a:pt x="374281" y="153031"/>
                  <a:pt x="381975" y="149193"/>
                  <a:pt x="391515" y="141516"/>
                </a:cubicBezTo>
                <a:close/>
                <a:moveTo>
                  <a:pt x="467364" y="23543"/>
                </a:moveTo>
                <a:lnTo>
                  <a:pt x="467364" y="58396"/>
                </a:lnTo>
                <a:lnTo>
                  <a:pt x="492062" y="58396"/>
                </a:lnTo>
                <a:lnTo>
                  <a:pt x="492062" y="66244"/>
                </a:lnTo>
                <a:lnTo>
                  <a:pt x="467364" y="66475"/>
                </a:lnTo>
                <a:lnTo>
                  <a:pt x="467364" y="135121"/>
                </a:lnTo>
                <a:cubicBezTo>
                  <a:pt x="467364" y="141976"/>
                  <a:pt x="468345" y="146598"/>
                  <a:pt x="470307" y="148988"/>
                </a:cubicBezTo>
                <a:cubicBezTo>
                  <a:pt x="472269" y="151376"/>
                  <a:pt x="474789" y="152569"/>
                  <a:pt x="477867" y="152569"/>
                </a:cubicBezTo>
                <a:cubicBezTo>
                  <a:pt x="480405" y="152569"/>
                  <a:pt x="482868" y="151771"/>
                  <a:pt x="485253" y="150175"/>
                </a:cubicBezTo>
                <a:cubicBezTo>
                  <a:pt x="487638" y="148578"/>
                  <a:pt x="489484" y="146222"/>
                  <a:pt x="490792" y="143106"/>
                </a:cubicBezTo>
                <a:lnTo>
                  <a:pt x="495293" y="143106"/>
                </a:lnTo>
                <a:cubicBezTo>
                  <a:pt x="492600" y="150684"/>
                  <a:pt x="488792" y="156388"/>
                  <a:pt x="483868" y="160215"/>
                </a:cubicBezTo>
                <a:cubicBezTo>
                  <a:pt x="478944" y="164043"/>
                  <a:pt x="473866" y="165957"/>
                  <a:pt x="468634" y="165957"/>
                </a:cubicBezTo>
                <a:cubicBezTo>
                  <a:pt x="465095" y="165957"/>
                  <a:pt x="461632" y="164972"/>
                  <a:pt x="458247" y="163003"/>
                </a:cubicBezTo>
                <a:cubicBezTo>
                  <a:pt x="454862" y="161034"/>
                  <a:pt x="452361" y="158216"/>
                  <a:pt x="450746" y="154549"/>
                </a:cubicBezTo>
                <a:cubicBezTo>
                  <a:pt x="449130" y="150883"/>
                  <a:pt x="448322" y="145228"/>
                  <a:pt x="448322" y="137584"/>
                </a:cubicBezTo>
                <a:lnTo>
                  <a:pt x="448322" y="66244"/>
                </a:lnTo>
                <a:lnTo>
                  <a:pt x="431588" y="66244"/>
                </a:lnTo>
                <a:lnTo>
                  <a:pt x="431588" y="62544"/>
                </a:lnTo>
                <a:cubicBezTo>
                  <a:pt x="435820" y="60861"/>
                  <a:pt x="440147" y="58012"/>
                  <a:pt x="444571" y="53997"/>
                </a:cubicBezTo>
                <a:cubicBezTo>
                  <a:pt x="448995" y="49981"/>
                  <a:pt x="452938" y="45195"/>
                  <a:pt x="456401" y="39639"/>
                </a:cubicBezTo>
                <a:cubicBezTo>
                  <a:pt x="458170" y="36706"/>
                  <a:pt x="460632" y="31340"/>
                  <a:pt x="463787" y="23543"/>
                </a:cubicBezTo>
                <a:lnTo>
                  <a:pt x="467364" y="23543"/>
                </a:lnTo>
                <a:close/>
                <a:moveTo>
                  <a:pt x="520093" y="98328"/>
                </a:moveTo>
                <a:cubicBezTo>
                  <a:pt x="520016" y="113951"/>
                  <a:pt x="523824" y="126205"/>
                  <a:pt x="531518" y="135089"/>
                </a:cubicBezTo>
                <a:cubicBezTo>
                  <a:pt x="539212" y="143973"/>
                  <a:pt x="548252" y="148415"/>
                  <a:pt x="558639" y="148415"/>
                </a:cubicBezTo>
                <a:cubicBezTo>
                  <a:pt x="565564" y="148415"/>
                  <a:pt x="571584" y="146502"/>
                  <a:pt x="576701" y="142677"/>
                </a:cubicBezTo>
                <a:cubicBezTo>
                  <a:pt x="581817" y="138851"/>
                  <a:pt x="586106" y="132301"/>
                  <a:pt x="589569" y="123025"/>
                </a:cubicBezTo>
                <a:lnTo>
                  <a:pt x="593146" y="125344"/>
                </a:lnTo>
                <a:cubicBezTo>
                  <a:pt x="591530" y="135940"/>
                  <a:pt x="586837" y="145588"/>
                  <a:pt x="579066" y="154290"/>
                </a:cubicBezTo>
                <a:cubicBezTo>
                  <a:pt x="571296" y="162991"/>
                  <a:pt x="561563" y="167342"/>
                  <a:pt x="549868" y="167342"/>
                </a:cubicBezTo>
                <a:cubicBezTo>
                  <a:pt x="537173" y="167342"/>
                  <a:pt x="526306" y="162409"/>
                  <a:pt x="517265" y="152544"/>
                </a:cubicBezTo>
                <a:cubicBezTo>
                  <a:pt x="508225" y="142677"/>
                  <a:pt x="503705" y="129412"/>
                  <a:pt x="503705" y="112750"/>
                </a:cubicBezTo>
                <a:cubicBezTo>
                  <a:pt x="503705" y="94708"/>
                  <a:pt x="508341" y="80639"/>
                  <a:pt x="517612" y="70543"/>
                </a:cubicBezTo>
                <a:cubicBezTo>
                  <a:pt x="526883" y="60445"/>
                  <a:pt x="538520" y="55396"/>
                  <a:pt x="552523" y="55396"/>
                </a:cubicBezTo>
                <a:cubicBezTo>
                  <a:pt x="564371" y="55396"/>
                  <a:pt x="574104" y="59291"/>
                  <a:pt x="581721" y="67081"/>
                </a:cubicBezTo>
                <a:cubicBezTo>
                  <a:pt x="589338" y="74869"/>
                  <a:pt x="593146" y="85284"/>
                  <a:pt x="593146" y="98328"/>
                </a:cubicBezTo>
                <a:lnTo>
                  <a:pt x="520093" y="98328"/>
                </a:lnTo>
                <a:moveTo>
                  <a:pt x="520093" y="91634"/>
                </a:moveTo>
                <a:lnTo>
                  <a:pt x="569026" y="91634"/>
                </a:lnTo>
                <a:cubicBezTo>
                  <a:pt x="568641" y="84919"/>
                  <a:pt x="567833" y="80188"/>
                  <a:pt x="566602" y="77442"/>
                </a:cubicBezTo>
                <a:cubicBezTo>
                  <a:pt x="564679" y="73167"/>
                  <a:pt x="561813" y="69810"/>
                  <a:pt x="558004" y="67369"/>
                </a:cubicBezTo>
                <a:cubicBezTo>
                  <a:pt x="554196" y="64927"/>
                  <a:pt x="550214" y="63705"/>
                  <a:pt x="546060" y="63705"/>
                </a:cubicBezTo>
                <a:cubicBezTo>
                  <a:pt x="539674" y="63705"/>
                  <a:pt x="533961" y="66166"/>
                  <a:pt x="528922" y="71088"/>
                </a:cubicBezTo>
                <a:cubicBezTo>
                  <a:pt x="523882" y="76009"/>
                  <a:pt x="520939" y="82858"/>
                  <a:pt x="520093" y="91634"/>
                </a:cubicBezTo>
                <a:close/>
                <a:moveTo>
                  <a:pt x="682036" y="152230"/>
                </a:moveTo>
                <a:cubicBezTo>
                  <a:pt x="676881" y="157614"/>
                  <a:pt x="671842" y="161479"/>
                  <a:pt x="666918" y="163825"/>
                </a:cubicBezTo>
                <a:cubicBezTo>
                  <a:pt x="661994" y="166170"/>
                  <a:pt x="656685" y="167342"/>
                  <a:pt x="650991" y="167342"/>
                </a:cubicBezTo>
                <a:cubicBezTo>
                  <a:pt x="639451" y="167342"/>
                  <a:pt x="629372" y="162525"/>
                  <a:pt x="620755" y="152890"/>
                </a:cubicBezTo>
                <a:cubicBezTo>
                  <a:pt x="612137" y="143254"/>
                  <a:pt x="607829" y="130872"/>
                  <a:pt x="607829" y="115743"/>
                </a:cubicBezTo>
                <a:cubicBezTo>
                  <a:pt x="607829" y="100618"/>
                  <a:pt x="612599" y="86778"/>
                  <a:pt x="622139" y="74225"/>
                </a:cubicBezTo>
                <a:cubicBezTo>
                  <a:pt x="631680" y="61672"/>
                  <a:pt x="643952" y="55396"/>
                  <a:pt x="658955" y="55396"/>
                </a:cubicBezTo>
                <a:cubicBezTo>
                  <a:pt x="668264" y="55396"/>
                  <a:pt x="675958" y="58357"/>
                  <a:pt x="682036" y="64279"/>
                </a:cubicBezTo>
                <a:lnTo>
                  <a:pt x="682036" y="44548"/>
                </a:lnTo>
                <a:cubicBezTo>
                  <a:pt x="682036" y="32519"/>
                  <a:pt x="681748" y="25125"/>
                  <a:pt x="681171" y="22368"/>
                </a:cubicBezTo>
                <a:cubicBezTo>
                  <a:pt x="680594" y="19610"/>
                  <a:pt x="679690" y="17732"/>
                  <a:pt x="678459" y="16734"/>
                </a:cubicBezTo>
                <a:cubicBezTo>
                  <a:pt x="677228" y="15734"/>
                  <a:pt x="675689" y="15234"/>
                  <a:pt x="673842" y="15234"/>
                </a:cubicBezTo>
                <a:cubicBezTo>
                  <a:pt x="671842" y="15234"/>
                  <a:pt x="669187" y="15849"/>
                  <a:pt x="665879" y="17080"/>
                </a:cubicBezTo>
                <a:lnTo>
                  <a:pt x="664379" y="12926"/>
                </a:lnTo>
                <a:lnTo>
                  <a:pt x="695885" y="0"/>
                </a:lnTo>
                <a:lnTo>
                  <a:pt x="701079" y="0"/>
                </a:lnTo>
                <a:lnTo>
                  <a:pt x="701079" y="122333"/>
                </a:lnTo>
                <a:cubicBezTo>
                  <a:pt x="701079" y="134669"/>
                  <a:pt x="701367" y="142197"/>
                  <a:pt x="701944" y="144916"/>
                </a:cubicBezTo>
                <a:cubicBezTo>
                  <a:pt x="702521" y="147636"/>
                  <a:pt x="703444" y="149534"/>
                  <a:pt x="704714" y="150611"/>
                </a:cubicBezTo>
                <a:cubicBezTo>
                  <a:pt x="705983" y="151686"/>
                  <a:pt x="707464" y="152223"/>
                  <a:pt x="709157" y="152223"/>
                </a:cubicBezTo>
                <a:cubicBezTo>
                  <a:pt x="711234" y="152223"/>
                  <a:pt x="714004" y="151569"/>
                  <a:pt x="717466" y="150261"/>
                </a:cubicBezTo>
                <a:lnTo>
                  <a:pt x="718736" y="154416"/>
                </a:lnTo>
                <a:lnTo>
                  <a:pt x="687345" y="167342"/>
                </a:lnTo>
                <a:lnTo>
                  <a:pt x="682036" y="167342"/>
                </a:lnTo>
                <a:lnTo>
                  <a:pt x="682036" y="152230"/>
                </a:lnTo>
                <a:moveTo>
                  <a:pt x="682036" y="144170"/>
                </a:moveTo>
                <a:lnTo>
                  <a:pt x="682036" y="89834"/>
                </a:lnTo>
                <a:cubicBezTo>
                  <a:pt x="681575" y="84615"/>
                  <a:pt x="680190" y="79856"/>
                  <a:pt x="677881" y="75560"/>
                </a:cubicBezTo>
                <a:cubicBezTo>
                  <a:pt x="675573" y="71261"/>
                  <a:pt x="672515" y="68019"/>
                  <a:pt x="668707" y="65833"/>
                </a:cubicBezTo>
                <a:cubicBezTo>
                  <a:pt x="664898" y="63645"/>
                  <a:pt x="661186" y="62551"/>
                  <a:pt x="657570" y="62551"/>
                </a:cubicBezTo>
                <a:cubicBezTo>
                  <a:pt x="650799" y="62551"/>
                  <a:pt x="644759" y="65583"/>
                  <a:pt x="639451" y="71647"/>
                </a:cubicBezTo>
                <a:cubicBezTo>
                  <a:pt x="632449" y="79627"/>
                  <a:pt x="628948" y="91291"/>
                  <a:pt x="628948" y="106641"/>
                </a:cubicBezTo>
                <a:cubicBezTo>
                  <a:pt x="628948" y="122144"/>
                  <a:pt x="632334" y="134021"/>
                  <a:pt x="639104" y="142273"/>
                </a:cubicBezTo>
                <a:cubicBezTo>
                  <a:pt x="645875" y="150522"/>
                  <a:pt x="653415" y="154647"/>
                  <a:pt x="661724" y="154647"/>
                </a:cubicBezTo>
                <a:cubicBezTo>
                  <a:pt x="668726" y="154647"/>
                  <a:pt x="675496" y="151154"/>
                  <a:pt x="682036" y="14417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Text f">
            <a:extLst xmlns:a="http://schemas.openxmlformats.org/drawingml/2006/main">
              <a:ext uri="{FF2B5EF4-FFF2-40B4-BE49-F238E27FC236}">
                <a16:creationId xmlns:a16="http://schemas.microsoft.com/office/drawing/2014/main" id="{A57FCA06-9212-4576-B25C-6A8274A90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1761" y="3115627"/>
            <a:ext cx="93596" cy="164110"/>
          </a:xfrm>
          <a:custGeom xmlns:a="http://schemas.openxmlformats.org/drawingml/2006/main">
            <a:pathLst>
              <a:path w="93596" h="164110">
                <a:moveTo>
                  <a:pt x="39585" y="66706"/>
                </a:moveTo>
                <a:lnTo>
                  <a:pt x="39585" y="136181"/>
                </a:lnTo>
                <a:cubicBezTo>
                  <a:pt x="39585" y="146030"/>
                  <a:pt x="40662" y="152262"/>
                  <a:pt x="42816" y="154878"/>
                </a:cubicBezTo>
                <a:cubicBezTo>
                  <a:pt x="45663" y="158263"/>
                  <a:pt x="49472" y="159956"/>
                  <a:pt x="54242" y="159956"/>
                </a:cubicBezTo>
                <a:lnTo>
                  <a:pt x="63821" y="159956"/>
                </a:lnTo>
                <a:lnTo>
                  <a:pt x="63821" y="164110"/>
                </a:lnTo>
                <a:lnTo>
                  <a:pt x="692" y="164110"/>
                </a:lnTo>
                <a:lnTo>
                  <a:pt x="692" y="159956"/>
                </a:lnTo>
                <a:lnTo>
                  <a:pt x="5424" y="159956"/>
                </a:lnTo>
                <a:cubicBezTo>
                  <a:pt x="8502" y="159956"/>
                  <a:pt x="11310" y="159186"/>
                  <a:pt x="13849" y="157647"/>
                </a:cubicBezTo>
                <a:cubicBezTo>
                  <a:pt x="16388" y="156109"/>
                  <a:pt x="18138" y="154031"/>
                  <a:pt x="19100" y="151415"/>
                </a:cubicBezTo>
                <a:cubicBezTo>
                  <a:pt x="20062" y="148799"/>
                  <a:pt x="20543" y="143721"/>
                  <a:pt x="20543" y="136181"/>
                </a:cubicBezTo>
                <a:lnTo>
                  <a:pt x="20543" y="66706"/>
                </a:lnTo>
                <a:lnTo>
                  <a:pt x="0" y="66706"/>
                </a:lnTo>
                <a:lnTo>
                  <a:pt x="0" y="58396"/>
                </a:lnTo>
                <a:lnTo>
                  <a:pt x="20543" y="58396"/>
                </a:lnTo>
                <a:lnTo>
                  <a:pt x="20543" y="51443"/>
                </a:lnTo>
                <a:cubicBezTo>
                  <a:pt x="20543" y="40862"/>
                  <a:pt x="22235" y="31902"/>
                  <a:pt x="25621" y="24564"/>
                </a:cubicBezTo>
                <a:cubicBezTo>
                  <a:pt x="29006" y="17226"/>
                  <a:pt x="34180" y="11298"/>
                  <a:pt x="41143" y="6780"/>
                </a:cubicBezTo>
                <a:cubicBezTo>
                  <a:pt x="48106" y="2260"/>
                  <a:pt x="55934" y="0"/>
                  <a:pt x="64629" y="0"/>
                </a:cubicBezTo>
                <a:cubicBezTo>
                  <a:pt x="72707" y="0"/>
                  <a:pt x="80132" y="2616"/>
                  <a:pt x="86902" y="7848"/>
                </a:cubicBezTo>
                <a:cubicBezTo>
                  <a:pt x="91365" y="11310"/>
                  <a:pt x="93596" y="15195"/>
                  <a:pt x="93596" y="19504"/>
                </a:cubicBezTo>
                <a:cubicBezTo>
                  <a:pt x="93596" y="21812"/>
                  <a:pt x="92596" y="23986"/>
                  <a:pt x="90595" y="26025"/>
                </a:cubicBezTo>
                <a:cubicBezTo>
                  <a:pt x="88595" y="28063"/>
                  <a:pt x="86441" y="29083"/>
                  <a:pt x="84132" y="29083"/>
                </a:cubicBezTo>
                <a:cubicBezTo>
                  <a:pt x="82363" y="29083"/>
                  <a:pt x="80497" y="28448"/>
                  <a:pt x="78535" y="27179"/>
                </a:cubicBezTo>
                <a:cubicBezTo>
                  <a:pt x="76573" y="25909"/>
                  <a:pt x="74169" y="23178"/>
                  <a:pt x="71322" y="18985"/>
                </a:cubicBezTo>
                <a:cubicBezTo>
                  <a:pt x="68475" y="14791"/>
                  <a:pt x="65860" y="11964"/>
                  <a:pt x="63474" y="10502"/>
                </a:cubicBezTo>
                <a:cubicBezTo>
                  <a:pt x="61089" y="9040"/>
                  <a:pt x="58435" y="8309"/>
                  <a:pt x="55511" y="8309"/>
                </a:cubicBezTo>
                <a:cubicBezTo>
                  <a:pt x="51972" y="8309"/>
                  <a:pt x="48971" y="9257"/>
                  <a:pt x="46509" y="11151"/>
                </a:cubicBezTo>
                <a:cubicBezTo>
                  <a:pt x="44047" y="13044"/>
                  <a:pt x="42278" y="15980"/>
                  <a:pt x="41201" y="19962"/>
                </a:cubicBezTo>
                <a:cubicBezTo>
                  <a:pt x="40124" y="23944"/>
                  <a:pt x="39585" y="34204"/>
                  <a:pt x="39585" y="50743"/>
                </a:cubicBezTo>
                <a:lnTo>
                  <a:pt x="39585" y="58396"/>
                </a:lnTo>
                <a:lnTo>
                  <a:pt x="66821" y="58396"/>
                </a:lnTo>
                <a:lnTo>
                  <a:pt x="66821" y="66706"/>
                </a:lnTo>
                <a:lnTo>
                  <a:pt x="39585" y="6670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Text ound">
            <a:extLst xmlns:a="http://schemas.openxmlformats.org/drawingml/2006/main">
              <a:ext uri="{FF2B5EF4-FFF2-40B4-BE49-F238E27FC236}">
                <a16:creationId xmlns:a16="http://schemas.microsoft.com/office/drawing/2014/main" id="{5CE09C00-8FD5-4B18-97DD-93196151B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9392" y="3115627"/>
            <a:ext cx="465325" cy="167342"/>
          </a:xfrm>
          <a:custGeom xmlns:a="http://schemas.openxmlformats.org/drawingml/2006/main">
            <a:pathLst>
              <a:path w="465325" h="167342">
                <a:moveTo>
                  <a:pt x="51126" y="55396"/>
                </a:moveTo>
                <a:cubicBezTo>
                  <a:pt x="67129" y="55396"/>
                  <a:pt x="79978" y="61468"/>
                  <a:pt x="89672" y="73612"/>
                </a:cubicBezTo>
                <a:cubicBezTo>
                  <a:pt x="97904" y="83987"/>
                  <a:pt x="102021" y="95900"/>
                  <a:pt x="102021" y="109353"/>
                </a:cubicBezTo>
                <a:cubicBezTo>
                  <a:pt x="102021" y="118807"/>
                  <a:pt x="99751" y="128376"/>
                  <a:pt x="95212" y="138060"/>
                </a:cubicBezTo>
                <a:cubicBezTo>
                  <a:pt x="90672" y="147743"/>
                  <a:pt x="84421" y="155043"/>
                  <a:pt x="76458" y="159963"/>
                </a:cubicBezTo>
                <a:cubicBezTo>
                  <a:pt x="68495" y="164882"/>
                  <a:pt x="59627" y="167342"/>
                  <a:pt x="49856" y="167342"/>
                </a:cubicBezTo>
                <a:cubicBezTo>
                  <a:pt x="33930" y="167342"/>
                  <a:pt x="21274" y="161000"/>
                  <a:pt x="11887" y="148317"/>
                </a:cubicBezTo>
                <a:cubicBezTo>
                  <a:pt x="3962" y="137635"/>
                  <a:pt x="0" y="125646"/>
                  <a:pt x="0" y="112350"/>
                </a:cubicBezTo>
                <a:cubicBezTo>
                  <a:pt x="0" y="102665"/>
                  <a:pt x="2404" y="93038"/>
                  <a:pt x="7213" y="83469"/>
                </a:cubicBezTo>
                <a:cubicBezTo>
                  <a:pt x="12022" y="73900"/>
                  <a:pt x="18350" y="66828"/>
                  <a:pt x="26198" y="62255"/>
                </a:cubicBezTo>
                <a:cubicBezTo>
                  <a:pt x="34045" y="57682"/>
                  <a:pt x="42355" y="55396"/>
                  <a:pt x="51126" y="55396"/>
                </a:cubicBezTo>
                <a:moveTo>
                  <a:pt x="47548" y="63013"/>
                </a:moveTo>
                <a:cubicBezTo>
                  <a:pt x="43470" y="63013"/>
                  <a:pt x="39373" y="64221"/>
                  <a:pt x="35257" y="66637"/>
                </a:cubicBezTo>
                <a:cubicBezTo>
                  <a:pt x="31141" y="69051"/>
                  <a:pt x="27813" y="73287"/>
                  <a:pt x="25274" y="79343"/>
                </a:cubicBezTo>
                <a:cubicBezTo>
                  <a:pt x="22735" y="85400"/>
                  <a:pt x="21466" y="93180"/>
                  <a:pt x="21466" y="102684"/>
                </a:cubicBezTo>
                <a:cubicBezTo>
                  <a:pt x="21466" y="118017"/>
                  <a:pt x="24524" y="131242"/>
                  <a:pt x="30641" y="142359"/>
                </a:cubicBezTo>
                <a:cubicBezTo>
                  <a:pt x="36757" y="153475"/>
                  <a:pt x="44817" y="159032"/>
                  <a:pt x="54819" y="159032"/>
                </a:cubicBezTo>
                <a:cubicBezTo>
                  <a:pt x="62282" y="159032"/>
                  <a:pt x="68437" y="155966"/>
                  <a:pt x="73284" y="149832"/>
                </a:cubicBezTo>
                <a:cubicBezTo>
                  <a:pt x="78131" y="143699"/>
                  <a:pt x="80555" y="133158"/>
                  <a:pt x="80555" y="118210"/>
                </a:cubicBezTo>
                <a:cubicBezTo>
                  <a:pt x="80555" y="99505"/>
                  <a:pt x="76516" y="84785"/>
                  <a:pt x="68437" y="74052"/>
                </a:cubicBezTo>
                <a:cubicBezTo>
                  <a:pt x="62974" y="66693"/>
                  <a:pt x="56011" y="63013"/>
                  <a:pt x="47548" y="63013"/>
                </a:cubicBezTo>
                <a:close/>
                <a:moveTo>
                  <a:pt x="210274" y="58396"/>
                </a:moveTo>
                <a:lnTo>
                  <a:pt x="210274" y="122794"/>
                </a:lnTo>
                <a:cubicBezTo>
                  <a:pt x="210274" y="134876"/>
                  <a:pt x="210562" y="142266"/>
                  <a:pt x="211139" y="144963"/>
                </a:cubicBezTo>
                <a:cubicBezTo>
                  <a:pt x="211716" y="147659"/>
                  <a:pt x="212640" y="149542"/>
                  <a:pt x="213909" y="150615"/>
                </a:cubicBezTo>
                <a:cubicBezTo>
                  <a:pt x="215179" y="151687"/>
                  <a:pt x="216660" y="152223"/>
                  <a:pt x="218352" y="152223"/>
                </a:cubicBezTo>
                <a:cubicBezTo>
                  <a:pt x="220737" y="152223"/>
                  <a:pt x="223430" y="151569"/>
                  <a:pt x="226431" y="150261"/>
                </a:cubicBezTo>
                <a:lnTo>
                  <a:pt x="228047" y="154416"/>
                </a:lnTo>
                <a:lnTo>
                  <a:pt x="196425" y="167342"/>
                </a:lnTo>
                <a:lnTo>
                  <a:pt x="191231" y="167342"/>
                </a:lnTo>
                <a:lnTo>
                  <a:pt x="191231" y="145057"/>
                </a:lnTo>
                <a:cubicBezTo>
                  <a:pt x="182153" y="154860"/>
                  <a:pt x="175228" y="161024"/>
                  <a:pt x="170458" y="163551"/>
                </a:cubicBezTo>
                <a:cubicBezTo>
                  <a:pt x="165688" y="166078"/>
                  <a:pt x="160648" y="167342"/>
                  <a:pt x="155340" y="167342"/>
                </a:cubicBezTo>
                <a:cubicBezTo>
                  <a:pt x="149415" y="167342"/>
                  <a:pt x="144280" y="165630"/>
                  <a:pt x="139933" y="162206"/>
                </a:cubicBezTo>
                <a:cubicBezTo>
                  <a:pt x="135586" y="158782"/>
                  <a:pt x="132566" y="154377"/>
                  <a:pt x="130873" y="148992"/>
                </a:cubicBezTo>
                <a:cubicBezTo>
                  <a:pt x="129180" y="143606"/>
                  <a:pt x="128334" y="135989"/>
                  <a:pt x="128334" y="126141"/>
                </a:cubicBezTo>
                <a:lnTo>
                  <a:pt x="128334" y="78939"/>
                </a:lnTo>
                <a:cubicBezTo>
                  <a:pt x="128334" y="73902"/>
                  <a:pt x="127796" y="70416"/>
                  <a:pt x="126718" y="68480"/>
                </a:cubicBezTo>
                <a:cubicBezTo>
                  <a:pt x="125641" y="66542"/>
                  <a:pt x="124045" y="65050"/>
                  <a:pt x="121929" y="64005"/>
                </a:cubicBezTo>
                <a:cubicBezTo>
                  <a:pt x="119813" y="62959"/>
                  <a:pt x="115985" y="62474"/>
                  <a:pt x="110446" y="62551"/>
                </a:cubicBezTo>
                <a:lnTo>
                  <a:pt x="110446" y="58396"/>
                </a:lnTo>
                <a:lnTo>
                  <a:pt x="147492" y="58396"/>
                </a:lnTo>
                <a:lnTo>
                  <a:pt x="147492" y="129228"/>
                </a:lnTo>
                <a:cubicBezTo>
                  <a:pt x="147492" y="139088"/>
                  <a:pt x="149204" y="145560"/>
                  <a:pt x="152627" y="148642"/>
                </a:cubicBezTo>
                <a:cubicBezTo>
                  <a:pt x="156051" y="151722"/>
                  <a:pt x="160187" y="153262"/>
                  <a:pt x="165034" y="153262"/>
                </a:cubicBezTo>
                <a:cubicBezTo>
                  <a:pt x="168342" y="153262"/>
                  <a:pt x="172093" y="152222"/>
                  <a:pt x="176286" y="150142"/>
                </a:cubicBezTo>
                <a:cubicBezTo>
                  <a:pt x="180479" y="148063"/>
                  <a:pt x="185461" y="144095"/>
                  <a:pt x="191231" y="138241"/>
                </a:cubicBezTo>
                <a:lnTo>
                  <a:pt x="191231" y="78477"/>
                </a:lnTo>
                <a:cubicBezTo>
                  <a:pt x="191231" y="72344"/>
                  <a:pt x="190135" y="68195"/>
                  <a:pt x="187942" y="66031"/>
                </a:cubicBezTo>
                <a:cubicBezTo>
                  <a:pt x="185750" y="63868"/>
                  <a:pt x="181191" y="62707"/>
                  <a:pt x="174267" y="62551"/>
                </a:cubicBezTo>
                <a:lnTo>
                  <a:pt x="174267" y="58396"/>
                </a:lnTo>
                <a:lnTo>
                  <a:pt x="210274" y="58396"/>
                </a:lnTo>
                <a:close/>
                <a:moveTo>
                  <a:pt x="266592" y="77670"/>
                </a:moveTo>
                <a:cubicBezTo>
                  <a:pt x="278980" y="62820"/>
                  <a:pt x="290790" y="55396"/>
                  <a:pt x="302023" y="55396"/>
                </a:cubicBezTo>
                <a:cubicBezTo>
                  <a:pt x="307793" y="55396"/>
                  <a:pt x="312756" y="56835"/>
                  <a:pt x="316910" y="59713"/>
                </a:cubicBezTo>
                <a:cubicBezTo>
                  <a:pt x="321065" y="62588"/>
                  <a:pt x="324373" y="67326"/>
                  <a:pt x="326835" y="73926"/>
                </a:cubicBezTo>
                <a:cubicBezTo>
                  <a:pt x="328528" y="78530"/>
                  <a:pt x="329374" y="85589"/>
                  <a:pt x="329374" y="95103"/>
                </a:cubicBezTo>
                <a:lnTo>
                  <a:pt x="329374" y="140105"/>
                </a:lnTo>
                <a:cubicBezTo>
                  <a:pt x="329374" y="146837"/>
                  <a:pt x="329913" y="151403"/>
                  <a:pt x="330990" y="153803"/>
                </a:cubicBezTo>
                <a:cubicBezTo>
                  <a:pt x="331836" y="155738"/>
                  <a:pt x="333202" y="157248"/>
                  <a:pt x="335087" y="158333"/>
                </a:cubicBezTo>
                <a:cubicBezTo>
                  <a:pt x="336972" y="159415"/>
                  <a:pt x="340454" y="159956"/>
                  <a:pt x="345532" y="159956"/>
                </a:cubicBezTo>
                <a:lnTo>
                  <a:pt x="345532" y="164110"/>
                </a:lnTo>
                <a:lnTo>
                  <a:pt x="293252" y="164110"/>
                </a:lnTo>
                <a:lnTo>
                  <a:pt x="293252" y="159956"/>
                </a:lnTo>
                <a:lnTo>
                  <a:pt x="295444" y="159956"/>
                </a:lnTo>
                <a:cubicBezTo>
                  <a:pt x="300369" y="159956"/>
                  <a:pt x="303812" y="159202"/>
                  <a:pt x="305773" y="157694"/>
                </a:cubicBezTo>
                <a:cubicBezTo>
                  <a:pt x="307735" y="156184"/>
                  <a:pt x="309101" y="153959"/>
                  <a:pt x="309870" y="151019"/>
                </a:cubicBezTo>
                <a:cubicBezTo>
                  <a:pt x="310178" y="149857"/>
                  <a:pt x="310332" y="146220"/>
                  <a:pt x="310332" y="140105"/>
                </a:cubicBezTo>
                <a:lnTo>
                  <a:pt x="310332" y="96899"/>
                </a:lnTo>
                <a:cubicBezTo>
                  <a:pt x="310332" y="87297"/>
                  <a:pt x="309082" y="80325"/>
                  <a:pt x="306581" y="75985"/>
                </a:cubicBezTo>
                <a:cubicBezTo>
                  <a:pt x="304081" y="71646"/>
                  <a:pt x="299868" y="69476"/>
                  <a:pt x="293944" y="69476"/>
                </a:cubicBezTo>
                <a:cubicBezTo>
                  <a:pt x="284788" y="69476"/>
                  <a:pt x="275671" y="74477"/>
                  <a:pt x="266592" y="84479"/>
                </a:cubicBezTo>
                <a:lnTo>
                  <a:pt x="266592" y="140105"/>
                </a:lnTo>
                <a:cubicBezTo>
                  <a:pt x="266592" y="147302"/>
                  <a:pt x="267016" y="151752"/>
                  <a:pt x="267862" y="153457"/>
                </a:cubicBezTo>
                <a:cubicBezTo>
                  <a:pt x="268939" y="155700"/>
                  <a:pt x="270420" y="157344"/>
                  <a:pt x="272305" y="158390"/>
                </a:cubicBezTo>
                <a:cubicBezTo>
                  <a:pt x="274190" y="159434"/>
                  <a:pt x="278018" y="159956"/>
                  <a:pt x="283788" y="159956"/>
                </a:cubicBezTo>
                <a:lnTo>
                  <a:pt x="283788" y="164110"/>
                </a:lnTo>
                <a:lnTo>
                  <a:pt x="231508" y="164110"/>
                </a:lnTo>
                <a:lnTo>
                  <a:pt x="231508" y="159956"/>
                </a:lnTo>
                <a:lnTo>
                  <a:pt x="233817" y="159956"/>
                </a:lnTo>
                <a:cubicBezTo>
                  <a:pt x="239202" y="159956"/>
                  <a:pt x="242838" y="158583"/>
                  <a:pt x="244723" y="155837"/>
                </a:cubicBezTo>
                <a:cubicBezTo>
                  <a:pt x="246608" y="153089"/>
                  <a:pt x="247550" y="147845"/>
                  <a:pt x="247550" y="140105"/>
                </a:cubicBezTo>
                <a:lnTo>
                  <a:pt x="247550" y="101097"/>
                </a:lnTo>
                <a:cubicBezTo>
                  <a:pt x="247550" y="88403"/>
                  <a:pt x="247262" y="80670"/>
                  <a:pt x="246685" y="77900"/>
                </a:cubicBezTo>
                <a:cubicBezTo>
                  <a:pt x="246108" y="75131"/>
                  <a:pt x="245223" y="73246"/>
                  <a:pt x="244030" y="72245"/>
                </a:cubicBezTo>
                <a:cubicBezTo>
                  <a:pt x="242838" y="71245"/>
                  <a:pt x="241241" y="70745"/>
                  <a:pt x="239241" y="70745"/>
                </a:cubicBezTo>
                <a:cubicBezTo>
                  <a:pt x="237086" y="70745"/>
                  <a:pt x="234509" y="71322"/>
                  <a:pt x="231508" y="72476"/>
                </a:cubicBezTo>
                <a:lnTo>
                  <a:pt x="229777" y="68322"/>
                </a:lnTo>
                <a:lnTo>
                  <a:pt x="261630" y="55396"/>
                </a:lnTo>
                <a:lnTo>
                  <a:pt x="266592" y="55396"/>
                </a:lnTo>
                <a:lnTo>
                  <a:pt x="266592" y="77670"/>
                </a:lnTo>
                <a:close/>
                <a:moveTo>
                  <a:pt x="428625" y="152230"/>
                </a:moveTo>
                <a:cubicBezTo>
                  <a:pt x="423471" y="157614"/>
                  <a:pt x="418431" y="161479"/>
                  <a:pt x="413507" y="163825"/>
                </a:cubicBezTo>
                <a:cubicBezTo>
                  <a:pt x="408583" y="166170"/>
                  <a:pt x="403274" y="167342"/>
                  <a:pt x="397581" y="167342"/>
                </a:cubicBezTo>
                <a:cubicBezTo>
                  <a:pt x="386040" y="167342"/>
                  <a:pt x="375961" y="162525"/>
                  <a:pt x="367344" y="152890"/>
                </a:cubicBezTo>
                <a:cubicBezTo>
                  <a:pt x="358727" y="143254"/>
                  <a:pt x="354418" y="130872"/>
                  <a:pt x="354418" y="115743"/>
                </a:cubicBezTo>
                <a:cubicBezTo>
                  <a:pt x="354418" y="100618"/>
                  <a:pt x="359188" y="86778"/>
                  <a:pt x="368729" y="74225"/>
                </a:cubicBezTo>
                <a:cubicBezTo>
                  <a:pt x="378269" y="61672"/>
                  <a:pt x="390541" y="55396"/>
                  <a:pt x="405544" y="55396"/>
                </a:cubicBezTo>
                <a:cubicBezTo>
                  <a:pt x="414853" y="55396"/>
                  <a:pt x="422547" y="58357"/>
                  <a:pt x="428625" y="64279"/>
                </a:cubicBezTo>
                <a:lnTo>
                  <a:pt x="428625" y="44548"/>
                </a:lnTo>
                <a:cubicBezTo>
                  <a:pt x="428625" y="32519"/>
                  <a:pt x="428337" y="25125"/>
                  <a:pt x="427760" y="22368"/>
                </a:cubicBezTo>
                <a:cubicBezTo>
                  <a:pt x="427183" y="19610"/>
                  <a:pt x="426279" y="17732"/>
                  <a:pt x="425048" y="16734"/>
                </a:cubicBezTo>
                <a:cubicBezTo>
                  <a:pt x="423817" y="15734"/>
                  <a:pt x="422278" y="15234"/>
                  <a:pt x="420431" y="15234"/>
                </a:cubicBezTo>
                <a:cubicBezTo>
                  <a:pt x="418431" y="15234"/>
                  <a:pt x="415777" y="15849"/>
                  <a:pt x="412468" y="17080"/>
                </a:cubicBezTo>
                <a:lnTo>
                  <a:pt x="410968" y="12926"/>
                </a:lnTo>
                <a:lnTo>
                  <a:pt x="442474" y="0"/>
                </a:lnTo>
                <a:lnTo>
                  <a:pt x="447668" y="0"/>
                </a:lnTo>
                <a:lnTo>
                  <a:pt x="447668" y="122333"/>
                </a:lnTo>
                <a:cubicBezTo>
                  <a:pt x="447668" y="134669"/>
                  <a:pt x="447956" y="142197"/>
                  <a:pt x="448533" y="144916"/>
                </a:cubicBezTo>
                <a:cubicBezTo>
                  <a:pt x="449110" y="147636"/>
                  <a:pt x="450034" y="149534"/>
                  <a:pt x="451303" y="150611"/>
                </a:cubicBezTo>
                <a:cubicBezTo>
                  <a:pt x="452573" y="151686"/>
                  <a:pt x="454054" y="152223"/>
                  <a:pt x="455746" y="152223"/>
                </a:cubicBezTo>
                <a:cubicBezTo>
                  <a:pt x="457824" y="152223"/>
                  <a:pt x="460593" y="151569"/>
                  <a:pt x="464056" y="150261"/>
                </a:cubicBezTo>
                <a:lnTo>
                  <a:pt x="465325" y="154416"/>
                </a:lnTo>
                <a:lnTo>
                  <a:pt x="433934" y="167342"/>
                </a:lnTo>
                <a:lnTo>
                  <a:pt x="428625" y="167342"/>
                </a:lnTo>
                <a:lnTo>
                  <a:pt x="428625" y="152230"/>
                </a:lnTo>
                <a:moveTo>
                  <a:pt x="428625" y="144170"/>
                </a:moveTo>
                <a:lnTo>
                  <a:pt x="428625" y="89834"/>
                </a:lnTo>
                <a:cubicBezTo>
                  <a:pt x="428164" y="84615"/>
                  <a:pt x="426779" y="79856"/>
                  <a:pt x="424471" y="75560"/>
                </a:cubicBezTo>
                <a:cubicBezTo>
                  <a:pt x="422163" y="71261"/>
                  <a:pt x="419104" y="68019"/>
                  <a:pt x="415296" y="65833"/>
                </a:cubicBezTo>
                <a:cubicBezTo>
                  <a:pt x="411487" y="63645"/>
                  <a:pt x="407775" y="62551"/>
                  <a:pt x="404159" y="62551"/>
                </a:cubicBezTo>
                <a:cubicBezTo>
                  <a:pt x="397388" y="62551"/>
                  <a:pt x="391349" y="65583"/>
                  <a:pt x="386040" y="71647"/>
                </a:cubicBezTo>
                <a:cubicBezTo>
                  <a:pt x="379038" y="79627"/>
                  <a:pt x="375538" y="91291"/>
                  <a:pt x="375538" y="106641"/>
                </a:cubicBezTo>
                <a:cubicBezTo>
                  <a:pt x="375538" y="122144"/>
                  <a:pt x="378923" y="134021"/>
                  <a:pt x="385694" y="142273"/>
                </a:cubicBezTo>
                <a:cubicBezTo>
                  <a:pt x="392464" y="150522"/>
                  <a:pt x="400004" y="154647"/>
                  <a:pt x="408314" y="154647"/>
                </a:cubicBezTo>
                <a:cubicBezTo>
                  <a:pt x="415315" y="154647"/>
                  <a:pt x="422086" y="151154"/>
                  <a:pt x="428625" y="14417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5489cfde504232"/>
          <a:stretch xmlns:a="http://schemas.openxmlformats.org/drawingml/2006/main"/>
        </p:blipFill>
        <p:spPr>
          <a:xfrm xmlns:a="http://schemas.openxmlformats.org/drawingml/2006/main">
            <a:off x="6276318" y="110922"/>
            <a:ext cx="750035" cy="281831"/>
          </a:xfrm>
          <a:prstGeom xmlns:a="http://schemas.openxmlformats.org/drawingml/2006/main" prst="rect">
            <a:avLst/>
          </a:prstGeom>
        </p:spPr>
      </p:pic>
      <p:pic>
        <p:nvPicPr>
          <p:cNvPr id="1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28ba9fd46345e0"/>
          <a:stretch xmlns:a="http://schemas.openxmlformats.org/drawingml/2006/main"/>
        </p:blipFill>
        <p:spPr>
          <a:xfrm xmlns:a="http://schemas.openxmlformats.org/drawingml/2006/main">
            <a:off x="7954512" y="2769026"/>
            <a:ext cx="1775682" cy="1870361"/>
          </a:xfrm>
          <a:prstGeom xmlns:a="http://schemas.openxmlformats.org/drawingml/2006/main" prst="rect">
            <a:avLst/>
          </a:prstGeom>
        </p:spPr>
      </p:pic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348FE5-C4FF-49A4-95A6-ABCA32783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146" y="1224625"/>
            <a:ext cx="1544939" cy="381859"/>
          </a:xfrm>
          <a:custGeom xmlns:a="http://schemas.openxmlformats.org/drawingml/2006/main">
            <a:pathLst>
              <a:path w="1544939" h="381859">
                <a:moveTo>
                  <a:pt x="748" y="63238"/>
                </a:moveTo>
                <a:cubicBezTo>
                  <a:pt x="0" y="28494"/>
                  <a:pt x="28494" y="0"/>
                  <a:pt x="63777" y="210"/>
                </a:cubicBezTo>
                <a:lnTo>
                  <a:pt x="1480335" y="210"/>
                </a:lnTo>
                <a:cubicBezTo>
                  <a:pt x="1516077" y="0"/>
                  <a:pt x="1544571" y="28494"/>
                  <a:pt x="1544939" y="63238"/>
                </a:cubicBezTo>
                <a:lnTo>
                  <a:pt x="1544939" y="318502"/>
                </a:lnTo>
                <a:cubicBezTo>
                  <a:pt x="1544571" y="353365"/>
                  <a:pt x="1516077" y="381859"/>
                  <a:pt x="1480335" y="381531"/>
                </a:cubicBezTo>
                <a:lnTo>
                  <a:pt x="63777" y="381531"/>
                </a:lnTo>
                <a:cubicBezTo>
                  <a:pt x="28494" y="381859"/>
                  <a:pt x="0" y="353365"/>
                  <a:pt x="748" y="318502"/>
                </a:cubicBezTo>
                <a:lnTo>
                  <a:pt x="748" y="63238"/>
                </a:lnTo>
              </a:path>
            </a:pathLst>
          </a:custGeom>
          <a:solidFill xmlns:a="http://schemas.openxmlformats.org/drawingml/2006/main">
            <a:srgbClr val="DEEBF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75A9A7-A90C-45DA-8E84-F43AFF6F0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0580" y="1218060"/>
            <a:ext cx="1557702" cy="394990"/>
          </a:xfrm>
          <a:custGeom xmlns:a="http://schemas.openxmlformats.org/drawingml/2006/main">
            <a:pathLst>
              <a:path w="1557702" h="394990">
                <a:moveTo>
                  <a:pt x="66613" y="79"/>
                </a:moveTo>
                <a:lnTo>
                  <a:pt x="63041" y="355"/>
                </a:lnTo>
                <a:lnTo>
                  <a:pt x="59535" y="801"/>
                </a:lnTo>
                <a:lnTo>
                  <a:pt x="56069" y="1418"/>
                </a:lnTo>
                <a:lnTo>
                  <a:pt x="52668" y="2206"/>
                </a:lnTo>
                <a:lnTo>
                  <a:pt x="49267" y="3178"/>
                </a:lnTo>
                <a:lnTo>
                  <a:pt x="42885" y="5502"/>
                </a:lnTo>
                <a:lnTo>
                  <a:pt x="36740" y="8469"/>
                </a:lnTo>
                <a:lnTo>
                  <a:pt x="30949" y="11988"/>
                </a:lnTo>
                <a:lnTo>
                  <a:pt x="25553" y="16020"/>
                </a:lnTo>
                <a:lnTo>
                  <a:pt x="20563" y="20550"/>
                </a:lnTo>
                <a:lnTo>
                  <a:pt x="16033" y="25540"/>
                </a:lnTo>
                <a:lnTo>
                  <a:pt x="11988" y="30936"/>
                </a:lnTo>
                <a:lnTo>
                  <a:pt x="10032" y="34153"/>
                </a:lnTo>
                <a:lnTo>
                  <a:pt x="21259" y="40981"/>
                </a:lnTo>
                <a:lnTo>
                  <a:pt x="22828" y="38386"/>
                </a:lnTo>
                <a:lnTo>
                  <a:pt x="26205" y="33871"/>
                </a:lnTo>
                <a:lnTo>
                  <a:pt x="29926" y="29781"/>
                </a:lnTo>
                <a:lnTo>
                  <a:pt x="33810" y="26247"/>
                </a:lnTo>
                <a:lnTo>
                  <a:pt x="38316" y="22877"/>
                </a:lnTo>
                <a:lnTo>
                  <a:pt x="42993" y="20028"/>
                </a:lnTo>
                <a:lnTo>
                  <a:pt x="48047" y="17597"/>
                </a:lnTo>
                <a:lnTo>
                  <a:pt x="53220" y="15706"/>
                </a:lnTo>
                <a:lnTo>
                  <a:pt x="56050" y="14894"/>
                </a:lnTo>
                <a:lnTo>
                  <a:pt x="58718" y="14281"/>
                </a:lnTo>
                <a:lnTo>
                  <a:pt x="61676" y="13761"/>
                </a:lnTo>
                <a:lnTo>
                  <a:pt x="61347" y="13801"/>
                </a:lnTo>
                <a:lnTo>
                  <a:pt x="64519" y="13409"/>
                </a:lnTo>
                <a:lnTo>
                  <a:pt x="67101" y="13210"/>
                </a:lnTo>
                <a:lnTo>
                  <a:pt x="70381" y="13118"/>
                </a:lnTo>
                <a:lnTo>
                  <a:pt x="70211" y="13131"/>
                </a:lnTo>
                <a:lnTo>
                  <a:pt x="109603" y="13131"/>
                </a:lnTo>
                <a:lnTo>
                  <a:pt x="109603" y="0"/>
                </a:lnTo>
                <a:lnTo>
                  <a:pt x="70132" y="0"/>
                </a:lnTo>
                <a:lnTo>
                  <a:pt x="66613" y="79"/>
                </a:lnTo>
                <a:close/>
                <a:moveTo>
                  <a:pt x="13131" y="75292"/>
                </a:moveTo>
                <a:lnTo>
                  <a:pt x="0" y="75292"/>
                </a:lnTo>
                <a:lnTo>
                  <a:pt x="0" y="180339"/>
                </a:lnTo>
                <a:lnTo>
                  <a:pt x="13131" y="180339"/>
                </a:lnTo>
                <a:lnTo>
                  <a:pt x="13131" y="75292"/>
                </a:lnTo>
                <a:close/>
                <a:moveTo>
                  <a:pt x="13131" y="219732"/>
                </a:moveTo>
                <a:lnTo>
                  <a:pt x="0" y="219732"/>
                </a:lnTo>
                <a:lnTo>
                  <a:pt x="0" y="324779"/>
                </a:lnTo>
                <a:lnTo>
                  <a:pt x="13131" y="324779"/>
                </a:lnTo>
                <a:lnTo>
                  <a:pt x="13131" y="219732"/>
                </a:lnTo>
                <a:close/>
                <a:moveTo>
                  <a:pt x="20563" y="374427"/>
                </a:moveTo>
                <a:lnTo>
                  <a:pt x="25553" y="378957"/>
                </a:lnTo>
                <a:lnTo>
                  <a:pt x="30949" y="383001"/>
                </a:lnTo>
                <a:lnTo>
                  <a:pt x="36740" y="386520"/>
                </a:lnTo>
                <a:lnTo>
                  <a:pt x="42885" y="389475"/>
                </a:lnTo>
                <a:lnTo>
                  <a:pt x="49267" y="391812"/>
                </a:lnTo>
                <a:lnTo>
                  <a:pt x="52668" y="392784"/>
                </a:lnTo>
                <a:lnTo>
                  <a:pt x="56069" y="393558"/>
                </a:lnTo>
                <a:lnTo>
                  <a:pt x="59535" y="394176"/>
                </a:lnTo>
                <a:lnTo>
                  <a:pt x="63041" y="394622"/>
                </a:lnTo>
                <a:lnTo>
                  <a:pt x="66613" y="394898"/>
                </a:lnTo>
                <a:lnTo>
                  <a:pt x="70132" y="394990"/>
                </a:lnTo>
                <a:lnTo>
                  <a:pt x="102815" y="394990"/>
                </a:lnTo>
                <a:lnTo>
                  <a:pt x="102815" y="381859"/>
                </a:lnTo>
                <a:lnTo>
                  <a:pt x="70381" y="381859"/>
                </a:lnTo>
                <a:lnTo>
                  <a:pt x="67347" y="381786"/>
                </a:lnTo>
                <a:lnTo>
                  <a:pt x="64259" y="381547"/>
                </a:lnTo>
                <a:lnTo>
                  <a:pt x="61472" y="381192"/>
                </a:lnTo>
                <a:lnTo>
                  <a:pt x="58733" y="380699"/>
                </a:lnTo>
                <a:lnTo>
                  <a:pt x="56045" y="380081"/>
                </a:lnTo>
                <a:lnTo>
                  <a:pt x="53372" y="379326"/>
                </a:lnTo>
                <a:lnTo>
                  <a:pt x="47941" y="377341"/>
                </a:lnTo>
                <a:lnTo>
                  <a:pt x="42893" y="374901"/>
                </a:lnTo>
                <a:lnTo>
                  <a:pt x="38316" y="372113"/>
                </a:lnTo>
                <a:lnTo>
                  <a:pt x="33891" y="368803"/>
                </a:lnTo>
                <a:lnTo>
                  <a:pt x="29857" y="365133"/>
                </a:lnTo>
                <a:lnTo>
                  <a:pt x="26207" y="361122"/>
                </a:lnTo>
                <a:lnTo>
                  <a:pt x="22825" y="356588"/>
                </a:lnTo>
                <a:lnTo>
                  <a:pt x="20041" y="351997"/>
                </a:lnTo>
                <a:lnTo>
                  <a:pt x="18383" y="348572"/>
                </a:lnTo>
                <a:lnTo>
                  <a:pt x="6552" y="354271"/>
                </a:lnTo>
                <a:lnTo>
                  <a:pt x="8469" y="358249"/>
                </a:lnTo>
                <a:lnTo>
                  <a:pt x="11988" y="364040"/>
                </a:lnTo>
                <a:lnTo>
                  <a:pt x="16033" y="369450"/>
                </a:lnTo>
                <a:lnTo>
                  <a:pt x="20563" y="374427"/>
                </a:lnTo>
                <a:close/>
                <a:moveTo>
                  <a:pt x="687362" y="0"/>
                </a:moveTo>
                <a:lnTo>
                  <a:pt x="582315" y="0"/>
                </a:lnTo>
                <a:lnTo>
                  <a:pt x="582315" y="13131"/>
                </a:lnTo>
                <a:lnTo>
                  <a:pt x="687362" y="13131"/>
                </a:lnTo>
                <a:lnTo>
                  <a:pt x="687362" y="0"/>
                </a:lnTo>
                <a:close/>
                <a:moveTo>
                  <a:pt x="1409559" y="0"/>
                </a:moveTo>
                <a:lnTo>
                  <a:pt x="1304512" y="0"/>
                </a:lnTo>
                <a:lnTo>
                  <a:pt x="1304512" y="13131"/>
                </a:lnTo>
                <a:lnTo>
                  <a:pt x="1409559" y="13131"/>
                </a:lnTo>
                <a:lnTo>
                  <a:pt x="1409559" y="0"/>
                </a:lnTo>
                <a:close/>
                <a:moveTo>
                  <a:pt x="1265120" y="13131"/>
                </a:moveTo>
                <a:lnTo>
                  <a:pt x="1265120" y="0"/>
                </a:lnTo>
                <a:lnTo>
                  <a:pt x="1160073" y="0"/>
                </a:lnTo>
                <a:lnTo>
                  <a:pt x="1160073" y="13131"/>
                </a:lnTo>
                <a:lnTo>
                  <a:pt x="1265120" y="13131"/>
                </a:lnTo>
                <a:close/>
                <a:moveTo>
                  <a:pt x="1120680" y="13131"/>
                </a:moveTo>
                <a:lnTo>
                  <a:pt x="1120680" y="0"/>
                </a:lnTo>
                <a:lnTo>
                  <a:pt x="1015633" y="0"/>
                </a:lnTo>
                <a:lnTo>
                  <a:pt x="1015633" y="13131"/>
                </a:lnTo>
                <a:lnTo>
                  <a:pt x="1120680" y="13131"/>
                </a:lnTo>
                <a:close/>
                <a:moveTo>
                  <a:pt x="254043" y="13131"/>
                </a:moveTo>
                <a:lnTo>
                  <a:pt x="254043" y="0"/>
                </a:lnTo>
                <a:lnTo>
                  <a:pt x="148996" y="0"/>
                </a:lnTo>
                <a:lnTo>
                  <a:pt x="148996" y="13131"/>
                </a:lnTo>
                <a:lnTo>
                  <a:pt x="254043" y="13131"/>
                </a:lnTo>
                <a:close/>
                <a:moveTo>
                  <a:pt x="976241" y="0"/>
                </a:moveTo>
                <a:lnTo>
                  <a:pt x="871194" y="0"/>
                </a:lnTo>
                <a:lnTo>
                  <a:pt x="871194" y="13131"/>
                </a:lnTo>
                <a:lnTo>
                  <a:pt x="976241" y="13131"/>
                </a:lnTo>
                <a:lnTo>
                  <a:pt x="976241" y="0"/>
                </a:lnTo>
                <a:close/>
                <a:moveTo>
                  <a:pt x="398482" y="0"/>
                </a:moveTo>
                <a:lnTo>
                  <a:pt x="293436" y="0"/>
                </a:lnTo>
                <a:lnTo>
                  <a:pt x="293436" y="13131"/>
                </a:lnTo>
                <a:lnTo>
                  <a:pt x="398482" y="13131"/>
                </a:lnTo>
                <a:lnTo>
                  <a:pt x="398482" y="0"/>
                </a:lnTo>
                <a:close/>
                <a:moveTo>
                  <a:pt x="831801" y="13131"/>
                </a:moveTo>
                <a:lnTo>
                  <a:pt x="831801" y="0"/>
                </a:lnTo>
                <a:lnTo>
                  <a:pt x="726754" y="0"/>
                </a:lnTo>
                <a:lnTo>
                  <a:pt x="726754" y="13131"/>
                </a:lnTo>
                <a:lnTo>
                  <a:pt x="831801" y="13131"/>
                </a:lnTo>
                <a:close/>
                <a:moveTo>
                  <a:pt x="542922" y="13131"/>
                </a:moveTo>
                <a:lnTo>
                  <a:pt x="542922" y="0"/>
                </a:lnTo>
                <a:lnTo>
                  <a:pt x="437875" y="0"/>
                </a:lnTo>
                <a:lnTo>
                  <a:pt x="437875" y="13131"/>
                </a:lnTo>
                <a:lnTo>
                  <a:pt x="542922" y="13131"/>
                </a:lnTo>
                <a:close/>
                <a:moveTo>
                  <a:pt x="1501646" y="393558"/>
                </a:moveTo>
                <a:lnTo>
                  <a:pt x="1505034" y="392784"/>
                </a:lnTo>
                <a:lnTo>
                  <a:pt x="1508448" y="391812"/>
                </a:lnTo>
                <a:lnTo>
                  <a:pt x="1514830" y="389475"/>
                </a:lnTo>
                <a:lnTo>
                  <a:pt x="1520975" y="386520"/>
                </a:lnTo>
                <a:lnTo>
                  <a:pt x="1526766" y="383001"/>
                </a:lnTo>
                <a:lnTo>
                  <a:pt x="1532162" y="378957"/>
                </a:lnTo>
                <a:lnTo>
                  <a:pt x="1537152" y="374427"/>
                </a:lnTo>
                <a:lnTo>
                  <a:pt x="1541682" y="369450"/>
                </a:lnTo>
                <a:lnTo>
                  <a:pt x="1544033" y="366286"/>
                </a:lnTo>
                <a:lnTo>
                  <a:pt x="1533528" y="358433"/>
                </a:lnTo>
                <a:lnTo>
                  <a:pt x="1531514" y="361115"/>
                </a:lnTo>
                <a:lnTo>
                  <a:pt x="1527921" y="365063"/>
                </a:lnTo>
                <a:lnTo>
                  <a:pt x="1523750" y="368858"/>
                </a:lnTo>
                <a:lnTo>
                  <a:pt x="1519402" y="372111"/>
                </a:lnTo>
                <a:lnTo>
                  <a:pt x="1514762" y="374929"/>
                </a:lnTo>
                <a:lnTo>
                  <a:pt x="1509814" y="377322"/>
                </a:lnTo>
                <a:lnTo>
                  <a:pt x="1504341" y="379326"/>
                </a:lnTo>
                <a:lnTo>
                  <a:pt x="1501724" y="380066"/>
                </a:lnTo>
                <a:lnTo>
                  <a:pt x="1499023" y="380689"/>
                </a:lnTo>
                <a:lnTo>
                  <a:pt x="1496240" y="381192"/>
                </a:lnTo>
                <a:lnTo>
                  <a:pt x="1493456" y="381547"/>
                </a:lnTo>
                <a:lnTo>
                  <a:pt x="1490373" y="381786"/>
                </a:lnTo>
                <a:lnTo>
                  <a:pt x="1487334" y="381859"/>
                </a:lnTo>
                <a:lnTo>
                  <a:pt x="1442163" y="381859"/>
                </a:lnTo>
                <a:lnTo>
                  <a:pt x="1442163" y="394990"/>
                </a:lnTo>
                <a:lnTo>
                  <a:pt x="1487583" y="394990"/>
                </a:lnTo>
                <a:lnTo>
                  <a:pt x="1491102" y="394898"/>
                </a:lnTo>
                <a:lnTo>
                  <a:pt x="1494674" y="394622"/>
                </a:lnTo>
                <a:lnTo>
                  <a:pt x="1498180" y="394176"/>
                </a:lnTo>
                <a:lnTo>
                  <a:pt x="1501646" y="393558"/>
                </a:lnTo>
                <a:close/>
                <a:moveTo>
                  <a:pt x="575526" y="381859"/>
                </a:moveTo>
                <a:lnTo>
                  <a:pt x="575526" y="394990"/>
                </a:lnTo>
                <a:lnTo>
                  <a:pt x="680573" y="394990"/>
                </a:lnTo>
                <a:lnTo>
                  <a:pt x="680573" y="381859"/>
                </a:lnTo>
                <a:lnTo>
                  <a:pt x="575526" y="381859"/>
                </a:lnTo>
                <a:close/>
                <a:moveTo>
                  <a:pt x="719966" y="381859"/>
                </a:moveTo>
                <a:lnTo>
                  <a:pt x="719966" y="394990"/>
                </a:lnTo>
                <a:lnTo>
                  <a:pt x="825012" y="394990"/>
                </a:lnTo>
                <a:lnTo>
                  <a:pt x="825012" y="381859"/>
                </a:lnTo>
                <a:lnTo>
                  <a:pt x="719966" y="381859"/>
                </a:lnTo>
                <a:close/>
                <a:moveTo>
                  <a:pt x="431086" y="381859"/>
                </a:moveTo>
                <a:lnTo>
                  <a:pt x="431086" y="394990"/>
                </a:lnTo>
                <a:lnTo>
                  <a:pt x="536133" y="394990"/>
                </a:lnTo>
                <a:lnTo>
                  <a:pt x="536133" y="381859"/>
                </a:lnTo>
                <a:lnTo>
                  <a:pt x="431086" y="381859"/>
                </a:lnTo>
                <a:close/>
                <a:moveTo>
                  <a:pt x="864405" y="394990"/>
                </a:moveTo>
                <a:lnTo>
                  <a:pt x="969452" y="394990"/>
                </a:lnTo>
                <a:lnTo>
                  <a:pt x="969452" y="381859"/>
                </a:lnTo>
                <a:lnTo>
                  <a:pt x="864405" y="381859"/>
                </a:lnTo>
                <a:lnTo>
                  <a:pt x="864405" y="394990"/>
                </a:lnTo>
                <a:close/>
                <a:moveTo>
                  <a:pt x="286647" y="394990"/>
                </a:moveTo>
                <a:lnTo>
                  <a:pt x="391694" y="394990"/>
                </a:lnTo>
                <a:lnTo>
                  <a:pt x="391694" y="381859"/>
                </a:lnTo>
                <a:lnTo>
                  <a:pt x="286647" y="381859"/>
                </a:lnTo>
                <a:lnTo>
                  <a:pt x="286647" y="394990"/>
                </a:lnTo>
                <a:close/>
                <a:moveTo>
                  <a:pt x="1008845" y="381859"/>
                </a:moveTo>
                <a:lnTo>
                  <a:pt x="1008845" y="394990"/>
                </a:lnTo>
                <a:lnTo>
                  <a:pt x="1113892" y="394990"/>
                </a:lnTo>
                <a:lnTo>
                  <a:pt x="1113892" y="381859"/>
                </a:lnTo>
                <a:lnTo>
                  <a:pt x="1008845" y="381859"/>
                </a:lnTo>
                <a:close/>
                <a:moveTo>
                  <a:pt x="142207" y="381859"/>
                </a:moveTo>
                <a:lnTo>
                  <a:pt x="142207" y="394990"/>
                </a:lnTo>
                <a:lnTo>
                  <a:pt x="247254" y="394990"/>
                </a:lnTo>
                <a:lnTo>
                  <a:pt x="247254" y="381859"/>
                </a:lnTo>
                <a:lnTo>
                  <a:pt x="142207" y="381859"/>
                </a:lnTo>
                <a:close/>
                <a:moveTo>
                  <a:pt x="1153284" y="381859"/>
                </a:moveTo>
                <a:lnTo>
                  <a:pt x="1153284" y="394990"/>
                </a:lnTo>
                <a:lnTo>
                  <a:pt x="1258331" y="394990"/>
                </a:lnTo>
                <a:lnTo>
                  <a:pt x="1258331" y="381859"/>
                </a:lnTo>
                <a:lnTo>
                  <a:pt x="1153284" y="381859"/>
                </a:lnTo>
                <a:close/>
                <a:moveTo>
                  <a:pt x="1297724" y="394990"/>
                </a:moveTo>
                <a:lnTo>
                  <a:pt x="1402771" y="394990"/>
                </a:lnTo>
                <a:lnTo>
                  <a:pt x="1402771" y="381859"/>
                </a:lnTo>
                <a:lnTo>
                  <a:pt x="1297724" y="381859"/>
                </a:lnTo>
                <a:lnTo>
                  <a:pt x="1297724" y="394990"/>
                </a:lnTo>
                <a:close/>
                <a:moveTo>
                  <a:pt x="1532162" y="16020"/>
                </a:moveTo>
                <a:lnTo>
                  <a:pt x="1526766" y="11988"/>
                </a:lnTo>
                <a:lnTo>
                  <a:pt x="1520975" y="8469"/>
                </a:lnTo>
                <a:lnTo>
                  <a:pt x="1514830" y="5502"/>
                </a:lnTo>
                <a:lnTo>
                  <a:pt x="1508448" y="3178"/>
                </a:lnTo>
                <a:lnTo>
                  <a:pt x="1505034" y="2206"/>
                </a:lnTo>
                <a:lnTo>
                  <a:pt x="1501646" y="1418"/>
                </a:lnTo>
                <a:lnTo>
                  <a:pt x="1498180" y="801"/>
                </a:lnTo>
                <a:lnTo>
                  <a:pt x="1494674" y="355"/>
                </a:lnTo>
                <a:lnTo>
                  <a:pt x="1491102" y="79"/>
                </a:lnTo>
                <a:lnTo>
                  <a:pt x="1487583" y="0"/>
                </a:lnTo>
                <a:lnTo>
                  <a:pt x="1448952" y="0"/>
                </a:lnTo>
                <a:lnTo>
                  <a:pt x="1448952" y="13131"/>
                </a:lnTo>
                <a:lnTo>
                  <a:pt x="1487491" y="13131"/>
                </a:lnTo>
                <a:lnTo>
                  <a:pt x="1487334" y="13118"/>
                </a:lnTo>
                <a:lnTo>
                  <a:pt x="1490603" y="13210"/>
                </a:lnTo>
                <a:lnTo>
                  <a:pt x="1490275" y="13183"/>
                </a:lnTo>
                <a:lnTo>
                  <a:pt x="1493196" y="13409"/>
                </a:lnTo>
                <a:lnTo>
                  <a:pt x="1496368" y="13801"/>
                </a:lnTo>
                <a:lnTo>
                  <a:pt x="1496039" y="13761"/>
                </a:lnTo>
                <a:lnTo>
                  <a:pt x="1499034" y="14290"/>
                </a:lnTo>
                <a:lnTo>
                  <a:pt x="1501715" y="14908"/>
                </a:lnTo>
                <a:lnTo>
                  <a:pt x="1504491" y="15705"/>
                </a:lnTo>
                <a:lnTo>
                  <a:pt x="1509707" y="17616"/>
                </a:lnTo>
                <a:lnTo>
                  <a:pt x="1514663" y="20000"/>
                </a:lnTo>
                <a:lnTo>
                  <a:pt x="1519402" y="22879"/>
                </a:lnTo>
                <a:lnTo>
                  <a:pt x="1523831" y="26192"/>
                </a:lnTo>
                <a:lnTo>
                  <a:pt x="1527852" y="29850"/>
                </a:lnTo>
                <a:lnTo>
                  <a:pt x="1531510" y="33871"/>
                </a:lnTo>
                <a:lnTo>
                  <a:pt x="1534822" y="38299"/>
                </a:lnTo>
                <a:lnTo>
                  <a:pt x="1536889" y="41704"/>
                </a:lnTo>
                <a:lnTo>
                  <a:pt x="1548116" y="34889"/>
                </a:lnTo>
                <a:lnTo>
                  <a:pt x="1545713" y="30936"/>
                </a:lnTo>
                <a:lnTo>
                  <a:pt x="1541682" y="25540"/>
                </a:lnTo>
                <a:lnTo>
                  <a:pt x="1537152" y="20550"/>
                </a:lnTo>
                <a:lnTo>
                  <a:pt x="1532162" y="16020"/>
                </a:lnTo>
                <a:close/>
                <a:moveTo>
                  <a:pt x="1544571" y="181193"/>
                </a:moveTo>
                <a:lnTo>
                  <a:pt x="1557702" y="181193"/>
                </a:lnTo>
                <a:lnTo>
                  <a:pt x="1557702" y="76146"/>
                </a:lnTo>
                <a:lnTo>
                  <a:pt x="1544571" y="76146"/>
                </a:lnTo>
                <a:lnTo>
                  <a:pt x="1544571" y="181193"/>
                </a:lnTo>
                <a:close/>
                <a:moveTo>
                  <a:pt x="1557702" y="220585"/>
                </a:moveTo>
                <a:lnTo>
                  <a:pt x="1544571" y="220585"/>
                </a:lnTo>
                <a:lnTo>
                  <a:pt x="1544571" y="324779"/>
                </a:lnTo>
                <a:lnTo>
                  <a:pt x="1544584" y="324608"/>
                </a:lnTo>
                <a:lnTo>
                  <a:pt x="1544558" y="325462"/>
                </a:lnTo>
                <a:lnTo>
                  <a:pt x="1557689" y="325803"/>
                </a:lnTo>
                <a:lnTo>
                  <a:pt x="1557702" y="324858"/>
                </a:lnTo>
                <a:lnTo>
                  <a:pt x="1557702" y="22058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Text Conf">
            <a:extLst xmlns:a="http://schemas.openxmlformats.org/drawingml/2006/main">
              <a:ext uri="{FF2B5EF4-FFF2-40B4-BE49-F238E27FC236}">
                <a16:creationId xmlns:a16="http://schemas.microsoft.com/office/drawing/2014/main" id="{81878D34-02AD-49C1-9EEE-989DE8B95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8874" y="1348987"/>
            <a:ext cx="488099" cy="167572"/>
          </a:xfrm>
          <a:custGeom xmlns:a="http://schemas.openxmlformats.org/drawingml/2006/main">
            <a:pathLst>
              <a:path w="488099" h="167572">
                <a:moveTo>
                  <a:pt x="133758" y="4155"/>
                </a:moveTo>
                <a:lnTo>
                  <a:pt x="137336" y="57473"/>
                </a:lnTo>
                <a:lnTo>
                  <a:pt x="133758" y="57473"/>
                </a:lnTo>
                <a:cubicBezTo>
                  <a:pt x="128988" y="41506"/>
                  <a:pt x="122179" y="30013"/>
                  <a:pt x="113331" y="22995"/>
                </a:cubicBezTo>
                <a:cubicBezTo>
                  <a:pt x="104483" y="15974"/>
                  <a:pt x="93865" y="12464"/>
                  <a:pt x="81478" y="12464"/>
                </a:cubicBezTo>
                <a:cubicBezTo>
                  <a:pt x="71091" y="12464"/>
                  <a:pt x="61705" y="15096"/>
                  <a:pt x="53319" y="20359"/>
                </a:cubicBezTo>
                <a:cubicBezTo>
                  <a:pt x="44932" y="25619"/>
                  <a:pt x="38335" y="34012"/>
                  <a:pt x="33526" y="45536"/>
                </a:cubicBezTo>
                <a:cubicBezTo>
                  <a:pt x="28717" y="57057"/>
                  <a:pt x="26313" y="71382"/>
                  <a:pt x="26313" y="88511"/>
                </a:cubicBezTo>
                <a:cubicBezTo>
                  <a:pt x="26313" y="102646"/>
                  <a:pt x="28583" y="114898"/>
                  <a:pt x="33122" y="125268"/>
                </a:cubicBezTo>
                <a:cubicBezTo>
                  <a:pt x="37661" y="135638"/>
                  <a:pt x="44490" y="143589"/>
                  <a:pt x="53607" y="149122"/>
                </a:cubicBezTo>
                <a:cubicBezTo>
                  <a:pt x="62724" y="154652"/>
                  <a:pt x="73130" y="157417"/>
                  <a:pt x="84825" y="157417"/>
                </a:cubicBezTo>
                <a:cubicBezTo>
                  <a:pt x="94981" y="157417"/>
                  <a:pt x="103944" y="155236"/>
                  <a:pt x="111715" y="150874"/>
                </a:cubicBezTo>
                <a:cubicBezTo>
                  <a:pt x="119486" y="146511"/>
                  <a:pt x="128026" y="137843"/>
                  <a:pt x="137336" y="124871"/>
                </a:cubicBezTo>
                <a:lnTo>
                  <a:pt x="140913" y="127180"/>
                </a:lnTo>
                <a:cubicBezTo>
                  <a:pt x="133065" y="141146"/>
                  <a:pt x="123910" y="151371"/>
                  <a:pt x="113446" y="157853"/>
                </a:cubicBezTo>
                <a:cubicBezTo>
                  <a:pt x="102982" y="164333"/>
                  <a:pt x="90557" y="167572"/>
                  <a:pt x="76169" y="167572"/>
                </a:cubicBezTo>
                <a:cubicBezTo>
                  <a:pt x="50241" y="167572"/>
                  <a:pt x="30160" y="157968"/>
                  <a:pt x="15926" y="138760"/>
                </a:cubicBezTo>
                <a:cubicBezTo>
                  <a:pt x="5309" y="124471"/>
                  <a:pt x="0" y="107646"/>
                  <a:pt x="0" y="88284"/>
                </a:cubicBezTo>
                <a:cubicBezTo>
                  <a:pt x="0" y="72687"/>
                  <a:pt x="3501" y="58358"/>
                  <a:pt x="10502" y="45298"/>
                </a:cubicBezTo>
                <a:cubicBezTo>
                  <a:pt x="17504" y="32237"/>
                  <a:pt x="27140" y="22115"/>
                  <a:pt x="39412" y="14931"/>
                </a:cubicBezTo>
                <a:cubicBezTo>
                  <a:pt x="51684" y="7747"/>
                  <a:pt x="65090" y="4155"/>
                  <a:pt x="79632" y="4155"/>
                </a:cubicBezTo>
                <a:cubicBezTo>
                  <a:pt x="90942" y="4155"/>
                  <a:pt x="102098" y="6924"/>
                  <a:pt x="113100" y="12464"/>
                </a:cubicBezTo>
                <a:cubicBezTo>
                  <a:pt x="116331" y="14157"/>
                  <a:pt x="118639" y="15003"/>
                  <a:pt x="120024" y="15003"/>
                </a:cubicBezTo>
                <a:cubicBezTo>
                  <a:pt x="122102" y="15003"/>
                  <a:pt x="123910" y="14272"/>
                  <a:pt x="125449" y="12810"/>
                </a:cubicBezTo>
                <a:cubicBezTo>
                  <a:pt x="127449" y="10733"/>
                  <a:pt x="128872" y="7848"/>
                  <a:pt x="129719" y="4155"/>
                </a:cubicBezTo>
                <a:lnTo>
                  <a:pt x="133758" y="4155"/>
                </a:lnTo>
                <a:close/>
                <a:moveTo>
                  <a:pt x="208119" y="55396"/>
                </a:moveTo>
                <a:cubicBezTo>
                  <a:pt x="224123" y="55396"/>
                  <a:pt x="236971" y="61468"/>
                  <a:pt x="246666" y="73612"/>
                </a:cubicBezTo>
                <a:cubicBezTo>
                  <a:pt x="254898" y="83987"/>
                  <a:pt x="259014" y="95900"/>
                  <a:pt x="259014" y="109353"/>
                </a:cubicBezTo>
                <a:cubicBezTo>
                  <a:pt x="259014" y="118807"/>
                  <a:pt x="256745" y="128376"/>
                  <a:pt x="252205" y="138060"/>
                </a:cubicBezTo>
                <a:cubicBezTo>
                  <a:pt x="247666" y="147743"/>
                  <a:pt x="241414" y="155043"/>
                  <a:pt x="233451" y="159963"/>
                </a:cubicBezTo>
                <a:cubicBezTo>
                  <a:pt x="225488" y="164882"/>
                  <a:pt x="216621" y="167342"/>
                  <a:pt x="206850" y="167342"/>
                </a:cubicBezTo>
                <a:cubicBezTo>
                  <a:pt x="190923" y="167342"/>
                  <a:pt x="178267" y="161000"/>
                  <a:pt x="168881" y="148317"/>
                </a:cubicBezTo>
                <a:cubicBezTo>
                  <a:pt x="160956" y="137635"/>
                  <a:pt x="156994" y="125646"/>
                  <a:pt x="156994" y="112350"/>
                </a:cubicBezTo>
                <a:cubicBezTo>
                  <a:pt x="156994" y="102665"/>
                  <a:pt x="159398" y="93038"/>
                  <a:pt x="164207" y="83469"/>
                </a:cubicBezTo>
                <a:cubicBezTo>
                  <a:pt x="169015" y="73900"/>
                  <a:pt x="175343" y="66828"/>
                  <a:pt x="183191" y="62255"/>
                </a:cubicBezTo>
                <a:cubicBezTo>
                  <a:pt x="191039" y="57682"/>
                  <a:pt x="199348" y="55396"/>
                  <a:pt x="208119" y="55396"/>
                </a:cubicBezTo>
                <a:moveTo>
                  <a:pt x="204542" y="63013"/>
                </a:moveTo>
                <a:cubicBezTo>
                  <a:pt x="200464" y="63013"/>
                  <a:pt x="196367" y="64221"/>
                  <a:pt x="192251" y="66637"/>
                </a:cubicBezTo>
                <a:cubicBezTo>
                  <a:pt x="188134" y="69051"/>
                  <a:pt x="184807" y="73287"/>
                  <a:pt x="182268" y="79343"/>
                </a:cubicBezTo>
                <a:cubicBezTo>
                  <a:pt x="179729" y="85400"/>
                  <a:pt x="178459" y="93180"/>
                  <a:pt x="178459" y="102684"/>
                </a:cubicBezTo>
                <a:cubicBezTo>
                  <a:pt x="178459" y="118017"/>
                  <a:pt x="181518" y="131242"/>
                  <a:pt x="187634" y="142359"/>
                </a:cubicBezTo>
                <a:cubicBezTo>
                  <a:pt x="193751" y="153475"/>
                  <a:pt x="201810" y="159032"/>
                  <a:pt x="211812" y="159032"/>
                </a:cubicBezTo>
                <a:cubicBezTo>
                  <a:pt x="219275" y="159032"/>
                  <a:pt x="225430" y="155966"/>
                  <a:pt x="230278" y="149832"/>
                </a:cubicBezTo>
                <a:cubicBezTo>
                  <a:pt x="235125" y="143699"/>
                  <a:pt x="237548" y="133158"/>
                  <a:pt x="237548" y="118210"/>
                </a:cubicBezTo>
                <a:cubicBezTo>
                  <a:pt x="237548" y="99505"/>
                  <a:pt x="233509" y="84785"/>
                  <a:pt x="225430" y="74052"/>
                </a:cubicBezTo>
                <a:cubicBezTo>
                  <a:pt x="219968" y="66693"/>
                  <a:pt x="213005" y="63013"/>
                  <a:pt x="204542" y="63013"/>
                </a:cubicBezTo>
                <a:close/>
                <a:moveTo>
                  <a:pt x="305409" y="77670"/>
                </a:moveTo>
                <a:cubicBezTo>
                  <a:pt x="317796" y="62820"/>
                  <a:pt x="329606" y="55396"/>
                  <a:pt x="340839" y="55396"/>
                </a:cubicBezTo>
                <a:cubicBezTo>
                  <a:pt x="346610" y="55396"/>
                  <a:pt x="351572" y="56835"/>
                  <a:pt x="355727" y="59713"/>
                </a:cubicBezTo>
                <a:cubicBezTo>
                  <a:pt x="359881" y="62588"/>
                  <a:pt x="363190" y="67326"/>
                  <a:pt x="365652" y="73926"/>
                </a:cubicBezTo>
                <a:cubicBezTo>
                  <a:pt x="367345" y="78530"/>
                  <a:pt x="368191" y="85589"/>
                  <a:pt x="368191" y="95103"/>
                </a:cubicBezTo>
                <a:lnTo>
                  <a:pt x="368191" y="140105"/>
                </a:lnTo>
                <a:cubicBezTo>
                  <a:pt x="368191" y="146837"/>
                  <a:pt x="368729" y="151403"/>
                  <a:pt x="369807" y="153803"/>
                </a:cubicBezTo>
                <a:cubicBezTo>
                  <a:pt x="370653" y="155738"/>
                  <a:pt x="372019" y="157248"/>
                  <a:pt x="373904" y="158333"/>
                </a:cubicBezTo>
                <a:cubicBezTo>
                  <a:pt x="375789" y="159415"/>
                  <a:pt x="379270" y="159956"/>
                  <a:pt x="384348" y="159956"/>
                </a:cubicBezTo>
                <a:lnTo>
                  <a:pt x="384348" y="164110"/>
                </a:lnTo>
                <a:lnTo>
                  <a:pt x="332068" y="164110"/>
                </a:lnTo>
                <a:lnTo>
                  <a:pt x="332068" y="159956"/>
                </a:lnTo>
                <a:lnTo>
                  <a:pt x="334261" y="159956"/>
                </a:lnTo>
                <a:cubicBezTo>
                  <a:pt x="339185" y="159956"/>
                  <a:pt x="342628" y="159202"/>
                  <a:pt x="344590" y="157694"/>
                </a:cubicBezTo>
                <a:cubicBezTo>
                  <a:pt x="346552" y="156184"/>
                  <a:pt x="347918" y="153959"/>
                  <a:pt x="348687" y="151019"/>
                </a:cubicBezTo>
                <a:cubicBezTo>
                  <a:pt x="348995" y="149857"/>
                  <a:pt x="349149" y="146220"/>
                  <a:pt x="349149" y="140105"/>
                </a:cubicBezTo>
                <a:lnTo>
                  <a:pt x="349149" y="96899"/>
                </a:lnTo>
                <a:cubicBezTo>
                  <a:pt x="349149" y="87297"/>
                  <a:pt x="347898" y="80325"/>
                  <a:pt x="345398" y="75985"/>
                </a:cubicBezTo>
                <a:cubicBezTo>
                  <a:pt x="342897" y="71646"/>
                  <a:pt x="338685" y="69476"/>
                  <a:pt x="332761" y="69476"/>
                </a:cubicBezTo>
                <a:cubicBezTo>
                  <a:pt x="323605" y="69476"/>
                  <a:pt x="314488" y="74477"/>
                  <a:pt x="305409" y="84479"/>
                </a:cubicBezTo>
                <a:lnTo>
                  <a:pt x="305409" y="140105"/>
                </a:lnTo>
                <a:cubicBezTo>
                  <a:pt x="305409" y="147302"/>
                  <a:pt x="305832" y="151752"/>
                  <a:pt x="306678" y="153457"/>
                </a:cubicBezTo>
                <a:cubicBezTo>
                  <a:pt x="307756" y="155700"/>
                  <a:pt x="309237" y="157344"/>
                  <a:pt x="311122" y="158390"/>
                </a:cubicBezTo>
                <a:cubicBezTo>
                  <a:pt x="313007" y="159434"/>
                  <a:pt x="316834" y="159956"/>
                  <a:pt x="322605" y="159956"/>
                </a:cubicBezTo>
                <a:lnTo>
                  <a:pt x="322605" y="164110"/>
                </a:lnTo>
                <a:lnTo>
                  <a:pt x="270325" y="164110"/>
                </a:lnTo>
                <a:lnTo>
                  <a:pt x="270325" y="159956"/>
                </a:lnTo>
                <a:lnTo>
                  <a:pt x="272633" y="159956"/>
                </a:lnTo>
                <a:cubicBezTo>
                  <a:pt x="278019" y="159956"/>
                  <a:pt x="281654" y="158583"/>
                  <a:pt x="283539" y="155837"/>
                </a:cubicBezTo>
                <a:cubicBezTo>
                  <a:pt x="285424" y="153089"/>
                  <a:pt x="286367" y="147845"/>
                  <a:pt x="286367" y="140105"/>
                </a:cubicBezTo>
                <a:lnTo>
                  <a:pt x="286367" y="101097"/>
                </a:lnTo>
                <a:cubicBezTo>
                  <a:pt x="286367" y="88403"/>
                  <a:pt x="286078" y="80670"/>
                  <a:pt x="285501" y="77900"/>
                </a:cubicBezTo>
                <a:cubicBezTo>
                  <a:pt x="284924" y="75131"/>
                  <a:pt x="284039" y="73246"/>
                  <a:pt x="282847" y="72245"/>
                </a:cubicBezTo>
                <a:cubicBezTo>
                  <a:pt x="281654" y="71245"/>
                  <a:pt x="280058" y="70745"/>
                  <a:pt x="278057" y="70745"/>
                </a:cubicBezTo>
                <a:cubicBezTo>
                  <a:pt x="275903" y="70745"/>
                  <a:pt x="273325" y="71322"/>
                  <a:pt x="270325" y="72476"/>
                </a:cubicBezTo>
                <a:lnTo>
                  <a:pt x="268594" y="68322"/>
                </a:lnTo>
                <a:lnTo>
                  <a:pt x="300446" y="55396"/>
                </a:lnTo>
                <a:lnTo>
                  <a:pt x="305409" y="55396"/>
                </a:lnTo>
                <a:lnTo>
                  <a:pt x="305409" y="77670"/>
                </a:lnTo>
                <a:close/>
                <a:moveTo>
                  <a:pt x="434088" y="66706"/>
                </a:moveTo>
                <a:lnTo>
                  <a:pt x="434088" y="136181"/>
                </a:lnTo>
                <a:cubicBezTo>
                  <a:pt x="434088" y="146030"/>
                  <a:pt x="435166" y="152262"/>
                  <a:pt x="437320" y="154878"/>
                </a:cubicBezTo>
                <a:cubicBezTo>
                  <a:pt x="440167" y="158263"/>
                  <a:pt x="443975" y="159956"/>
                  <a:pt x="448745" y="159956"/>
                </a:cubicBezTo>
                <a:lnTo>
                  <a:pt x="458324" y="159956"/>
                </a:lnTo>
                <a:lnTo>
                  <a:pt x="458324" y="164110"/>
                </a:lnTo>
                <a:lnTo>
                  <a:pt x="395196" y="164110"/>
                </a:lnTo>
                <a:lnTo>
                  <a:pt x="395196" y="159956"/>
                </a:lnTo>
                <a:lnTo>
                  <a:pt x="399928" y="159956"/>
                </a:lnTo>
                <a:cubicBezTo>
                  <a:pt x="403005" y="159956"/>
                  <a:pt x="405813" y="159186"/>
                  <a:pt x="408352" y="157647"/>
                </a:cubicBezTo>
                <a:cubicBezTo>
                  <a:pt x="410891" y="156109"/>
                  <a:pt x="412642" y="154031"/>
                  <a:pt x="413603" y="151415"/>
                </a:cubicBezTo>
                <a:cubicBezTo>
                  <a:pt x="414565" y="148799"/>
                  <a:pt x="415046" y="143721"/>
                  <a:pt x="415046" y="136181"/>
                </a:cubicBezTo>
                <a:lnTo>
                  <a:pt x="415046" y="66706"/>
                </a:lnTo>
                <a:lnTo>
                  <a:pt x="394503" y="66706"/>
                </a:lnTo>
                <a:lnTo>
                  <a:pt x="394503" y="58396"/>
                </a:lnTo>
                <a:lnTo>
                  <a:pt x="415046" y="58396"/>
                </a:lnTo>
                <a:lnTo>
                  <a:pt x="415046" y="51443"/>
                </a:lnTo>
                <a:cubicBezTo>
                  <a:pt x="415046" y="40862"/>
                  <a:pt x="416739" y="31902"/>
                  <a:pt x="420124" y="24564"/>
                </a:cubicBezTo>
                <a:cubicBezTo>
                  <a:pt x="423509" y="17226"/>
                  <a:pt x="428683" y="11298"/>
                  <a:pt x="435646" y="6780"/>
                </a:cubicBezTo>
                <a:cubicBezTo>
                  <a:pt x="442609" y="2260"/>
                  <a:pt x="450438" y="0"/>
                  <a:pt x="459132" y="0"/>
                </a:cubicBezTo>
                <a:cubicBezTo>
                  <a:pt x="467210" y="0"/>
                  <a:pt x="474635" y="2616"/>
                  <a:pt x="481406" y="7848"/>
                </a:cubicBezTo>
                <a:cubicBezTo>
                  <a:pt x="485868" y="11310"/>
                  <a:pt x="488099" y="15195"/>
                  <a:pt x="488099" y="19504"/>
                </a:cubicBezTo>
                <a:cubicBezTo>
                  <a:pt x="488099" y="21812"/>
                  <a:pt x="487099" y="23986"/>
                  <a:pt x="485099" y="26025"/>
                </a:cubicBezTo>
                <a:cubicBezTo>
                  <a:pt x="483098" y="28063"/>
                  <a:pt x="480944" y="29083"/>
                  <a:pt x="478636" y="29083"/>
                </a:cubicBezTo>
                <a:cubicBezTo>
                  <a:pt x="476866" y="29083"/>
                  <a:pt x="475001" y="28448"/>
                  <a:pt x="473039" y="27179"/>
                </a:cubicBezTo>
                <a:cubicBezTo>
                  <a:pt x="471077" y="25909"/>
                  <a:pt x="468672" y="23178"/>
                  <a:pt x="465826" y="18985"/>
                </a:cubicBezTo>
                <a:cubicBezTo>
                  <a:pt x="462979" y="14791"/>
                  <a:pt x="460363" y="11964"/>
                  <a:pt x="457978" y="10502"/>
                </a:cubicBezTo>
                <a:cubicBezTo>
                  <a:pt x="455593" y="9040"/>
                  <a:pt x="452938" y="8309"/>
                  <a:pt x="450015" y="8309"/>
                </a:cubicBezTo>
                <a:cubicBezTo>
                  <a:pt x="446476" y="8309"/>
                  <a:pt x="443475" y="9257"/>
                  <a:pt x="441013" y="11151"/>
                </a:cubicBezTo>
                <a:cubicBezTo>
                  <a:pt x="438551" y="13044"/>
                  <a:pt x="436781" y="15980"/>
                  <a:pt x="435704" y="19962"/>
                </a:cubicBezTo>
                <a:cubicBezTo>
                  <a:pt x="434627" y="23944"/>
                  <a:pt x="434088" y="34204"/>
                  <a:pt x="434088" y="50743"/>
                </a:cubicBezTo>
                <a:lnTo>
                  <a:pt x="434088" y="58396"/>
                </a:lnTo>
                <a:lnTo>
                  <a:pt x="461325" y="58396"/>
                </a:lnTo>
                <a:lnTo>
                  <a:pt x="461325" y="66706"/>
                </a:lnTo>
                <a:lnTo>
                  <a:pt x="434088" y="6670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Text irmation">
            <a:extLst xmlns:a="http://schemas.openxmlformats.org/drawingml/2006/main">
              <a:ext uri="{FF2B5EF4-FFF2-40B4-BE49-F238E27FC236}">
                <a16:creationId xmlns:a16="http://schemas.microsoft.com/office/drawing/2014/main" id="{39FCD61C-DBD7-4135-935E-E0FF81B42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970" y="1348987"/>
            <a:ext cx="793020" cy="167342"/>
          </a:xfrm>
          <a:custGeom xmlns:a="http://schemas.openxmlformats.org/drawingml/2006/main">
            <a:pathLst>
              <a:path w="793020" h="167342">
                <a:moveTo>
                  <a:pt x="27352" y="0"/>
                </a:moveTo>
                <a:cubicBezTo>
                  <a:pt x="30583" y="0"/>
                  <a:pt x="33334" y="1141"/>
                  <a:pt x="35603" y="3423"/>
                </a:cubicBezTo>
                <a:cubicBezTo>
                  <a:pt x="37873" y="5702"/>
                  <a:pt x="39008" y="8466"/>
                  <a:pt x="39008" y="11714"/>
                </a:cubicBezTo>
                <a:cubicBezTo>
                  <a:pt x="39008" y="14962"/>
                  <a:pt x="37873" y="17746"/>
                  <a:pt x="35603" y="20067"/>
                </a:cubicBezTo>
                <a:cubicBezTo>
                  <a:pt x="33334" y="22384"/>
                  <a:pt x="30583" y="23543"/>
                  <a:pt x="27352" y="23543"/>
                </a:cubicBezTo>
                <a:cubicBezTo>
                  <a:pt x="24120" y="23543"/>
                  <a:pt x="21350" y="22384"/>
                  <a:pt x="19042" y="20067"/>
                </a:cubicBezTo>
                <a:cubicBezTo>
                  <a:pt x="16734" y="17746"/>
                  <a:pt x="15580" y="14962"/>
                  <a:pt x="15580" y="11714"/>
                </a:cubicBezTo>
                <a:cubicBezTo>
                  <a:pt x="15580" y="8466"/>
                  <a:pt x="16715" y="5702"/>
                  <a:pt x="18985" y="3423"/>
                </a:cubicBezTo>
                <a:cubicBezTo>
                  <a:pt x="21254" y="1141"/>
                  <a:pt x="24043" y="0"/>
                  <a:pt x="27352" y="0"/>
                </a:cubicBezTo>
                <a:moveTo>
                  <a:pt x="36931" y="55396"/>
                </a:moveTo>
                <a:lnTo>
                  <a:pt x="36931" y="140105"/>
                </a:lnTo>
                <a:cubicBezTo>
                  <a:pt x="36931" y="146761"/>
                  <a:pt x="37411" y="151192"/>
                  <a:pt x="38373" y="153399"/>
                </a:cubicBezTo>
                <a:cubicBezTo>
                  <a:pt x="39335" y="155604"/>
                  <a:pt x="40758" y="157248"/>
                  <a:pt x="42643" y="158333"/>
                </a:cubicBezTo>
                <a:cubicBezTo>
                  <a:pt x="44528" y="159415"/>
                  <a:pt x="47971" y="159956"/>
                  <a:pt x="52972" y="159956"/>
                </a:cubicBezTo>
                <a:lnTo>
                  <a:pt x="52972" y="164110"/>
                </a:lnTo>
                <a:lnTo>
                  <a:pt x="1616" y="164110"/>
                </a:lnTo>
                <a:lnTo>
                  <a:pt x="1616" y="159956"/>
                </a:lnTo>
                <a:cubicBezTo>
                  <a:pt x="6771" y="159956"/>
                  <a:pt x="10233" y="159453"/>
                  <a:pt x="12002" y="158448"/>
                </a:cubicBezTo>
                <a:cubicBezTo>
                  <a:pt x="13772" y="157441"/>
                  <a:pt x="15176" y="155777"/>
                  <a:pt x="16215" y="153457"/>
                </a:cubicBezTo>
                <a:cubicBezTo>
                  <a:pt x="17254" y="151134"/>
                  <a:pt x="17773" y="146684"/>
                  <a:pt x="17773" y="140105"/>
                </a:cubicBezTo>
                <a:lnTo>
                  <a:pt x="17773" y="99713"/>
                </a:lnTo>
                <a:cubicBezTo>
                  <a:pt x="17773" y="88201"/>
                  <a:pt x="17427" y="80745"/>
                  <a:pt x="16734" y="77345"/>
                </a:cubicBezTo>
                <a:cubicBezTo>
                  <a:pt x="16196" y="74871"/>
                  <a:pt x="15349" y="73153"/>
                  <a:pt x="14195" y="72191"/>
                </a:cubicBezTo>
                <a:cubicBezTo>
                  <a:pt x="13041" y="71227"/>
                  <a:pt x="11464" y="70745"/>
                  <a:pt x="9463" y="70745"/>
                </a:cubicBezTo>
                <a:cubicBezTo>
                  <a:pt x="7309" y="70745"/>
                  <a:pt x="4693" y="71322"/>
                  <a:pt x="1616" y="72476"/>
                </a:cubicBezTo>
                <a:lnTo>
                  <a:pt x="0" y="68322"/>
                </a:lnTo>
                <a:lnTo>
                  <a:pt x="31853" y="55396"/>
                </a:lnTo>
                <a:lnTo>
                  <a:pt x="36931" y="55396"/>
                </a:lnTo>
                <a:close/>
                <a:moveTo>
                  <a:pt x="97045" y="55396"/>
                </a:moveTo>
                <a:lnTo>
                  <a:pt x="97045" y="79170"/>
                </a:lnTo>
                <a:cubicBezTo>
                  <a:pt x="105893" y="63321"/>
                  <a:pt x="114972" y="55396"/>
                  <a:pt x="124281" y="55396"/>
                </a:cubicBezTo>
                <a:cubicBezTo>
                  <a:pt x="128513" y="55396"/>
                  <a:pt x="132014" y="56685"/>
                  <a:pt x="134783" y="59262"/>
                </a:cubicBezTo>
                <a:cubicBezTo>
                  <a:pt x="137553" y="61839"/>
                  <a:pt x="138938" y="64821"/>
                  <a:pt x="138938" y="68206"/>
                </a:cubicBezTo>
                <a:cubicBezTo>
                  <a:pt x="138938" y="71207"/>
                  <a:pt x="137938" y="73746"/>
                  <a:pt x="135937" y="75823"/>
                </a:cubicBezTo>
                <a:cubicBezTo>
                  <a:pt x="133937" y="77900"/>
                  <a:pt x="131552" y="78939"/>
                  <a:pt x="128782" y="78939"/>
                </a:cubicBezTo>
                <a:cubicBezTo>
                  <a:pt x="126089" y="78939"/>
                  <a:pt x="123069" y="77631"/>
                  <a:pt x="119723" y="75015"/>
                </a:cubicBezTo>
                <a:cubicBezTo>
                  <a:pt x="116376" y="72399"/>
                  <a:pt x="113894" y="71091"/>
                  <a:pt x="112279" y="71091"/>
                </a:cubicBezTo>
                <a:cubicBezTo>
                  <a:pt x="110894" y="71091"/>
                  <a:pt x="109394" y="71855"/>
                  <a:pt x="107778" y="73381"/>
                </a:cubicBezTo>
                <a:cubicBezTo>
                  <a:pt x="104316" y="76514"/>
                  <a:pt x="100738" y="81670"/>
                  <a:pt x="97045" y="88850"/>
                </a:cubicBezTo>
                <a:lnTo>
                  <a:pt x="97045" y="139413"/>
                </a:lnTo>
                <a:cubicBezTo>
                  <a:pt x="97045" y="145265"/>
                  <a:pt x="97776" y="149691"/>
                  <a:pt x="99238" y="152692"/>
                </a:cubicBezTo>
                <a:cubicBezTo>
                  <a:pt x="100238" y="154772"/>
                  <a:pt x="102007" y="156503"/>
                  <a:pt x="104546" y="157885"/>
                </a:cubicBezTo>
                <a:cubicBezTo>
                  <a:pt x="107085" y="159265"/>
                  <a:pt x="110740" y="159956"/>
                  <a:pt x="115510" y="159956"/>
                </a:cubicBezTo>
                <a:lnTo>
                  <a:pt x="115510" y="164110"/>
                </a:lnTo>
                <a:lnTo>
                  <a:pt x="61384" y="164110"/>
                </a:lnTo>
                <a:lnTo>
                  <a:pt x="61384" y="159956"/>
                </a:lnTo>
                <a:cubicBezTo>
                  <a:pt x="66770" y="159956"/>
                  <a:pt x="70770" y="159100"/>
                  <a:pt x="73386" y="157388"/>
                </a:cubicBezTo>
                <a:cubicBezTo>
                  <a:pt x="75310" y="156142"/>
                  <a:pt x="76656" y="154157"/>
                  <a:pt x="77426" y="151433"/>
                </a:cubicBezTo>
                <a:cubicBezTo>
                  <a:pt x="77810" y="150109"/>
                  <a:pt x="78003" y="146333"/>
                  <a:pt x="78003" y="140105"/>
                </a:cubicBezTo>
                <a:lnTo>
                  <a:pt x="78003" y="99482"/>
                </a:lnTo>
                <a:cubicBezTo>
                  <a:pt x="78003" y="87172"/>
                  <a:pt x="77753" y="79843"/>
                  <a:pt x="77252" y="77496"/>
                </a:cubicBezTo>
                <a:cubicBezTo>
                  <a:pt x="76752" y="75150"/>
                  <a:pt x="75829" y="73438"/>
                  <a:pt x="74483" y="72361"/>
                </a:cubicBezTo>
                <a:cubicBezTo>
                  <a:pt x="73136" y="71284"/>
                  <a:pt x="71463" y="70745"/>
                  <a:pt x="69462" y="70745"/>
                </a:cubicBezTo>
                <a:cubicBezTo>
                  <a:pt x="67077" y="70745"/>
                  <a:pt x="64384" y="71322"/>
                  <a:pt x="61384" y="72476"/>
                </a:cubicBezTo>
                <a:lnTo>
                  <a:pt x="60230" y="68322"/>
                </a:lnTo>
                <a:lnTo>
                  <a:pt x="92198" y="55396"/>
                </a:lnTo>
                <a:lnTo>
                  <a:pt x="97045" y="55396"/>
                </a:lnTo>
                <a:close/>
                <a:moveTo>
                  <a:pt x="176292" y="78099"/>
                </a:moveTo>
                <a:cubicBezTo>
                  <a:pt x="183986" y="70338"/>
                  <a:pt x="188525" y="65875"/>
                  <a:pt x="189910" y="64711"/>
                </a:cubicBezTo>
                <a:cubicBezTo>
                  <a:pt x="193372" y="61761"/>
                  <a:pt x="197104" y="59471"/>
                  <a:pt x="201105" y="57841"/>
                </a:cubicBezTo>
                <a:cubicBezTo>
                  <a:pt x="205105" y="56211"/>
                  <a:pt x="209068" y="55396"/>
                  <a:pt x="212992" y="55396"/>
                </a:cubicBezTo>
                <a:cubicBezTo>
                  <a:pt x="219608" y="55396"/>
                  <a:pt x="225302" y="57336"/>
                  <a:pt x="230072" y="61217"/>
                </a:cubicBezTo>
                <a:cubicBezTo>
                  <a:pt x="234842" y="65097"/>
                  <a:pt x="238035" y="70725"/>
                  <a:pt x="239651" y="78099"/>
                </a:cubicBezTo>
                <a:cubicBezTo>
                  <a:pt x="247576" y="68784"/>
                  <a:pt x="254269" y="62673"/>
                  <a:pt x="259732" y="59763"/>
                </a:cubicBezTo>
                <a:cubicBezTo>
                  <a:pt x="265194" y="56852"/>
                  <a:pt x="270811" y="55396"/>
                  <a:pt x="276581" y="55396"/>
                </a:cubicBezTo>
                <a:cubicBezTo>
                  <a:pt x="282198" y="55396"/>
                  <a:pt x="287180" y="56835"/>
                  <a:pt x="291527" y="59713"/>
                </a:cubicBezTo>
                <a:cubicBezTo>
                  <a:pt x="295874" y="62588"/>
                  <a:pt x="299317" y="67288"/>
                  <a:pt x="301856" y="73811"/>
                </a:cubicBezTo>
                <a:cubicBezTo>
                  <a:pt x="303548" y="78261"/>
                  <a:pt x="304395" y="85243"/>
                  <a:pt x="304395" y="94757"/>
                </a:cubicBezTo>
                <a:lnTo>
                  <a:pt x="304395" y="140105"/>
                </a:lnTo>
                <a:cubicBezTo>
                  <a:pt x="304395" y="146761"/>
                  <a:pt x="304895" y="151326"/>
                  <a:pt x="305895" y="153803"/>
                </a:cubicBezTo>
                <a:cubicBezTo>
                  <a:pt x="306664" y="155505"/>
                  <a:pt x="308088" y="156956"/>
                  <a:pt x="310165" y="158156"/>
                </a:cubicBezTo>
                <a:cubicBezTo>
                  <a:pt x="312242" y="159356"/>
                  <a:pt x="315628" y="159956"/>
                  <a:pt x="320321" y="159956"/>
                </a:cubicBezTo>
                <a:lnTo>
                  <a:pt x="320321" y="164110"/>
                </a:lnTo>
                <a:lnTo>
                  <a:pt x="268157" y="164110"/>
                </a:lnTo>
                <a:lnTo>
                  <a:pt x="268157" y="159956"/>
                </a:lnTo>
                <a:lnTo>
                  <a:pt x="270349" y="159956"/>
                </a:lnTo>
                <a:cubicBezTo>
                  <a:pt x="274889" y="159956"/>
                  <a:pt x="278428" y="159066"/>
                  <a:pt x="280967" y="157287"/>
                </a:cubicBezTo>
                <a:cubicBezTo>
                  <a:pt x="282736" y="156048"/>
                  <a:pt x="284006" y="154075"/>
                  <a:pt x="284775" y="151365"/>
                </a:cubicBezTo>
                <a:cubicBezTo>
                  <a:pt x="285083" y="150050"/>
                  <a:pt x="285237" y="146297"/>
                  <a:pt x="285237" y="140105"/>
                </a:cubicBezTo>
                <a:lnTo>
                  <a:pt x="285237" y="94930"/>
                </a:lnTo>
                <a:cubicBezTo>
                  <a:pt x="285237" y="86368"/>
                  <a:pt x="284198" y="80330"/>
                  <a:pt x="282121" y="76815"/>
                </a:cubicBezTo>
                <a:cubicBezTo>
                  <a:pt x="279120" y="71922"/>
                  <a:pt x="274312" y="69476"/>
                  <a:pt x="267695" y="69476"/>
                </a:cubicBezTo>
                <a:cubicBezTo>
                  <a:pt x="263617" y="69476"/>
                  <a:pt x="259520" y="70491"/>
                  <a:pt x="255404" y="72523"/>
                </a:cubicBezTo>
                <a:cubicBezTo>
                  <a:pt x="251288" y="74555"/>
                  <a:pt x="246306" y="78330"/>
                  <a:pt x="240459" y="83848"/>
                </a:cubicBezTo>
                <a:lnTo>
                  <a:pt x="240228" y="85113"/>
                </a:lnTo>
                <a:lnTo>
                  <a:pt x="240459" y="90040"/>
                </a:lnTo>
                <a:lnTo>
                  <a:pt x="240459" y="140105"/>
                </a:lnTo>
                <a:cubicBezTo>
                  <a:pt x="240459" y="147381"/>
                  <a:pt x="240863" y="151908"/>
                  <a:pt x="241670" y="153687"/>
                </a:cubicBezTo>
                <a:cubicBezTo>
                  <a:pt x="242478" y="155467"/>
                  <a:pt x="243998" y="156956"/>
                  <a:pt x="246229" y="158156"/>
                </a:cubicBezTo>
                <a:cubicBezTo>
                  <a:pt x="248460" y="159356"/>
                  <a:pt x="252269" y="159956"/>
                  <a:pt x="257654" y="159956"/>
                </a:cubicBezTo>
                <a:lnTo>
                  <a:pt x="257654" y="164110"/>
                </a:lnTo>
                <a:lnTo>
                  <a:pt x="204221" y="164110"/>
                </a:lnTo>
                <a:lnTo>
                  <a:pt x="204221" y="159956"/>
                </a:lnTo>
                <a:cubicBezTo>
                  <a:pt x="210068" y="159956"/>
                  <a:pt x="214088" y="159259"/>
                  <a:pt x="216281" y="157867"/>
                </a:cubicBezTo>
                <a:cubicBezTo>
                  <a:pt x="218473" y="156473"/>
                  <a:pt x="219993" y="154383"/>
                  <a:pt x="220839" y="151599"/>
                </a:cubicBezTo>
                <a:cubicBezTo>
                  <a:pt x="221224" y="150282"/>
                  <a:pt x="221416" y="146450"/>
                  <a:pt x="221416" y="140105"/>
                </a:cubicBezTo>
                <a:lnTo>
                  <a:pt x="221416" y="94959"/>
                </a:lnTo>
                <a:cubicBezTo>
                  <a:pt x="221416" y="86402"/>
                  <a:pt x="220147" y="80229"/>
                  <a:pt x="217608" y="76440"/>
                </a:cubicBezTo>
                <a:cubicBezTo>
                  <a:pt x="214223" y="71489"/>
                  <a:pt x="209491" y="69014"/>
                  <a:pt x="203413" y="69014"/>
                </a:cubicBezTo>
                <a:cubicBezTo>
                  <a:pt x="199258" y="69014"/>
                  <a:pt x="195142" y="70134"/>
                  <a:pt x="191064" y="72375"/>
                </a:cubicBezTo>
                <a:cubicBezTo>
                  <a:pt x="184678" y="75775"/>
                  <a:pt x="179754" y="79599"/>
                  <a:pt x="176292" y="83848"/>
                </a:cubicBezTo>
                <a:lnTo>
                  <a:pt x="176292" y="140105"/>
                </a:lnTo>
                <a:cubicBezTo>
                  <a:pt x="176292" y="147071"/>
                  <a:pt x="176773" y="151598"/>
                  <a:pt x="177734" y="153687"/>
                </a:cubicBezTo>
                <a:cubicBezTo>
                  <a:pt x="178696" y="155777"/>
                  <a:pt x="180120" y="157344"/>
                  <a:pt x="182005" y="158390"/>
                </a:cubicBezTo>
                <a:cubicBezTo>
                  <a:pt x="183890" y="159434"/>
                  <a:pt x="187717" y="159956"/>
                  <a:pt x="193488" y="159956"/>
                </a:cubicBezTo>
                <a:lnTo>
                  <a:pt x="193488" y="164110"/>
                </a:lnTo>
                <a:lnTo>
                  <a:pt x="141208" y="164110"/>
                </a:lnTo>
                <a:lnTo>
                  <a:pt x="141208" y="159956"/>
                </a:lnTo>
                <a:cubicBezTo>
                  <a:pt x="146055" y="159956"/>
                  <a:pt x="149440" y="159434"/>
                  <a:pt x="151364" y="158390"/>
                </a:cubicBezTo>
                <a:cubicBezTo>
                  <a:pt x="153287" y="157344"/>
                  <a:pt x="154749" y="155681"/>
                  <a:pt x="155749" y="153399"/>
                </a:cubicBezTo>
                <a:cubicBezTo>
                  <a:pt x="156749" y="151115"/>
                  <a:pt x="157249" y="146684"/>
                  <a:pt x="157249" y="140105"/>
                </a:cubicBezTo>
                <a:lnTo>
                  <a:pt x="157249" y="99943"/>
                </a:lnTo>
                <a:cubicBezTo>
                  <a:pt x="157249" y="88326"/>
                  <a:pt x="156903" y="80824"/>
                  <a:pt x="156211" y="77439"/>
                </a:cubicBezTo>
                <a:cubicBezTo>
                  <a:pt x="155672" y="74900"/>
                  <a:pt x="154826" y="73149"/>
                  <a:pt x="153672" y="72188"/>
                </a:cubicBezTo>
                <a:cubicBezTo>
                  <a:pt x="152518" y="71226"/>
                  <a:pt x="150941" y="70745"/>
                  <a:pt x="148940" y="70745"/>
                </a:cubicBezTo>
                <a:cubicBezTo>
                  <a:pt x="146786" y="70745"/>
                  <a:pt x="144208" y="71322"/>
                  <a:pt x="141208" y="72476"/>
                </a:cubicBezTo>
                <a:lnTo>
                  <a:pt x="139477" y="68322"/>
                </a:lnTo>
                <a:lnTo>
                  <a:pt x="171329" y="55396"/>
                </a:lnTo>
                <a:lnTo>
                  <a:pt x="176292" y="55396"/>
                </a:lnTo>
                <a:lnTo>
                  <a:pt x="176292" y="78099"/>
                </a:lnTo>
                <a:close/>
                <a:moveTo>
                  <a:pt x="388631" y="148999"/>
                </a:moveTo>
                <a:cubicBezTo>
                  <a:pt x="377782" y="157383"/>
                  <a:pt x="370973" y="162228"/>
                  <a:pt x="368203" y="163533"/>
                </a:cubicBezTo>
                <a:cubicBezTo>
                  <a:pt x="364049" y="165457"/>
                  <a:pt x="359625" y="166418"/>
                  <a:pt x="354931" y="166418"/>
                </a:cubicBezTo>
                <a:cubicBezTo>
                  <a:pt x="347622" y="166418"/>
                  <a:pt x="341602" y="163918"/>
                  <a:pt x="336870" y="158917"/>
                </a:cubicBezTo>
                <a:cubicBezTo>
                  <a:pt x="332138" y="153916"/>
                  <a:pt x="329772" y="147338"/>
                  <a:pt x="329772" y="139182"/>
                </a:cubicBezTo>
                <a:cubicBezTo>
                  <a:pt x="329772" y="134027"/>
                  <a:pt x="330927" y="129565"/>
                  <a:pt x="333235" y="125795"/>
                </a:cubicBezTo>
                <a:cubicBezTo>
                  <a:pt x="336389" y="120563"/>
                  <a:pt x="341871" y="115639"/>
                  <a:pt x="349680" y="111023"/>
                </a:cubicBezTo>
                <a:cubicBezTo>
                  <a:pt x="357490" y="106406"/>
                  <a:pt x="370473" y="100790"/>
                  <a:pt x="388631" y="94173"/>
                </a:cubicBezTo>
                <a:lnTo>
                  <a:pt x="388631" y="90033"/>
                </a:lnTo>
                <a:cubicBezTo>
                  <a:pt x="388631" y="79531"/>
                  <a:pt x="386957" y="72325"/>
                  <a:pt x="383610" y="68415"/>
                </a:cubicBezTo>
                <a:cubicBezTo>
                  <a:pt x="380263" y="64506"/>
                  <a:pt x="375397" y="62551"/>
                  <a:pt x="369011" y="62551"/>
                </a:cubicBezTo>
                <a:cubicBezTo>
                  <a:pt x="364164" y="62551"/>
                  <a:pt x="360317" y="63859"/>
                  <a:pt x="357470" y="66475"/>
                </a:cubicBezTo>
                <a:cubicBezTo>
                  <a:pt x="354547" y="69091"/>
                  <a:pt x="353085" y="72092"/>
                  <a:pt x="353085" y="75477"/>
                </a:cubicBezTo>
                <a:lnTo>
                  <a:pt x="353316" y="82171"/>
                </a:lnTo>
                <a:cubicBezTo>
                  <a:pt x="353316" y="85710"/>
                  <a:pt x="352412" y="88441"/>
                  <a:pt x="350604" y="90364"/>
                </a:cubicBezTo>
                <a:cubicBezTo>
                  <a:pt x="348796" y="92288"/>
                  <a:pt x="346430" y="93250"/>
                  <a:pt x="343506" y="93250"/>
                </a:cubicBezTo>
                <a:cubicBezTo>
                  <a:pt x="340659" y="93250"/>
                  <a:pt x="338332" y="92247"/>
                  <a:pt x="336524" y="90242"/>
                </a:cubicBezTo>
                <a:cubicBezTo>
                  <a:pt x="334716" y="88234"/>
                  <a:pt x="333812" y="85495"/>
                  <a:pt x="333812" y="82023"/>
                </a:cubicBezTo>
                <a:cubicBezTo>
                  <a:pt x="333812" y="75384"/>
                  <a:pt x="337197" y="69287"/>
                  <a:pt x="343968" y="63730"/>
                </a:cubicBezTo>
                <a:cubicBezTo>
                  <a:pt x="350738" y="58174"/>
                  <a:pt x="360240" y="55396"/>
                  <a:pt x="372473" y="55396"/>
                </a:cubicBezTo>
                <a:cubicBezTo>
                  <a:pt x="381860" y="55396"/>
                  <a:pt x="389554" y="56971"/>
                  <a:pt x="395555" y="60120"/>
                </a:cubicBezTo>
                <a:cubicBezTo>
                  <a:pt x="400094" y="62503"/>
                  <a:pt x="403441" y="66231"/>
                  <a:pt x="405596" y="71304"/>
                </a:cubicBezTo>
                <a:cubicBezTo>
                  <a:pt x="406980" y="74608"/>
                  <a:pt x="407673" y="81370"/>
                  <a:pt x="407673" y="91591"/>
                </a:cubicBezTo>
                <a:lnTo>
                  <a:pt x="407673" y="127439"/>
                </a:lnTo>
                <a:cubicBezTo>
                  <a:pt x="407673" y="137506"/>
                  <a:pt x="407865" y="143673"/>
                  <a:pt x="408250" y="145941"/>
                </a:cubicBezTo>
                <a:cubicBezTo>
                  <a:pt x="408635" y="148208"/>
                  <a:pt x="409269" y="149726"/>
                  <a:pt x="410154" y="150496"/>
                </a:cubicBezTo>
                <a:cubicBezTo>
                  <a:pt x="411039" y="151263"/>
                  <a:pt x="412058" y="151646"/>
                  <a:pt x="413212" y="151646"/>
                </a:cubicBezTo>
                <a:cubicBezTo>
                  <a:pt x="414444" y="151646"/>
                  <a:pt x="415521" y="151377"/>
                  <a:pt x="416444" y="150838"/>
                </a:cubicBezTo>
                <a:cubicBezTo>
                  <a:pt x="418060" y="149838"/>
                  <a:pt x="421176" y="147030"/>
                  <a:pt x="425792" y="142414"/>
                </a:cubicBezTo>
                <a:lnTo>
                  <a:pt x="425792" y="148876"/>
                </a:lnTo>
                <a:cubicBezTo>
                  <a:pt x="417175" y="160417"/>
                  <a:pt x="408942" y="166188"/>
                  <a:pt x="401095" y="166188"/>
                </a:cubicBezTo>
                <a:cubicBezTo>
                  <a:pt x="397325" y="166188"/>
                  <a:pt x="394324" y="164889"/>
                  <a:pt x="392093" y="162293"/>
                </a:cubicBezTo>
                <a:cubicBezTo>
                  <a:pt x="389862" y="159693"/>
                  <a:pt x="388708" y="155262"/>
                  <a:pt x="388631" y="148999"/>
                </a:cubicBezTo>
                <a:moveTo>
                  <a:pt x="388631" y="141516"/>
                </a:moveTo>
                <a:lnTo>
                  <a:pt x="388631" y="101328"/>
                </a:lnTo>
                <a:cubicBezTo>
                  <a:pt x="377013" y="105935"/>
                  <a:pt x="369511" y="109198"/>
                  <a:pt x="366126" y="111116"/>
                </a:cubicBezTo>
                <a:cubicBezTo>
                  <a:pt x="360048" y="114494"/>
                  <a:pt x="355701" y="118026"/>
                  <a:pt x="353085" y="121712"/>
                </a:cubicBezTo>
                <a:cubicBezTo>
                  <a:pt x="350469" y="125396"/>
                  <a:pt x="349161" y="129425"/>
                  <a:pt x="349161" y="133801"/>
                </a:cubicBezTo>
                <a:cubicBezTo>
                  <a:pt x="349161" y="139329"/>
                  <a:pt x="350815" y="143916"/>
                  <a:pt x="354124" y="147564"/>
                </a:cubicBezTo>
                <a:cubicBezTo>
                  <a:pt x="357432" y="151209"/>
                  <a:pt x="361240" y="153031"/>
                  <a:pt x="365549" y="153031"/>
                </a:cubicBezTo>
                <a:cubicBezTo>
                  <a:pt x="371396" y="153031"/>
                  <a:pt x="379090" y="149193"/>
                  <a:pt x="388631" y="141516"/>
                </a:cubicBezTo>
                <a:close/>
                <a:moveTo>
                  <a:pt x="464478" y="23543"/>
                </a:moveTo>
                <a:lnTo>
                  <a:pt x="464478" y="58396"/>
                </a:lnTo>
                <a:lnTo>
                  <a:pt x="489176" y="58396"/>
                </a:lnTo>
                <a:lnTo>
                  <a:pt x="489176" y="66244"/>
                </a:lnTo>
                <a:lnTo>
                  <a:pt x="464478" y="66475"/>
                </a:lnTo>
                <a:lnTo>
                  <a:pt x="464478" y="135121"/>
                </a:lnTo>
                <a:cubicBezTo>
                  <a:pt x="464478" y="141976"/>
                  <a:pt x="465459" y="146598"/>
                  <a:pt x="467421" y="148988"/>
                </a:cubicBezTo>
                <a:cubicBezTo>
                  <a:pt x="469383" y="151376"/>
                  <a:pt x="471903" y="152569"/>
                  <a:pt x="474980" y="152569"/>
                </a:cubicBezTo>
                <a:cubicBezTo>
                  <a:pt x="477519" y="152569"/>
                  <a:pt x="479981" y="151771"/>
                  <a:pt x="482367" y="150175"/>
                </a:cubicBezTo>
                <a:cubicBezTo>
                  <a:pt x="484752" y="148578"/>
                  <a:pt x="486598" y="146222"/>
                  <a:pt x="487906" y="143106"/>
                </a:cubicBezTo>
                <a:lnTo>
                  <a:pt x="492407" y="143106"/>
                </a:lnTo>
                <a:cubicBezTo>
                  <a:pt x="489714" y="150684"/>
                  <a:pt x="485906" y="156388"/>
                  <a:pt x="480982" y="160215"/>
                </a:cubicBezTo>
                <a:cubicBezTo>
                  <a:pt x="476058" y="164043"/>
                  <a:pt x="470980" y="165957"/>
                  <a:pt x="465748" y="165957"/>
                </a:cubicBezTo>
                <a:cubicBezTo>
                  <a:pt x="462209" y="165957"/>
                  <a:pt x="458746" y="164972"/>
                  <a:pt x="455361" y="163003"/>
                </a:cubicBezTo>
                <a:cubicBezTo>
                  <a:pt x="451976" y="161034"/>
                  <a:pt x="449475" y="158216"/>
                  <a:pt x="447860" y="154549"/>
                </a:cubicBezTo>
                <a:cubicBezTo>
                  <a:pt x="446244" y="150883"/>
                  <a:pt x="445436" y="145228"/>
                  <a:pt x="445436" y="137584"/>
                </a:cubicBezTo>
                <a:lnTo>
                  <a:pt x="445436" y="66244"/>
                </a:lnTo>
                <a:lnTo>
                  <a:pt x="428702" y="66244"/>
                </a:lnTo>
                <a:lnTo>
                  <a:pt x="428702" y="62544"/>
                </a:lnTo>
                <a:cubicBezTo>
                  <a:pt x="432933" y="60861"/>
                  <a:pt x="437261" y="58012"/>
                  <a:pt x="441685" y="53997"/>
                </a:cubicBezTo>
                <a:cubicBezTo>
                  <a:pt x="446109" y="49981"/>
                  <a:pt x="450052" y="45195"/>
                  <a:pt x="453515" y="39639"/>
                </a:cubicBezTo>
                <a:cubicBezTo>
                  <a:pt x="455284" y="36706"/>
                  <a:pt x="457746" y="31340"/>
                  <a:pt x="460901" y="23543"/>
                </a:cubicBezTo>
                <a:lnTo>
                  <a:pt x="464478" y="23543"/>
                </a:lnTo>
                <a:close/>
                <a:moveTo>
                  <a:pt x="526324" y="0"/>
                </a:moveTo>
                <a:cubicBezTo>
                  <a:pt x="529555" y="0"/>
                  <a:pt x="532306" y="1141"/>
                  <a:pt x="534576" y="3423"/>
                </a:cubicBezTo>
                <a:cubicBezTo>
                  <a:pt x="536845" y="5702"/>
                  <a:pt x="537980" y="8466"/>
                  <a:pt x="537980" y="11714"/>
                </a:cubicBezTo>
                <a:cubicBezTo>
                  <a:pt x="537980" y="14962"/>
                  <a:pt x="536845" y="17746"/>
                  <a:pt x="534576" y="20067"/>
                </a:cubicBezTo>
                <a:cubicBezTo>
                  <a:pt x="532306" y="22384"/>
                  <a:pt x="529555" y="23543"/>
                  <a:pt x="526324" y="23543"/>
                </a:cubicBezTo>
                <a:cubicBezTo>
                  <a:pt x="523093" y="23543"/>
                  <a:pt x="520323" y="22384"/>
                  <a:pt x="518015" y="20067"/>
                </a:cubicBezTo>
                <a:cubicBezTo>
                  <a:pt x="515707" y="17746"/>
                  <a:pt x="514552" y="14962"/>
                  <a:pt x="514552" y="11714"/>
                </a:cubicBezTo>
                <a:cubicBezTo>
                  <a:pt x="514552" y="8466"/>
                  <a:pt x="515687" y="5702"/>
                  <a:pt x="517957" y="3423"/>
                </a:cubicBezTo>
                <a:cubicBezTo>
                  <a:pt x="520227" y="1141"/>
                  <a:pt x="523016" y="0"/>
                  <a:pt x="526324" y="0"/>
                </a:cubicBezTo>
                <a:moveTo>
                  <a:pt x="535903" y="55396"/>
                </a:moveTo>
                <a:lnTo>
                  <a:pt x="535903" y="140105"/>
                </a:lnTo>
                <a:cubicBezTo>
                  <a:pt x="535903" y="146761"/>
                  <a:pt x="536384" y="151192"/>
                  <a:pt x="537346" y="153399"/>
                </a:cubicBezTo>
                <a:cubicBezTo>
                  <a:pt x="538307" y="155604"/>
                  <a:pt x="539731" y="157248"/>
                  <a:pt x="541616" y="158333"/>
                </a:cubicBezTo>
                <a:cubicBezTo>
                  <a:pt x="543501" y="159415"/>
                  <a:pt x="546944" y="159956"/>
                  <a:pt x="551945" y="159956"/>
                </a:cubicBezTo>
                <a:lnTo>
                  <a:pt x="551945" y="164110"/>
                </a:lnTo>
                <a:lnTo>
                  <a:pt x="500588" y="164110"/>
                </a:lnTo>
                <a:lnTo>
                  <a:pt x="500588" y="159956"/>
                </a:lnTo>
                <a:cubicBezTo>
                  <a:pt x="505743" y="159956"/>
                  <a:pt x="509205" y="159453"/>
                  <a:pt x="510975" y="158448"/>
                </a:cubicBezTo>
                <a:cubicBezTo>
                  <a:pt x="512744" y="157441"/>
                  <a:pt x="514149" y="155777"/>
                  <a:pt x="515187" y="153457"/>
                </a:cubicBezTo>
                <a:cubicBezTo>
                  <a:pt x="516226" y="151134"/>
                  <a:pt x="516745" y="146684"/>
                  <a:pt x="516745" y="140105"/>
                </a:cubicBezTo>
                <a:lnTo>
                  <a:pt x="516745" y="99713"/>
                </a:lnTo>
                <a:cubicBezTo>
                  <a:pt x="516745" y="88201"/>
                  <a:pt x="516399" y="80745"/>
                  <a:pt x="515707" y="77345"/>
                </a:cubicBezTo>
                <a:cubicBezTo>
                  <a:pt x="515168" y="74871"/>
                  <a:pt x="514322" y="73153"/>
                  <a:pt x="513168" y="72191"/>
                </a:cubicBezTo>
                <a:cubicBezTo>
                  <a:pt x="512013" y="71227"/>
                  <a:pt x="510436" y="70745"/>
                  <a:pt x="508436" y="70745"/>
                </a:cubicBezTo>
                <a:cubicBezTo>
                  <a:pt x="506282" y="70745"/>
                  <a:pt x="503666" y="71322"/>
                  <a:pt x="500588" y="72476"/>
                </a:cubicBezTo>
                <a:lnTo>
                  <a:pt x="498972" y="68322"/>
                </a:lnTo>
                <a:lnTo>
                  <a:pt x="530825" y="55396"/>
                </a:lnTo>
                <a:lnTo>
                  <a:pt x="535903" y="55396"/>
                </a:lnTo>
                <a:close/>
                <a:moveTo>
                  <a:pt x="616791" y="55396"/>
                </a:moveTo>
                <a:cubicBezTo>
                  <a:pt x="632794" y="55396"/>
                  <a:pt x="645643" y="61468"/>
                  <a:pt x="655337" y="73612"/>
                </a:cubicBezTo>
                <a:cubicBezTo>
                  <a:pt x="663570" y="83987"/>
                  <a:pt x="667686" y="95900"/>
                  <a:pt x="667686" y="109353"/>
                </a:cubicBezTo>
                <a:cubicBezTo>
                  <a:pt x="667686" y="118807"/>
                  <a:pt x="665416" y="128376"/>
                  <a:pt x="660877" y="138060"/>
                </a:cubicBezTo>
                <a:cubicBezTo>
                  <a:pt x="656337" y="147743"/>
                  <a:pt x="650086" y="155043"/>
                  <a:pt x="642123" y="159963"/>
                </a:cubicBezTo>
                <a:cubicBezTo>
                  <a:pt x="634160" y="164882"/>
                  <a:pt x="625293" y="167342"/>
                  <a:pt x="615522" y="167342"/>
                </a:cubicBezTo>
                <a:cubicBezTo>
                  <a:pt x="599595" y="167342"/>
                  <a:pt x="586939" y="161000"/>
                  <a:pt x="577552" y="148317"/>
                </a:cubicBezTo>
                <a:cubicBezTo>
                  <a:pt x="569628" y="137635"/>
                  <a:pt x="565665" y="125646"/>
                  <a:pt x="565665" y="112350"/>
                </a:cubicBezTo>
                <a:cubicBezTo>
                  <a:pt x="565665" y="102665"/>
                  <a:pt x="568070" y="93038"/>
                  <a:pt x="572878" y="83469"/>
                </a:cubicBezTo>
                <a:cubicBezTo>
                  <a:pt x="577687" y="73900"/>
                  <a:pt x="584015" y="66828"/>
                  <a:pt x="591863" y="62255"/>
                </a:cubicBezTo>
                <a:cubicBezTo>
                  <a:pt x="599711" y="57682"/>
                  <a:pt x="608020" y="55396"/>
                  <a:pt x="616791" y="55396"/>
                </a:cubicBezTo>
                <a:moveTo>
                  <a:pt x="613213" y="63013"/>
                </a:moveTo>
                <a:cubicBezTo>
                  <a:pt x="609136" y="63013"/>
                  <a:pt x="605039" y="64221"/>
                  <a:pt x="600922" y="66637"/>
                </a:cubicBezTo>
                <a:cubicBezTo>
                  <a:pt x="596806" y="69051"/>
                  <a:pt x="593479" y="73287"/>
                  <a:pt x="590940" y="79343"/>
                </a:cubicBezTo>
                <a:cubicBezTo>
                  <a:pt x="588401" y="85400"/>
                  <a:pt x="587131" y="93180"/>
                  <a:pt x="587131" y="102684"/>
                </a:cubicBezTo>
                <a:cubicBezTo>
                  <a:pt x="587131" y="118017"/>
                  <a:pt x="590189" y="131242"/>
                  <a:pt x="596306" y="142359"/>
                </a:cubicBezTo>
                <a:cubicBezTo>
                  <a:pt x="602423" y="153475"/>
                  <a:pt x="610482" y="159032"/>
                  <a:pt x="620484" y="159032"/>
                </a:cubicBezTo>
                <a:cubicBezTo>
                  <a:pt x="627947" y="159032"/>
                  <a:pt x="634102" y="155966"/>
                  <a:pt x="638949" y="149832"/>
                </a:cubicBezTo>
                <a:cubicBezTo>
                  <a:pt x="643796" y="143699"/>
                  <a:pt x="646220" y="133158"/>
                  <a:pt x="646220" y="118210"/>
                </a:cubicBezTo>
                <a:cubicBezTo>
                  <a:pt x="646220" y="99505"/>
                  <a:pt x="642181" y="84785"/>
                  <a:pt x="634102" y="74052"/>
                </a:cubicBezTo>
                <a:cubicBezTo>
                  <a:pt x="628640" y="66693"/>
                  <a:pt x="621677" y="63013"/>
                  <a:pt x="613213" y="63013"/>
                </a:cubicBezTo>
                <a:close/>
                <a:moveTo>
                  <a:pt x="714081" y="77670"/>
                </a:moveTo>
                <a:cubicBezTo>
                  <a:pt x="726468" y="62820"/>
                  <a:pt x="738278" y="55396"/>
                  <a:pt x="749511" y="55396"/>
                </a:cubicBezTo>
                <a:cubicBezTo>
                  <a:pt x="755282" y="55396"/>
                  <a:pt x="760244" y="56835"/>
                  <a:pt x="764399" y="59713"/>
                </a:cubicBezTo>
                <a:cubicBezTo>
                  <a:pt x="768554" y="62588"/>
                  <a:pt x="771862" y="67326"/>
                  <a:pt x="774324" y="73926"/>
                </a:cubicBezTo>
                <a:cubicBezTo>
                  <a:pt x="776017" y="78530"/>
                  <a:pt x="776863" y="85589"/>
                  <a:pt x="776863" y="95103"/>
                </a:cubicBezTo>
                <a:lnTo>
                  <a:pt x="776863" y="140105"/>
                </a:lnTo>
                <a:cubicBezTo>
                  <a:pt x="776863" y="146837"/>
                  <a:pt x="777401" y="151403"/>
                  <a:pt x="778479" y="153803"/>
                </a:cubicBezTo>
                <a:cubicBezTo>
                  <a:pt x="779325" y="155738"/>
                  <a:pt x="780691" y="157248"/>
                  <a:pt x="782576" y="158333"/>
                </a:cubicBezTo>
                <a:cubicBezTo>
                  <a:pt x="784461" y="159415"/>
                  <a:pt x="787942" y="159956"/>
                  <a:pt x="793020" y="159956"/>
                </a:cubicBezTo>
                <a:lnTo>
                  <a:pt x="793020" y="164110"/>
                </a:lnTo>
                <a:lnTo>
                  <a:pt x="740740" y="164110"/>
                </a:lnTo>
                <a:lnTo>
                  <a:pt x="740740" y="159956"/>
                </a:lnTo>
                <a:lnTo>
                  <a:pt x="742933" y="159956"/>
                </a:lnTo>
                <a:cubicBezTo>
                  <a:pt x="747857" y="159956"/>
                  <a:pt x="751300" y="159202"/>
                  <a:pt x="753262" y="157694"/>
                </a:cubicBezTo>
                <a:cubicBezTo>
                  <a:pt x="755224" y="156184"/>
                  <a:pt x="756590" y="153959"/>
                  <a:pt x="757359" y="151019"/>
                </a:cubicBezTo>
                <a:cubicBezTo>
                  <a:pt x="757667" y="149857"/>
                  <a:pt x="757821" y="146220"/>
                  <a:pt x="757821" y="140105"/>
                </a:cubicBezTo>
                <a:lnTo>
                  <a:pt x="757821" y="96899"/>
                </a:lnTo>
                <a:cubicBezTo>
                  <a:pt x="757821" y="87297"/>
                  <a:pt x="756570" y="80325"/>
                  <a:pt x="754070" y="75985"/>
                </a:cubicBezTo>
                <a:cubicBezTo>
                  <a:pt x="751569" y="71646"/>
                  <a:pt x="747357" y="69476"/>
                  <a:pt x="741433" y="69476"/>
                </a:cubicBezTo>
                <a:cubicBezTo>
                  <a:pt x="732277" y="69476"/>
                  <a:pt x="723160" y="74477"/>
                  <a:pt x="714081" y="84479"/>
                </a:cubicBezTo>
                <a:lnTo>
                  <a:pt x="714081" y="140105"/>
                </a:lnTo>
                <a:cubicBezTo>
                  <a:pt x="714081" y="147302"/>
                  <a:pt x="714504" y="151752"/>
                  <a:pt x="715350" y="153457"/>
                </a:cubicBezTo>
                <a:cubicBezTo>
                  <a:pt x="716428" y="155700"/>
                  <a:pt x="717909" y="157344"/>
                  <a:pt x="719794" y="158390"/>
                </a:cubicBezTo>
                <a:cubicBezTo>
                  <a:pt x="721679" y="159434"/>
                  <a:pt x="725506" y="159956"/>
                  <a:pt x="731277" y="159956"/>
                </a:cubicBezTo>
                <a:lnTo>
                  <a:pt x="731277" y="164110"/>
                </a:lnTo>
                <a:lnTo>
                  <a:pt x="678997" y="164110"/>
                </a:lnTo>
                <a:lnTo>
                  <a:pt x="678997" y="159956"/>
                </a:lnTo>
                <a:lnTo>
                  <a:pt x="681305" y="159956"/>
                </a:lnTo>
                <a:cubicBezTo>
                  <a:pt x="686691" y="159956"/>
                  <a:pt x="690326" y="158583"/>
                  <a:pt x="692211" y="155837"/>
                </a:cubicBezTo>
                <a:cubicBezTo>
                  <a:pt x="694096" y="153089"/>
                  <a:pt x="695039" y="147845"/>
                  <a:pt x="695039" y="140105"/>
                </a:cubicBezTo>
                <a:lnTo>
                  <a:pt x="695039" y="101097"/>
                </a:lnTo>
                <a:cubicBezTo>
                  <a:pt x="695039" y="88403"/>
                  <a:pt x="694750" y="80670"/>
                  <a:pt x="694173" y="77900"/>
                </a:cubicBezTo>
                <a:cubicBezTo>
                  <a:pt x="693596" y="75131"/>
                  <a:pt x="692711" y="73246"/>
                  <a:pt x="691519" y="72245"/>
                </a:cubicBezTo>
                <a:cubicBezTo>
                  <a:pt x="690326" y="71245"/>
                  <a:pt x="688730" y="70745"/>
                  <a:pt x="686729" y="70745"/>
                </a:cubicBezTo>
                <a:cubicBezTo>
                  <a:pt x="684575" y="70745"/>
                  <a:pt x="681997" y="71322"/>
                  <a:pt x="678997" y="72476"/>
                </a:cubicBezTo>
                <a:lnTo>
                  <a:pt x="677266" y="68322"/>
                </a:lnTo>
                <a:lnTo>
                  <a:pt x="709118" y="55396"/>
                </a:lnTo>
                <a:lnTo>
                  <a:pt x="714081" y="55396"/>
                </a:lnTo>
                <a:lnTo>
                  <a:pt x="714081" y="7767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6A91C0-A0F7-4B84-AA2E-E6779B373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3587" y="3317450"/>
            <a:ext cx="260228" cy="98482"/>
          </a:xfrm>
          <a:custGeom xmlns:a="http://schemas.openxmlformats.org/drawingml/2006/main">
            <a:pathLst>
              <a:path w="260228" h="98482">
                <a:moveTo>
                  <a:pt x="0" y="32827"/>
                </a:moveTo>
                <a:lnTo>
                  <a:pt x="0" y="65654"/>
                </a:lnTo>
                <a:lnTo>
                  <a:pt x="161746" y="65654"/>
                </a:lnTo>
                <a:lnTo>
                  <a:pt x="161746" y="98482"/>
                </a:lnTo>
                <a:lnTo>
                  <a:pt x="260228" y="49241"/>
                </a:lnTo>
                <a:lnTo>
                  <a:pt x="161746" y="0"/>
                </a:lnTo>
                <a:lnTo>
                  <a:pt x="161746" y="32827"/>
                </a:lnTo>
                <a:lnTo>
                  <a:pt x="0" y="32827"/>
                </a:lnTo>
                <a:close/>
              </a:path>
            </a:pathLst>
          </a:custGeom>
          <a:solidFill xmlns:a="http://schemas.openxmlformats.org/drawingml/2006/main">
            <a:srgbClr val="76717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E79E1E-438F-4184-94FE-D427181F8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7040" y="932805"/>
            <a:ext cx="1200687" cy="345604"/>
          </a:xfrm>
          <a:custGeom xmlns:a="http://schemas.openxmlformats.org/drawingml/2006/main">
            <a:pathLst>
              <a:path w="1200687" h="345604">
                <a:moveTo>
                  <a:pt x="0" y="57251"/>
                </a:moveTo>
                <a:cubicBezTo>
                  <a:pt x="263" y="25776"/>
                  <a:pt x="26025" y="0"/>
                  <a:pt x="58301" y="525"/>
                </a:cubicBezTo>
                <a:lnTo>
                  <a:pt x="1142386" y="525"/>
                </a:lnTo>
                <a:cubicBezTo>
                  <a:pt x="1174648" y="0"/>
                  <a:pt x="1200424" y="25776"/>
                  <a:pt x="1200687" y="57251"/>
                </a:cubicBezTo>
                <a:lnTo>
                  <a:pt x="1200687" y="287303"/>
                </a:lnTo>
                <a:cubicBezTo>
                  <a:pt x="1200424" y="319566"/>
                  <a:pt x="1174648" y="345342"/>
                  <a:pt x="1142386" y="345604"/>
                </a:cubicBezTo>
                <a:lnTo>
                  <a:pt x="58301" y="345604"/>
                </a:lnTo>
                <a:cubicBezTo>
                  <a:pt x="26025" y="345342"/>
                  <a:pt x="263" y="319566"/>
                  <a:pt x="0" y="287303"/>
                </a:cubicBezTo>
                <a:lnTo>
                  <a:pt x="0" y="57251"/>
                </a:lnTo>
              </a:path>
            </a:pathLst>
          </a:custGeom>
          <a:solidFill xmlns:a="http://schemas.openxmlformats.org/drawingml/2006/main">
            <a:srgbClr val="BDD7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49FE78-9861-4AD1-B783-AA6234822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738" y="926240"/>
            <a:ext cx="1213292" cy="358473"/>
          </a:xfrm>
          <a:custGeom xmlns:a="http://schemas.openxmlformats.org/drawingml/2006/main">
            <a:pathLst>
              <a:path w="1213292" h="358473">
                <a:moveTo>
                  <a:pt x="1313" y="307341"/>
                </a:moveTo>
                <a:lnTo>
                  <a:pt x="2876" y="313421"/>
                </a:lnTo>
                <a:lnTo>
                  <a:pt x="5029" y="319316"/>
                </a:lnTo>
                <a:lnTo>
                  <a:pt x="7734" y="324923"/>
                </a:lnTo>
                <a:lnTo>
                  <a:pt x="10951" y="330215"/>
                </a:lnTo>
                <a:lnTo>
                  <a:pt x="14641" y="335139"/>
                </a:lnTo>
                <a:lnTo>
                  <a:pt x="18777" y="339696"/>
                </a:lnTo>
                <a:lnTo>
                  <a:pt x="23334" y="343832"/>
                </a:lnTo>
                <a:lnTo>
                  <a:pt x="28258" y="347522"/>
                </a:lnTo>
                <a:lnTo>
                  <a:pt x="33549" y="350739"/>
                </a:lnTo>
                <a:lnTo>
                  <a:pt x="39156" y="353444"/>
                </a:lnTo>
                <a:lnTo>
                  <a:pt x="45052" y="355597"/>
                </a:lnTo>
                <a:lnTo>
                  <a:pt x="51132" y="357160"/>
                </a:lnTo>
                <a:lnTo>
                  <a:pt x="54362" y="357737"/>
                </a:lnTo>
                <a:lnTo>
                  <a:pt x="57579" y="358144"/>
                </a:lnTo>
                <a:lnTo>
                  <a:pt x="60835" y="358394"/>
                </a:lnTo>
                <a:lnTo>
                  <a:pt x="64039" y="358473"/>
                </a:lnTo>
                <a:lnTo>
                  <a:pt x="1149253" y="358473"/>
                </a:lnTo>
                <a:lnTo>
                  <a:pt x="1152457" y="358394"/>
                </a:lnTo>
                <a:lnTo>
                  <a:pt x="1155713" y="358144"/>
                </a:lnTo>
                <a:lnTo>
                  <a:pt x="1158930" y="357737"/>
                </a:lnTo>
                <a:lnTo>
                  <a:pt x="1162161" y="357160"/>
                </a:lnTo>
                <a:lnTo>
                  <a:pt x="1168240" y="355597"/>
                </a:lnTo>
                <a:lnTo>
                  <a:pt x="1174136" y="353444"/>
                </a:lnTo>
                <a:lnTo>
                  <a:pt x="1179743" y="350739"/>
                </a:lnTo>
                <a:lnTo>
                  <a:pt x="1185035" y="347522"/>
                </a:lnTo>
                <a:lnTo>
                  <a:pt x="1189959" y="343832"/>
                </a:lnTo>
                <a:lnTo>
                  <a:pt x="1194515" y="339696"/>
                </a:lnTo>
                <a:lnTo>
                  <a:pt x="1198651" y="335139"/>
                </a:lnTo>
                <a:lnTo>
                  <a:pt x="1202341" y="330215"/>
                </a:lnTo>
                <a:lnTo>
                  <a:pt x="1205558" y="324923"/>
                </a:lnTo>
                <a:lnTo>
                  <a:pt x="1208263" y="319316"/>
                </a:lnTo>
                <a:lnTo>
                  <a:pt x="1210417" y="313421"/>
                </a:lnTo>
                <a:lnTo>
                  <a:pt x="1211979" y="307341"/>
                </a:lnTo>
                <a:lnTo>
                  <a:pt x="1212557" y="304111"/>
                </a:lnTo>
                <a:lnTo>
                  <a:pt x="1212964" y="300894"/>
                </a:lnTo>
                <a:lnTo>
                  <a:pt x="1213213" y="297637"/>
                </a:lnTo>
                <a:lnTo>
                  <a:pt x="1213292" y="294433"/>
                </a:lnTo>
                <a:lnTo>
                  <a:pt x="1213292" y="64039"/>
                </a:lnTo>
                <a:lnTo>
                  <a:pt x="1213213" y="60835"/>
                </a:lnTo>
                <a:lnTo>
                  <a:pt x="1212964" y="57579"/>
                </a:lnTo>
                <a:lnTo>
                  <a:pt x="1212557" y="54362"/>
                </a:lnTo>
                <a:lnTo>
                  <a:pt x="1211979" y="51132"/>
                </a:lnTo>
                <a:lnTo>
                  <a:pt x="1210417" y="45052"/>
                </a:lnTo>
                <a:lnTo>
                  <a:pt x="1208263" y="39156"/>
                </a:lnTo>
                <a:lnTo>
                  <a:pt x="1205558" y="33549"/>
                </a:lnTo>
                <a:lnTo>
                  <a:pt x="1202341" y="28258"/>
                </a:lnTo>
                <a:lnTo>
                  <a:pt x="1198651" y="23334"/>
                </a:lnTo>
                <a:lnTo>
                  <a:pt x="1194515" y="18777"/>
                </a:lnTo>
                <a:lnTo>
                  <a:pt x="1189959" y="14641"/>
                </a:lnTo>
                <a:lnTo>
                  <a:pt x="1185035" y="10951"/>
                </a:lnTo>
                <a:lnTo>
                  <a:pt x="1179743" y="7734"/>
                </a:lnTo>
                <a:lnTo>
                  <a:pt x="1174136" y="5029"/>
                </a:lnTo>
                <a:lnTo>
                  <a:pt x="1168240" y="2876"/>
                </a:lnTo>
                <a:lnTo>
                  <a:pt x="1162161" y="1313"/>
                </a:lnTo>
                <a:lnTo>
                  <a:pt x="1158930" y="735"/>
                </a:lnTo>
                <a:lnTo>
                  <a:pt x="1155713" y="328"/>
                </a:lnTo>
                <a:lnTo>
                  <a:pt x="1152457" y="79"/>
                </a:lnTo>
                <a:lnTo>
                  <a:pt x="1149253" y="0"/>
                </a:lnTo>
                <a:lnTo>
                  <a:pt x="64039" y="0"/>
                </a:lnTo>
                <a:lnTo>
                  <a:pt x="60835" y="79"/>
                </a:lnTo>
                <a:lnTo>
                  <a:pt x="57579" y="328"/>
                </a:lnTo>
                <a:lnTo>
                  <a:pt x="54362" y="735"/>
                </a:lnTo>
                <a:lnTo>
                  <a:pt x="51132" y="1313"/>
                </a:lnTo>
                <a:lnTo>
                  <a:pt x="45052" y="2876"/>
                </a:lnTo>
                <a:lnTo>
                  <a:pt x="39156" y="5029"/>
                </a:lnTo>
                <a:lnTo>
                  <a:pt x="33549" y="7734"/>
                </a:lnTo>
                <a:lnTo>
                  <a:pt x="28258" y="10951"/>
                </a:lnTo>
                <a:lnTo>
                  <a:pt x="23334" y="14641"/>
                </a:lnTo>
                <a:lnTo>
                  <a:pt x="18777" y="18777"/>
                </a:lnTo>
                <a:lnTo>
                  <a:pt x="14641" y="23334"/>
                </a:lnTo>
                <a:lnTo>
                  <a:pt x="10951" y="28258"/>
                </a:lnTo>
                <a:lnTo>
                  <a:pt x="7734" y="33549"/>
                </a:lnTo>
                <a:lnTo>
                  <a:pt x="5029" y="39156"/>
                </a:lnTo>
                <a:lnTo>
                  <a:pt x="2876" y="45052"/>
                </a:lnTo>
                <a:lnTo>
                  <a:pt x="1313" y="51132"/>
                </a:lnTo>
                <a:lnTo>
                  <a:pt x="735" y="54362"/>
                </a:lnTo>
                <a:lnTo>
                  <a:pt x="328" y="57579"/>
                </a:lnTo>
                <a:lnTo>
                  <a:pt x="79" y="60835"/>
                </a:lnTo>
                <a:lnTo>
                  <a:pt x="0" y="64039"/>
                </a:lnTo>
                <a:lnTo>
                  <a:pt x="0" y="294433"/>
                </a:lnTo>
                <a:lnTo>
                  <a:pt x="79" y="297637"/>
                </a:lnTo>
                <a:lnTo>
                  <a:pt x="328" y="300894"/>
                </a:lnTo>
                <a:lnTo>
                  <a:pt x="735" y="304111"/>
                </a:lnTo>
                <a:lnTo>
                  <a:pt x="1313" y="307341"/>
                </a:lnTo>
                <a:close/>
                <a:moveTo>
                  <a:pt x="13695" y="56515"/>
                </a:moveTo>
                <a:lnTo>
                  <a:pt x="14152" y="53922"/>
                </a:lnTo>
                <a:lnTo>
                  <a:pt x="15398" y="49062"/>
                </a:lnTo>
                <a:lnTo>
                  <a:pt x="17146" y="44273"/>
                </a:lnTo>
                <a:lnTo>
                  <a:pt x="19265" y="39860"/>
                </a:lnTo>
                <a:lnTo>
                  <a:pt x="21841" y="35621"/>
                </a:lnTo>
                <a:lnTo>
                  <a:pt x="24795" y="31672"/>
                </a:lnTo>
                <a:lnTo>
                  <a:pt x="28071" y="28071"/>
                </a:lnTo>
                <a:lnTo>
                  <a:pt x="31672" y="24795"/>
                </a:lnTo>
                <a:lnTo>
                  <a:pt x="35621" y="21841"/>
                </a:lnTo>
                <a:lnTo>
                  <a:pt x="39762" y="19325"/>
                </a:lnTo>
                <a:lnTo>
                  <a:pt x="44279" y="17143"/>
                </a:lnTo>
                <a:lnTo>
                  <a:pt x="49065" y="15397"/>
                </a:lnTo>
                <a:lnTo>
                  <a:pt x="53882" y="14159"/>
                </a:lnTo>
                <a:lnTo>
                  <a:pt x="56296" y="13734"/>
                </a:lnTo>
                <a:lnTo>
                  <a:pt x="59039" y="13383"/>
                </a:lnTo>
                <a:lnTo>
                  <a:pt x="61663" y="13183"/>
                </a:lnTo>
                <a:lnTo>
                  <a:pt x="61321" y="13210"/>
                </a:lnTo>
                <a:lnTo>
                  <a:pt x="64289" y="13131"/>
                </a:lnTo>
                <a:lnTo>
                  <a:pt x="1149004" y="13131"/>
                </a:lnTo>
                <a:lnTo>
                  <a:pt x="1151958" y="13210"/>
                </a:lnTo>
                <a:lnTo>
                  <a:pt x="1151630" y="13183"/>
                </a:lnTo>
                <a:lnTo>
                  <a:pt x="1154254" y="13383"/>
                </a:lnTo>
                <a:lnTo>
                  <a:pt x="1156997" y="13734"/>
                </a:lnTo>
                <a:lnTo>
                  <a:pt x="1159370" y="14152"/>
                </a:lnTo>
                <a:lnTo>
                  <a:pt x="1164230" y="15398"/>
                </a:lnTo>
                <a:lnTo>
                  <a:pt x="1169013" y="17143"/>
                </a:lnTo>
                <a:lnTo>
                  <a:pt x="1173531" y="19325"/>
                </a:lnTo>
                <a:lnTo>
                  <a:pt x="1177671" y="21841"/>
                </a:lnTo>
                <a:lnTo>
                  <a:pt x="1181621" y="24795"/>
                </a:lnTo>
                <a:lnTo>
                  <a:pt x="1185221" y="28071"/>
                </a:lnTo>
                <a:lnTo>
                  <a:pt x="1188498" y="31672"/>
                </a:lnTo>
                <a:lnTo>
                  <a:pt x="1191451" y="35621"/>
                </a:lnTo>
                <a:lnTo>
                  <a:pt x="1193967" y="39762"/>
                </a:lnTo>
                <a:lnTo>
                  <a:pt x="1196149" y="44279"/>
                </a:lnTo>
                <a:lnTo>
                  <a:pt x="1197894" y="49062"/>
                </a:lnTo>
                <a:lnTo>
                  <a:pt x="1199141" y="53922"/>
                </a:lnTo>
                <a:lnTo>
                  <a:pt x="1199558" y="56296"/>
                </a:lnTo>
                <a:lnTo>
                  <a:pt x="1199909" y="59039"/>
                </a:lnTo>
                <a:lnTo>
                  <a:pt x="1200109" y="61663"/>
                </a:lnTo>
                <a:lnTo>
                  <a:pt x="1200083" y="61321"/>
                </a:lnTo>
                <a:lnTo>
                  <a:pt x="1200161" y="64289"/>
                </a:lnTo>
                <a:lnTo>
                  <a:pt x="1200161" y="294184"/>
                </a:lnTo>
                <a:lnTo>
                  <a:pt x="1200083" y="297152"/>
                </a:lnTo>
                <a:lnTo>
                  <a:pt x="1200109" y="296810"/>
                </a:lnTo>
                <a:lnTo>
                  <a:pt x="1199909" y="299434"/>
                </a:lnTo>
                <a:lnTo>
                  <a:pt x="1199558" y="302177"/>
                </a:lnTo>
                <a:lnTo>
                  <a:pt x="1199141" y="304551"/>
                </a:lnTo>
                <a:lnTo>
                  <a:pt x="1197894" y="309410"/>
                </a:lnTo>
                <a:lnTo>
                  <a:pt x="1196149" y="314194"/>
                </a:lnTo>
                <a:lnTo>
                  <a:pt x="1193967" y="318711"/>
                </a:lnTo>
                <a:lnTo>
                  <a:pt x="1191451" y="322851"/>
                </a:lnTo>
                <a:lnTo>
                  <a:pt x="1188498" y="326801"/>
                </a:lnTo>
                <a:lnTo>
                  <a:pt x="1185221" y="330402"/>
                </a:lnTo>
                <a:lnTo>
                  <a:pt x="1181621" y="333678"/>
                </a:lnTo>
                <a:lnTo>
                  <a:pt x="1177671" y="336631"/>
                </a:lnTo>
                <a:lnTo>
                  <a:pt x="1173531" y="339147"/>
                </a:lnTo>
                <a:lnTo>
                  <a:pt x="1169013" y="341330"/>
                </a:lnTo>
                <a:lnTo>
                  <a:pt x="1164230" y="343074"/>
                </a:lnTo>
                <a:lnTo>
                  <a:pt x="1159370" y="344321"/>
                </a:lnTo>
                <a:lnTo>
                  <a:pt x="1156997" y="344739"/>
                </a:lnTo>
                <a:lnTo>
                  <a:pt x="1154254" y="345089"/>
                </a:lnTo>
                <a:lnTo>
                  <a:pt x="1151630" y="345289"/>
                </a:lnTo>
                <a:lnTo>
                  <a:pt x="1151958" y="345263"/>
                </a:lnTo>
                <a:lnTo>
                  <a:pt x="1149004" y="345342"/>
                </a:lnTo>
                <a:lnTo>
                  <a:pt x="64289" y="345342"/>
                </a:lnTo>
                <a:lnTo>
                  <a:pt x="61321" y="345263"/>
                </a:lnTo>
                <a:lnTo>
                  <a:pt x="61663" y="345289"/>
                </a:lnTo>
                <a:lnTo>
                  <a:pt x="59039" y="345089"/>
                </a:lnTo>
                <a:lnTo>
                  <a:pt x="56296" y="344739"/>
                </a:lnTo>
                <a:lnTo>
                  <a:pt x="53882" y="344314"/>
                </a:lnTo>
                <a:lnTo>
                  <a:pt x="49065" y="343075"/>
                </a:lnTo>
                <a:lnTo>
                  <a:pt x="44279" y="341330"/>
                </a:lnTo>
                <a:lnTo>
                  <a:pt x="39762" y="339147"/>
                </a:lnTo>
                <a:lnTo>
                  <a:pt x="35621" y="336631"/>
                </a:lnTo>
                <a:lnTo>
                  <a:pt x="31672" y="333678"/>
                </a:lnTo>
                <a:lnTo>
                  <a:pt x="28071" y="330402"/>
                </a:lnTo>
                <a:lnTo>
                  <a:pt x="24795" y="326801"/>
                </a:lnTo>
                <a:lnTo>
                  <a:pt x="21841" y="322851"/>
                </a:lnTo>
                <a:lnTo>
                  <a:pt x="19265" y="318613"/>
                </a:lnTo>
                <a:lnTo>
                  <a:pt x="17146" y="314200"/>
                </a:lnTo>
                <a:lnTo>
                  <a:pt x="15398" y="309410"/>
                </a:lnTo>
                <a:lnTo>
                  <a:pt x="14152" y="304551"/>
                </a:lnTo>
                <a:lnTo>
                  <a:pt x="13695" y="301957"/>
                </a:lnTo>
                <a:lnTo>
                  <a:pt x="13735" y="302286"/>
                </a:lnTo>
                <a:lnTo>
                  <a:pt x="13384" y="299436"/>
                </a:lnTo>
                <a:lnTo>
                  <a:pt x="13183" y="296810"/>
                </a:lnTo>
                <a:lnTo>
                  <a:pt x="13210" y="297152"/>
                </a:lnTo>
                <a:lnTo>
                  <a:pt x="13131" y="294184"/>
                </a:lnTo>
                <a:lnTo>
                  <a:pt x="13131" y="64289"/>
                </a:lnTo>
                <a:lnTo>
                  <a:pt x="13210" y="61321"/>
                </a:lnTo>
                <a:lnTo>
                  <a:pt x="13183" y="61663"/>
                </a:lnTo>
                <a:lnTo>
                  <a:pt x="13384" y="59036"/>
                </a:lnTo>
                <a:lnTo>
                  <a:pt x="13735" y="56187"/>
                </a:lnTo>
                <a:lnTo>
                  <a:pt x="13695" y="565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Text Step5">
            <a:extLst xmlns:a="http://schemas.openxmlformats.org/drawingml/2006/main">
              <a:ext uri="{FF2B5EF4-FFF2-40B4-BE49-F238E27FC236}">
                <a16:creationId xmlns:a16="http://schemas.microsoft.com/office/drawing/2014/main" id="{2144217A-5F78-43F2-A27C-B8886E17D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218" y="1026722"/>
            <a:ext cx="567103" cy="210504"/>
          </a:xfrm>
          <a:custGeom xmlns:a="http://schemas.openxmlformats.org/drawingml/2006/main">
            <a:pathLst>
              <a:path w="567103" h="210504">
                <a:moveTo>
                  <a:pt x="93596" y="0"/>
                </a:moveTo>
                <a:lnTo>
                  <a:pt x="93596" y="54242"/>
                </a:lnTo>
                <a:lnTo>
                  <a:pt x="89326" y="54242"/>
                </a:lnTo>
                <a:cubicBezTo>
                  <a:pt x="87941" y="43829"/>
                  <a:pt x="85460" y="35537"/>
                  <a:pt x="81882" y="29368"/>
                </a:cubicBezTo>
                <a:cubicBezTo>
                  <a:pt x="78304" y="23196"/>
                  <a:pt x="73207" y="18297"/>
                  <a:pt x="66590" y="14671"/>
                </a:cubicBezTo>
                <a:cubicBezTo>
                  <a:pt x="59974" y="11046"/>
                  <a:pt x="53126" y="9233"/>
                  <a:pt x="46048" y="9233"/>
                </a:cubicBezTo>
                <a:cubicBezTo>
                  <a:pt x="38046" y="9233"/>
                  <a:pt x="31429" y="11672"/>
                  <a:pt x="26198" y="16550"/>
                </a:cubicBezTo>
                <a:cubicBezTo>
                  <a:pt x="20966" y="21429"/>
                  <a:pt x="18350" y="26978"/>
                  <a:pt x="18350" y="33198"/>
                </a:cubicBezTo>
                <a:cubicBezTo>
                  <a:pt x="18350" y="37961"/>
                  <a:pt x="20004" y="42302"/>
                  <a:pt x="23312" y="46221"/>
                </a:cubicBezTo>
                <a:cubicBezTo>
                  <a:pt x="28083" y="51982"/>
                  <a:pt x="39431" y="59662"/>
                  <a:pt x="57358" y="69263"/>
                </a:cubicBezTo>
                <a:cubicBezTo>
                  <a:pt x="71976" y="77099"/>
                  <a:pt x="81959" y="83111"/>
                  <a:pt x="87306" y="87299"/>
                </a:cubicBezTo>
                <a:cubicBezTo>
                  <a:pt x="92653" y="91485"/>
                  <a:pt x="96770" y="96421"/>
                  <a:pt x="99655" y="102107"/>
                </a:cubicBezTo>
                <a:cubicBezTo>
                  <a:pt x="102540" y="107791"/>
                  <a:pt x="103983" y="113745"/>
                  <a:pt x="103983" y="119970"/>
                </a:cubicBezTo>
                <a:cubicBezTo>
                  <a:pt x="103983" y="131802"/>
                  <a:pt x="99386" y="142001"/>
                  <a:pt x="90191" y="150568"/>
                </a:cubicBezTo>
                <a:cubicBezTo>
                  <a:pt x="80997" y="159134"/>
                  <a:pt x="69168" y="163418"/>
                  <a:pt x="54703" y="163418"/>
                </a:cubicBezTo>
                <a:cubicBezTo>
                  <a:pt x="50164" y="163418"/>
                  <a:pt x="45894" y="163067"/>
                  <a:pt x="41893" y="162365"/>
                </a:cubicBezTo>
                <a:cubicBezTo>
                  <a:pt x="39508" y="161975"/>
                  <a:pt x="34565" y="160553"/>
                  <a:pt x="27063" y="158098"/>
                </a:cubicBezTo>
                <a:cubicBezTo>
                  <a:pt x="19562" y="155643"/>
                  <a:pt x="14811" y="154416"/>
                  <a:pt x="12810" y="154416"/>
                </a:cubicBezTo>
                <a:cubicBezTo>
                  <a:pt x="10887" y="154416"/>
                  <a:pt x="9367" y="155000"/>
                  <a:pt x="8252" y="156169"/>
                </a:cubicBezTo>
                <a:cubicBezTo>
                  <a:pt x="7136" y="157337"/>
                  <a:pt x="6309" y="159754"/>
                  <a:pt x="5770" y="163418"/>
                </a:cubicBezTo>
                <a:lnTo>
                  <a:pt x="1500" y="163418"/>
                </a:lnTo>
                <a:lnTo>
                  <a:pt x="1500" y="109638"/>
                </a:lnTo>
                <a:lnTo>
                  <a:pt x="5770" y="109638"/>
                </a:lnTo>
                <a:cubicBezTo>
                  <a:pt x="7771" y="120900"/>
                  <a:pt x="10464" y="129327"/>
                  <a:pt x="13849" y="134919"/>
                </a:cubicBezTo>
                <a:cubicBezTo>
                  <a:pt x="17234" y="140512"/>
                  <a:pt x="22408" y="145159"/>
                  <a:pt x="29371" y="148862"/>
                </a:cubicBezTo>
                <a:cubicBezTo>
                  <a:pt x="36334" y="152565"/>
                  <a:pt x="43970" y="154416"/>
                  <a:pt x="52280" y="154416"/>
                </a:cubicBezTo>
                <a:cubicBezTo>
                  <a:pt x="61897" y="154416"/>
                  <a:pt x="69495" y="151876"/>
                  <a:pt x="75073" y="146795"/>
                </a:cubicBezTo>
                <a:cubicBezTo>
                  <a:pt x="80651" y="141715"/>
                  <a:pt x="83440" y="135711"/>
                  <a:pt x="83440" y="128785"/>
                </a:cubicBezTo>
                <a:cubicBezTo>
                  <a:pt x="83440" y="124935"/>
                  <a:pt x="82382" y="121049"/>
                  <a:pt x="80266" y="117125"/>
                </a:cubicBezTo>
                <a:cubicBezTo>
                  <a:pt x="78150" y="113198"/>
                  <a:pt x="74861" y="109541"/>
                  <a:pt x="70399" y="106154"/>
                </a:cubicBezTo>
                <a:cubicBezTo>
                  <a:pt x="67398" y="103846"/>
                  <a:pt x="59204" y="98970"/>
                  <a:pt x="45817" y="91526"/>
                </a:cubicBezTo>
                <a:cubicBezTo>
                  <a:pt x="32430" y="84080"/>
                  <a:pt x="22908" y="78128"/>
                  <a:pt x="17254" y="73670"/>
                </a:cubicBezTo>
                <a:cubicBezTo>
                  <a:pt x="11599" y="69212"/>
                  <a:pt x="7309" y="64293"/>
                  <a:pt x="4386" y="58912"/>
                </a:cubicBezTo>
                <a:cubicBezTo>
                  <a:pt x="1462" y="53531"/>
                  <a:pt x="0" y="47613"/>
                  <a:pt x="0" y="41157"/>
                </a:cubicBezTo>
                <a:cubicBezTo>
                  <a:pt x="0" y="29936"/>
                  <a:pt x="4309" y="20272"/>
                  <a:pt x="12926" y="12165"/>
                </a:cubicBezTo>
                <a:cubicBezTo>
                  <a:pt x="21543" y="4055"/>
                  <a:pt x="32507" y="0"/>
                  <a:pt x="45817" y="0"/>
                </a:cubicBezTo>
                <a:cubicBezTo>
                  <a:pt x="54126" y="0"/>
                  <a:pt x="62936" y="2039"/>
                  <a:pt x="72245" y="6117"/>
                </a:cubicBezTo>
                <a:cubicBezTo>
                  <a:pt x="76554" y="8040"/>
                  <a:pt x="79593" y="9002"/>
                  <a:pt x="81363" y="9002"/>
                </a:cubicBezTo>
                <a:cubicBezTo>
                  <a:pt x="83363" y="9002"/>
                  <a:pt x="84998" y="8406"/>
                  <a:pt x="86268" y="7213"/>
                </a:cubicBezTo>
                <a:cubicBezTo>
                  <a:pt x="87537" y="6020"/>
                  <a:pt x="88556" y="3616"/>
                  <a:pt x="89326" y="0"/>
                </a:cubicBezTo>
                <a:lnTo>
                  <a:pt x="93596" y="0"/>
                </a:lnTo>
                <a:close/>
                <a:moveTo>
                  <a:pt x="154621" y="19389"/>
                </a:moveTo>
                <a:lnTo>
                  <a:pt x="154621" y="54242"/>
                </a:lnTo>
                <a:lnTo>
                  <a:pt x="179319" y="54242"/>
                </a:lnTo>
                <a:lnTo>
                  <a:pt x="179319" y="62090"/>
                </a:lnTo>
                <a:lnTo>
                  <a:pt x="154621" y="62320"/>
                </a:lnTo>
                <a:lnTo>
                  <a:pt x="154621" y="130966"/>
                </a:lnTo>
                <a:cubicBezTo>
                  <a:pt x="154621" y="137821"/>
                  <a:pt x="155602" y="142444"/>
                  <a:pt x="157564" y="144833"/>
                </a:cubicBezTo>
                <a:cubicBezTo>
                  <a:pt x="159526" y="147221"/>
                  <a:pt x="162046" y="148415"/>
                  <a:pt x="165124" y="148415"/>
                </a:cubicBezTo>
                <a:cubicBezTo>
                  <a:pt x="167663" y="148415"/>
                  <a:pt x="170125" y="147616"/>
                  <a:pt x="172510" y="146020"/>
                </a:cubicBezTo>
                <a:cubicBezTo>
                  <a:pt x="174895" y="144424"/>
                  <a:pt x="176741" y="142067"/>
                  <a:pt x="178049" y="138951"/>
                </a:cubicBezTo>
                <a:lnTo>
                  <a:pt x="182550" y="138951"/>
                </a:lnTo>
                <a:cubicBezTo>
                  <a:pt x="179857" y="146530"/>
                  <a:pt x="176049" y="152233"/>
                  <a:pt x="171125" y="156061"/>
                </a:cubicBezTo>
                <a:cubicBezTo>
                  <a:pt x="166201" y="159888"/>
                  <a:pt x="161123" y="161802"/>
                  <a:pt x="155891" y="161802"/>
                </a:cubicBezTo>
                <a:cubicBezTo>
                  <a:pt x="152352" y="161802"/>
                  <a:pt x="148889" y="160817"/>
                  <a:pt x="145504" y="158848"/>
                </a:cubicBezTo>
                <a:cubicBezTo>
                  <a:pt x="142119" y="156879"/>
                  <a:pt x="139618" y="154061"/>
                  <a:pt x="138003" y="150395"/>
                </a:cubicBezTo>
                <a:cubicBezTo>
                  <a:pt x="136387" y="146728"/>
                  <a:pt x="135579" y="141073"/>
                  <a:pt x="135579" y="133430"/>
                </a:cubicBezTo>
                <a:lnTo>
                  <a:pt x="135579" y="62090"/>
                </a:lnTo>
                <a:lnTo>
                  <a:pt x="118845" y="62090"/>
                </a:lnTo>
                <a:lnTo>
                  <a:pt x="118845" y="58389"/>
                </a:lnTo>
                <a:cubicBezTo>
                  <a:pt x="123077" y="56706"/>
                  <a:pt x="127404" y="53857"/>
                  <a:pt x="131828" y="49842"/>
                </a:cubicBezTo>
                <a:cubicBezTo>
                  <a:pt x="136252" y="45827"/>
                  <a:pt x="140195" y="41041"/>
                  <a:pt x="143658" y="35484"/>
                </a:cubicBezTo>
                <a:cubicBezTo>
                  <a:pt x="145427" y="32551"/>
                  <a:pt x="147889" y="27186"/>
                  <a:pt x="151044" y="19389"/>
                </a:cubicBezTo>
                <a:lnTo>
                  <a:pt x="154621" y="19389"/>
                </a:lnTo>
                <a:close/>
                <a:moveTo>
                  <a:pt x="207350" y="94173"/>
                </a:moveTo>
                <a:cubicBezTo>
                  <a:pt x="207273" y="109796"/>
                  <a:pt x="211081" y="122050"/>
                  <a:pt x="218775" y="130934"/>
                </a:cubicBezTo>
                <a:cubicBezTo>
                  <a:pt x="226469" y="139818"/>
                  <a:pt x="235509" y="144260"/>
                  <a:pt x="245896" y="144260"/>
                </a:cubicBezTo>
                <a:cubicBezTo>
                  <a:pt x="252821" y="144260"/>
                  <a:pt x="258841" y="142347"/>
                  <a:pt x="263958" y="138522"/>
                </a:cubicBezTo>
                <a:cubicBezTo>
                  <a:pt x="269074" y="134697"/>
                  <a:pt x="273363" y="128146"/>
                  <a:pt x="276826" y="118870"/>
                </a:cubicBezTo>
                <a:lnTo>
                  <a:pt x="280403" y="121189"/>
                </a:lnTo>
                <a:cubicBezTo>
                  <a:pt x="278787" y="131785"/>
                  <a:pt x="274094" y="141434"/>
                  <a:pt x="266323" y="150135"/>
                </a:cubicBezTo>
                <a:cubicBezTo>
                  <a:pt x="258553" y="158836"/>
                  <a:pt x="248820" y="163187"/>
                  <a:pt x="237125" y="163187"/>
                </a:cubicBezTo>
                <a:cubicBezTo>
                  <a:pt x="224430" y="163187"/>
                  <a:pt x="213563" y="158254"/>
                  <a:pt x="204522" y="148389"/>
                </a:cubicBezTo>
                <a:cubicBezTo>
                  <a:pt x="195482" y="138522"/>
                  <a:pt x="190962" y="125257"/>
                  <a:pt x="190962" y="108595"/>
                </a:cubicBezTo>
                <a:cubicBezTo>
                  <a:pt x="190962" y="90553"/>
                  <a:pt x="195598" y="76484"/>
                  <a:pt x="204869" y="66388"/>
                </a:cubicBezTo>
                <a:cubicBezTo>
                  <a:pt x="214140" y="56290"/>
                  <a:pt x="225777" y="51241"/>
                  <a:pt x="239780" y="51241"/>
                </a:cubicBezTo>
                <a:cubicBezTo>
                  <a:pt x="251628" y="51241"/>
                  <a:pt x="261361" y="55136"/>
                  <a:pt x="268978" y="62926"/>
                </a:cubicBezTo>
                <a:cubicBezTo>
                  <a:pt x="276595" y="70714"/>
                  <a:pt x="280403" y="81129"/>
                  <a:pt x="280403" y="94173"/>
                </a:cubicBezTo>
                <a:lnTo>
                  <a:pt x="207350" y="94173"/>
                </a:lnTo>
                <a:moveTo>
                  <a:pt x="207350" y="87479"/>
                </a:moveTo>
                <a:lnTo>
                  <a:pt x="256283" y="87479"/>
                </a:lnTo>
                <a:cubicBezTo>
                  <a:pt x="255898" y="80764"/>
                  <a:pt x="255090" y="76033"/>
                  <a:pt x="253859" y="73288"/>
                </a:cubicBezTo>
                <a:cubicBezTo>
                  <a:pt x="251936" y="69013"/>
                  <a:pt x="249070" y="65655"/>
                  <a:pt x="245261" y="63215"/>
                </a:cubicBezTo>
                <a:cubicBezTo>
                  <a:pt x="241453" y="60772"/>
                  <a:pt x="237471" y="59551"/>
                  <a:pt x="233317" y="59551"/>
                </a:cubicBezTo>
                <a:cubicBezTo>
                  <a:pt x="226931" y="59551"/>
                  <a:pt x="221218" y="62011"/>
                  <a:pt x="216179" y="66933"/>
                </a:cubicBezTo>
                <a:cubicBezTo>
                  <a:pt x="211139" y="71855"/>
                  <a:pt x="208196" y="78703"/>
                  <a:pt x="207350" y="87479"/>
                </a:cubicBezTo>
                <a:close/>
                <a:moveTo>
                  <a:pt x="287008" y="64398"/>
                </a:moveTo>
                <a:lnTo>
                  <a:pt x="319553" y="51472"/>
                </a:lnTo>
                <a:lnTo>
                  <a:pt x="323938" y="51472"/>
                </a:lnTo>
                <a:lnTo>
                  <a:pt x="323938" y="76285"/>
                </a:lnTo>
                <a:cubicBezTo>
                  <a:pt x="329401" y="67018"/>
                  <a:pt x="334883" y="60528"/>
                  <a:pt x="340384" y="56813"/>
                </a:cubicBezTo>
                <a:cubicBezTo>
                  <a:pt x="345885" y="53099"/>
                  <a:pt x="351675" y="51241"/>
                  <a:pt x="357753" y="51241"/>
                </a:cubicBezTo>
                <a:cubicBezTo>
                  <a:pt x="368370" y="51241"/>
                  <a:pt x="377218" y="55391"/>
                  <a:pt x="384297" y="63691"/>
                </a:cubicBezTo>
                <a:cubicBezTo>
                  <a:pt x="392991" y="73837"/>
                  <a:pt x="397338" y="87057"/>
                  <a:pt x="397338" y="103351"/>
                </a:cubicBezTo>
                <a:cubicBezTo>
                  <a:pt x="397338" y="121567"/>
                  <a:pt x="392106" y="136631"/>
                  <a:pt x="381642" y="148545"/>
                </a:cubicBezTo>
                <a:cubicBezTo>
                  <a:pt x="373025" y="158306"/>
                  <a:pt x="362177" y="163187"/>
                  <a:pt x="349097" y="163187"/>
                </a:cubicBezTo>
                <a:cubicBezTo>
                  <a:pt x="343404" y="163187"/>
                  <a:pt x="338480" y="162379"/>
                  <a:pt x="334325" y="160763"/>
                </a:cubicBezTo>
                <a:cubicBezTo>
                  <a:pt x="331247" y="159609"/>
                  <a:pt x="327785" y="157301"/>
                  <a:pt x="323938" y="153839"/>
                </a:cubicBezTo>
                <a:lnTo>
                  <a:pt x="323938" y="186038"/>
                </a:lnTo>
                <a:cubicBezTo>
                  <a:pt x="323938" y="193311"/>
                  <a:pt x="324381" y="197934"/>
                  <a:pt x="325265" y="199908"/>
                </a:cubicBezTo>
                <a:cubicBezTo>
                  <a:pt x="326150" y="201882"/>
                  <a:pt x="327689" y="203449"/>
                  <a:pt x="329882" y="204608"/>
                </a:cubicBezTo>
                <a:cubicBezTo>
                  <a:pt x="332074" y="205769"/>
                  <a:pt x="336056" y="206350"/>
                  <a:pt x="341826" y="206350"/>
                </a:cubicBezTo>
                <a:lnTo>
                  <a:pt x="341826" y="210504"/>
                </a:lnTo>
                <a:lnTo>
                  <a:pt x="286431" y="210504"/>
                </a:lnTo>
                <a:lnTo>
                  <a:pt x="286431" y="206350"/>
                </a:lnTo>
                <a:lnTo>
                  <a:pt x="289316" y="206350"/>
                </a:lnTo>
                <a:cubicBezTo>
                  <a:pt x="293547" y="206427"/>
                  <a:pt x="297163" y="205614"/>
                  <a:pt x="300164" y="203912"/>
                </a:cubicBezTo>
                <a:cubicBezTo>
                  <a:pt x="301626" y="203060"/>
                  <a:pt x="302761" y="201688"/>
                  <a:pt x="303569" y="199793"/>
                </a:cubicBezTo>
                <a:cubicBezTo>
                  <a:pt x="304376" y="197898"/>
                  <a:pt x="304780" y="193082"/>
                  <a:pt x="304780" y="185345"/>
                </a:cubicBezTo>
                <a:lnTo>
                  <a:pt x="304780" y="85171"/>
                </a:lnTo>
                <a:cubicBezTo>
                  <a:pt x="304780" y="78278"/>
                  <a:pt x="304473" y="73902"/>
                  <a:pt x="303857" y="72043"/>
                </a:cubicBezTo>
                <a:cubicBezTo>
                  <a:pt x="303242" y="70183"/>
                  <a:pt x="302261" y="68789"/>
                  <a:pt x="300914" y="67864"/>
                </a:cubicBezTo>
                <a:cubicBezTo>
                  <a:pt x="299568" y="66938"/>
                  <a:pt x="297741" y="66475"/>
                  <a:pt x="295432" y="66475"/>
                </a:cubicBezTo>
                <a:cubicBezTo>
                  <a:pt x="293586" y="66475"/>
                  <a:pt x="291239" y="67014"/>
                  <a:pt x="288392" y="68091"/>
                </a:cubicBezTo>
                <a:lnTo>
                  <a:pt x="287008" y="64398"/>
                </a:lnTo>
                <a:moveTo>
                  <a:pt x="323938" y="83094"/>
                </a:moveTo>
                <a:lnTo>
                  <a:pt x="323938" y="122563"/>
                </a:lnTo>
                <a:cubicBezTo>
                  <a:pt x="323938" y="131104"/>
                  <a:pt x="324284" y="136720"/>
                  <a:pt x="324977" y="139413"/>
                </a:cubicBezTo>
                <a:cubicBezTo>
                  <a:pt x="326054" y="143875"/>
                  <a:pt x="328689" y="147799"/>
                  <a:pt x="332882" y="151185"/>
                </a:cubicBezTo>
                <a:cubicBezTo>
                  <a:pt x="337075" y="154570"/>
                  <a:pt x="342365" y="156262"/>
                  <a:pt x="348751" y="156262"/>
                </a:cubicBezTo>
                <a:cubicBezTo>
                  <a:pt x="356445" y="156262"/>
                  <a:pt x="362677" y="153262"/>
                  <a:pt x="367447" y="147261"/>
                </a:cubicBezTo>
                <a:cubicBezTo>
                  <a:pt x="373679" y="139413"/>
                  <a:pt x="376795" y="128372"/>
                  <a:pt x="376795" y="114139"/>
                </a:cubicBezTo>
                <a:cubicBezTo>
                  <a:pt x="376795" y="97981"/>
                  <a:pt x="373256" y="85556"/>
                  <a:pt x="366177" y="76862"/>
                </a:cubicBezTo>
                <a:cubicBezTo>
                  <a:pt x="361253" y="70861"/>
                  <a:pt x="355406" y="67860"/>
                  <a:pt x="348635" y="67860"/>
                </a:cubicBezTo>
                <a:cubicBezTo>
                  <a:pt x="344942" y="67860"/>
                  <a:pt x="341288" y="68783"/>
                  <a:pt x="337672" y="70630"/>
                </a:cubicBezTo>
                <a:cubicBezTo>
                  <a:pt x="334902" y="72015"/>
                  <a:pt x="330324" y="76169"/>
                  <a:pt x="323938" y="83094"/>
                </a:cubicBezTo>
                <a:close/>
                <a:moveTo>
                  <a:pt x="567103" y="3462"/>
                </a:moveTo>
                <a:lnTo>
                  <a:pt x="558101" y="23082"/>
                </a:lnTo>
                <a:lnTo>
                  <a:pt x="511014" y="23082"/>
                </a:lnTo>
                <a:lnTo>
                  <a:pt x="500743" y="43826"/>
                </a:lnTo>
                <a:cubicBezTo>
                  <a:pt x="521132" y="46834"/>
                  <a:pt x="537289" y="54429"/>
                  <a:pt x="549214" y="66612"/>
                </a:cubicBezTo>
                <a:cubicBezTo>
                  <a:pt x="559447" y="77097"/>
                  <a:pt x="564564" y="89434"/>
                  <a:pt x="564564" y="103622"/>
                </a:cubicBezTo>
                <a:cubicBezTo>
                  <a:pt x="564564" y="111874"/>
                  <a:pt x="562890" y="119507"/>
                  <a:pt x="559543" y="126523"/>
                </a:cubicBezTo>
                <a:cubicBezTo>
                  <a:pt x="556197" y="133539"/>
                  <a:pt x="551984" y="139515"/>
                  <a:pt x="546906" y="144451"/>
                </a:cubicBezTo>
                <a:cubicBezTo>
                  <a:pt x="541828" y="149385"/>
                  <a:pt x="536173" y="153356"/>
                  <a:pt x="529941" y="156363"/>
                </a:cubicBezTo>
                <a:cubicBezTo>
                  <a:pt x="521093" y="160605"/>
                  <a:pt x="512014" y="162725"/>
                  <a:pt x="502705" y="162725"/>
                </a:cubicBezTo>
                <a:cubicBezTo>
                  <a:pt x="493318" y="162725"/>
                  <a:pt x="486490" y="161129"/>
                  <a:pt x="482220" y="157936"/>
                </a:cubicBezTo>
                <a:cubicBezTo>
                  <a:pt x="477950" y="154743"/>
                  <a:pt x="475815" y="151223"/>
                  <a:pt x="475815" y="147376"/>
                </a:cubicBezTo>
                <a:cubicBezTo>
                  <a:pt x="475815" y="145222"/>
                  <a:pt x="476700" y="143318"/>
                  <a:pt x="478469" y="141663"/>
                </a:cubicBezTo>
                <a:cubicBezTo>
                  <a:pt x="480239" y="140009"/>
                  <a:pt x="482470" y="139182"/>
                  <a:pt x="485163" y="139182"/>
                </a:cubicBezTo>
                <a:cubicBezTo>
                  <a:pt x="487163" y="139182"/>
                  <a:pt x="488914" y="139490"/>
                  <a:pt x="490414" y="140105"/>
                </a:cubicBezTo>
                <a:cubicBezTo>
                  <a:pt x="491914" y="140721"/>
                  <a:pt x="494472" y="142298"/>
                  <a:pt x="498089" y="144837"/>
                </a:cubicBezTo>
                <a:cubicBezTo>
                  <a:pt x="503859" y="148838"/>
                  <a:pt x="509706" y="150877"/>
                  <a:pt x="515631" y="150954"/>
                </a:cubicBezTo>
                <a:cubicBezTo>
                  <a:pt x="524632" y="150954"/>
                  <a:pt x="532538" y="147541"/>
                  <a:pt x="539347" y="140715"/>
                </a:cubicBezTo>
                <a:cubicBezTo>
                  <a:pt x="546156" y="133887"/>
                  <a:pt x="549561" y="125574"/>
                  <a:pt x="549561" y="115776"/>
                </a:cubicBezTo>
                <a:cubicBezTo>
                  <a:pt x="549561" y="106288"/>
                  <a:pt x="546521" y="97437"/>
                  <a:pt x="540443" y="89221"/>
                </a:cubicBezTo>
                <a:cubicBezTo>
                  <a:pt x="534365" y="81003"/>
                  <a:pt x="525979" y="74657"/>
                  <a:pt x="515284" y="70183"/>
                </a:cubicBezTo>
                <a:cubicBezTo>
                  <a:pt x="506898" y="66713"/>
                  <a:pt x="495473" y="64708"/>
                  <a:pt x="481008" y="64167"/>
                </a:cubicBezTo>
                <a:lnTo>
                  <a:pt x="511014" y="3462"/>
                </a:lnTo>
                <a:lnTo>
                  <a:pt x="567103" y="346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A2B036-8849-41BB-B6F7-6C01F4B4D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0197" y="1606484"/>
            <a:ext cx="98482" cy="262775"/>
          </a:xfrm>
          <a:custGeom xmlns:a="http://schemas.openxmlformats.org/drawingml/2006/main">
            <a:pathLst>
              <a:path w="98482" h="262775">
                <a:moveTo>
                  <a:pt x="65654" y="0"/>
                </a:moveTo>
                <a:lnTo>
                  <a:pt x="32827" y="0"/>
                </a:lnTo>
                <a:lnTo>
                  <a:pt x="32827" y="164293"/>
                </a:lnTo>
                <a:lnTo>
                  <a:pt x="0" y="164293"/>
                </a:lnTo>
                <a:lnTo>
                  <a:pt x="49241" y="262775"/>
                </a:lnTo>
                <a:lnTo>
                  <a:pt x="98482" y="164293"/>
                </a:lnTo>
                <a:lnTo>
                  <a:pt x="65654" y="164293"/>
                </a:lnTo>
                <a:lnTo>
                  <a:pt x="65654" y="0"/>
                </a:lnTo>
                <a:close/>
              </a:path>
            </a:pathLst>
          </a:custGeom>
          <a:solidFill xmlns:a="http://schemas.openxmlformats.org/drawingml/2006/main">
            <a:srgbClr val="76717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966309-9DA3-4E08-A74B-10E6B84B2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1798" y="2603380"/>
            <a:ext cx="98482" cy="1296568"/>
          </a:xfrm>
          <a:custGeom xmlns:a="http://schemas.openxmlformats.org/drawingml/2006/main">
            <a:pathLst>
              <a:path w="98482" h="1296568">
                <a:moveTo>
                  <a:pt x="32833" y="98416"/>
                </a:moveTo>
                <a:lnTo>
                  <a:pt x="27995" y="1296437"/>
                </a:lnTo>
                <a:lnTo>
                  <a:pt x="60822" y="1296568"/>
                </a:lnTo>
                <a:lnTo>
                  <a:pt x="65660" y="98552"/>
                </a:lnTo>
                <a:lnTo>
                  <a:pt x="98482" y="98692"/>
                </a:lnTo>
                <a:lnTo>
                  <a:pt x="49648" y="0"/>
                </a:lnTo>
                <a:lnTo>
                  <a:pt x="0" y="98285"/>
                </a:lnTo>
                <a:lnTo>
                  <a:pt x="32833" y="98416"/>
                </a:lnTo>
                <a:close/>
              </a:path>
            </a:pathLst>
          </a:custGeom>
          <a:solidFill xmlns:a="http://schemas.openxmlformats.org/drawingml/2006/main">
            <a:srgbClr val="76717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Text Searchrelatedresult">
            <a:extLst xmlns:a="http://schemas.openxmlformats.org/drawingml/2006/main">
              <a:ext uri="{FF2B5EF4-FFF2-40B4-BE49-F238E27FC236}">
                <a16:creationId xmlns:a16="http://schemas.microsoft.com/office/drawing/2014/main" id="{F2893743-C512-4EA0-999B-49D2891F3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1448" y="641759"/>
            <a:ext cx="1915824" cy="167572"/>
          </a:xfrm>
          <a:custGeom xmlns:a="http://schemas.openxmlformats.org/drawingml/2006/main">
            <a:pathLst>
              <a:path w="1915824" h="167572">
                <a:moveTo>
                  <a:pt x="93596" y="4155"/>
                </a:moveTo>
                <a:lnTo>
                  <a:pt x="93596" y="58396"/>
                </a:lnTo>
                <a:lnTo>
                  <a:pt x="89326" y="58396"/>
                </a:lnTo>
                <a:cubicBezTo>
                  <a:pt x="87941" y="47983"/>
                  <a:pt x="85460" y="39692"/>
                  <a:pt x="81882" y="33522"/>
                </a:cubicBezTo>
                <a:cubicBezTo>
                  <a:pt x="78304" y="27351"/>
                  <a:pt x="73207" y="22452"/>
                  <a:pt x="66590" y="18826"/>
                </a:cubicBezTo>
                <a:cubicBezTo>
                  <a:pt x="59974" y="15200"/>
                  <a:pt x="53126" y="13387"/>
                  <a:pt x="46048" y="13387"/>
                </a:cubicBezTo>
                <a:cubicBezTo>
                  <a:pt x="38046" y="13387"/>
                  <a:pt x="31429" y="15827"/>
                  <a:pt x="26198" y="20705"/>
                </a:cubicBezTo>
                <a:cubicBezTo>
                  <a:pt x="20966" y="25583"/>
                  <a:pt x="18350" y="31133"/>
                  <a:pt x="18350" y="37353"/>
                </a:cubicBezTo>
                <a:cubicBezTo>
                  <a:pt x="18350" y="42116"/>
                  <a:pt x="20004" y="46457"/>
                  <a:pt x="23312" y="50376"/>
                </a:cubicBezTo>
                <a:cubicBezTo>
                  <a:pt x="28083" y="56136"/>
                  <a:pt x="39431" y="63817"/>
                  <a:pt x="57358" y="73418"/>
                </a:cubicBezTo>
                <a:cubicBezTo>
                  <a:pt x="71976" y="81253"/>
                  <a:pt x="81959" y="87265"/>
                  <a:pt x="87306" y="91454"/>
                </a:cubicBezTo>
                <a:cubicBezTo>
                  <a:pt x="92653" y="95640"/>
                  <a:pt x="96770" y="100576"/>
                  <a:pt x="99655" y="106262"/>
                </a:cubicBezTo>
                <a:cubicBezTo>
                  <a:pt x="102540" y="111946"/>
                  <a:pt x="103983" y="117900"/>
                  <a:pt x="103983" y="124125"/>
                </a:cubicBezTo>
                <a:cubicBezTo>
                  <a:pt x="103983" y="135957"/>
                  <a:pt x="99386" y="146156"/>
                  <a:pt x="90191" y="154723"/>
                </a:cubicBezTo>
                <a:cubicBezTo>
                  <a:pt x="80997" y="163289"/>
                  <a:pt x="69168" y="167572"/>
                  <a:pt x="54703" y="167572"/>
                </a:cubicBezTo>
                <a:cubicBezTo>
                  <a:pt x="50164" y="167572"/>
                  <a:pt x="45894" y="167221"/>
                  <a:pt x="41893" y="166519"/>
                </a:cubicBezTo>
                <a:cubicBezTo>
                  <a:pt x="39508" y="166130"/>
                  <a:pt x="34565" y="164708"/>
                  <a:pt x="27063" y="162253"/>
                </a:cubicBezTo>
                <a:cubicBezTo>
                  <a:pt x="19562" y="159798"/>
                  <a:pt x="14811" y="158571"/>
                  <a:pt x="12810" y="158571"/>
                </a:cubicBezTo>
                <a:cubicBezTo>
                  <a:pt x="10887" y="158571"/>
                  <a:pt x="9367" y="159155"/>
                  <a:pt x="8252" y="160323"/>
                </a:cubicBezTo>
                <a:cubicBezTo>
                  <a:pt x="7136" y="161492"/>
                  <a:pt x="6309" y="163908"/>
                  <a:pt x="5770" y="167572"/>
                </a:cubicBezTo>
                <a:lnTo>
                  <a:pt x="1500" y="167572"/>
                </a:lnTo>
                <a:lnTo>
                  <a:pt x="1500" y="113792"/>
                </a:lnTo>
                <a:lnTo>
                  <a:pt x="5770" y="113792"/>
                </a:lnTo>
                <a:cubicBezTo>
                  <a:pt x="7771" y="125054"/>
                  <a:pt x="10464" y="133481"/>
                  <a:pt x="13849" y="139074"/>
                </a:cubicBezTo>
                <a:cubicBezTo>
                  <a:pt x="17234" y="144666"/>
                  <a:pt x="22408" y="149314"/>
                  <a:pt x="29371" y="153017"/>
                </a:cubicBezTo>
                <a:cubicBezTo>
                  <a:pt x="36334" y="156719"/>
                  <a:pt x="43970" y="158571"/>
                  <a:pt x="52280" y="158571"/>
                </a:cubicBezTo>
                <a:cubicBezTo>
                  <a:pt x="61897" y="158571"/>
                  <a:pt x="69495" y="156030"/>
                  <a:pt x="75073" y="150950"/>
                </a:cubicBezTo>
                <a:cubicBezTo>
                  <a:pt x="80651" y="145870"/>
                  <a:pt x="83440" y="139866"/>
                  <a:pt x="83440" y="132939"/>
                </a:cubicBezTo>
                <a:cubicBezTo>
                  <a:pt x="83440" y="129090"/>
                  <a:pt x="82382" y="125203"/>
                  <a:pt x="80266" y="121279"/>
                </a:cubicBezTo>
                <a:cubicBezTo>
                  <a:pt x="78150" y="117353"/>
                  <a:pt x="74861" y="113696"/>
                  <a:pt x="70399" y="110308"/>
                </a:cubicBezTo>
                <a:cubicBezTo>
                  <a:pt x="67398" y="108000"/>
                  <a:pt x="59204" y="103124"/>
                  <a:pt x="45817" y="95680"/>
                </a:cubicBezTo>
                <a:cubicBezTo>
                  <a:pt x="32430" y="88234"/>
                  <a:pt x="22908" y="82282"/>
                  <a:pt x="17254" y="77825"/>
                </a:cubicBezTo>
                <a:cubicBezTo>
                  <a:pt x="11599" y="73367"/>
                  <a:pt x="7309" y="68448"/>
                  <a:pt x="4386" y="63067"/>
                </a:cubicBezTo>
                <a:cubicBezTo>
                  <a:pt x="1462" y="57686"/>
                  <a:pt x="0" y="51768"/>
                  <a:pt x="0" y="45312"/>
                </a:cubicBezTo>
                <a:cubicBezTo>
                  <a:pt x="0" y="34091"/>
                  <a:pt x="4309" y="24427"/>
                  <a:pt x="12926" y="16319"/>
                </a:cubicBezTo>
                <a:cubicBezTo>
                  <a:pt x="21543" y="8210"/>
                  <a:pt x="32507" y="4155"/>
                  <a:pt x="45817" y="4155"/>
                </a:cubicBezTo>
                <a:cubicBezTo>
                  <a:pt x="54126" y="4155"/>
                  <a:pt x="62936" y="6194"/>
                  <a:pt x="72245" y="10271"/>
                </a:cubicBezTo>
                <a:cubicBezTo>
                  <a:pt x="76554" y="12195"/>
                  <a:pt x="79593" y="13157"/>
                  <a:pt x="81363" y="13157"/>
                </a:cubicBezTo>
                <a:cubicBezTo>
                  <a:pt x="83363" y="13157"/>
                  <a:pt x="84998" y="12560"/>
                  <a:pt x="86268" y="11368"/>
                </a:cubicBezTo>
                <a:cubicBezTo>
                  <a:pt x="87537" y="10175"/>
                  <a:pt x="88556" y="7771"/>
                  <a:pt x="89326" y="4155"/>
                </a:cubicBezTo>
                <a:lnTo>
                  <a:pt x="93596" y="4155"/>
                </a:lnTo>
                <a:close/>
                <a:moveTo>
                  <a:pt x="141695" y="98328"/>
                </a:moveTo>
                <a:cubicBezTo>
                  <a:pt x="141618" y="113951"/>
                  <a:pt x="145427" y="126205"/>
                  <a:pt x="153121" y="135089"/>
                </a:cubicBezTo>
                <a:cubicBezTo>
                  <a:pt x="160815" y="143973"/>
                  <a:pt x="169855" y="148415"/>
                  <a:pt x="180242" y="148415"/>
                </a:cubicBezTo>
                <a:cubicBezTo>
                  <a:pt x="187166" y="148415"/>
                  <a:pt x="193187" y="146502"/>
                  <a:pt x="198303" y="142677"/>
                </a:cubicBezTo>
                <a:cubicBezTo>
                  <a:pt x="203419" y="138851"/>
                  <a:pt x="207709" y="132301"/>
                  <a:pt x="211171" y="123025"/>
                </a:cubicBezTo>
                <a:lnTo>
                  <a:pt x="214749" y="125344"/>
                </a:lnTo>
                <a:cubicBezTo>
                  <a:pt x="213133" y="135940"/>
                  <a:pt x="208440" y="145588"/>
                  <a:pt x="200669" y="154290"/>
                </a:cubicBezTo>
                <a:cubicBezTo>
                  <a:pt x="192898" y="162991"/>
                  <a:pt x="183165" y="167342"/>
                  <a:pt x="171471" y="167342"/>
                </a:cubicBezTo>
                <a:cubicBezTo>
                  <a:pt x="158776" y="167342"/>
                  <a:pt x="147908" y="162409"/>
                  <a:pt x="138868" y="152544"/>
                </a:cubicBezTo>
                <a:cubicBezTo>
                  <a:pt x="129828" y="142677"/>
                  <a:pt x="125307" y="129412"/>
                  <a:pt x="125307" y="112750"/>
                </a:cubicBezTo>
                <a:cubicBezTo>
                  <a:pt x="125307" y="94708"/>
                  <a:pt x="129943" y="80639"/>
                  <a:pt x="139214" y="70543"/>
                </a:cubicBezTo>
                <a:cubicBezTo>
                  <a:pt x="148485" y="60445"/>
                  <a:pt x="160122" y="55396"/>
                  <a:pt x="174125" y="55396"/>
                </a:cubicBezTo>
                <a:cubicBezTo>
                  <a:pt x="185974" y="55396"/>
                  <a:pt x="195706" y="59291"/>
                  <a:pt x="203323" y="67081"/>
                </a:cubicBezTo>
                <a:cubicBezTo>
                  <a:pt x="210940" y="74869"/>
                  <a:pt x="214749" y="85284"/>
                  <a:pt x="214749" y="98328"/>
                </a:cubicBezTo>
                <a:lnTo>
                  <a:pt x="141695" y="98328"/>
                </a:lnTo>
                <a:moveTo>
                  <a:pt x="141695" y="91634"/>
                </a:moveTo>
                <a:lnTo>
                  <a:pt x="190628" y="91634"/>
                </a:lnTo>
                <a:cubicBezTo>
                  <a:pt x="190244" y="84919"/>
                  <a:pt x="189436" y="80188"/>
                  <a:pt x="188205" y="77442"/>
                </a:cubicBezTo>
                <a:cubicBezTo>
                  <a:pt x="186281" y="73167"/>
                  <a:pt x="183415" y="69810"/>
                  <a:pt x="179607" y="67369"/>
                </a:cubicBezTo>
                <a:cubicBezTo>
                  <a:pt x="175798" y="64927"/>
                  <a:pt x="171817" y="63705"/>
                  <a:pt x="167662" y="63705"/>
                </a:cubicBezTo>
                <a:cubicBezTo>
                  <a:pt x="161276" y="63705"/>
                  <a:pt x="155564" y="66166"/>
                  <a:pt x="150524" y="71088"/>
                </a:cubicBezTo>
                <a:cubicBezTo>
                  <a:pt x="145485" y="76009"/>
                  <a:pt x="142542" y="82858"/>
                  <a:pt x="141695" y="91634"/>
                </a:cubicBezTo>
                <a:close/>
                <a:moveTo>
                  <a:pt x="288866" y="148999"/>
                </a:moveTo>
                <a:cubicBezTo>
                  <a:pt x="278018" y="157383"/>
                  <a:pt x="271209" y="162228"/>
                  <a:pt x="268439" y="163533"/>
                </a:cubicBezTo>
                <a:cubicBezTo>
                  <a:pt x="264285" y="165457"/>
                  <a:pt x="259861" y="166418"/>
                  <a:pt x="255167" y="166418"/>
                </a:cubicBezTo>
                <a:cubicBezTo>
                  <a:pt x="247858" y="166418"/>
                  <a:pt x="241838" y="163918"/>
                  <a:pt x="237106" y="158917"/>
                </a:cubicBezTo>
                <a:cubicBezTo>
                  <a:pt x="232374" y="153916"/>
                  <a:pt x="230008" y="147338"/>
                  <a:pt x="230008" y="139182"/>
                </a:cubicBezTo>
                <a:cubicBezTo>
                  <a:pt x="230008" y="134027"/>
                  <a:pt x="231162" y="129565"/>
                  <a:pt x="233471" y="125795"/>
                </a:cubicBezTo>
                <a:cubicBezTo>
                  <a:pt x="236625" y="120563"/>
                  <a:pt x="242107" y="115639"/>
                  <a:pt x="249916" y="111023"/>
                </a:cubicBezTo>
                <a:cubicBezTo>
                  <a:pt x="257726" y="106406"/>
                  <a:pt x="270709" y="100790"/>
                  <a:pt x="288866" y="94173"/>
                </a:cubicBezTo>
                <a:lnTo>
                  <a:pt x="288866" y="90033"/>
                </a:lnTo>
                <a:cubicBezTo>
                  <a:pt x="288866" y="79531"/>
                  <a:pt x="287193" y="72325"/>
                  <a:pt x="283846" y="68415"/>
                </a:cubicBezTo>
                <a:cubicBezTo>
                  <a:pt x="280499" y="64506"/>
                  <a:pt x="275633" y="62551"/>
                  <a:pt x="269247" y="62551"/>
                </a:cubicBezTo>
                <a:cubicBezTo>
                  <a:pt x="264400" y="62551"/>
                  <a:pt x="260553" y="63859"/>
                  <a:pt x="257706" y="66475"/>
                </a:cubicBezTo>
                <a:cubicBezTo>
                  <a:pt x="254783" y="69091"/>
                  <a:pt x="253321" y="72092"/>
                  <a:pt x="253321" y="75477"/>
                </a:cubicBezTo>
                <a:lnTo>
                  <a:pt x="253552" y="82171"/>
                </a:lnTo>
                <a:cubicBezTo>
                  <a:pt x="253552" y="85710"/>
                  <a:pt x="252648" y="88441"/>
                  <a:pt x="250840" y="90364"/>
                </a:cubicBezTo>
                <a:cubicBezTo>
                  <a:pt x="249031" y="92288"/>
                  <a:pt x="246666" y="93250"/>
                  <a:pt x="243742" y="93250"/>
                </a:cubicBezTo>
                <a:cubicBezTo>
                  <a:pt x="240895" y="93250"/>
                  <a:pt x="238568" y="92247"/>
                  <a:pt x="236760" y="90242"/>
                </a:cubicBezTo>
                <a:cubicBezTo>
                  <a:pt x="234952" y="88234"/>
                  <a:pt x="234048" y="85495"/>
                  <a:pt x="234048" y="82023"/>
                </a:cubicBezTo>
                <a:cubicBezTo>
                  <a:pt x="234048" y="75384"/>
                  <a:pt x="237433" y="69287"/>
                  <a:pt x="244204" y="63730"/>
                </a:cubicBezTo>
                <a:cubicBezTo>
                  <a:pt x="250974" y="58174"/>
                  <a:pt x="260476" y="55396"/>
                  <a:pt x="272709" y="55396"/>
                </a:cubicBezTo>
                <a:cubicBezTo>
                  <a:pt x="282096" y="55396"/>
                  <a:pt x="289790" y="56971"/>
                  <a:pt x="295791" y="60120"/>
                </a:cubicBezTo>
                <a:cubicBezTo>
                  <a:pt x="300330" y="62503"/>
                  <a:pt x="303677" y="66231"/>
                  <a:pt x="305831" y="71304"/>
                </a:cubicBezTo>
                <a:cubicBezTo>
                  <a:pt x="307216" y="74608"/>
                  <a:pt x="307909" y="81370"/>
                  <a:pt x="307909" y="91591"/>
                </a:cubicBezTo>
                <a:lnTo>
                  <a:pt x="307909" y="127439"/>
                </a:lnTo>
                <a:cubicBezTo>
                  <a:pt x="307909" y="137506"/>
                  <a:pt x="308101" y="143673"/>
                  <a:pt x="308486" y="145941"/>
                </a:cubicBezTo>
                <a:cubicBezTo>
                  <a:pt x="308871" y="148208"/>
                  <a:pt x="309505" y="149726"/>
                  <a:pt x="310390" y="150496"/>
                </a:cubicBezTo>
                <a:cubicBezTo>
                  <a:pt x="311275" y="151263"/>
                  <a:pt x="312294" y="151646"/>
                  <a:pt x="313448" y="151646"/>
                </a:cubicBezTo>
                <a:cubicBezTo>
                  <a:pt x="314679" y="151646"/>
                  <a:pt x="315757" y="151377"/>
                  <a:pt x="316680" y="150838"/>
                </a:cubicBezTo>
                <a:cubicBezTo>
                  <a:pt x="318296" y="149838"/>
                  <a:pt x="321412" y="147030"/>
                  <a:pt x="326028" y="142414"/>
                </a:cubicBezTo>
                <a:lnTo>
                  <a:pt x="326028" y="148876"/>
                </a:lnTo>
                <a:cubicBezTo>
                  <a:pt x="317411" y="160417"/>
                  <a:pt x="309178" y="166188"/>
                  <a:pt x="301331" y="166188"/>
                </a:cubicBezTo>
                <a:cubicBezTo>
                  <a:pt x="297561" y="166188"/>
                  <a:pt x="294560" y="164889"/>
                  <a:pt x="292329" y="162293"/>
                </a:cubicBezTo>
                <a:cubicBezTo>
                  <a:pt x="290098" y="159693"/>
                  <a:pt x="288943" y="155262"/>
                  <a:pt x="288866" y="148999"/>
                </a:cubicBezTo>
                <a:moveTo>
                  <a:pt x="288866" y="141516"/>
                </a:moveTo>
                <a:lnTo>
                  <a:pt x="288866" y="101328"/>
                </a:lnTo>
                <a:cubicBezTo>
                  <a:pt x="277249" y="105935"/>
                  <a:pt x="269747" y="109198"/>
                  <a:pt x="266362" y="111116"/>
                </a:cubicBezTo>
                <a:cubicBezTo>
                  <a:pt x="260284" y="114494"/>
                  <a:pt x="255937" y="118026"/>
                  <a:pt x="253321" y="121712"/>
                </a:cubicBezTo>
                <a:cubicBezTo>
                  <a:pt x="250705" y="125396"/>
                  <a:pt x="249397" y="129425"/>
                  <a:pt x="249397" y="133801"/>
                </a:cubicBezTo>
                <a:cubicBezTo>
                  <a:pt x="249397" y="139329"/>
                  <a:pt x="251051" y="143916"/>
                  <a:pt x="254359" y="147564"/>
                </a:cubicBezTo>
                <a:cubicBezTo>
                  <a:pt x="257668" y="151209"/>
                  <a:pt x="261476" y="153031"/>
                  <a:pt x="265785" y="153031"/>
                </a:cubicBezTo>
                <a:cubicBezTo>
                  <a:pt x="271632" y="153031"/>
                  <a:pt x="279326" y="149193"/>
                  <a:pt x="288866" y="141516"/>
                </a:cubicBezTo>
                <a:close/>
                <a:moveTo>
                  <a:pt x="364946" y="55396"/>
                </a:moveTo>
                <a:lnTo>
                  <a:pt x="364946" y="79170"/>
                </a:lnTo>
                <a:cubicBezTo>
                  <a:pt x="373794" y="63321"/>
                  <a:pt x="382873" y="55396"/>
                  <a:pt x="392182" y="55396"/>
                </a:cubicBezTo>
                <a:cubicBezTo>
                  <a:pt x="396414" y="55396"/>
                  <a:pt x="399915" y="56685"/>
                  <a:pt x="402684" y="59262"/>
                </a:cubicBezTo>
                <a:cubicBezTo>
                  <a:pt x="405454" y="61839"/>
                  <a:pt x="406839" y="64821"/>
                  <a:pt x="406839" y="68206"/>
                </a:cubicBezTo>
                <a:cubicBezTo>
                  <a:pt x="406839" y="71207"/>
                  <a:pt x="405839" y="73746"/>
                  <a:pt x="403838" y="75823"/>
                </a:cubicBezTo>
                <a:cubicBezTo>
                  <a:pt x="401838" y="77900"/>
                  <a:pt x="399453" y="78939"/>
                  <a:pt x="396683" y="78939"/>
                </a:cubicBezTo>
                <a:cubicBezTo>
                  <a:pt x="393990" y="78939"/>
                  <a:pt x="390970" y="77631"/>
                  <a:pt x="387624" y="75015"/>
                </a:cubicBezTo>
                <a:cubicBezTo>
                  <a:pt x="384277" y="72399"/>
                  <a:pt x="381795" y="71091"/>
                  <a:pt x="380180" y="71091"/>
                </a:cubicBezTo>
                <a:cubicBezTo>
                  <a:pt x="378795" y="71091"/>
                  <a:pt x="377295" y="71855"/>
                  <a:pt x="375679" y="73381"/>
                </a:cubicBezTo>
                <a:cubicBezTo>
                  <a:pt x="372217" y="76514"/>
                  <a:pt x="368639" y="81670"/>
                  <a:pt x="364946" y="88850"/>
                </a:cubicBezTo>
                <a:lnTo>
                  <a:pt x="364946" y="139413"/>
                </a:lnTo>
                <a:cubicBezTo>
                  <a:pt x="364946" y="145265"/>
                  <a:pt x="365677" y="149691"/>
                  <a:pt x="367139" y="152692"/>
                </a:cubicBezTo>
                <a:cubicBezTo>
                  <a:pt x="368139" y="154772"/>
                  <a:pt x="369908" y="156503"/>
                  <a:pt x="372447" y="157885"/>
                </a:cubicBezTo>
                <a:cubicBezTo>
                  <a:pt x="374986" y="159265"/>
                  <a:pt x="378641" y="159956"/>
                  <a:pt x="383411" y="159956"/>
                </a:cubicBezTo>
                <a:lnTo>
                  <a:pt x="383411" y="164110"/>
                </a:lnTo>
                <a:lnTo>
                  <a:pt x="329285" y="164110"/>
                </a:lnTo>
                <a:lnTo>
                  <a:pt x="329285" y="159956"/>
                </a:lnTo>
                <a:cubicBezTo>
                  <a:pt x="334671" y="159956"/>
                  <a:pt x="338671" y="159100"/>
                  <a:pt x="341287" y="157388"/>
                </a:cubicBezTo>
                <a:cubicBezTo>
                  <a:pt x="343211" y="156142"/>
                  <a:pt x="344557" y="154157"/>
                  <a:pt x="345327" y="151433"/>
                </a:cubicBezTo>
                <a:cubicBezTo>
                  <a:pt x="345711" y="150109"/>
                  <a:pt x="345904" y="146333"/>
                  <a:pt x="345904" y="140105"/>
                </a:cubicBezTo>
                <a:lnTo>
                  <a:pt x="345904" y="99482"/>
                </a:lnTo>
                <a:cubicBezTo>
                  <a:pt x="345904" y="87172"/>
                  <a:pt x="345654" y="79843"/>
                  <a:pt x="345153" y="77496"/>
                </a:cubicBezTo>
                <a:cubicBezTo>
                  <a:pt x="344653" y="75150"/>
                  <a:pt x="343730" y="73438"/>
                  <a:pt x="342384" y="72361"/>
                </a:cubicBezTo>
                <a:cubicBezTo>
                  <a:pt x="341037" y="71284"/>
                  <a:pt x="339364" y="70745"/>
                  <a:pt x="337363" y="70745"/>
                </a:cubicBezTo>
                <a:cubicBezTo>
                  <a:pt x="334978" y="70745"/>
                  <a:pt x="332285" y="71322"/>
                  <a:pt x="329285" y="72476"/>
                </a:cubicBezTo>
                <a:lnTo>
                  <a:pt x="328131" y="68322"/>
                </a:lnTo>
                <a:lnTo>
                  <a:pt x="360099" y="55396"/>
                </a:lnTo>
                <a:lnTo>
                  <a:pt x="364946" y="55396"/>
                </a:lnTo>
                <a:close/>
                <a:moveTo>
                  <a:pt x="502589" y="123948"/>
                </a:moveTo>
                <a:cubicBezTo>
                  <a:pt x="499743" y="137874"/>
                  <a:pt x="494164" y="148588"/>
                  <a:pt x="485855" y="156089"/>
                </a:cubicBezTo>
                <a:cubicBezTo>
                  <a:pt x="477546" y="163591"/>
                  <a:pt x="468352" y="167342"/>
                  <a:pt x="458273" y="167342"/>
                </a:cubicBezTo>
                <a:cubicBezTo>
                  <a:pt x="446270" y="167342"/>
                  <a:pt x="435807" y="162308"/>
                  <a:pt x="426882" y="152241"/>
                </a:cubicBezTo>
                <a:cubicBezTo>
                  <a:pt x="417957" y="142172"/>
                  <a:pt x="413494" y="128567"/>
                  <a:pt x="413494" y="111426"/>
                </a:cubicBezTo>
                <a:cubicBezTo>
                  <a:pt x="413494" y="94825"/>
                  <a:pt x="418438" y="81336"/>
                  <a:pt x="428324" y="70962"/>
                </a:cubicBezTo>
                <a:cubicBezTo>
                  <a:pt x="438211" y="60584"/>
                  <a:pt x="450079" y="55396"/>
                  <a:pt x="463928" y="55396"/>
                </a:cubicBezTo>
                <a:cubicBezTo>
                  <a:pt x="474314" y="55396"/>
                  <a:pt x="482855" y="58156"/>
                  <a:pt x="489548" y="63676"/>
                </a:cubicBezTo>
                <a:cubicBezTo>
                  <a:pt x="496242" y="69194"/>
                  <a:pt x="499589" y="74925"/>
                  <a:pt x="499589" y="80869"/>
                </a:cubicBezTo>
                <a:cubicBezTo>
                  <a:pt x="499589" y="83802"/>
                  <a:pt x="498646" y="86176"/>
                  <a:pt x="496761" y="87991"/>
                </a:cubicBezTo>
                <a:cubicBezTo>
                  <a:pt x="494876" y="89804"/>
                  <a:pt x="492241" y="90711"/>
                  <a:pt x="488856" y="90711"/>
                </a:cubicBezTo>
                <a:cubicBezTo>
                  <a:pt x="484316" y="90711"/>
                  <a:pt x="480893" y="89237"/>
                  <a:pt x="478584" y="86289"/>
                </a:cubicBezTo>
                <a:cubicBezTo>
                  <a:pt x="477276" y="84659"/>
                  <a:pt x="476411" y="81555"/>
                  <a:pt x="475988" y="76977"/>
                </a:cubicBezTo>
                <a:cubicBezTo>
                  <a:pt x="475565" y="72399"/>
                  <a:pt x="474007" y="68908"/>
                  <a:pt x="471314" y="66504"/>
                </a:cubicBezTo>
                <a:cubicBezTo>
                  <a:pt x="468621" y="64176"/>
                  <a:pt x="464889" y="63013"/>
                  <a:pt x="460119" y="63013"/>
                </a:cubicBezTo>
                <a:cubicBezTo>
                  <a:pt x="452425" y="63013"/>
                  <a:pt x="446232" y="65860"/>
                  <a:pt x="441538" y="71553"/>
                </a:cubicBezTo>
                <a:cubicBezTo>
                  <a:pt x="435306" y="79093"/>
                  <a:pt x="432190" y="89057"/>
                  <a:pt x="432190" y="101444"/>
                </a:cubicBezTo>
                <a:cubicBezTo>
                  <a:pt x="432190" y="114062"/>
                  <a:pt x="435287" y="125198"/>
                  <a:pt x="441481" y="134854"/>
                </a:cubicBezTo>
                <a:cubicBezTo>
                  <a:pt x="447674" y="144510"/>
                  <a:pt x="456041" y="149338"/>
                  <a:pt x="466582" y="149338"/>
                </a:cubicBezTo>
                <a:cubicBezTo>
                  <a:pt x="474122" y="149338"/>
                  <a:pt x="480893" y="146761"/>
                  <a:pt x="486894" y="141606"/>
                </a:cubicBezTo>
                <a:cubicBezTo>
                  <a:pt x="491125" y="138066"/>
                  <a:pt x="495242" y="131642"/>
                  <a:pt x="499242" y="122333"/>
                </a:cubicBezTo>
                <a:lnTo>
                  <a:pt x="502589" y="123948"/>
                </a:lnTo>
                <a:close/>
                <a:moveTo>
                  <a:pt x="548893" y="0"/>
                </a:moveTo>
                <a:lnTo>
                  <a:pt x="548893" y="77536"/>
                </a:lnTo>
                <a:cubicBezTo>
                  <a:pt x="557434" y="68109"/>
                  <a:pt x="564204" y="62062"/>
                  <a:pt x="569205" y="59395"/>
                </a:cubicBezTo>
                <a:cubicBezTo>
                  <a:pt x="574206" y="56729"/>
                  <a:pt x="579207" y="55396"/>
                  <a:pt x="584208" y="55396"/>
                </a:cubicBezTo>
                <a:cubicBezTo>
                  <a:pt x="590210" y="55396"/>
                  <a:pt x="595364" y="57046"/>
                  <a:pt x="599673" y="60348"/>
                </a:cubicBezTo>
                <a:cubicBezTo>
                  <a:pt x="603982" y="63646"/>
                  <a:pt x="607174" y="68825"/>
                  <a:pt x="609252" y="75884"/>
                </a:cubicBezTo>
                <a:cubicBezTo>
                  <a:pt x="610714" y="80794"/>
                  <a:pt x="611445" y="89771"/>
                  <a:pt x="611445" y="102814"/>
                </a:cubicBezTo>
                <a:lnTo>
                  <a:pt x="611445" y="140105"/>
                </a:lnTo>
                <a:cubicBezTo>
                  <a:pt x="611445" y="146837"/>
                  <a:pt x="611983" y="151442"/>
                  <a:pt x="613060" y="153918"/>
                </a:cubicBezTo>
                <a:cubicBezTo>
                  <a:pt x="613830" y="155777"/>
                  <a:pt x="615138" y="157248"/>
                  <a:pt x="616984" y="158333"/>
                </a:cubicBezTo>
                <a:cubicBezTo>
                  <a:pt x="618831" y="159415"/>
                  <a:pt x="622216" y="159956"/>
                  <a:pt x="627140" y="159956"/>
                </a:cubicBezTo>
                <a:lnTo>
                  <a:pt x="627140" y="164110"/>
                </a:lnTo>
                <a:lnTo>
                  <a:pt x="575206" y="164110"/>
                </a:lnTo>
                <a:lnTo>
                  <a:pt x="575206" y="159956"/>
                </a:lnTo>
                <a:lnTo>
                  <a:pt x="577630" y="159956"/>
                </a:lnTo>
                <a:cubicBezTo>
                  <a:pt x="582554" y="159956"/>
                  <a:pt x="585978" y="159202"/>
                  <a:pt x="587901" y="157694"/>
                </a:cubicBezTo>
                <a:cubicBezTo>
                  <a:pt x="589825" y="156184"/>
                  <a:pt x="591171" y="153959"/>
                  <a:pt x="591941" y="151019"/>
                </a:cubicBezTo>
                <a:cubicBezTo>
                  <a:pt x="592171" y="149780"/>
                  <a:pt x="592287" y="146143"/>
                  <a:pt x="592287" y="140105"/>
                </a:cubicBezTo>
                <a:lnTo>
                  <a:pt x="592287" y="102897"/>
                </a:lnTo>
                <a:cubicBezTo>
                  <a:pt x="592287" y="91412"/>
                  <a:pt x="591691" y="83870"/>
                  <a:pt x="590498" y="80274"/>
                </a:cubicBezTo>
                <a:cubicBezTo>
                  <a:pt x="589305" y="76674"/>
                  <a:pt x="587401" y="73975"/>
                  <a:pt x="584785" y="72177"/>
                </a:cubicBezTo>
                <a:cubicBezTo>
                  <a:pt x="582169" y="70376"/>
                  <a:pt x="579015" y="69476"/>
                  <a:pt x="575322" y="69476"/>
                </a:cubicBezTo>
                <a:cubicBezTo>
                  <a:pt x="571552" y="69476"/>
                  <a:pt x="567628" y="70473"/>
                  <a:pt x="563550" y="72469"/>
                </a:cubicBezTo>
                <a:cubicBezTo>
                  <a:pt x="559473" y="74465"/>
                  <a:pt x="554587" y="78494"/>
                  <a:pt x="548893" y="84558"/>
                </a:cubicBezTo>
                <a:lnTo>
                  <a:pt x="548893" y="140105"/>
                </a:lnTo>
                <a:cubicBezTo>
                  <a:pt x="548893" y="147381"/>
                  <a:pt x="549297" y="151908"/>
                  <a:pt x="550105" y="153687"/>
                </a:cubicBezTo>
                <a:cubicBezTo>
                  <a:pt x="550913" y="155467"/>
                  <a:pt x="552413" y="156956"/>
                  <a:pt x="554606" y="158156"/>
                </a:cubicBezTo>
                <a:cubicBezTo>
                  <a:pt x="556799" y="159356"/>
                  <a:pt x="560588" y="159956"/>
                  <a:pt x="565974" y="159956"/>
                </a:cubicBezTo>
                <a:lnTo>
                  <a:pt x="565974" y="164110"/>
                </a:lnTo>
                <a:lnTo>
                  <a:pt x="513579" y="164110"/>
                </a:lnTo>
                <a:lnTo>
                  <a:pt x="513579" y="159956"/>
                </a:lnTo>
                <a:cubicBezTo>
                  <a:pt x="518272" y="159956"/>
                  <a:pt x="521965" y="159220"/>
                  <a:pt x="524658" y="157748"/>
                </a:cubicBezTo>
                <a:cubicBezTo>
                  <a:pt x="526197" y="156977"/>
                  <a:pt x="527428" y="155508"/>
                  <a:pt x="528351" y="153341"/>
                </a:cubicBezTo>
                <a:cubicBezTo>
                  <a:pt x="529274" y="151173"/>
                  <a:pt x="529736" y="146761"/>
                  <a:pt x="529736" y="140105"/>
                </a:cubicBezTo>
                <a:lnTo>
                  <a:pt x="529736" y="44548"/>
                </a:lnTo>
                <a:cubicBezTo>
                  <a:pt x="529736" y="32519"/>
                  <a:pt x="529447" y="25125"/>
                  <a:pt x="528870" y="22368"/>
                </a:cubicBezTo>
                <a:cubicBezTo>
                  <a:pt x="528293" y="19610"/>
                  <a:pt x="527408" y="17732"/>
                  <a:pt x="526216" y="16734"/>
                </a:cubicBezTo>
                <a:cubicBezTo>
                  <a:pt x="525023" y="15734"/>
                  <a:pt x="523427" y="15234"/>
                  <a:pt x="521426" y="15234"/>
                </a:cubicBezTo>
                <a:cubicBezTo>
                  <a:pt x="519811" y="15234"/>
                  <a:pt x="517195" y="15849"/>
                  <a:pt x="513579" y="17080"/>
                </a:cubicBezTo>
                <a:lnTo>
                  <a:pt x="511963" y="12926"/>
                </a:lnTo>
                <a:lnTo>
                  <a:pt x="543585" y="0"/>
                </a:lnTo>
                <a:lnTo>
                  <a:pt x="548893" y="0"/>
                </a:lnTo>
                <a:close/>
                <a:moveTo>
                  <a:pt x="726045" y="55396"/>
                </a:moveTo>
                <a:lnTo>
                  <a:pt x="726045" y="79170"/>
                </a:lnTo>
                <a:cubicBezTo>
                  <a:pt x="734893" y="63321"/>
                  <a:pt x="743972" y="55396"/>
                  <a:pt x="753281" y="55396"/>
                </a:cubicBezTo>
                <a:cubicBezTo>
                  <a:pt x="757513" y="55396"/>
                  <a:pt x="761014" y="56685"/>
                  <a:pt x="763783" y="59262"/>
                </a:cubicBezTo>
                <a:cubicBezTo>
                  <a:pt x="766553" y="61839"/>
                  <a:pt x="767938" y="64821"/>
                  <a:pt x="767938" y="68206"/>
                </a:cubicBezTo>
                <a:cubicBezTo>
                  <a:pt x="767938" y="71207"/>
                  <a:pt x="766938" y="73746"/>
                  <a:pt x="764938" y="75823"/>
                </a:cubicBezTo>
                <a:cubicBezTo>
                  <a:pt x="762937" y="77900"/>
                  <a:pt x="760552" y="78939"/>
                  <a:pt x="757782" y="78939"/>
                </a:cubicBezTo>
                <a:cubicBezTo>
                  <a:pt x="755089" y="78939"/>
                  <a:pt x="752070" y="77631"/>
                  <a:pt x="748723" y="75015"/>
                </a:cubicBezTo>
                <a:cubicBezTo>
                  <a:pt x="745376" y="72399"/>
                  <a:pt x="742895" y="71091"/>
                  <a:pt x="741279" y="71091"/>
                </a:cubicBezTo>
                <a:cubicBezTo>
                  <a:pt x="739894" y="71091"/>
                  <a:pt x="738394" y="71855"/>
                  <a:pt x="736778" y="73381"/>
                </a:cubicBezTo>
                <a:cubicBezTo>
                  <a:pt x="733316" y="76514"/>
                  <a:pt x="729738" y="81670"/>
                  <a:pt x="726045" y="88850"/>
                </a:cubicBezTo>
                <a:lnTo>
                  <a:pt x="726045" y="139413"/>
                </a:lnTo>
                <a:cubicBezTo>
                  <a:pt x="726045" y="145265"/>
                  <a:pt x="726776" y="149691"/>
                  <a:pt x="728238" y="152692"/>
                </a:cubicBezTo>
                <a:cubicBezTo>
                  <a:pt x="729238" y="154772"/>
                  <a:pt x="731008" y="156503"/>
                  <a:pt x="733547" y="157885"/>
                </a:cubicBezTo>
                <a:cubicBezTo>
                  <a:pt x="736086" y="159265"/>
                  <a:pt x="739740" y="159956"/>
                  <a:pt x="744510" y="159956"/>
                </a:cubicBezTo>
                <a:lnTo>
                  <a:pt x="744510" y="164110"/>
                </a:lnTo>
                <a:lnTo>
                  <a:pt x="690384" y="164110"/>
                </a:lnTo>
                <a:lnTo>
                  <a:pt x="690384" y="159956"/>
                </a:lnTo>
                <a:cubicBezTo>
                  <a:pt x="695770" y="159956"/>
                  <a:pt x="699770" y="159100"/>
                  <a:pt x="702386" y="157388"/>
                </a:cubicBezTo>
                <a:cubicBezTo>
                  <a:pt x="704310" y="156142"/>
                  <a:pt x="705656" y="154157"/>
                  <a:pt x="706426" y="151433"/>
                </a:cubicBezTo>
                <a:cubicBezTo>
                  <a:pt x="706810" y="150109"/>
                  <a:pt x="707003" y="146333"/>
                  <a:pt x="707003" y="140105"/>
                </a:cubicBezTo>
                <a:lnTo>
                  <a:pt x="707003" y="99482"/>
                </a:lnTo>
                <a:cubicBezTo>
                  <a:pt x="707003" y="87172"/>
                  <a:pt x="706753" y="79843"/>
                  <a:pt x="706253" y="77496"/>
                </a:cubicBezTo>
                <a:cubicBezTo>
                  <a:pt x="705752" y="75150"/>
                  <a:pt x="704829" y="73438"/>
                  <a:pt x="703483" y="72361"/>
                </a:cubicBezTo>
                <a:cubicBezTo>
                  <a:pt x="702136" y="71284"/>
                  <a:pt x="700463" y="70745"/>
                  <a:pt x="698463" y="70745"/>
                </a:cubicBezTo>
                <a:cubicBezTo>
                  <a:pt x="696077" y="70745"/>
                  <a:pt x="693385" y="71322"/>
                  <a:pt x="690384" y="72476"/>
                </a:cubicBezTo>
                <a:lnTo>
                  <a:pt x="689230" y="68322"/>
                </a:lnTo>
                <a:lnTo>
                  <a:pt x="721198" y="55396"/>
                </a:lnTo>
                <a:lnTo>
                  <a:pt x="726045" y="55396"/>
                </a:lnTo>
                <a:close/>
                <a:moveTo>
                  <a:pt x="791674" y="98328"/>
                </a:moveTo>
                <a:cubicBezTo>
                  <a:pt x="791597" y="113951"/>
                  <a:pt x="795405" y="126205"/>
                  <a:pt x="803099" y="135089"/>
                </a:cubicBezTo>
                <a:cubicBezTo>
                  <a:pt x="810793" y="143973"/>
                  <a:pt x="819833" y="148415"/>
                  <a:pt x="830220" y="148415"/>
                </a:cubicBezTo>
                <a:cubicBezTo>
                  <a:pt x="837144" y="148415"/>
                  <a:pt x="843165" y="146502"/>
                  <a:pt x="848281" y="142677"/>
                </a:cubicBezTo>
                <a:cubicBezTo>
                  <a:pt x="853398" y="138851"/>
                  <a:pt x="857687" y="132301"/>
                  <a:pt x="861149" y="123025"/>
                </a:cubicBezTo>
                <a:lnTo>
                  <a:pt x="864727" y="125344"/>
                </a:lnTo>
                <a:cubicBezTo>
                  <a:pt x="863111" y="135940"/>
                  <a:pt x="858418" y="145588"/>
                  <a:pt x="850647" y="154290"/>
                </a:cubicBezTo>
                <a:cubicBezTo>
                  <a:pt x="842876" y="162991"/>
                  <a:pt x="833143" y="167342"/>
                  <a:pt x="821449" y="167342"/>
                </a:cubicBezTo>
                <a:cubicBezTo>
                  <a:pt x="808754" y="167342"/>
                  <a:pt x="797886" y="162409"/>
                  <a:pt x="788846" y="152544"/>
                </a:cubicBezTo>
                <a:cubicBezTo>
                  <a:pt x="779806" y="142677"/>
                  <a:pt x="775286" y="129412"/>
                  <a:pt x="775286" y="112750"/>
                </a:cubicBezTo>
                <a:cubicBezTo>
                  <a:pt x="775286" y="94708"/>
                  <a:pt x="779921" y="80639"/>
                  <a:pt x="789192" y="70543"/>
                </a:cubicBezTo>
                <a:cubicBezTo>
                  <a:pt x="798463" y="60445"/>
                  <a:pt x="810100" y="55396"/>
                  <a:pt x="824103" y="55396"/>
                </a:cubicBezTo>
                <a:cubicBezTo>
                  <a:pt x="835952" y="55396"/>
                  <a:pt x="845684" y="59291"/>
                  <a:pt x="853301" y="67081"/>
                </a:cubicBezTo>
                <a:cubicBezTo>
                  <a:pt x="860918" y="74869"/>
                  <a:pt x="864727" y="85284"/>
                  <a:pt x="864727" y="98328"/>
                </a:cubicBezTo>
                <a:lnTo>
                  <a:pt x="791674" y="98328"/>
                </a:lnTo>
                <a:moveTo>
                  <a:pt x="791674" y="91634"/>
                </a:moveTo>
                <a:lnTo>
                  <a:pt x="840607" y="91634"/>
                </a:lnTo>
                <a:cubicBezTo>
                  <a:pt x="840222" y="84919"/>
                  <a:pt x="839414" y="80188"/>
                  <a:pt x="838183" y="77442"/>
                </a:cubicBezTo>
                <a:cubicBezTo>
                  <a:pt x="836259" y="73167"/>
                  <a:pt x="833394" y="69810"/>
                  <a:pt x="829585" y="67369"/>
                </a:cubicBezTo>
                <a:cubicBezTo>
                  <a:pt x="825777" y="64927"/>
                  <a:pt x="821795" y="63705"/>
                  <a:pt x="817640" y="63705"/>
                </a:cubicBezTo>
                <a:cubicBezTo>
                  <a:pt x="811254" y="63705"/>
                  <a:pt x="805542" y="66166"/>
                  <a:pt x="800502" y="71088"/>
                </a:cubicBezTo>
                <a:cubicBezTo>
                  <a:pt x="795463" y="76009"/>
                  <a:pt x="792520" y="82858"/>
                  <a:pt x="791674" y="91634"/>
                </a:cubicBezTo>
                <a:close/>
                <a:moveTo>
                  <a:pt x="915301" y="0"/>
                </a:moveTo>
                <a:lnTo>
                  <a:pt x="915301" y="140105"/>
                </a:lnTo>
                <a:cubicBezTo>
                  <a:pt x="915301" y="146761"/>
                  <a:pt x="915782" y="151173"/>
                  <a:pt x="916744" y="153341"/>
                </a:cubicBezTo>
                <a:cubicBezTo>
                  <a:pt x="917706" y="155508"/>
                  <a:pt x="919187" y="157152"/>
                  <a:pt x="921187" y="158275"/>
                </a:cubicBezTo>
                <a:cubicBezTo>
                  <a:pt x="923188" y="159395"/>
                  <a:pt x="926919" y="159956"/>
                  <a:pt x="932382" y="159956"/>
                </a:cubicBezTo>
                <a:lnTo>
                  <a:pt x="932382" y="164110"/>
                </a:lnTo>
                <a:lnTo>
                  <a:pt x="880564" y="164110"/>
                </a:lnTo>
                <a:lnTo>
                  <a:pt x="880564" y="159956"/>
                </a:lnTo>
                <a:cubicBezTo>
                  <a:pt x="885411" y="159956"/>
                  <a:pt x="888719" y="159453"/>
                  <a:pt x="890489" y="158448"/>
                </a:cubicBezTo>
                <a:cubicBezTo>
                  <a:pt x="892258" y="157441"/>
                  <a:pt x="893643" y="155777"/>
                  <a:pt x="894643" y="153457"/>
                </a:cubicBezTo>
                <a:cubicBezTo>
                  <a:pt x="895644" y="151134"/>
                  <a:pt x="896144" y="146684"/>
                  <a:pt x="896144" y="140105"/>
                </a:cubicBezTo>
                <a:lnTo>
                  <a:pt x="896144" y="44317"/>
                </a:lnTo>
                <a:cubicBezTo>
                  <a:pt x="896144" y="32391"/>
                  <a:pt x="895874" y="25063"/>
                  <a:pt x="895336" y="22331"/>
                </a:cubicBezTo>
                <a:cubicBezTo>
                  <a:pt x="894797" y="19600"/>
                  <a:pt x="893932" y="17734"/>
                  <a:pt x="892739" y="16734"/>
                </a:cubicBezTo>
                <a:cubicBezTo>
                  <a:pt x="891547" y="15734"/>
                  <a:pt x="890027" y="15234"/>
                  <a:pt x="888180" y="15234"/>
                </a:cubicBezTo>
                <a:cubicBezTo>
                  <a:pt x="886180" y="15234"/>
                  <a:pt x="883641" y="15849"/>
                  <a:pt x="880564" y="17080"/>
                </a:cubicBezTo>
                <a:lnTo>
                  <a:pt x="878602" y="12926"/>
                </a:lnTo>
                <a:lnTo>
                  <a:pt x="910108" y="0"/>
                </a:lnTo>
                <a:lnTo>
                  <a:pt x="915301" y="0"/>
                </a:lnTo>
                <a:close/>
                <a:moveTo>
                  <a:pt x="1004499" y="148999"/>
                </a:moveTo>
                <a:cubicBezTo>
                  <a:pt x="993650" y="157383"/>
                  <a:pt x="986841" y="162228"/>
                  <a:pt x="984072" y="163533"/>
                </a:cubicBezTo>
                <a:cubicBezTo>
                  <a:pt x="979917" y="165457"/>
                  <a:pt x="975493" y="166418"/>
                  <a:pt x="970800" y="166418"/>
                </a:cubicBezTo>
                <a:cubicBezTo>
                  <a:pt x="963490" y="166418"/>
                  <a:pt x="957470" y="163918"/>
                  <a:pt x="952738" y="158917"/>
                </a:cubicBezTo>
                <a:cubicBezTo>
                  <a:pt x="948007" y="153916"/>
                  <a:pt x="945641" y="147338"/>
                  <a:pt x="945641" y="139182"/>
                </a:cubicBezTo>
                <a:cubicBezTo>
                  <a:pt x="945641" y="134027"/>
                  <a:pt x="946795" y="129565"/>
                  <a:pt x="949103" y="125795"/>
                </a:cubicBezTo>
                <a:cubicBezTo>
                  <a:pt x="952257" y="120563"/>
                  <a:pt x="957739" y="115639"/>
                  <a:pt x="965549" y="111023"/>
                </a:cubicBezTo>
                <a:cubicBezTo>
                  <a:pt x="973358" y="106406"/>
                  <a:pt x="986341" y="100790"/>
                  <a:pt x="1004499" y="94173"/>
                </a:cubicBezTo>
                <a:lnTo>
                  <a:pt x="1004499" y="90033"/>
                </a:lnTo>
                <a:cubicBezTo>
                  <a:pt x="1004499" y="79531"/>
                  <a:pt x="1002825" y="72325"/>
                  <a:pt x="999479" y="68415"/>
                </a:cubicBezTo>
                <a:cubicBezTo>
                  <a:pt x="996132" y="64506"/>
                  <a:pt x="991265" y="62551"/>
                  <a:pt x="984879" y="62551"/>
                </a:cubicBezTo>
                <a:cubicBezTo>
                  <a:pt x="980032" y="62551"/>
                  <a:pt x="976185" y="63859"/>
                  <a:pt x="973339" y="66475"/>
                </a:cubicBezTo>
                <a:cubicBezTo>
                  <a:pt x="970415" y="69091"/>
                  <a:pt x="968953" y="72092"/>
                  <a:pt x="968953" y="75477"/>
                </a:cubicBezTo>
                <a:lnTo>
                  <a:pt x="969184" y="82171"/>
                </a:lnTo>
                <a:cubicBezTo>
                  <a:pt x="969184" y="85710"/>
                  <a:pt x="968280" y="88441"/>
                  <a:pt x="966472" y="90364"/>
                </a:cubicBezTo>
                <a:cubicBezTo>
                  <a:pt x="964664" y="92288"/>
                  <a:pt x="962298" y="93250"/>
                  <a:pt x="959374" y="93250"/>
                </a:cubicBezTo>
                <a:cubicBezTo>
                  <a:pt x="956528" y="93250"/>
                  <a:pt x="954200" y="92247"/>
                  <a:pt x="952392" y="90242"/>
                </a:cubicBezTo>
                <a:cubicBezTo>
                  <a:pt x="950584" y="88234"/>
                  <a:pt x="949680" y="85495"/>
                  <a:pt x="949680" y="82023"/>
                </a:cubicBezTo>
                <a:cubicBezTo>
                  <a:pt x="949680" y="75384"/>
                  <a:pt x="953065" y="69287"/>
                  <a:pt x="959836" y="63730"/>
                </a:cubicBezTo>
                <a:cubicBezTo>
                  <a:pt x="966606" y="58174"/>
                  <a:pt x="976108" y="55396"/>
                  <a:pt x="988342" y="55396"/>
                </a:cubicBezTo>
                <a:cubicBezTo>
                  <a:pt x="997728" y="55396"/>
                  <a:pt x="1005422" y="56971"/>
                  <a:pt x="1011423" y="60120"/>
                </a:cubicBezTo>
                <a:cubicBezTo>
                  <a:pt x="1015963" y="62503"/>
                  <a:pt x="1019309" y="66231"/>
                  <a:pt x="1021464" y="71304"/>
                </a:cubicBezTo>
                <a:cubicBezTo>
                  <a:pt x="1022849" y="74608"/>
                  <a:pt x="1023541" y="81370"/>
                  <a:pt x="1023541" y="91591"/>
                </a:cubicBezTo>
                <a:lnTo>
                  <a:pt x="1023541" y="127439"/>
                </a:lnTo>
                <a:cubicBezTo>
                  <a:pt x="1023541" y="137506"/>
                  <a:pt x="1023733" y="143673"/>
                  <a:pt x="1024118" y="145941"/>
                </a:cubicBezTo>
                <a:cubicBezTo>
                  <a:pt x="1024503" y="148208"/>
                  <a:pt x="1025138" y="149726"/>
                  <a:pt x="1026022" y="150496"/>
                </a:cubicBezTo>
                <a:cubicBezTo>
                  <a:pt x="1026907" y="151263"/>
                  <a:pt x="1027927" y="151646"/>
                  <a:pt x="1029081" y="151646"/>
                </a:cubicBezTo>
                <a:cubicBezTo>
                  <a:pt x="1030312" y="151646"/>
                  <a:pt x="1031389" y="151377"/>
                  <a:pt x="1032312" y="150838"/>
                </a:cubicBezTo>
                <a:cubicBezTo>
                  <a:pt x="1033928" y="149838"/>
                  <a:pt x="1037044" y="147030"/>
                  <a:pt x="1041660" y="142414"/>
                </a:cubicBezTo>
                <a:lnTo>
                  <a:pt x="1041660" y="148876"/>
                </a:lnTo>
                <a:cubicBezTo>
                  <a:pt x="1033043" y="160417"/>
                  <a:pt x="1024811" y="166188"/>
                  <a:pt x="1016963" y="166188"/>
                </a:cubicBezTo>
                <a:cubicBezTo>
                  <a:pt x="1013193" y="166188"/>
                  <a:pt x="1010192" y="164889"/>
                  <a:pt x="1007961" y="162293"/>
                </a:cubicBezTo>
                <a:cubicBezTo>
                  <a:pt x="1005730" y="159693"/>
                  <a:pt x="1004576" y="155262"/>
                  <a:pt x="1004499" y="148999"/>
                </a:cubicBezTo>
                <a:moveTo>
                  <a:pt x="1004499" y="141516"/>
                </a:moveTo>
                <a:lnTo>
                  <a:pt x="1004499" y="101328"/>
                </a:lnTo>
                <a:cubicBezTo>
                  <a:pt x="992881" y="105935"/>
                  <a:pt x="985380" y="109198"/>
                  <a:pt x="981994" y="111116"/>
                </a:cubicBezTo>
                <a:cubicBezTo>
                  <a:pt x="975916" y="114494"/>
                  <a:pt x="971569" y="118026"/>
                  <a:pt x="968953" y="121712"/>
                </a:cubicBezTo>
                <a:cubicBezTo>
                  <a:pt x="966337" y="125396"/>
                  <a:pt x="965029" y="129425"/>
                  <a:pt x="965029" y="133801"/>
                </a:cubicBezTo>
                <a:cubicBezTo>
                  <a:pt x="965029" y="139329"/>
                  <a:pt x="966683" y="143916"/>
                  <a:pt x="969992" y="147564"/>
                </a:cubicBezTo>
                <a:cubicBezTo>
                  <a:pt x="973300" y="151209"/>
                  <a:pt x="977109" y="153031"/>
                  <a:pt x="981417" y="153031"/>
                </a:cubicBezTo>
                <a:cubicBezTo>
                  <a:pt x="987265" y="153031"/>
                  <a:pt x="994958" y="149193"/>
                  <a:pt x="1004499" y="141516"/>
                </a:cubicBezTo>
                <a:close/>
                <a:moveTo>
                  <a:pt x="1080348" y="23543"/>
                </a:moveTo>
                <a:lnTo>
                  <a:pt x="1080348" y="58396"/>
                </a:lnTo>
                <a:lnTo>
                  <a:pt x="1105045" y="58396"/>
                </a:lnTo>
                <a:lnTo>
                  <a:pt x="1105045" y="66244"/>
                </a:lnTo>
                <a:lnTo>
                  <a:pt x="1080348" y="66475"/>
                </a:lnTo>
                <a:lnTo>
                  <a:pt x="1080348" y="135121"/>
                </a:lnTo>
                <a:cubicBezTo>
                  <a:pt x="1080348" y="141976"/>
                  <a:pt x="1081329" y="146598"/>
                  <a:pt x="1083291" y="148988"/>
                </a:cubicBezTo>
                <a:cubicBezTo>
                  <a:pt x="1085253" y="151376"/>
                  <a:pt x="1087772" y="152569"/>
                  <a:pt x="1090850" y="152569"/>
                </a:cubicBezTo>
                <a:cubicBezTo>
                  <a:pt x="1093389" y="152569"/>
                  <a:pt x="1095851" y="151771"/>
                  <a:pt x="1098236" y="150175"/>
                </a:cubicBezTo>
                <a:cubicBezTo>
                  <a:pt x="1100621" y="148578"/>
                  <a:pt x="1102468" y="146222"/>
                  <a:pt x="1103776" y="143106"/>
                </a:cubicBezTo>
                <a:lnTo>
                  <a:pt x="1108276" y="143106"/>
                </a:lnTo>
                <a:cubicBezTo>
                  <a:pt x="1105584" y="150684"/>
                  <a:pt x="1101775" y="156388"/>
                  <a:pt x="1096851" y="160215"/>
                </a:cubicBezTo>
                <a:cubicBezTo>
                  <a:pt x="1091927" y="164043"/>
                  <a:pt x="1086849" y="165957"/>
                  <a:pt x="1081617" y="165957"/>
                </a:cubicBezTo>
                <a:cubicBezTo>
                  <a:pt x="1078078" y="165957"/>
                  <a:pt x="1074616" y="164972"/>
                  <a:pt x="1071230" y="163003"/>
                </a:cubicBezTo>
                <a:cubicBezTo>
                  <a:pt x="1067845" y="161034"/>
                  <a:pt x="1065345" y="158216"/>
                  <a:pt x="1063729" y="154549"/>
                </a:cubicBezTo>
                <a:cubicBezTo>
                  <a:pt x="1062113" y="150883"/>
                  <a:pt x="1061305" y="145228"/>
                  <a:pt x="1061305" y="137584"/>
                </a:cubicBezTo>
                <a:lnTo>
                  <a:pt x="1061305" y="66244"/>
                </a:lnTo>
                <a:lnTo>
                  <a:pt x="1044571" y="66244"/>
                </a:lnTo>
                <a:lnTo>
                  <a:pt x="1044571" y="62544"/>
                </a:lnTo>
                <a:cubicBezTo>
                  <a:pt x="1048803" y="60861"/>
                  <a:pt x="1053131" y="58012"/>
                  <a:pt x="1057555" y="53997"/>
                </a:cubicBezTo>
                <a:cubicBezTo>
                  <a:pt x="1061979" y="49981"/>
                  <a:pt x="1065922" y="45195"/>
                  <a:pt x="1069384" y="39639"/>
                </a:cubicBezTo>
                <a:cubicBezTo>
                  <a:pt x="1071154" y="36706"/>
                  <a:pt x="1073616" y="31340"/>
                  <a:pt x="1076770" y="23543"/>
                </a:cubicBezTo>
                <a:lnTo>
                  <a:pt x="1080348" y="23543"/>
                </a:lnTo>
                <a:close/>
                <a:moveTo>
                  <a:pt x="1133076" y="98328"/>
                </a:moveTo>
                <a:cubicBezTo>
                  <a:pt x="1132999" y="113951"/>
                  <a:pt x="1136808" y="126205"/>
                  <a:pt x="1144502" y="135089"/>
                </a:cubicBezTo>
                <a:cubicBezTo>
                  <a:pt x="1152195" y="143973"/>
                  <a:pt x="1161236" y="148415"/>
                  <a:pt x="1171622" y="148415"/>
                </a:cubicBezTo>
                <a:cubicBezTo>
                  <a:pt x="1178547" y="148415"/>
                  <a:pt x="1184567" y="146502"/>
                  <a:pt x="1189684" y="142677"/>
                </a:cubicBezTo>
                <a:cubicBezTo>
                  <a:pt x="1194800" y="138851"/>
                  <a:pt x="1199090" y="132301"/>
                  <a:pt x="1202552" y="123025"/>
                </a:cubicBezTo>
                <a:lnTo>
                  <a:pt x="1206129" y="125344"/>
                </a:lnTo>
                <a:cubicBezTo>
                  <a:pt x="1204514" y="135940"/>
                  <a:pt x="1199820" y="145588"/>
                  <a:pt x="1192050" y="154290"/>
                </a:cubicBezTo>
                <a:cubicBezTo>
                  <a:pt x="1184279" y="162991"/>
                  <a:pt x="1174546" y="167342"/>
                  <a:pt x="1162851" y="167342"/>
                </a:cubicBezTo>
                <a:cubicBezTo>
                  <a:pt x="1150157" y="167342"/>
                  <a:pt x="1139289" y="162409"/>
                  <a:pt x="1130249" y="152544"/>
                </a:cubicBezTo>
                <a:cubicBezTo>
                  <a:pt x="1121208" y="142677"/>
                  <a:pt x="1116688" y="129412"/>
                  <a:pt x="1116688" y="112750"/>
                </a:cubicBezTo>
                <a:cubicBezTo>
                  <a:pt x="1116688" y="94708"/>
                  <a:pt x="1121324" y="80639"/>
                  <a:pt x="1130595" y="70543"/>
                </a:cubicBezTo>
                <a:cubicBezTo>
                  <a:pt x="1139866" y="60445"/>
                  <a:pt x="1151503" y="55396"/>
                  <a:pt x="1165506" y="55396"/>
                </a:cubicBezTo>
                <a:cubicBezTo>
                  <a:pt x="1177354" y="55396"/>
                  <a:pt x="1187087" y="59291"/>
                  <a:pt x="1194704" y="67081"/>
                </a:cubicBezTo>
                <a:cubicBezTo>
                  <a:pt x="1202321" y="74869"/>
                  <a:pt x="1206129" y="85284"/>
                  <a:pt x="1206129" y="98328"/>
                </a:cubicBezTo>
                <a:lnTo>
                  <a:pt x="1133076" y="98328"/>
                </a:lnTo>
                <a:moveTo>
                  <a:pt x="1133076" y="91634"/>
                </a:moveTo>
                <a:lnTo>
                  <a:pt x="1182009" y="91634"/>
                </a:lnTo>
                <a:cubicBezTo>
                  <a:pt x="1181625" y="84919"/>
                  <a:pt x="1180817" y="80188"/>
                  <a:pt x="1179586" y="77442"/>
                </a:cubicBezTo>
                <a:cubicBezTo>
                  <a:pt x="1177662" y="73167"/>
                  <a:pt x="1174796" y="69810"/>
                  <a:pt x="1170988" y="67369"/>
                </a:cubicBezTo>
                <a:cubicBezTo>
                  <a:pt x="1167179" y="64927"/>
                  <a:pt x="1163198" y="63705"/>
                  <a:pt x="1159043" y="63705"/>
                </a:cubicBezTo>
                <a:cubicBezTo>
                  <a:pt x="1152657" y="63705"/>
                  <a:pt x="1146944" y="66166"/>
                  <a:pt x="1141905" y="71088"/>
                </a:cubicBezTo>
                <a:cubicBezTo>
                  <a:pt x="1136865" y="76009"/>
                  <a:pt x="1133923" y="82858"/>
                  <a:pt x="1133076" y="91634"/>
                </a:cubicBezTo>
                <a:close/>
                <a:moveTo>
                  <a:pt x="1295019" y="152230"/>
                </a:moveTo>
                <a:cubicBezTo>
                  <a:pt x="1289864" y="157614"/>
                  <a:pt x="1284825" y="161479"/>
                  <a:pt x="1279901" y="163825"/>
                </a:cubicBezTo>
                <a:cubicBezTo>
                  <a:pt x="1274977" y="166170"/>
                  <a:pt x="1269668" y="167342"/>
                  <a:pt x="1263974" y="167342"/>
                </a:cubicBezTo>
                <a:cubicBezTo>
                  <a:pt x="1252434" y="167342"/>
                  <a:pt x="1242355" y="162525"/>
                  <a:pt x="1233738" y="152890"/>
                </a:cubicBezTo>
                <a:cubicBezTo>
                  <a:pt x="1225120" y="143254"/>
                  <a:pt x="1220812" y="130872"/>
                  <a:pt x="1220812" y="115743"/>
                </a:cubicBezTo>
                <a:cubicBezTo>
                  <a:pt x="1220812" y="100618"/>
                  <a:pt x="1225582" y="86778"/>
                  <a:pt x="1235122" y="74225"/>
                </a:cubicBezTo>
                <a:cubicBezTo>
                  <a:pt x="1244663" y="61672"/>
                  <a:pt x="1256935" y="55396"/>
                  <a:pt x="1271938" y="55396"/>
                </a:cubicBezTo>
                <a:cubicBezTo>
                  <a:pt x="1281247" y="55396"/>
                  <a:pt x="1288941" y="58357"/>
                  <a:pt x="1295019" y="64279"/>
                </a:cubicBezTo>
                <a:lnTo>
                  <a:pt x="1295019" y="44548"/>
                </a:lnTo>
                <a:cubicBezTo>
                  <a:pt x="1295019" y="32519"/>
                  <a:pt x="1294731" y="25125"/>
                  <a:pt x="1294154" y="22368"/>
                </a:cubicBezTo>
                <a:cubicBezTo>
                  <a:pt x="1293577" y="19610"/>
                  <a:pt x="1292673" y="17732"/>
                  <a:pt x="1291442" y="16734"/>
                </a:cubicBezTo>
                <a:cubicBezTo>
                  <a:pt x="1290211" y="15734"/>
                  <a:pt x="1288672" y="15234"/>
                  <a:pt x="1286825" y="15234"/>
                </a:cubicBezTo>
                <a:cubicBezTo>
                  <a:pt x="1284825" y="15234"/>
                  <a:pt x="1282170" y="15849"/>
                  <a:pt x="1278862" y="17080"/>
                </a:cubicBezTo>
                <a:lnTo>
                  <a:pt x="1277362" y="12926"/>
                </a:lnTo>
                <a:lnTo>
                  <a:pt x="1308868" y="0"/>
                </a:lnTo>
                <a:lnTo>
                  <a:pt x="1314062" y="0"/>
                </a:lnTo>
                <a:lnTo>
                  <a:pt x="1314062" y="122333"/>
                </a:lnTo>
                <a:cubicBezTo>
                  <a:pt x="1314062" y="134669"/>
                  <a:pt x="1314350" y="142197"/>
                  <a:pt x="1314927" y="144916"/>
                </a:cubicBezTo>
                <a:cubicBezTo>
                  <a:pt x="1315504" y="147636"/>
                  <a:pt x="1316427" y="149534"/>
                  <a:pt x="1317697" y="150611"/>
                </a:cubicBezTo>
                <a:cubicBezTo>
                  <a:pt x="1318966" y="151686"/>
                  <a:pt x="1320447" y="152223"/>
                  <a:pt x="1322140" y="152223"/>
                </a:cubicBezTo>
                <a:cubicBezTo>
                  <a:pt x="1324217" y="152223"/>
                  <a:pt x="1326987" y="151569"/>
                  <a:pt x="1330449" y="150261"/>
                </a:cubicBezTo>
                <a:lnTo>
                  <a:pt x="1331719" y="154416"/>
                </a:lnTo>
                <a:lnTo>
                  <a:pt x="1300328" y="167342"/>
                </a:lnTo>
                <a:lnTo>
                  <a:pt x="1295019" y="167342"/>
                </a:lnTo>
                <a:lnTo>
                  <a:pt x="1295019" y="152230"/>
                </a:lnTo>
                <a:moveTo>
                  <a:pt x="1295019" y="144170"/>
                </a:moveTo>
                <a:lnTo>
                  <a:pt x="1295019" y="89834"/>
                </a:lnTo>
                <a:cubicBezTo>
                  <a:pt x="1294558" y="84615"/>
                  <a:pt x="1293173" y="79856"/>
                  <a:pt x="1290865" y="75560"/>
                </a:cubicBezTo>
                <a:cubicBezTo>
                  <a:pt x="1288556" y="71261"/>
                  <a:pt x="1285498" y="68019"/>
                  <a:pt x="1281690" y="65833"/>
                </a:cubicBezTo>
                <a:cubicBezTo>
                  <a:pt x="1277881" y="63645"/>
                  <a:pt x="1274169" y="62551"/>
                  <a:pt x="1270553" y="62551"/>
                </a:cubicBezTo>
                <a:cubicBezTo>
                  <a:pt x="1263782" y="62551"/>
                  <a:pt x="1257742" y="65583"/>
                  <a:pt x="1252434" y="71647"/>
                </a:cubicBezTo>
                <a:cubicBezTo>
                  <a:pt x="1245432" y="79627"/>
                  <a:pt x="1241931" y="91291"/>
                  <a:pt x="1241931" y="106641"/>
                </a:cubicBezTo>
                <a:cubicBezTo>
                  <a:pt x="1241931" y="122144"/>
                  <a:pt x="1245317" y="134021"/>
                  <a:pt x="1252087" y="142273"/>
                </a:cubicBezTo>
                <a:cubicBezTo>
                  <a:pt x="1258858" y="150522"/>
                  <a:pt x="1266398" y="154647"/>
                  <a:pt x="1274707" y="154647"/>
                </a:cubicBezTo>
                <a:cubicBezTo>
                  <a:pt x="1281709" y="154647"/>
                  <a:pt x="1288479" y="151154"/>
                  <a:pt x="1295019" y="144170"/>
                </a:cubicBezTo>
                <a:close/>
                <a:moveTo>
                  <a:pt x="1428546" y="55396"/>
                </a:moveTo>
                <a:lnTo>
                  <a:pt x="1428546" y="79170"/>
                </a:lnTo>
                <a:cubicBezTo>
                  <a:pt x="1437394" y="63321"/>
                  <a:pt x="1446473" y="55396"/>
                  <a:pt x="1455783" y="55396"/>
                </a:cubicBezTo>
                <a:cubicBezTo>
                  <a:pt x="1460014" y="55396"/>
                  <a:pt x="1463515" y="56685"/>
                  <a:pt x="1466285" y="59262"/>
                </a:cubicBezTo>
                <a:cubicBezTo>
                  <a:pt x="1469054" y="61839"/>
                  <a:pt x="1470439" y="64821"/>
                  <a:pt x="1470439" y="68206"/>
                </a:cubicBezTo>
                <a:cubicBezTo>
                  <a:pt x="1470439" y="71207"/>
                  <a:pt x="1469439" y="73746"/>
                  <a:pt x="1467439" y="75823"/>
                </a:cubicBezTo>
                <a:cubicBezTo>
                  <a:pt x="1465438" y="77900"/>
                  <a:pt x="1463053" y="78939"/>
                  <a:pt x="1460283" y="78939"/>
                </a:cubicBezTo>
                <a:cubicBezTo>
                  <a:pt x="1457591" y="78939"/>
                  <a:pt x="1454571" y="77631"/>
                  <a:pt x="1451224" y="75015"/>
                </a:cubicBezTo>
                <a:cubicBezTo>
                  <a:pt x="1447877" y="72399"/>
                  <a:pt x="1445396" y="71091"/>
                  <a:pt x="1443780" y="71091"/>
                </a:cubicBezTo>
                <a:cubicBezTo>
                  <a:pt x="1442395" y="71091"/>
                  <a:pt x="1440895" y="71855"/>
                  <a:pt x="1439279" y="73381"/>
                </a:cubicBezTo>
                <a:cubicBezTo>
                  <a:pt x="1435817" y="76514"/>
                  <a:pt x="1432239" y="81670"/>
                  <a:pt x="1428546" y="88850"/>
                </a:cubicBezTo>
                <a:lnTo>
                  <a:pt x="1428546" y="139413"/>
                </a:lnTo>
                <a:cubicBezTo>
                  <a:pt x="1428546" y="145265"/>
                  <a:pt x="1429277" y="149691"/>
                  <a:pt x="1430739" y="152692"/>
                </a:cubicBezTo>
                <a:cubicBezTo>
                  <a:pt x="1431739" y="154772"/>
                  <a:pt x="1433509" y="156503"/>
                  <a:pt x="1436048" y="157885"/>
                </a:cubicBezTo>
                <a:cubicBezTo>
                  <a:pt x="1438587" y="159265"/>
                  <a:pt x="1442241" y="159956"/>
                  <a:pt x="1447012" y="159956"/>
                </a:cubicBezTo>
                <a:lnTo>
                  <a:pt x="1447012" y="164110"/>
                </a:lnTo>
                <a:lnTo>
                  <a:pt x="1392885" y="164110"/>
                </a:lnTo>
                <a:lnTo>
                  <a:pt x="1392885" y="159956"/>
                </a:lnTo>
                <a:cubicBezTo>
                  <a:pt x="1398271" y="159956"/>
                  <a:pt x="1402272" y="159100"/>
                  <a:pt x="1404888" y="157388"/>
                </a:cubicBezTo>
                <a:cubicBezTo>
                  <a:pt x="1406811" y="156142"/>
                  <a:pt x="1408158" y="154157"/>
                  <a:pt x="1408927" y="151433"/>
                </a:cubicBezTo>
                <a:cubicBezTo>
                  <a:pt x="1409312" y="150109"/>
                  <a:pt x="1409504" y="146333"/>
                  <a:pt x="1409504" y="140105"/>
                </a:cubicBezTo>
                <a:lnTo>
                  <a:pt x="1409504" y="99482"/>
                </a:lnTo>
                <a:cubicBezTo>
                  <a:pt x="1409504" y="87172"/>
                  <a:pt x="1409254" y="79843"/>
                  <a:pt x="1408754" y="77496"/>
                </a:cubicBezTo>
                <a:cubicBezTo>
                  <a:pt x="1408254" y="75150"/>
                  <a:pt x="1407330" y="73438"/>
                  <a:pt x="1405984" y="72361"/>
                </a:cubicBezTo>
                <a:cubicBezTo>
                  <a:pt x="1404638" y="71284"/>
                  <a:pt x="1402964" y="70745"/>
                  <a:pt x="1400964" y="70745"/>
                </a:cubicBezTo>
                <a:cubicBezTo>
                  <a:pt x="1398579" y="70745"/>
                  <a:pt x="1395886" y="71322"/>
                  <a:pt x="1392885" y="72476"/>
                </a:cubicBezTo>
                <a:lnTo>
                  <a:pt x="1391731" y="68322"/>
                </a:lnTo>
                <a:lnTo>
                  <a:pt x="1423699" y="55396"/>
                </a:lnTo>
                <a:lnTo>
                  <a:pt x="1428546" y="55396"/>
                </a:lnTo>
                <a:close/>
                <a:moveTo>
                  <a:pt x="1494175" y="98328"/>
                </a:moveTo>
                <a:cubicBezTo>
                  <a:pt x="1494098" y="113951"/>
                  <a:pt x="1497907" y="126205"/>
                  <a:pt x="1505600" y="135089"/>
                </a:cubicBezTo>
                <a:cubicBezTo>
                  <a:pt x="1513294" y="143973"/>
                  <a:pt x="1522335" y="148415"/>
                  <a:pt x="1532721" y="148415"/>
                </a:cubicBezTo>
                <a:cubicBezTo>
                  <a:pt x="1539646" y="148415"/>
                  <a:pt x="1545666" y="146502"/>
                  <a:pt x="1550783" y="142677"/>
                </a:cubicBezTo>
                <a:cubicBezTo>
                  <a:pt x="1555899" y="138851"/>
                  <a:pt x="1560188" y="132301"/>
                  <a:pt x="1563651" y="123025"/>
                </a:cubicBezTo>
                <a:lnTo>
                  <a:pt x="1567228" y="125344"/>
                </a:lnTo>
                <a:cubicBezTo>
                  <a:pt x="1565613" y="135940"/>
                  <a:pt x="1560919" y="145588"/>
                  <a:pt x="1553149" y="154290"/>
                </a:cubicBezTo>
                <a:cubicBezTo>
                  <a:pt x="1545378" y="162991"/>
                  <a:pt x="1535645" y="167342"/>
                  <a:pt x="1523950" y="167342"/>
                </a:cubicBezTo>
                <a:cubicBezTo>
                  <a:pt x="1511255" y="167342"/>
                  <a:pt x="1500388" y="162409"/>
                  <a:pt x="1491348" y="152544"/>
                </a:cubicBezTo>
                <a:cubicBezTo>
                  <a:pt x="1482307" y="142677"/>
                  <a:pt x="1477787" y="129412"/>
                  <a:pt x="1477787" y="112750"/>
                </a:cubicBezTo>
                <a:cubicBezTo>
                  <a:pt x="1477787" y="94708"/>
                  <a:pt x="1482423" y="80639"/>
                  <a:pt x="1491694" y="70543"/>
                </a:cubicBezTo>
                <a:cubicBezTo>
                  <a:pt x="1500965" y="60445"/>
                  <a:pt x="1512602" y="55396"/>
                  <a:pt x="1526605" y="55396"/>
                </a:cubicBezTo>
                <a:cubicBezTo>
                  <a:pt x="1538453" y="55396"/>
                  <a:pt x="1548186" y="59291"/>
                  <a:pt x="1555803" y="67081"/>
                </a:cubicBezTo>
                <a:cubicBezTo>
                  <a:pt x="1563420" y="74869"/>
                  <a:pt x="1567228" y="85284"/>
                  <a:pt x="1567228" y="98328"/>
                </a:cubicBezTo>
                <a:lnTo>
                  <a:pt x="1494175" y="98328"/>
                </a:lnTo>
                <a:moveTo>
                  <a:pt x="1494175" y="91634"/>
                </a:moveTo>
                <a:lnTo>
                  <a:pt x="1543108" y="91634"/>
                </a:lnTo>
                <a:cubicBezTo>
                  <a:pt x="1542723" y="84919"/>
                  <a:pt x="1541915" y="80188"/>
                  <a:pt x="1540684" y="77442"/>
                </a:cubicBezTo>
                <a:cubicBezTo>
                  <a:pt x="1538761" y="73167"/>
                  <a:pt x="1535895" y="69810"/>
                  <a:pt x="1532087" y="67369"/>
                </a:cubicBezTo>
                <a:cubicBezTo>
                  <a:pt x="1528278" y="64927"/>
                  <a:pt x="1524297" y="63705"/>
                  <a:pt x="1520142" y="63705"/>
                </a:cubicBezTo>
                <a:cubicBezTo>
                  <a:pt x="1513756" y="63705"/>
                  <a:pt x="1508043" y="66166"/>
                  <a:pt x="1503004" y="71088"/>
                </a:cubicBezTo>
                <a:cubicBezTo>
                  <a:pt x="1497964" y="76009"/>
                  <a:pt x="1495021" y="82858"/>
                  <a:pt x="1494175" y="91634"/>
                </a:cubicBezTo>
                <a:close/>
                <a:moveTo>
                  <a:pt x="1649771" y="55396"/>
                </a:moveTo>
                <a:lnTo>
                  <a:pt x="1649771" y="91403"/>
                </a:lnTo>
                <a:lnTo>
                  <a:pt x="1645962" y="91403"/>
                </a:lnTo>
                <a:cubicBezTo>
                  <a:pt x="1643038" y="80139"/>
                  <a:pt x="1639288" y="72476"/>
                  <a:pt x="1634710" y="68415"/>
                </a:cubicBezTo>
                <a:cubicBezTo>
                  <a:pt x="1630132" y="64352"/>
                  <a:pt x="1624304" y="62320"/>
                  <a:pt x="1617226" y="62320"/>
                </a:cubicBezTo>
                <a:cubicBezTo>
                  <a:pt x="1611840" y="62320"/>
                  <a:pt x="1607493" y="63739"/>
                  <a:pt x="1604184" y="66576"/>
                </a:cubicBezTo>
                <a:cubicBezTo>
                  <a:pt x="1600876" y="69413"/>
                  <a:pt x="1599222" y="72557"/>
                  <a:pt x="1599222" y="76007"/>
                </a:cubicBezTo>
                <a:cubicBezTo>
                  <a:pt x="1599222" y="80299"/>
                  <a:pt x="1600453" y="83979"/>
                  <a:pt x="1602915" y="87047"/>
                </a:cubicBezTo>
                <a:cubicBezTo>
                  <a:pt x="1605300" y="90189"/>
                  <a:pt x="1610147" y="93524"/>
                  <a:pt x="1617456" y="97051"/>
                </a:cubicBezTo>
                <a:lnTo>
                  <a:pt x="1634306" y="105216"/>
                </a:lnTo>
                <a:cubicBezTo>
                  <a:pt x="1649924" y="112823"/>
                  <a:pt x="1657734" y="122851"/>
                  <a:pt x="1657734" y="135298"/>
                </a:cubicBezTo>
                <a:cubicBezTo>
                  <a:pt x="1657734" y="144903"/>
                  <a:pt x="1654098" y="152645"/>
                  <a:pt x="1646828" y="158524"/>
                </a:cubicBezTo>
                <a:cubicBezTo>
                  <a:pt x="1639557" y="164402"/>
                  <a:pt x="1631421" y="167342"/>
                  <a:pt x="1622419" y="167342"/>
                </a:cubicBezTo>
                <a:cubicBezTo>
                  <a:pt x="1615956" y="167342"/>
                  <a:pt x="1608570" y="166245"/>
                  <a:pt x="1600261" y="164053"/>
                </a:cubicBezTo>
                <a:cubicBezTo>
                  <a:pt x="1597722" y="163322"/>
                  <a:pt x="1595644" y="162956"/>
                  <a:pt x="1594029" y="162956"/>
                </a:cubicBezTo>
                <a:cubicBezTo>
                  <a:pt x="1592259" y="162956"/>
                  <a:pt x="1590874" y="163879"/>
                  <a:pt x="1589874" y="165726"/>
                </a:cubicBezTo>
                <a:lnTo>
                  <a:pt x="1586065" y="165726"/>
                </a:lnTo>
                <a:lnTo>
                  <a:pt x="1586065" y="127872"/>
                </a:lnTo>
                <a:lnTo>
                  <a:pt x="1589874" y="127872"/>
                </a:lnTo>
                <a:cubicBezTo>
                  <a:pt x="1592028" y="138644"/>
                  <a:pt x="1596144" y="146761"/>
                  <a:pt x="1602222" y="152223"/>
                </a:cubicBezTo>
                <a:cubicBezTo>
                  <a:pt x="1608301" y="157686"/>
                  <a:pt x="1615110" y="160417"/>
                  <a:pt x="1622650" y="160417"/>
                </a:cubicBezTo>
                <a:cubicBezTo>
                  <a:pt x="1627958" y="160417"/>
                  <a:pt x="1632286" y="158868"/>
                  <a:pt x="1635633" y="155768"/>
                </a:cubicBezTo>
                <a:cubicBezTo>
                  <a:pt x="1638980" y="152667"/>
                  <a:pt x="1640653" y="148934"/>
                  <a:pt x="1640653" y="144570"/>
                </a:cubicBezTo>
                <a:cubicBezTo>
                  <a:pt x="1640653" y="139288"/>
                  <a:pt x="1638788" y="134848"/>
                  <a:pt x="1635056" y="131251"/>
                </a:cubicBezTo>
                <a:cubicBezTo>
                  <a:pt x="1631325" y="127652"/>
                  <a:pt x="1623881" y="123107"/>
                  <a:pt x="1612725" y="117615"/>
                </a:cubicBezTo>
                <a:cubicBezTo>
                  <a:pt x="1601569" y="112121"/>
                  <a:pt x="1594259" y="107140"/>
                  <a:pt x="1590797" y="102670"/>
                </a:cubicBezTo>
                <a:cubicBezTo>
                  <a:pt x="1587335" y="98277"/>
                  <a:pt x="1585604" y="92729"/>
                  <a:pt x="1585604" y="86026"/>
                </a:cubicBezTo>
                <a:cubicBezTo>
                  <a:pt x="1585604" y="77317"/>
                  <a:pt x="1588585" y="70036"/>
                  <a:pt x="1594548" y="64181"/>
                </a:cubicBezTo>
                <a:cubicBezTo>
                  <a:pt x="1600511" y="58324"/>
                  <a:pt x="1608224" y="55396"/>
                  <a:pt x="1617687" y="55396"/>
                </a:cubicBezTo>
                <a:cubicBezTo>
                  <a:pt x="1621842" y="55396"/>
                  <a:pt x="1626881" y="56281"/>
                  <a:pt x="1632806" y="58050"/>
                </a:cubicBezTo>
                <a:cubicBezTo>
                  <a:pt x="1636729" y="59204"/>
                  <a:pt x="1639345" y="59781"/>
                  <a:pt x="1640653" y="59781"/>
                </a:cubicBezTo>
                <a:cubicBezTo>
                  <a:pt x="1641884" y="59781"/>
                  <a:pt x="1642846" y="59512"/>
                  <a:pt x="1643539" y="58974"/>
                </a:cubicBezTo>
                <a:cubicBezTo>
                  <a:pt x="1644231" y="58435"/>
                  <a:pt x="1645039" y="57242"/>
                  <a:pt x="1645962" y="55396"/>
                </a:cubicBezTo>
                <a:lnTo>
                  <a:pt x="1649771" y="55396"/>
                </a:lnTo>
                <a:close/>
                <a:moveTo>
                  <a:pt x="1766038" y="58396"/>
                </a:moveTo>
                <a:lnTo>
                  <a:pt x="1766038" y="122794"/>
                </a:lnTo>
                <a:cubicBezTo>
                  <a:pt x="1766038" y="134876"/>
                  <a:pt x="1766326" y="142266"/>
                  <a:pt x="1766903" y="144963"/>
                </a:cubicBezTo>
                <a:cubicBezTo>
                  <a:pt x="1767480" y="147659"/>
                  <a:pt x="1768404" y="149542"/>
                  <a:pt x="1769673" y="150615"/>
                </a:cubicBezTo>
                <a:cubicBezTo>
                  <a:pt x="1770943" y="151687"/>
                  <a:pt x="1772424" y="152223"/>
                  <a:pt x="1774116" y="152223"/>
                </a:cubicBezTo>
                <a:cubicBezTo>
                  <a:pt x="1776501" y="152223"/>
                  <a:pt x="1779194" y="151569"/>
                  <a:pt x="1782195" y="150261"/>
                </a:cubicBezTo>
                <a:lnTo>
                  <a:pt x="1783811" y="154416"/>
                </a:lnTo>
                <a:lnTo>
                  <a:pt x="1752189" y="167342"/>
                </a:lnTo>
                <a:lnTo>
                  <a:pt x="1746995" y="167342"/>
                </a:lnTo>
                <a:lnTo>
                  <a:pt x="1746995" y="145057"/>
                </a:lnTo>
                <a:cubicBezTo>
                  <a:pt x="1737917" y="154860"/>
                  <a:pt x="1730992" y="161024"/>
                  <a:pt x="1726222" y="163551"/>
                </a:cubicBezTo>
                <a:cubicBezTo>
                  <a:pt x="1721452" y="166078"/>
                  <a:pt x="1716412" y="167342"/>
                  <a:pt x="1711104" y="167342"/>
                </a:cubicBezTo>
                <a:cubicBezTo>
                  <a:pt x="1705179" y="167342"/>
                  <a:pt x="1700044" y="165630"/>
                  <a:pt x="1695697" y="162206"/>
                </a:cubicBezTo>
                <a:cubicBezTo>
                  <a:pt x="1691350" y="158782"/>
                  <a:pt x="1688330" y="154377"/>
                  <a:pt x="1686637" y="148992"/>
                </a:cubicBezTo>
                <a:cubicBezTo>
                  <a:pt x="1684944" y="143606"/>
                  <a:pt x="1684098" y="135989"/>
                  <a:pt x="1684098" y="126141"/>
                </a:cubicBezTo>
                <a:lnTo>
                  <a:pt x="1684098" y="78939"/>
                </a:lnTo>
                <a:cubicBezTo>
                  <a:pt x="1684098" y="73902"/>
                  <a:pt x="1683559" y="70416"/>
                  <a:pt x="1682482" y="68480"/>
                </a:cubicBezTo>
                <a:cubicBezTo>
                  <a:pt x="1681405" y="66542"/>
                  <a:pt x="1679809" y="65050"/>
                  <a:pt x="1677693" y="64005"/>
                </a:cubicBezTo>
                <a:cubicBezTo>
                  <a:pt x="1675577" y="62959"/>
                  <a:pt x="1671749" y="62474"/>
                  <a:pt x="1666210" y="62551"/>
                </a:cubicBezTo>
                <a:lnTo>
                  <a:pt x="1666210" y="58396"/>
                </a:lnTo>
                <a:lnTo>
                  <a:pt x="1703256" y="58396"/>
                </a:lnTo>
                <a:lnTo>
                  <a:pt x="1703256" y="129228"/>
                </a:lnTo>
                <a:cubicBezTo>
                  <a:pt x="1703256" y="139088"/>
                  <a:pt x="1704968" y="145560"/>
                  <a:pt x="1708391" y="148642"/>
                </a:cubicBezTo>
                <a:cubicBezTo>
                  <a:pt x="1711815" y="151722"/>
                  <a:pt x="1715951" y="153262"/>
                  <a:pt x="1720798" y="153262"/>
                </a:cubicBezTo>
                <a:cubicBezTo>
                  <a:pt x="1724106" y="153262"/>
                  <a:pt x="1727857" y="152222"/>
                  <a:pt x="1732050" y="150142"/>
                </a:cubicBezTo>
                <a:cubicBezTo>
                  <a:pt x="1736243" y="148063"/>
                  <a:pt x="1741225" y="144095"/>
                  <a:pt x="1746995" y="138241"/>
                </a:cubicBezTo>
                <a:lnTo>
                  <a:pt x="1746995" y="78477"/>
                </a:lnTo>
                <a:cubicBezTo>
                  <a:pt x="1746995" y="72344"/>
                  <a:pt x="1745899" y="68195"/>
                  <a:pt x="1743706" y="66031"/>
                </a:cubicBezTo>
                <a:cubicBezTo>
                  <a:pt x="1741514" y="63868"/>
                  <a:pt x="1736955" y="62707"/>
                  <a:pt x="1730030" y="62551"/>
                </a:cubicBezTo>
                <a:lnTo>
                  <a:pt x="1730030" y="58396"/>
                </a:lnTo>
                <a:lnTo>
                  <a:pt x="1766038" y="58396"/>
                </a:lnTo>
                <a:close/>
                <a:moveTo>
                  <a:pt x="1827897" y="0"/>
                </a:moveTo>
                <a:lnTo>
                  <a:pt x="1827897" y="140105"/>
                </a:lnTo>
                <a:cubicBezTo>
                  <a:pt x="1827897" y="146761"/>
                  <a:pt x="1828377" y="151173"/>
                  <a:pt x="1829339" y="153341"/>
                </a:cubicBezTo>
                <a:cubicBezTo>
                  <a:pt x="1830301" y="155508"/>
                  <a:pt x="1831782" y="157152"/>
                  <a:pt x="1833782" y="158275"/>
                </a:cubicBezTo>
                <a:cubicBezTo>
                  <a:pt x="1835783" y="159395"/>
                  <a:pt x="1839514" y="159956"/>
                  <a:pt x="1844977" y="159956"/>
                </a:cubicBezTo>
                <a:lnTo>
                  <a:pt x="1844977" y="164110"/>
                </a:lnTo>
                <a:lnTo>
                  <a:pt x="1793159" y="164110"/>
                </a:lnTo>
                <a:lnTo>
                  <a:pt x="1793159" y="159956"/>
                </a:lnTo>
                <a:cubicBezTo>
                  <a:pt x="1798006" y="159956"/>
                  <a:pt x="1801314" y="159453"/>
                  <a:pt x="1803084" y="158448"/>
                </a:cubicBezTo>
                <a:cubicBezTo>
                  <a:pt x="1804853" y="157441"/>
                  <a:pt x="1806238" y="155777"/>
                  <a:pt x="1807239" y="153457"/>
                </a:cubicBezTo>
                <a:cubicBezTo>
                  <a:pt x="1808239" y="151134"/>
                  <a:pt x="1808739" y="146684"/>
                  <a:pt x="1808739" y="140105"/>
                </a:cubicBezTo>
                <a:lnTo>
                  <a:pt x="1808739" y="44317"/>
                </a:lnTo>
                <a:cubicBezTo>
                  <a:pt x="1808739" y="32391"/>
                  <a:pt x="1808470" y="25063"/>
                  <a:pt x="1807931" y="22331"/>
                </a:cubicBezTo>
                <a:cubicBezTo>
                  <a:pt x="1807392" y="19600"/>
                  <a:pt x="1806527" y="17734"/>
                  <a:pt x="1805334" y="16734"/>
                </a:cubicBezTo>
                <a:cubicBezTo>
                  <a:pt x="1804142" y="15734"/>
                  <a:pt x="1802622" y="15234"/>
                  <a:pt x="1800776" y="15234"/>
                </a:cubicBezTo>
                <a:cubicBezTo>
                  <a:pt x="1798775" y="15234"/>
                  <a:pt x="1796236" y="15849"/>
                  <a:pt x="1793159" y="17080"/>
                </a:cubicBezTo>
                <a:lnTo>
                  <a:pt x="1791197" y="12926"/>
                </a:lnTo>
                <a:lnTo>
                  <a:pt x="1822703" y="0"/>
                </a:lnTo>
                <a:lnTo>
                  <a:pt x="1827897" y="0"/>
                </a:lnTo>
                <a:close/>
                <a:moveTo>
                  <a:pt x="1887896" y="23543"/>
                </a:moveTo>
                <a:lnTo>
                  <a:pt x="1887896" y="58396"/>
                </a:lnTo>
                <a:lnTo>
                  <a:pt x="1912593" y="58396"/>
                </a:lnTo>
                <a:lnTo>
                  <a:pt x="1912593" y="66244"/>
                </a:lnTo>
                <a:lnTo>
                  <a:pt x="1887896" y="66475"/>
                </a:lnTo>
                <a:lnTo>
                  <a:pt x="1887896" y="135121"/>
                </a:lnTo>
                <a:cubicBezTo>
                  <a:pt x="1887896" y="141976"/>
                  <a:pt x="1888877" y="146598"/>
                  <a:pt x="1890839" y="148988"/>
                </a:cubicBezTo>
                <a:cubicBezTo>
                  <a:pt x="1892801" y="151376"/>
                  <a:pt x="1895320" y="152569"/>
                  <a:pt x="1898398" y="152569"/>
                </a:cubicBezTo>
                <a:cubicBezTo>
                  <a:pt x="1900937" y="152569"/>
                  <a:pt x="1903399" y="151771"/>
                  <a:pt x="1905784" y="150175"/>
                </a:cubicBezTo>
                <a:cubicBezTo>
                  <a:pt x="1908169" y="148578"/>
                  <a:pt x="1910016" y="146222"/>
                  <a:pt x="1911324" y="143106"/>
                </a:cubicBezTo>
                <a:lnTo>
                  <a:pt x="1915824" y="143106"/>
                </a:lnTo>
                <a:cubicBezTo>
                  <a:pt x="1913132" y="150684"/>
                  <a:pt x="1909323" y="156388"/>
                  <a:pt x="1904399" y="160215"/>
                </a:cubicBezTo>
                <a:cubicBezTo>
                  <a:pt x="1899475" y="164043"/>
                  <a:pt x="1894397" y="165957"/>
                  <a:pt x="1889165" y="165957"/>
                </a:cubicBezTo>
                <a:cubicBezTo>
                  <a:pt x="1885626" y="165957"/>
                  <a:pt x="1882164" y="164972"/>
                  <a:pt x="1878779" y="163003"/>
                </a:cubicBezTo>
                <a:cubicBezTo>
                  <a:pt x="1875393" y="161034"/>
                  <a:pt x="1872893" y="158216"/>
                  <a:pt x="1871277" y="154549"/>
                </a:cubicBezTo>
                <a:cubicBezTo>
                  <a:pt x="1869661" y="150883"/>
                  <a:pt x="1868853" y="145228"/>
                  <a:pt x="1868853" y="137584"/>
                </a:cubicBezTo>
                <a:lnTo>
                  <a:pt x="1868853" y="66244"/>
                </a:lnTo>
                <a:lnTo>
                  <a:pt x="1852119" y="66244"/>
                </a:lnTo>
                <a:lnTo>
                  <a:pt x="1852119" y="62544"/>
                </a:lnTo>
                <a:cubicBezTo>
                  <a:pt x="1856351" y="60861"/>
                  <a:pt x="1860679" y="58012"/>
                  <a:pt x="1865103" y="53997"/>
                </a:cubicBezTo>
                <a:cubicBezTo>
                  <a:pt x="1869527" y="49981"/>
                  <a:pt x="1873470" y="45195"/>
                  <a:pt x="1876932" y="39639"/>
                </a:cubicBezTo>
                <a:cubicBezTo>
                  <a:pt x="1878702" y="36706"/>
                  <a:pt x="1881164" y="31340"/>
                  <a:pt x="1884318" y="23543"/>
                </a:cubicBezTo>
                <a:lnTo>
                  <a:pt x="1887896" y="2354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Text Browsewebpageto">
            <a:extLst xmlns:a="http://schemas.openxmlformats.org/drawingml/2006/main">
              <a:ext uri="{FF2B5EF4-FFF2-40B4-BE49-F238E27FC236}">
                <a16:creationId xmlns:a16="http://schemas.microsoft.com/office/drawing/2014/main" id="{8525C6FB-893F-4A87-819A-3A74B7C59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762" y="505539"/>
            <a:ext cx="1911555" cy="215121"/>
          </a:xfrm>
          <a:custGeom xmlns:a="http://schemas.openxmlformats.org/drawingml/2006/main">
            <a:pathLst>
              <a:path w="1911555" h="215121">
                <a:moveTo>
                  <a:pt x="105252" y="83988"/>
                </a:moveTo>
                <a:cubicBezTo>
                  <a:pt x="116100" y="86304"/>
                  <a:pt x="124218" y="90009"/>
                  <a:pt x="129603" y="95103"/>
                </a:cubicBezTo>
                <a:cubicBezTo>
                  <a:pt x="137066" y="102206"/>
                  <a:pt x="140798" y="110889"/>
                  <a:pt x="140798" y="121153"/>
                </a:cubicBezTo>
                <a:cubicBezTo>
                  <a:pt x="140798" y="128950"/>
                  <a:pt x="138336" y="136420"/>
                  <a:pt x="133412" y="143560"/>
                </a:cubicBezTo>
                <a:cubicBezTo>
                  <a:pt x="128488" y="150699"/>
                  <a:pt x="121736" y="155909"/>
                  <a:pt x="113158" y="159191"/>
                </a:cubicBezTo>
                <a:cubicBezTo>
                  <a:pt x="104579" y="162470"/>
                  <a:pt x="91480" y="164110"/>
                  <a:pt x="73861" y="164110"/>
                </a:cubicBezTo>
                <a:lnTo>
                  <a:pt x="0" y="164110"/>
                </a:lnTo>
                <a:lnTo>
                  <a:pt x="0" y="159725"/>
                </a:lnTo>
                <a:lnTo>
                  <a:pt x="5886" y="159725"/>
                </a:lnTo>
                <a:cubicBezTo>
                  <a:pt x="12426" y="159725"/>
                  <a:pt x="17119" y="157658"/>
                  <a:pt x="19966" y="153525"/>
                </a:cubicBezTo>
                <a:cubicBezTo>
                  <a:pt x="21735" y="150844"/>
                  <a:pt x="22620" y="145140"/>
                  <a:pt x="22620" y="136412"/>
                </a:cubicBezTo>
                <a:lnTo>
                  <a:pt x="22620" y="35315"/>
                </a:lnTo>
                <a:cubicBezTo>
                  <a:pt x="22620" y="25669"/>
                  <a:pt x="21504" y="19582"/>
                  <a:pt x="19273" y="17055"/>
                </a:cubicBezTo>
                <a:cubicBezTo>
                  <a:pt x="16273" y="13687"/>
                  <a:pt x="11810" y="12002"/>
                  <a:pt x="5886" y="12002"/>
                </a:cubicBezTo>
                <a:lnTo>
                  <a:pt x="0" y="12002"/>
                </a:lnTo>
                <a:lnTo>
                  <a:pt x="0" y="7617"/>
                </a:lnTo>
                <a:lnTo>
                  <a:pt x="67629" y="7617"/>
                </a:lnTo>
                <a:cubicBezTo>
                  <a:pt x="80247" y="7617"/>
                  <a:pt x="90364" y="8537"/>
                  <a:pt x="97981" y="10376"/>
                </a:cubicBezTo>
                <a:cubicBezTo>
                  <a:pt x="109522" y="13136"/>
                  <a:pt x="118332" y="18025"/>
                  <a:pt x="124410" y="25044"/>
                </a:cubicBezTo>
                <a:cubicBezTo>
                  <a:pt x="130488" y="32059"/>
                  <a:pt x="133527" y="40130"/>
                  <a:pt x="133527" y="49254"/>
                </a:cubicBezTo>
                <a:cubicBezTo>
                  <a:pt x="133527" y="57075"/>
                  <a:pt x="131142" y="64072"/>
                  <a:pt x="126372" y="70244"/>
                </a:cubicBezTo>
                <a:cubicBezTo>
                  <a:pt x="121602" y="76416"/>
                  <a:pt x="114562" y="80997"/>
                  <a:pt x="105252" y="83988"/>
                </a:cubicBezTo>
                <a:moveTo>
                  <a:pt x="44778" y="77569"/>
                </a:moveTo>
                <a:cubicBezTo>
                  <a:pt x="47625" y="78102"/>
                  <a:pt x="50876" y="78503"/>
                  <a:pt x="54530" y="78770"/>
                </a:cubicBezTo>
                <a:cubicBezTo>
                  <a:pt x="58185" y="79036"/>
                  <a:pt x="62205" y="79170"/>
                  <a:pt x="66590" y="79170"/>
                </a:cubicBezTo>
                <a:cubicBezTo>
                  <a:pt x="77823" y="79170"/>
                  <a:pt x="86268" y="77969"/>
                  <a:pt x="91923" y="75567"/>
                </a:cubicBezTo>
                <a:cubicBezTo>
                  <a:pt x="97577" y="73165"/>
                  <a:pt x="101905" y="69486"/>
                  <a:pt x="104906" y="64531"/>
                </a:cubicBezTo>
                <a:cubicBezTo>
                  <a:pt x="107907" y="59573"/>
                  <a:pt x="109407" y="54160"/>
                  <a:pt x="109407" y="48291"/>
                </a:cubicBezTo>
                <a:cubicBezTo>
                  <a:pt x="109407" y="39217"/>
                  <a:pt x="105675" y="31478"/>
                  <a:pt x="98212" y="25072"/>
                </a:cubicBezTo>
                <a:cubicBezTo>
                  <a:pt x="90749" y="18667"/>
                  <a:pt x="79862" y="15465"/>
                  <a:pt x="65552" y="15465"/>
                </a:cubicBezTo>
                <a:cubicBezTo>
                  <a:pt x="57858" y="15465"/>
                  <a:pt x="50933" y="16304"/>
                  <a:pt x="44778" y="17982"/>
                </a:cubicBezTo>
                <a:lnTo>
                  <a:pt x="44778" y="77569"/>
                </a:lnTo>
                <a:moveTo>
                  <a:pt x="44778" y="152685"/>
                </a:moveTo>
                <a:cubicBezTo>
                  <a:pt x="53703" y="154762"/>
                  <a:pt x="62513" y="155801"/>
                  <a:pt x="71207" y="155801"/>
                </a:cubicBezTo>
                <a:cubicBezTo>
                  <a:pt x="85133" y="155801"/>
                  <a:pt x="95750" y="152666"/>
                  <a:pt x="103059" y="146395"/>
                </a:cubicBezTo>
                <a:cubicBezTo>
                  <a:pt x="110369" y="140125"/>
                  <a:pt x="114023" y="132373"/>
                  <a:pt x="114023" y="123140"/>
                </a:cubicBezTo>
                <a:cubicBezTo>
                  <a:pt x="114023" y="117062"/>
                  <a:pt x="112369" y="111215"/>
                  <a:pt x="109061" y="105598"/>
                </a:cubicBezTo>
                <a:cubicBezTo>
                  <a:pt x="105752" y="99982"/>
                  <a:pt x="100367" y="95558"/>
                  <a:pt x="92903" y="92326"/>
                </a:cubicBezTo>
                <a:cubicBezTo>
                  <a:pt x="85440" y="89095"/>
                  <a:pt x="76208" y="87479"/>
                  <a:pt x="65206" y="87479"/>
                </a:cubicBezTo>
                <a:cubicBezTo>
                  <a:pt x="60435" y="87479"/>
                  <a:pt x="56358" y="87556"/>
                  <a:pt x="52972" y="87710"/>
                </a:cubicBezTo>
                <a:cubicBezTo>
                  <a:pt x="49587" y="87864"/>
                  <a:pt x="46856" y="88133"/>
                  <a:pt x="44778" y="88518"/>
                </a:cubicBezTo>
                <a:lnTo>
                  <a:pt x="44778" y="152685"/>
                </a:lnTo>
                <a:close/>
                <a:moveTo>
                  <a:pt x="191962" y="55396"/>
                </a:moveTo>
                <a:lnTo>
                  <a:pt x="191962" y="79170"/>
                </a:lnTo>
                <a:cubicBezTo>
                  <a:pt x="200810" y="63321"/>
                  <a:pt x="209889" y="55396"/>
                  <a:pt x="219198" y="55396"/>
                </a:cubicBezTo>
                <a:cubicBezTo>
                  <a:pt x="223430" y="55396"/>
                  <a:pt x="226931" y="56685"/>
                  <a:pt x="229700" y="59262"/>
                </a:cubicBezTo>
                <a:cubicBezTo>
                  <a:pt x="232470" y="61839"/>
                  <a:pt x="233855" y="64821"/>
                  <a:pt x="233855" y="68206"/>
                </a:cubicBezTo>
                <a:cubicBezTo>
                  <a:pt x="233855" y="71207"/>
                  <a:pt x="232855" y="73746"/>
                  <a:pt x="230855" y="75823"/>
                </a:cubicBezTo>
                <a:cubicBezTo>
                  <a:pt x="228854" y="77900"/>
                  <a:pt x="226469" y="78939"/>
                  <a:pt x="223699" y="78939"/>
                </a:cubicBezTo>
                <a:cubicBezTo>
                  <a:pt x="221006" y="78939"/>
                  <a:pt x="217987" y="77631"/>
                  <a:pt x="214640" y="75015"/>
                </a:cubicBezTo>
                <a:cubicBezTo>
                  <a:pt x="211293" y="72399"/>
                  <a:pt x="208812" y="71091"/>
                  <a:pt x="207196" y="71091"/>
                </a:cubicBezTo>
                <a:cubicBezTo>
                  <a:pt x="205811" y="71091"/>
                  <a:pt x="204311" y="71855"/>
                  <a:pt x="202695" y="73381"/>
                </a:cubicBezTo>
                <a:cubicBezTo>
                  <a:pt x="199233" y="76514"/>
                  <a:pt x="195655" y="81670"/>
                  <a:pt x="191962" y="88850"/>
                </a:cubicBezTo>
                <a:lnTo>
                  <a:pt x="191962" y="139413"/>
                </a:lnTo>
                <a:cubicBezTo>
                  <a:pt x="191962" y="145265"/>
                  <a:pt x="192693" y="149691"/>
                  <a:pt x="194155" y="152692"/>
                </a:cubicBezTo>
                <a:cubicBezTo>
                  <a:pt x="195155" y="154772"/>
                  <a:pt x="196925" y="156503"/>
                  <a:pt x="199464" y="157885"/>
                </a:cubicBezTo>
                <a:cubicBezTo>
                  <a:pt x="202003" y="159265"/>
                  <a:pt x="205657" y="159956"/>
                  <a:pt x="210427" y="159956"/>
                </a:cubicBezTo>
                <a:lnTo>
                  <a:pt x="210427" y="164110"/>
                </a:lnTo>
                <a:lnTo>
                  <a:pt x="156301" y="164110"/>
                </a:lnTo>
                <a:lnTo>
                  <a:pt x="156301" y="159956"/>
                </a:lnTo>
                <a:cubicBezTo>
                  <a:pt x="161687" y="159956"/>
                  <a:pt x="165687" y="159100"/>
                  <a:pt x="168303" y="157388"/>
                </a:cubicBezTo>
                <a:cubicBezTo>
                  <a:pt x="170227" y="156142"/>
                  <a:pt x="171573" y="154157"/>
                  <a:pt x="172343" y="151433"/>
                </a:cubicBezTo>
                <a:cubicBezTo>
                  <a:pt x="172727" y="150109"/>
                  <a:pt x="172920" y="146333"/>
                  <a:pt x="172920" y="140105"/>
                </a:cubicBezTo>
                <a:lnTo>
                  <a:pt x="172920" y="99482"/>
                </a:lnTo>
                <a:cubicBezTo>
                  <a:pt x="172920" y="87172"/>
                  <a:pt x="172670" y="79843"/>
                  <a:pt x="172170" y="77496"/>
                </a:cubicBezTo>
                <a:cubicBezTo>
                  <a:pt x="171669" y="75150"/>
                  <a:pt x="170746" y="73438"/>
                  <a:pt x="169400" y="72361"/>
                </a:cubicBezTo>
                <a:cubicBezTo>
                  <a:pt x="168053" y="71284"/>
                  <a:pt x="166380" y="70745"/>
                  <a:pt x="164379" y="70745"/>
                </a:cubicBezTo>
                <a:cubicBezTo>
                  <a:pt x="161994" y="70745"/>
                  <a:pt x="159302" y="71322"/>
                  <a:pt x="156301" y="72476"/>
                </a:cubicBezTo>
                <a:lnTo>
                  <a:pt x="155147" y="68322"/>
                </a:lnTo>
                <a:lnTo>
                  <a:pt x="187115" y="55396"/>
                </a:lnTo>
                <a:lnTo>
                  <a:pt x="191962" y="55396"/>
                </a:lnTo>
                <a:close/>
                <a:moveTo>
                  <a:pt x="291521" y="55396"/>
                </a:moveTo>
                <a:cubicBezTo>
                  <a:pt x="307524" y="55396"/>
                  <a:pt x="320373" y="61468"/>
                  <a:pt x="330067" y="73612"/>
                </a:cubicBezTo>
                <a:cubicBezTo>
                  <a:pt x="338299" y="83987"/>
                  <a:pt x="342416" y="95900"/>
                  <a:pt x="342416" y="109353"/>
                </a:cubicBezTo>
                <a:cubicBezTo>
                  <a:pt x="342416" y="118807"/>
                  <a:pt x="340146" y="128376"/>
                  <a:pt x="335607" y="138060"/>
                </a:cubicBezTo>
                <a:cubicBezTo>
                  <a:pt x="331067" y="147743"/>
                  <a:pt x="324816" y="155043"/>
                  <a:pt x="316853" y="159963"/>
                </a:cubicBezTo>
                <a:cubicBezTo>
                  <a:pt x="308890" y="164882"/>
                  <a:pt x="300022" y="167342"/>
                  <a:pt x="290251" y="167342"/>
                </a:cubicBezTo>
                <a:cubicBezTo>
                  <a:pt x="274325" y="167342"/>
                  <a:pt x="261668" y="161000"/>
                  <a:pt x="252282" y="148317"/>
                </a:cubicBezTo>
                <a:cubicBezTo>
                  <a:pt x="244357" y="137635"/>
                  <a:pt x="240395" y="125646"/>
                  <a:pt x="240395" y="112350"/>
                </a:cubicBezTo>
                <a:cubicBezTo>
                  <a:pt x="240395" y="102665"/>
                  <a:pt x="242799" y="93038"/>
                  <a:pt x="247608" y="83469"/>
                </a:cubicBezTo>
                <a:cubicBezTo>
                  <a:pt x="252417" y="73900"/>
                  <a:pt x="258745" y="66828"/>
                  <a:pt x="266593" y="62255"/>
                </a:cubicBezTo>
                <a:cubicBezTo>
                  <a:pt x="274440" y="57682"/>
                  <a:pt x="282750" y="55396"/>
                  <a:pt x="291521" y="55396"/>
                </a:cubicBezTo>
                <a:moveTo>
                  <a:pt x="287943" y="63013"/>
                </a:moveTo>
                <a:cubicBezTo>
                  <a:pt x="283865" y="63013"/>
                  <a:pt x="279768" y="64221"/>
                  <a:pt x="275652" y="66637"/>
                </a:cubicBezTo>
                <a:cubicBezTo>
                  <a:pt x="271536" y="69051"/>
                  <a:pt x="268208" y="73287"/>
                  <a:pt x="265669" y="79343"/>
                </a:cubicBezTo>
                <a:cubicBezTo>
                  <a:pt x="263130" y="85400"/>
                  <a:pt x="261861" y="93180"/>
                  <a:pt x="261861" y="102684"/>
                </a:cubicBezTo>
                <a:cubicBezTo>
                  <a:pt x="261861" y="118017"/>
                  <a:pt x="264919" y="131242"/>
                  <a:pt x="271036" y="142359"/>
                </a:cubicBezTo>
                <a:cubicBezTo>
                  <a:pt x="277152" y="153475"/>
                  <a:pt x="285212" y="159032"/>
                  <a:pt x="295214" y="159032"/>
                </a:cubicBezTo>
                <a:cubicBezTo>
                  <a:pt x="302677" y="159032"/>
                  <a:pt x="308832" y="155966"/>
                  <a:pt x="313679" y="149832"/>
                </a:cubicBezTo>
                <a:cubicBezTo>
                  <a:pt x="318526" y="143699"/>
                  <a:pt x="320950" y="133158"/>
                  <a:pt x="320950" y="118210"/>
                </a:cubicBezTo>
                <a:cubicBezTo>
                  <a:pt x="320950" y="99505"/>
                  <a:pt x="316910" y="84785"/>
                  <a:pt x="308832" y="74052"/>
                </a:cubicBezTo>
                <a:cubicBezTo>
                  <a:pt x="303369" y="66693"/>
                  <a:pt x="296406" y="63013"/>
                  <a:pt x="287943" y="63013"/>
                </a:cubicBezTo>
                <a:close/>
                <a:moveTo>
                  <a:pt x="352110" y="58396"/>
                </a:moveTo>
                <a:lnTo>
                  <a:pt x="396426" y="58396"/>
                </a:lnTo>
                <a:lnTo>
                  <a:pt x="396426" y="62551"/>
                </a:lnTo>
                <a:cubicBezTo>
                  <a:pt x="392349" y="62861"/>
                  <a:pt x="389675" y="63598"/>
                  <a:pt x="388406" y="64762"/>
                </a:cubicBezTo>
                <a:cubicBezTo>
                  <a:pt x="387136" y="65923"/>
                  <a:pt x="386501" y="67588"/>
                  <a:pt x="386501" y="69757"/>
                </a:cubicBezTo>
                <a:cubicBezTo>
                  <a:pt x="386501" y="72161"/>
                  <a:pt x="387155" y="75068"/>
                  <a:pt x="388463" y="78477"/>
                </a:cubicBezTo>
                <a:lnTo>
                  <a:pt x="411083" y="139168"/>
                </a:lnTo>
                <a:lnTo>
                  <a:pt x="433819" y="89665"/>
                </a:lnTo>
                <a:lnTo>
                  <a:pt x="427817" y="74207"/>
                </a:lnTo>
                <a:cubicBezTo>
                  <a:pt x="425971" y="69545"/>
                  <a:pt x="423547" y="66320"/>
                  <a:pt x="420547" y="64531"/>
                </a:cubicBezTo>
                <a:cubicBezTo>
                  <a:pt x="418854" y="63444"/>
                  <a:pt x="415700" y="62784"/>
                  <a:pt x="411083" y="62551"/>
                </a:cubicBezTo>
                <a:lnTo>
                  <a:pt x="411083" y="58396"/>
                </a:lnTo>
                <a:lnTo>
                  <a:pt x="461401" y="58396"/>
                </a:lnTo>
                <a:lnTo>
                  <a:pt x="461401" y="62551"/>
                </a:lnTo>
                <a:cubicBezTo>
                  <a:pt x="455862" y="62784"/>
                  <a:pt x="451938" y="63797"/>
                  <a:pt x="449630" y="65588"/>
                </a:cubicBezTo>
                <a:cubicBezTo>
                  <a:pt x="448091" y="66836"/>
                  <a:pt x="447321" y="68823"/>
                  <a:pt x="447321" y="71549"/>
                </a:cubicBezTo>
                <a:cubicBezTo>
                  <a:pt x="447321" y="73088"/>
                  <a:pt x="447629" y="74667"/>
                  <a:pt x="448245" y="76285"/>
                </a:cubicBezTo>
                <a:lnTo>
                  <a:pt x="472250" y="137054"/>
                </a:lnTo>
                <a:lnTo>
                  <a:pt x="494523" y="78477"/>
                </a:lnTo>
                <a:cubicBezTo>
                  <a:pt x="496062" y="74292"/>
                  <a:pt x="496831" y="70959"/>
                  <a:pt x="496831" y="68480"/>
                </a:cubicBezTo>
                <a:cubicBezTo>
                  <a:pt x="496831" y="67006"/>
                  <a:pt x="496081" y="65689"/>
                  <a:pt x="494581" y="64528"/>
                </a:cubicBezTo>
                <a:cubicBezTo>
                  <a:pt x="493081" y="63364"/>
                  <a:pt x="490138" y="62705"/>
                  <a:pt x="485752" y="62551"/>
                </a:cubicBezTo>
                <a:lnTo>
                  <a:pt x="485752" y="58396"/>
                </a:lnTo>
                <a:lnTo>
                  <a:pt x="519105" y="58396"/>
                </a:lnTo>
                <a:lnTo>
                  <a:pt x="519105" y="62551"/>
                </a:lnTo>
                <a:cubicBezTo>
                  <a:pt x="512412" y="63556"/>
                  <a:pt x="507487" y="68116"/>
                  <a:pt x="504333" y="76231"/>
                </a:cubicBezTo>
                <a:lnTo>
                  <a:pt x="469018" y="167342"/>
                </a:lnTo>
                <a:lnTo>
                  <a:pt x="464286" y="167342"/>
                </a:lnTo>
                <a:lnTo>
                  <a:pt x="437858" y="99951"/>
                </a:lnTo>
                <a:lnTo>
                  <a:pt x="407044" y="167342"/>
                </a:lnTo>
                <a:lnTo>
                  <a:pt x="402774" y="167342"/>
                </a:lnTo>
                <a:lnTo>
                  <a:pt x="368844" y="78477"/>
                </a:lnTo>
                <a:cubicBezTo>
                  <a:pt x="366613" y="72820"/>
                  <a:pt x="364420" y="69003"/>
                  <a:pt x="362266" y="67027"/>
                </a:cubicBezTo>
                <a:cubicBezTo>
                  <a:pt x="360111" y="65050"/>
                  <a:pt x="356726" y="63559"/>
                  <a:pt x="352110" y="62551"/>
                </a:cubicBezTo>
                <a:lnTo>
                  <a:pt x="352110" y="58396"/>
                </a:lnTo>
                <a:close/>
                <a:moveTo>
                  <a:pt x="597019" y="55396"/>
                </a:moveTo>
                <a:lnTo>
                  <a:pt x="597019" y="91403"/>
                </a:lnTo>
                <a:lnTo>
                  <a:pt x="593210" y="91403"/>
                </a:lnTo>
                <a:cubicBezTo>
                  <a:pt x="590286" y="80139"/>
                  <a:pt x="586536" y="72476"/>
                  <a:pt x="581958" y="68415"/>
                </a:cubicBezTo>
                <a:cubicBezTo>
                  <a:pt x="577380" y="64352"/>
                  <a:pt x="571552" y="62320"/>
                  <a:pt x="564473" y="62320"/>
                </a:cubicBezTo>
                <a:cubicBezTo>
                  <a:pt x="559088" y="62320"/>
                  <a:pt x="554741" y="63739"/>
                  <a:pt x="551432" y="66576"/>
                </a:cubicBezTo>
                <a:cubicBezTo>
                  <a:pt x="548124" y="69413"/>
                  <a:pt x="546470" y="72557"/>
                  <a:pt x="546470" y="76007"/>
                </a:cubicBezTo>
                <a:cubicBezTo>
                  <a:pt x="546470" y="80299"/>
                  <a:pt x="547701" y="83979"/>
                  <a:pt x="550163" y="87047"/>
                </a:cubicBezTo>
                <a:cubicBezTo>
                  <a:pt x="552548" y="90189"/>
                  <a:pt x="557395" y="93524"/>
                  <a:pt x="564704" y="97051"/>
                </a:cubicBezTo>
                <a:lnTo>
                  <a:pt x="581554" y="105216"/>
                </a:lnTo>
                <a:cubicBezTo>
                  <a:pt x="597172" y="112823"/>
                  <a:pt x="604982" y="122851"/>
                  <a:pt x="604982" y="135298"/>
                </a:cubicBezTo>
                <a:cubicBezTo>
                  <a:pt x="604982" y="144903"/>
                  <a:pt x="601346" y="152645"/>
                  <a:pt x="594076" y="158524"/>
                </a:cubicBezTo>
                <a:cubicBezTo>
                  <a:pt x="586805" y="164402"/>
                  <a:pt x="578669" y="167342"/>
                  <a:pt x="569667" y="167342"/>
                </a:cubicBezTo>
                <a:cubicBezTo>
                  <a:pt x="563204" y="167342"/>
                  <a:pt x="555818" y="166245"/>
                  <a:pt x="547508" y="164053"/>
                </a:cubicBezTo>
                <a:cubicBezTo>
                  <a:pt x="544970" y="163322"/>
                  <a:pt x="542892" y="162956"/>
                  <a:pt x="541276" y="162956"/>
                </a:cubicBezTo>
                <a:cubicBezTo>
                  <a:pt x="539507" y="162956"/>
                  <a:pt x="538122" y="163879"/>
                  <a:pt x="537122" y="165726"/>
                </a:cubicBezTo>
                <a:lnTo>
                  <a:pt x="533313" y="165726"/>
                </a:lnTo>
                <a:lnTo>
                  <a:pt x="533313" y="127872"/>
                </a:lnTo>
                <a:lnTo>
                  <a:pt x="537122" y="127872"/>
                </a:lnTo>
                <a:cubicBezTo>
                  <a:pt x="539276" y="138644"/>
                  <a:pt x="543392" y="146761"/>
                  <a:pt x="549470" y="152223"/>
                </a:cubicBezTo>
                <a:cubicBezTo>
                  <a:pt x="555549" y="157686"/>
                  <a:pt x="562358" y="160417"/>
                  <a:pt x="569898" y="160417"/>
                </a:cubicBezTo>
                <a:cubicBezTo>
                  <a:pt x="575206" y="160417"/>
                  <a:pt x="579534" y="158868"/>
                  <a:pt x="582881" y="155768"/>
                </a:cubicBezTo>
                <a:cubicBezTo>
                  <a:pt x="586228" y="152667"/>
                  <a:pt x="587901" y="148934"/>
                  <a:pt x="587901" y="144570"/>
                </a:cubicBezTo>
                <a:cubicBezTo>
                  <a:pt x="587901" y="139288"/>
                  <a:pt x="586036" y="134848"/>
                  <a:pt x="582304" y="131251"/>
                </a:cubicBezTo>
                <a:cubicBezTo>
                  <a:pt x="578572" y="127652"/>
                  <a:pt x="571129" y="123107"/>
                  <a:pt x="559973" y="117615"/>
                </a:cubicBezTo>
                <a:cubicBezTo>
                  <a:pt x="548816" y="112121"/>
                  <a:pt x="541507" y="107140"/>
                  <a:pt x="538045" y="102670"/>
                </a:cubicBezTo>
                <a:cubicBezTo>
                  <a:pt x="534583" y="98277"/>
                  <a:pt x="532852" y="92729"/>
                  <a:pt x="532852" y="86026"/>
                </a:cubicBezTo>
                <a:cubicBezTo>
                  <a:pt x="532852" y="77317"/>
                  <a:pt x="535833" y="70036"/>
                  <a:pt x="541796" y="64181"/>
                </a:cubicBezTo>
                <a:cubicBezTo>
                  <a:pt x="547759" y="58324"/>
                  <a:pt x="555472" y="55396"/>
                  <a:pt x="564935" y="55396"/>
                </a:cubicBezTo>
                <a:cubicBezTo>
                  <a:pt x="569090" y="55396"/>
                  <a:pt x="574129" y="56281"/>
                  <a:pt x="580054" y="58050"/>
                </a:cubicBezTo>
                <a:cubicBezTo>
                  <a:pt x="583977" y="59204"/>
                  <a:pt x="586593" y="59781"/>
                  <a:pt x="587901" y="59781"/>
                </a:cubicBezTo>
                <a:cubicBezTo>
                  <a:pt x="589132" y="59781"/>
                  <a:pt x="590094" y="59512"/>
                  <a:pt x="590786" y="58974"/>
                </a:cubicBezTo>
                <a:cubicBezTo>
                  <a:pt x="591479" y="58435"/>
                  <a:pt x="592287" y="57242"/>
                  <a:pt x="593210" y="55396"/>
                </a:cubicBezTo>
                <a:lnTo>
                  <a:pt x="597019" y="55396"/>
                </a:lnTo>
                <a:close/>
                <a:moveTo>
                  <a:pt x="638386" y="98328"/>
                </a:moveTo>
                <a:cubicBezTo>
                  <a:pt x="638309" y="113951"/>
                  <a:pt x="642117" y="126205"/>
                  <a:pt x="649811" y="135089"/>
                </a:cubicBezTo>
                <a:cubicBezTo>
                  <a:pt x="657505" y="143973"/>
                  <a:pt x="666545" y="148415"/>
                  <a:pt x="676932" y="148415"/>
                </a:cubicBezTo>
                <a:cubicBezTo>
                  <a:pt x="683857" y="148415"/>
                  <a:pt x="689877" y="146502"/>
                  <a:pt x="694994" y="142677"/>
                </a:cubicBezTo>
                <a:cubicBezTo>
                  <a:pt x="700110" y="138851"/>
                  <a:pt x="704399" y="132301"/>
                  <a:pt x="707862" y="123025"/>
                </a:cubicBezTo>
                <a:lnTo>
                  <a:pt x="711439" y="125344"/>
                </a:lnTo>
                <a:cubicBezTo>
                  <a:pt x="709823" y="135940"/>
                  <a:pt x="705130" y="145588"/>
                  <a:pt x="697359" y="154290"/>
                </a:cubicBezTo>
                <a:cubicBezTo>
                  <a:pt x="689589" y="162991"/>
                  <a:pt x="679856" y="167342"/>
                  <a:pt x="668161" y="167342"/>
                </a:cubicBezTo>
                <a:cubicBezTo>
                  <a:pt x="655466" y="167342"/>
                  <a:pt x="644599" y="162409"/>
                  <a:pt x="635558" y="152544"/>
                </a:cubicBezTo>
                <a:cubicBezTo>
                  <a:pt x="626518" y="142677"/>
                  <a:pt x="621998" y="129412"/>
                  <a:pt x="621998" y="112750"/>
                </a:cubicBezTo>
                <a:cubicBezTo>
                  <a:pt x="621998" y="94708"/>
                  <a:pt x="626633" y="80639"/>
                  <a:pt x="635905" y="70543"/>
                </a:cubicBezTo>
                <a:cubicBezTo>
                  <a:pt x="645176" y="60445"/>
                  <a:pt x="656813" y="55396"/>
                  <a:pt x="670816" y="55396"/>
                </a:cubicBezTo>
                <a:cubicBezTo>
                  <a:pt x="682664" y="55396"/>
                  <a:pt x="692397" y="59291"/>
                  <a:pt x="700014" y="67081"/>
                </a:cubicBezTo>
                <a:cubicBezTo>
                  <a:pt x="707631" y="74869"/>
                  <a:pt x="711439" y="85284"/>
                  <a:pt x="711439" y="98328"/>
                </a:cubicBezTo>
                <a:lnTo>
                  <a:pt x="638386" y="98328"/>
                </a:lnTo>
                <a:moveTo>
                  <a:pt x="638386" y="91634"/>
                </a:moveTo>
                <a:lnTo>
                  <a:pt x="687319" y="91634"/>
                </a:lnTo>
                <a:cubicBezTo>
                  <a:pt x="686934" y="84919"/>
                  <a:pt x="686126" y="80188"/>
                  <a:pt x="684895" y="77442"/>
                </a:cubicBezTo>
                <a:cubicBezTo>
                  <a:pt x="682972" y="73167"/>
                  <a:pt x="680106" y="69810"/>
                  <a:pt x="676297" y="67369"/>
                </a:cubicBezTo>
                <a:cubicBezTo>
                  <a:pt x="672489" y="64927"/>
                  <a:pt x="668507" y="63705"/>
                  <a:pt x="664353" y="63705"/>
                </a:cubicBezTo>
                <a:cubicBezTo>
                  <a:pt x="657967" y="63705"/>
                  <a:pt x="652254" y="66166"/>
                  <a:pt x="647215" y="71088"/>
                </a:cubicBezTo>
                <a:cubicBezTo>
                  <a:pt x="642175" y="76009"/>
                  <a:pt x="639232" y="82858"/>
                  <a:pt x="638386" y="91634"/>
                </a:cubicBezTo>
                <a:close/>
                <a:moveTo>
                  <a:pt x="778863" y="58396"/>
                </a:moveTo>
                <a:lnTo>
                  <a:pt x="823180" y="58396"/>
                </a:lnTo>
                <a:lnTo>
                  <a:pt x="823180" y="62551"/>
                </a:lnTo>
                <a:cubicBezTo>
                  <a:pt x="819102" y="62861"/>
                  <a:pt x="816429" y="63598"/>
                  <a:pt x="815159" y="64762"/>
                </a:cubicBezTo>
                <a:cubicBezTo>
                  <a:pt x="813890" y="65923"/>
                  <a:pt x="813255" y="67588"/>
                  <a:pt x="813255" y="69757"/>
                </a:cubicBezTo>
                <a:cubicBezTo>
                  <a:pt x="813255" y="72161"/>
                  <a:pt x="813909" y="75068"/>
                  <a:pt x="815217" y="78477"/>
                </a:cubicBezTo>
                <a:lnTo>
                  <a:pt x="837837" y="139168"/>
                </a:lnTo>
                <a:lnTo>
                  <a:pt x="860572" y="89665"/>
                </a:lnTo>
                <a:lnTo>
                  <a:pt x="854571" y="74207"/>
                </a:lnTo>
                <a:cubicBezTo>
                  <a:pt x="852724" y="69545"/>
                  <a:pt x="850301" y="66320"/>
                  <a:pt x="847300" y="64531"/>
                </a:cubicBezTo>
                <a:cubicBezTo>
                  <a:pt x="845608" y="63444"/>
                  <a:pt x="842453" y="62784"/>
                  <a:pt x="837837" y="62551"/>
                </a:cubicBezTo>
                <a:lnTo>
                  <a:pt x="837837" y="58396"/>
                </a:lnTo>
                <a:lnTo>
                  <a:pt x="888155" y="58396"/>
                </a:lnTo>
                <a:lnTo>
                  <a:pt x="888155" y="62551"/>
                </a:lnTo>
                <a:cubicBezTo>
                  <a:pt x="882615" y="62784"/>
                  <a:pt x="878691" y="63797"/>
                  <a:pt x="876383" y="65588"/>
                </a:cubicBezTo>
                <a:cubicBezTo>
                  <a:pt x="874844" y="66836"/>
                  <a:pt x="874075" y="68823"/>
                  <a:pt x="874075" y="71549"/>
                </a:cubicBezTo>
                <a:cubicBezTo>
                  <a:pt x="874075" y="73088"/>
                  <a:pt x="874383" y="74667"/>
                  <a:pt x="874998" y="76285"/>
                </a:cubicBezTo>
                <a:lnTo>
                  <a:pt x="899003" y="137054"/>
                </a:lnTo>
                <a:lnTo>
                  <a:pt x="921277" y="78477"/>
                </a:lnTo>
                <a:cubicBezTo>
                  <a:pt x="922815" y="74292"/>
                  <a:pt x="923585" y="70959"/>
                  <a:pt x="923585" y="68480"/>
                </a:cubicBezTo>
                <a:cubicBezTo>
                  <a:pt x="923585" y="67006"/>
                  <a:pt x="922835" y="65689"/>
                  <a:pt x="921334" y="64528"/>
                </a:cubicBezTo>
                <a:cubicBezTo>
                  <a:pt x="919834" y="63364"/>
                  <a:pt x="916891" y="62705"/>
                  <a:pt x="912506" y="62551"/>
                </a:cubicBezTo>
                <a:lnTo>
                  <a:pt x="912506" y="58396"/>
                </a:lnTo>
                <a:lnTo>
                  <a:pt x="945859" y="58396"/>
                </a:lnTo>
                <a:lnTo>
                  <a:pt x="945859" y="62551"/>
                </a:lnTo>
                <a:cubicBezTo>
                  <a:pt x="939165" y="63556"/>
                  <a:pt x="934241" y="68116"/>
                  <a:pt x="931086" y="76231"/>
                </a:cubicBezTo>
                <a:lnTo>
                  <a:pt x="895772" y="167342"/>
                </a:lnTo>
                <a:lnTo>
                  <a:pt x="891040" y="167342"/>
                </a:lnTo>
                <a:lnTo>
                  <a:pt x="864611" y="99951"/>
                </a:lnTo>
                <a:lnTo>
                  <a:pt x="833797" y="167342"/>
                </a:lnTo>
                <a:lnTo>
                  <a:pt x="829527" y="167342"/>
                </a:lnTo>
                <a:lnTo>
                  <a:pt x="795597" y="78477"/>
                </a:lnTo>
                <a:cubicBezTo>
                  <a:pt x="793366" y="72820"/>
                  <a:pt x="791173" y="69003"/>
                  <a:pt x="789019" y="67027"/>
                </a:cubicBezTo>
                <a:cubicBezTo>
                  <a:pt x="786865" y="65050"/>
                  <a:pt x="783480" y="63559"/>
                  <a:pt x="778863" y="62551"/>
                </a:cubicBezTo>
                <a:lnTo>
                  <a:pt x="778863" y="58396"/>
                </a:lnTo>
                <a:close/>
                <a:moveTo>
                  <a:pt x="973223" y="98328"/>
                </a:moveTo>
                <a:cubicBezTo>
                  <a:pt x="973146" y="113951"/>
                  <a:pt x="976955" y="126205"/>
                  <a:pt x="984648" y="135089"/>
                </a:cubicBezTo>
                <a:cubicBezTo>
                  <a:pt x="992342" y="143973"/>
                  <a:pt x="1001383" y="148415"/>
                  <a:pt x="1011769" y="148415"/>
                </a:cubicBezTo>
                <a:cubicBezTo>
                  <a:pt x="1018694" y="148415"/>
                  <a:pt x="1024714" y="146502"/>
                  <a:pt x="1029831" y="142677"/>
                </a:cubicBezTo>
                <a:cubicBezTo>
                  <a:pt x="1034947" y="138851"/>
                  <a:pt x="1039236" y="132301"/>
                  <a:pt x="1042699" y="123025"/>
                </a:cubicBezTo>
                <a:lnTo>
                  <a:pt x="1046276" y="125344"/>
                </a:lnTo>
                <a:cubicBezTo>
                  <a:pt x="1044661" y="135940"/>
                  <a:pt x="1039967" y="145588"/>
                  <a:pt x="1032196" y="154290"/>
                </a:cubicBezTo>
                <a:cubicBezTo>
                  <a:pt x="1024426" y="162991"/>
                  <a:pt x="1014693" y="167342"/>
                  <a:pt x="1002998" y="167342"/>
                </a:cubicBezTo>
                <a:cubicBezTo>
                  <a:pt x="990303" y="167342"/>
                  <a:pt x="979436" y="162409"/>
                  <a:pt x="970395" y="152544"/>
                </a:cubicBezTo>
                <a:cubicBezTo>
                  <a:pt x="961355" y="142677"/>
                  <a:pt x="956835" y="129412"/>
                  <a:pt x="956835" y="112750"/>
                </a:cubicBezTo>
                <a:cubicBezTo>
                  <a:pt x="956835" y="94708"/>
                  <a:pt x="961471" y="80639"/>
                  <a:pt x="970742" y="70543"/>
                </a:cubicBezTo>
                <a:cubicBezTo>
                  <a:pt x="980013" y="60445"/>
                  <a:pt x="991650" y="55396"/>
                  <a:pt x="1005653" y="55396"/>
                </a:cubicBezTo>
                <a:cubicBezTo>
                  <a:pt x="1017501" y="55396"/>
                  <a:pt x="1027234" y="59291"/>
                  <a:pt x="1034851" y="67081"/>
                </a:cubicBezTo>
                <a:cubicBezTo>
                  <a:pt x="1042468" y="74869"/>
                  <a:pt x="1046276" y="85284"/>
                  <a:pt x="1046276" y="98328"/>
                </a:cubicBezTo>
                <a:lnTo>
                  <a:pt x="973223" y="98328"/>
                </a:lnTo>
                <a:moveTo>
                  <a:pt x="973223" y="91634"/>
                </a:moveTo>
                <a:lnTo>
                  <a:pt x="1022156" y="91634"/>
                </a:lnTo>
                <a:cubicBezTo>
                  <a:pt x="1021771" y="84919"/>
                  <a:pt x="1020963" y="80188"/>
                  <a:pt x="1019732" y="77442"/>
                </a:cubicBezTo>
                <a:cubicBezTo>
                  <a:pt x="1017809" y="73167"/>
                  <a:pt x="1014943" y="69810"/>
                  <a:pt x="1011135" y="67369"/>
                </a:cubicBezTo>
                <a:cubicBezTo>
                  <a:pt x="1007326" y="64927"/>
                  <a:pt x="1003344" y="63705"/>
                  <a:pt x="999190" y="63705"/>
                </a:cubicBezTo>
                <a:cubicBezTo>
                  <a:pt x="992804" y="63705"/>
                  <a:pt x="987091" y="66166"/>
                  <a:pt x="982052" y="71088"/>
                </a:cubicBezTo>
                <a:cubicBezTo>
                  <a:pt x="977012" y="76009"/>
                  <a:pt x="974069" y="82858"/>
                  <a:pt x="973223" y="91634"/>
                </a:cubicBezTo>
                <a:close/>
                <a:moveTo>
                  <a:pt x="1089465" y="76952"/>
                </a:moveTo>
                <a:cubicBezTo>
                  <a:pt x="1099697" y="62581"/>
                  <a:pt x="1110738" y="55396"/>
                  <a:pt x="1122587" y="55396"/>
                </a:cubicBezTo>
                <a:cubicBezTo>
                  <a:pt x="1133435" y="55396"/>
                  <a:pt x="1142898" y="60027"/>
                  <a:pt x="1150977" y="69288"/>
                </a:cubicBezTo>
                <a:cubicBezTo>
                  <a:pt x="1159056" y="78550"/>
                  <a:pt x="1163095" y="91212"/>
                  <a:pt x="1163095" y="107275"/>
                </a:cubicBezTo>
                <a:cubicBezTo>
                  <a:pt x="1163095" y="126029"/>
                  <a:pt x="1156863" y="141132"/>
                  <a:pt x="1144399" y="152584"/>
                </a:cubicBezTo>
                <a:cubicBezTo>
                  <a:pt x="1133704" y="162422"/>
                  <a:pt x="1121779" y="167342"/>
                  <a:pt x="1108622" y="167342"/>
                </a:cubicBezTo>
                <a:cubicBezTo>
                  <a:pt x="1102467" y="167342"/>
                  <a:pt x="1096216" y="166219"/>
                  <a:pt x="1089868" y="163973"/>
                </a:cubicBezTo>
                <a:cubicBezTo>
                  <a:pt x="1083521" y="161728"/>
                  <a:pt x="1077039" y="158358"/>
                  <a:pt x="1070422" y="153864"/>
                </a:cubicBezTo>
                <a:lnTo>
                  <a:pt x="1070422" y="44548"/>
                </a:lnTo>
                <a:cubicBezTo>
                  <a:pt x="1070422" y="32545"/>
                  <a:pt x="1070134" y="25159"/>
                  <a:pt x="1069557" y="22389"/>
                </a:cubicBezTo>
                <a:cubicBezTo>
                  <a:pt x="1068980" y="19619"/>
                  <a:pt x="1068076" y="17734"/>
                  <a:pt x="1066845" y="16734"/>
                </a:cubicBezTo>
                <a:cubicBezTo>
                  <a:pt x="1065614" y="15734"/>
                  <a:pt x="1064075" y="15234"/>
                  <a:pt x="1062228" y="15234"/>
                </a:cubicBezTo>
                <a:cubicBezTo>
                  <a:pt x="1060074" y="15234"/>
                  <a:pt x="1057381" y="15849"/>
                  <a:pt x="1054150" y="17080"/>
                </a:cubicBezTo>
                <a:lnTo>
                  <a:pt x="1052534" y="12926"/>
                </a:lnTo>
                <a:lnTo>
                  <a:pt x="1084271" y="0"/>
                </a:lnTo>
                <a:lnTo>
                  <a:pt x="1089465" y="0"/>
                </a:lnTo>
                <a:lnTo>
                  <a:pt x="1089465" y="76952"/>
                </a:lnTo>
                <a:moveTo>
                  <a:pt x="1089465" y="84298"/>
                </a:moveTo>
                <a:lnTo>
                  <a:pt x="1089465" y="147207"/>
                </a:lnTo>
                <a:cubicBezTo>
                  <a:pt x="1093388" y="151034"/>
                  <a:pt x="1097447" y="153924"/>
                  <a:pt x="1101640" y="155877"/>
                </a:cubicBezTo>
                <a:cubicBezTo>
                  <a:pt x="1105833" y="157827"/>
                  <a:pt x="1110123" y="158801"/>
                  <a:pt x="1114508" y="158801"/>
                </a:cubicBezTo>
                <a:cubicBezTo>
                  <a:pt x="1121510" y="158801"/>
                  <a:pt x="1128030" y="154975"/>
                  <a:pt x="1134070" y="147322"/>
                </a:cubicBezTo>
                <a:cubicBezTo>
                  <a:pt x="1140109" y="139669"/>
                  <a:pt x="1143129" y="128533"/>
                  <a:pt x="1143129" y="113915"/>
                </a:cubicBezTo>
                <a:cubicBezTo>
                  <a:pt x="1143129" y="100446"/>
                  <a:pt x="1140109" y="90095"/>
                  <a:pt x="1134070" y="82863"/>
                </a:cubicBezTo>
                <a:cubicBezTo>
                  <a:pt x="1128030" y="75631"/>
                  <a:pt x="1121163" y="72015"/>
                  <a:pt x="1113469" y="72015"/>
                </a:cubicBezTo>
                <a:cubicBezTo>
                  <a:pt x="1109392" y="72015"/>
                  <a:pt x="1105314" y="73047"/>
                  <a:pt x="1101236" y="75113"/>
                </a:cubicBezTo>
                <a:cubicBezTo>
                  <a:pt x="1098159" y="76644"/>
                  <a:pt x="1094235" y="79706"/>
                  <a:pt x="1089465" y="84298"/>
                </a:cubicBezTo>
                <a:close/>
                <a:moveTo>
                  <a:pt x="1230147" y="68552"/>
                </a:moveTo>
                <a:lnTo>
                  <a:pt x="1262692" y="55627"/>
                </a:lnTo>
                <a:lnTo>
                  <a:pt x="1267077" y="55627"/>
                </a:lnTo>
                <a:lnTo>
                  <a:pt x="1267077" y="80439"/>
                </a:lnTo>
                <a:cubicBezTo>
                  <a:pt x="1272540" y="71173"/>
                  <a:pt x="1278022" y="64683"/>
                  <a:pt x="1283523" y="60968"/>
                </a:cubicBezTo>
                <a:cubicBezTo>
                  <a:pt x="1289024" y="57253"/>
                  <a:pt x="1294814" y="55396"/>
                  <a:pt x="1300892" y="55396"/>
                </a:cubicBezTo>
                <a:cubicBezTo>
                  <a:pt x="1311510" y="55396"/>
                  <a:pt x="1320358" y="59546"/>
                  <a:pt x="1327436" y="67846"/>
                </a:cubicBezTo>
                <a:cubicBezTo>
                  <a:pt x="1336130" y="77992"/>
                  <a:pt x="1340477" y="91212"/>
                  <a:pt x="1340477" y="107506"/>
                </a:cubicBezTo>
                <a:cubicBezTo>
                  <a:pt x="1340477" y="125721"/>
                  <a:pt x="1335245" y="140786"/>
                  <a:pt x="1324782" y="152699"/>
                </a:cubicBezTo>
                <a:cubicBezTo>
                  <a:pt x="1316164" y="162461"/>
                  <a:pt x="1305316" y="167342"/>
                  <a:pt x="1292236" y="167342"/>
                </a:cubicBezTo>
                <a:cubicBezTo>
                  <a:pt x="1286543" y="167342"/>
                  <a:pt x="1281619" y="166534"/>
                  <a:pt x="1277464" y="164918"/>
                </a:cubicBezTo>
                <a:cubicBezTo>
                  <a:pt x="1274387" y="163764"/>
                  <a:pt x="1270924" y="161456"/>
                  <a:pt x="1267077" y="157994"/>
                </a:cubicBezTo>
                <a:lnTo>
                  <a:pt x="1267077" y="190192"/>
                </a:lnTo>
                <a:cubicBezTo>
                  <a:pt x="1267077" y="197466"/>
                  <a:pt x="1267520" y="202089"/>
                  <a:pt x="1268405" y="204063"/>
                </a:cubicBezTo>
                <a:cubicBezTo>
                  <a:pt x="1269289" y="206037"/>
                  <a:pt x="1270828" y="207603"/>
                  <a:pt x="1273021" y="208762"/>
                </a:cubicBezTo>
                <a:cubicBezTo>
                  <a:pt x="1275214" y="209924"/>
                  <a:pt x="1279195" y="210504"/>
                  <a:pt x="1284966" y="210504"/>
                </a:cubicBezTo>
                <a:lnTo>
                  <a:pt x="1284966" y="214659"/>
                </a:lnTo>
                <a:lnTo>
                  <a:pt x="1229570" y="214659"/>
                </a:lnTo>
                <a:lnTo>
                  <a:pt x="1229570" y="210504"/>
                </a:lnTo>
                <a:lnTo>
                  <a:pt x="1232455" y="210504"/>
                </a:lnTo>
                <a:cubicBezTo>
                  <a:pt x="1236687" y="210581"/>
                  <a:pt x="1240303" y="209769"/>
                  <a:pt x="1243303" y="208066"/>
                </a:cubicBezTo>
                <a:cubicBezTo>
                  <a:pt x="1244765" y="207215"/>
                  <a:pt x="1245900" y="205842"/>
                  <a:pt x="1246708" y="203948"/>
                </a:cubicBezTo>
                <a:cubicBezTo>
                  <a:pt x="1247516" y="202053"/>
                  <a:pt x="1247920" y="197237"/>
                  <a:pt x="1247920" y="189500"/>
                </a:cubicBezTo>
                <a:lnTo>
                  <a:pt x="1247920" y="89326"/>
                </a:lnTo>
                <a:cubicBezTo>
                  <a:pt x="1247920" y="82433"/>
                  <a:pt x="1247612" y="78057"/>
                  <a:pt x="1246996" y="76198"/>
                </a:cubicBezTo>
                <a:cubicBezTo>
                  <a:pt x="1246381" y="74337"/>
                  <a:pt x="1245400" y="72944"/>
                  <a:pt x="1244054" y="72018"/>
                </a:cubicBezTo>
                <a:cubicBezTo>
                  <a:pt x="1242707" y="71093"/>
                  <a:pt x="1240880" y="70630"/>
                  <a:pt x="1238572" y="70630"/>
                </a:cubicBezTo>
                <a:cubicBezTo>
                  <a:pt x="1236725" y="70630"/>
                  <a:pt x="1234379" y="71168"/>
                  <a:pt x="1231532" y="72245"/>
                </a:cubicBezTo>
                <a:lnTo>
                  <a:pt x="1230147" y="68552"/>
                </a:lnTo>
                <a:moveTo>
                  <a:pt x="1267077" y="87248"/>
                </a:moveTo>
                <a:lnTo>
                  <a:pt x="1267077" y="126718"/>
                </a:lnTo>
                <a:cubicBezTo>
                  <a:pt x="1267077" y="135258"/>
                  <a:pt x="1267424" y="140875"/>
                  <a:pt x="1268116" y="143568"/>
                </a:cubicBezTo>
                <a:cubicBezTo>
                  <a:pt x="1269193" y="148030"/>
                  <a:pt x="1271828" y="151954"/>
                  <a:pt x="1276022" y="155339"/>
                </a:cubicBezTo>
                <a:cubicBezTo>
                  <a:pt x="1280215" y="158725"/>
                  <a:pt x="1285504" y="160417"/>
                  <a:pt x="1291890" y="160417"/>
                </a:cubicBezTo>
                <a:cubicBezTo>
                  <a:pt x="1299584" y="160417"/>
                  <a:pt x="1305816" y="157417"/>
                  <a:pt x="1310586" y="151415"/>
                </a:cubicBezTo>
                <a:cubicBezTo>
                  <a:pt x="1316818" y="143568"/>
                  <a:pt x="1319934" y="132527"/>
                  <a:pt x="1319934" y="118293"/>
                </a:cubicBezTo>
                <a:cubicBezTo>
                  <a:pt x="1319934" y="102136"/>
                  <a:pt x="1316395" y="89711"/>
                  <a:pt x="1309317" y="81016"/>
                </a:cubicBezTo>
                <a:cubicBezTo>
                  <a:pt x="1304393" y="75015"/>
                  <a:pt x="1298545" y="72015"/>
                  <a:pt x="1291775" y="72015"/>
                </a:cubicBezTo>
                <a:cubicBezTo>
                  <a:pt x="1288082" y="72015"/>
                  <a:pt x="1284427" y="72938"/>
                  <a:pt x="1280811" y="74784"/>
                </a:cubicBezTo>
                <a:cubicBezTo>
                  <a:pt x="1278041" y="76169"/>
                  <a:pt x="1273463" y="80324"/>
                  <a:pt x="1267077" y="87248"/>
                </a:cubicBezTo>
                <a:close/>
                <a:moveTo>
                  <a:pt x="1415839" y="148999"/>
                </a:moveTo>
                <a:cubicBezTo>
                  <a:pt x="1404990" y="157383"/>
                  <a:pt x="1398181" y="162228"/>
                  <a:pt x="1395411" y="163533"/>
                </a:cubicBezTo>
                <a:cubicBezTo>
                  <a:pt x="1391257" y="165457"/>
                  <a:pt x="1386833" y="166418"/>
                  <a:pt x="1382140" y="166418"/>
                </a:cubicBezTo>
                <a:cubicBezTo>
                  <a:pt x="1374830" y="166418"/>
                  <a:pt x="1368810" y="163918"/>
                  <a:pt x="1364078" y="158917"/>
                </a:cubicBezTo>
                <a:cubicBezTo>
                  <a:pt x="1359346" y="153916"/>
                  <a:pt x="1356981" y="147338"/>
                  <a:pt x="1356981" y="139182"/>
                </a:cubicBezTo>
                <a:cubicBezTo>
                  <a:pt x="1356981" y="134027"/>
                  <a:pt x="1358135" y="129565"/>
                  <a:pt x="1360443" y="125795"/>
                </a:cubicBezTo>
                <a:cubicBezTo>
                  <a:pt x="1363597" y="120563"/>
                  <a:pt x="1369079" y="115639"/>
                  <a:pt x="1376888" y="111023"/>
                </a:cubicBezTo>
                <a:cubicBezTo>
                  <a:pt x="1384698" y="106406"/>
                  <a:pt x="1397681" y="100790"/>
                  <a:pt x="1415839" y="94173"/>
                </a:cubicBezTo>
                <a:lnTo>
                  <a:pt x="1415839" y="90033"/>
                </a:lnTo>
                <a:cubicBezTo>
                  <a:pt x="1415839" y="79531"/>
                  <a:pt x="1414165" y="72325"/>
                  <a:pt x="1410818" y="68415"/>
                </a:cubicBezTo>
                <a:cubicBezTo>
                  <a:pt x="1407472" y="64506"/>
                  <a:pt x="1402605" y="62551"/>
                  <a:pt x="1396219" y="62551"/>
                </a:cubicBezTo>
                <a:cubicBezTo>
                  <a:pt x="1391372" y="62551"/>
                  <a:pt x="1387525" y="63859"/>
                  <a:pt x="1384678" y="66475"/>
                </a:cubicBezTo>
                <a:cubicBezTo>
                  <a:pt x="1381755" y="69091"/>
                  <a:pt x="1380293" y="72092"/>
                  <a:pt x="1380293" y="75477"/>
                </a:cubicBezTo>
                <a:lnTo>
                  <a:pt x="1380524" y="82171"/>
                </a:lnTo>
                <a:cubicBezTo>
                  <a:pt x="1380524" y="85710"/>
                  <a:pt x="1379620" y="88441"/>
                  <a:pt x="1377812" y="90364"/>
                </a:cubicBezTo>
                <a:cubicBezTo>
                  <a:pt x="1376004" y="92288"/>
                  <a:pt x="1373638" y="93250"/>
                  <a:pt x="1370714" y="93250"/>
                </a:cubicBezTo>
                <a:cubicBezTo>
                  <a:pt x="1367867" y="93250"/>
                  <a:pt x="1365540" y="92247"/>
                  <a:pt x="1363732" y="90242"/>
                </a:cubicBezTo>
                <a:cubicBezTo>
                  <a:pt x="1361924" y="88234"/>
                  <a:pt x="1361020" y="85495"/>
                  <a:pt x="1361020" y="82023"/>
                </a:cubicBezTo>
                <a:cubicBezTo>
                  <a:pt x="1361020" y="75384"/>
                  <a:pt x="1364405" y="69287"/>
                  <a:pt x="1371176" y="63730"/>
                </a:cubicBezTo>
                <a:cubicBezTo>
                  <a:pt x="1377946" y="58174"/>
                  <a:pt x="1387448" y="55396"/>
                  <a:pt x="1399682" y="55396"/>
                </a:cubicBezTo>
                <a:cubicBezTo>
                  <a:pt x="1409068" y="55396"/>
                  <a:pt x="1416762" y="56971"/>
                  <a:pt x="1422763" y="60120"/>
                </a:cubicBezTo>
                <a:cubicBezTo>
                  <a:pt x="1427303" y="62503"/>
                  <a:pt x="1430649" y="66231"/>
                  <a:pt x="1432804" y="71304"/>
                </a:cubicBezTo>
                <a:cubicBezTo>
                  <a:pt x="1434189" y="74608"/>
                  <a:pt x="1434881" y="81370"/>
                  <a:pt x="1434881" y="91591"/>
                </a:cubicBezTo>
                <a:lnTo>
                  <a:pt x="1434881" y="127439"/>
                </a:lnTo>
                <a:cubicBezTo>
                  <a:pt x="1434881" y="137506"/>
                  <a:pt x="1435073" y="143673"/>
                  <a:pt x="1435458" y="145941"/>
                </a:cubicBezTo>
                <a:cubicBezTo>
                  <a:pt x="1435843" y="148208"/>
                  <a:pt x="1436477" y="149726"/>
                  <a:pt x="1437362" y="150496"/>
                </a:cubicBezTo>
                <a:cubicBezTo>
                  <a:pt x="1438247" y="151263"/>
                  <a:pt x="1439266" y="151646"/>
                  <a:pt x="1440421" y="151646"/>
                </a:cubicBezTo>
                <a:cubicBezTo>
                  <a:pt x="1441652" y="151646"/>
                  <a:pt x="1442729" y="151377"/>
                  <a:pt x="1443652" y="150838"/>
                </a:cubicBezTo>
                <a:cubicBezTo>
                  <a:pt x="1445268" y="149838"/>
                  <a:pt x="1448384" y="147030"/>
                  <a:pt x="1453000" y="142414"/>
                </a:cubicBezTo>
                <a:lnTo>
                  <a:pt x="1453000" y="148876"/>
                </a:lnTo>
                <a:cubicBezTo>
                  <a:pt x="1444383" y="160417"/>
                  <a:pt x="1436150" y="166188"/>
                  <a:pt x="1428303" y="166188"/>
                </a:cubicBezTo>
                <a:cubicBezTo>
                  <a:pt x="1424533" y="166188"/>
                  <a:pt x="1421532" y="164889"/>
                  <a:pt x="1419301" y="162293"/>
                </a:cubicBezTo>
                <a:cubicBezTo>
                  <a:pt x="1417070" y="159693"/>
                  <a:pt x="1415916" y="155262"/>
                  <a:pt x="1415839" y="148999"/>
                </a:cubicBezTo>
                <a:moveTo>
                  <a:pt x="1415839" y="141516"/>
                </a:moveTo>
                <a:lnTo>
                  <a:pt x="1415839" y="101328"/>
                </a:lnTo>
                <a:cubicBezTo>
                  <a:pt x="1404221" y="105935"/>
                  <a:pt x="1396719" y="109198"/>
                  <a:pt x="1393334" y="111116"/>
                </a:cubicBezTo>
                <a:cubicBezTo>
                  <a:pt x="1387256" y="114494"/>
                  <a:pt x="1382909" y="118026"/>
                  <a:pt x="1380293" y="121712"/>
                </a:cubicBezTo>
                <a:cubicBezTo>
                  <a:pt x="1377677" y="125396"/>
                  <a:pt x="1376369" y="129425"/>
                  <a:pt x="1376369" y="133801"/>
                </a:cubicBezTo>
                <a:cubicBezTo>
                  <a:pt x="1376369" y="139329"/>
                  <a:pt x="1378023" y="143916"/>
                  <a:pt x="1381332" y="147564"/>
                </a:cubicBezTo>
                <a:cubicBezTo>
                  <a:pt x="1384640" y="151209"/>
                  <a:pt x="1388448" y="153031"/>
                  <a:pt x="1392757" y="153031"/>
                </a:cubicBezTo>
                <a:cubicBezTo>
                  <a:pt x="1398604" y="153031"/>
                  <a:pt x="1406298" y="149193"/>
                  <a:pt x="1415839" y="141516"/>
                </a:cubicBezTo>
                <a:close/>
                <a:moveTo>
                  <a:pt x="1489263" y="125589"/>
                </a:moveTo>
                <a:cubicBezTo>
                  <a:pt x="1482801" y="122440"/>
                  <a:pt x="1477838" y="118041"/>
                  <a:pt x="1474376" y="112393"/>
                </a:cubicBezTo>
                <a:cubicBezTo>
                  <a:pt x="1470914" y="106745"/>
                  <a:pt x="1469182" y="100501"/>
                  <a:pt x="1469182" y="93661"/>
                </a:cubicBezTo>
                <a:cubicBezTo>
                  <a:pt x="1469182" y="83212"/>
                  <a:pt x="1473126" y="74222"/>
                  <a:pt x="1481012" y="66691"/>
                </a:cubicBezTo>
                <a:cubicBezTo>
                  <a:pt x="1488898" y="59161"/>
                  <a:pt x="1498996" y="55396"/>
                  <a:pt x="1511306" y="55396"/>
                </a:cubicBezTo>
                <a:cubicBezTo>
                  <a:pt x="1521385" y="55396"/>
                  <a:pt x="1530118" y="57858"/>
                  <a:pt x="1537504" y="62782"/>
                </a:cubicBezTo>
                <a:lnTo>
                  <a:pt x="1559893" y="62782"/>
                </a:lnTo>
                <a:cubicBezTo>
                  <a:pt x="1563202" y="62782"/>
                  <a:pt x="1565125" y="62878"/>
                  <a:pt x="1565664" y="63070"/>
                </a:cubicBezTo>
                <a:cubicBezTo>
                  <a:pt x="1566202" y="63263"/>
                  <a:pt x="1566587" y="63590"/>
                  <a:pt x="1566818" y="64051"/>
                </a:cubicBezTo>
                <a:cubicBezTo>
                  <a:pt x="1567279" y="64744"/>
                  <a:pt x="1567510" y="65975"/>
                  <a:pt x="1567510" y="67745"/>
                </a:cubicBezTo>
                <a:cubicBezTo>
                  <a:pt x="1567510" y="69745"/>
                  <a:pt x="1567318" y="71130"/>
                  <a:pt x="1566933" y="71899"/>
                </a:cubicBezTo>
                <a:cubicBezTo>
                  <a:pt x="1566702" y="72284"/>
                  <a:pt x="1566298" y="72592"/>
                  <a:pt x="1565721" y="72822"/>
                </a:cubicBezTo>
                <a:cubicBezTo>
                  <a:pt x="1565144" y="73053"/>
                  <a:pt x="1563202" y="73169"/>
                  <a:pt x="1559893" y="73169"/>
                </a:cubicBezTo>
                <a:lnTo>
                  <a:pt x="1546160" y="73169"/>
                </a:lnTo>
                <a:cubicBezTo>
                  <a:pt x="1550468" y="78708"/>
                  <a:pt x="1552622" y="85787"/>
                  <a:pt x="1552622" y="94404"/>
                </a:cubicBezTo>
                <a:cubicBezTo>
                  <a:pt x="1552622" y="104252"/>
                  <a:pt x="1548852" y="112677"/>
                  <a:pt x="1541312" y="119678"/>
                </a:cubicBezTo>
                <a:cubicBezTo>
                  <a:pt x="1533772" y="126680"/>
                  <a:pt x="1523655" y="130180"/>
                  <a:pt x="1510960" y="130180"/>
                </a:cubicBezTo>
                <a:cubicBezTo>
                  <a:pt x="1505728" y="130180"/>
                  <a:pt x="1500381" y="129395"/>
                  <a:pt x="1494918" y="127825"/>
                </a:cubicBezTo>
                <a:cubicBezTo>
                  <a:pt x="1491533" y="130706"/>
                  <a:pt x="1489244" y="133225"/>
                  <a:pt x="1488052" y="135384"/>
                </a:cubicBezTo>
                <a:cubicBezTo>
                  <a:pt x="1486859" y="137544"/>
                  <a:pt x="1486263" y="139380"/>
                  <a:pt x="1486263" y="140895"/>
                </a:cubicBezTo>
                <a:cubicBezTo>
                  <a:pt x="1486263" y="142184"/>
                  <a:pt x="1486898" y="143434"/>
                  <a:pt x="1488167" y="144646"/>
                </a:cubicBezTo>
                <a:cubicBezTo>
                  <a:pt x="1489437" y="145858"/>
                  <a:pt x="1491918" y="146729"/>
                  <a:pt x="1495611" y="147261"/>
                </a:cubicBezTo>
                <a:cubicBezTo>
                  <a:pt x="1497765" y="147612"/>
                  <a:pt x="1503151" y="147919"/>
                  <a:pt x="1511768" y="148184"/>
                </a:cubicBezTo>
                <a:cubicBezTo>
                  <a:pt x="1527617" y="148624"/>
                  <a:pt x="1537889" y="149239"/>
                  <a:pt x="1542582" y="150030"/>
                </a:cubicBezTo>
                <a:cubicBezTo>
                  <a:pt x="1549737" y="151028"/>
                  <a:pt x="1555450" y="153678"/>
                  <a:pt x="1559720" y="157979"/>
                </a:cubicBezTo>
                <a:cubicBezTo>
                  <a:pt x="1563990" y="162281"/>
                  <a:pt x="1566125" y="167580"/>
                  <a:pt x="1566125" y="173877"/>
                </a:cubicBezTo>
                <a:cubicBezTo>
                  <a:pt x="1566125" y="182556"/>
                  <a:pt x="1562047" y="190697"/>
                  <a:pt x="1553892" y="198300"/>
                </a:cubicBezTo>
                <a:cubicBezTo>
                  <a:pt x="1541890" y="209514"/>
                  <a:pt x="1526232" y="215121"/>
                  <a:pt x="1506921" y="215121"/>
                </a:cubicBezTo>
                <a:cubicBezTo>
                  <a:pt x="1492072" y="215121"/>
                  <a:pt x="1479531" y="211773"/>
                  <a:pt x="1469298" y="205076"/>
                </a:cubicBezTo>
                <a:cubicBezTo>
                  <a:pt x="1463527" y="201230"/>
                  <a:pt x="1460642" y="197228"/>
                  <a:pt x="1460642" y="193070"/>
                </a:cubicBezTo>
                <a:cubicBezTo>
                  <a:pt x="1460642" y="191224"/>
                  <a:pt x="1461065" y="189377"/>
                  <a:pt x="1461912" y="187531"/>
                </a:cubicBezTo>
                <a:cubicBezTo>
                  <a:pt x="1463220" y="184684"/>
                  <a:pt x="1465913" y="180721"/>
                  <a:pt x="1469990" y="175640"/>
                </a:cubicBezTo>
                <a:cubicBezTo>
                  <a:pt x="1470529" y="174948"/>
                  <a:pt x="1474453" y="170792"/>
                  <a:pt x="1481762" y="163173"/>
                </a:cubicBezTo>
                <a:cubicBezTo>
                  <a:pt x="1477761" y="160790"/>
                  <a:pt x="1474934" y="158657"/>
                  <a:pt x="1473279" y="156775"/>
                </a:cubicBezTo>
                <a:cubicBezTo>
                  <a:pt x="1471625" y="154892"/>
                  <a:pt x="1470798" y="152759"/>
                  <a:pt x="1470798" y="150377"/>
                </a:cubicBezTo>
                <a:cubicBezTo>
                  <a:pt x="1470798" y="147686"/>
                  <a:pt x="1471895" y="144535"/>
                  <a:pt x="1474087" y="140924"/>
                </a:cubicBezTo>
                <a:cubicBezTo>
                  <a:pt x="1476280" y="137310"/>
                  <a:pt x="1481339" y="132199"/>
                  <a:pt x="1489263" y="125589"/>
                </a:cubicBezTo>
                <a:moveTo>
                  <a:pt x="1509344" y="61166"/>
                </a:moveTo>
                <a:cubicBezTo>
                  <a:pt x="1503651" y="61166"/>
                  <a:pt x="1498881" y="63424"/>
                  <a:pt x="1495034" y="67939"/>
                </a:cubicBezTo>
                <a:cubicBezTo>
                  <a:pt x="1491187" y="72452"/>
                  <a:pt x="1489263" y="79377"/>
                  <a:pt x="1489263" y="88713"/>
                </a:cubicBezTo>
                <a:cubicBezTo>
                  <a:pt x="1489263" y="100804"/>
                  <a:pt x="1491879" y="110177"/>
                  <a:pt x="1497111" y="116833"/>
                </a:cubicBezTo>
                <a:cubicBezTo>
                  <a:pt x="1501112" y="121884"/>
                  <a:pt x="1506190" y="124410"/>
                  <a:pt x="1512345" y="124410"/>
                </a:cubicBezTo>
                <a:cubicBezTo>
                  <a:pt x="1518192" y="124410"/>
                  <a:pt x="1523001" y="122229"/>
                  <a:pt x="1526771" y="117868"/>
                </a:cubicBezTo>
                <a:cubicBezTo>
                  <a:pt x="1530541" y="113506"/>
                  <a:pt x="1532426" y="106657"/>
                  <a:pt x="1532426" y="97321"/>
                </a:cubicBezTo>
                <a:cubicBezTo>
                  <a:pt x="1532426" y="85156"/>
                  <a:pt x="1529772" y="75628"/>
                  <a:pt x="1524463" y="68740"/>
                </a:cubicBezTo>
                <a:cubicBezTo>
                  <a:pt x="1520539" y="63691"/>
                  <a:pt x="1515500" y="61166"/>
                  <a:pt x="1509344" y="61166"/>
                </a:cubicBezTo>
                <a:moveTo>
                  <a:pt x="1488109" y="164110"/>
                </a:moveTo>
                <a:cubicBezTo>
                  <a:pt x="1484493" y="168010"/>
                  <a:pt x="1481762" y="171642"/>
                  <a:pt x="1479915" y="175005"/>
                </a:cubicBezTo>
                <a:cubicBezTo>
                  <a:pt x="1478069" y="178369"/>
                  <a:pt x="1477146" y="181466"/>
                  <a:pt x="1477146" y="184296"/>
                </a:cubicBezTo>
                <a:cubicBezTo>
                  <a:pt x="1477146" y="187965"/>
                  <a:pt x="1479377" y="191176"/>
                  <a:pt x="1483839" y="193929"/>
                </a:cubicBezTo>
                <a:cubicBezTo>
                  <a:pt x="1491533" y="198670"/>
                  <a:pt x="1502651" y="201041"/>
                  <a:pt x="1517192" y="201041"/>
                </a:cubicBezTo>
                <a:cubicBezTo>
                  <a:pt x="1531041" y="201041"/>
                  <a:pt x="1541255" y="198622"/>
                  <a:pt x="1547833" y="193785"/>
                </a:cubicBezTo>
                <a:cubicBezTo>
                  <a:pt x="1554411" y="188949"/>
                  <a:pt x="1557700" y="183790"/>
                  <a:pt x="1557700" y="178305"/>
                </a:cubicBezTo>
                <a:cubicBezTo>
                  <a:pt x="1557700" y="174345"/>
                  <a:pt x="1555738" y="171528"/>
                  <a:pt x="1551815" y="169852"/>
                </a:cubicBezTo>
                <a:cubicBezTo>
                  <a:pt x="1547814" y="168176"/>
                  <a:pt x="1539889" y="167185"/>
                  <a:pt x="1528041" y="166880"/>
                </a:cubicBezTo>
                <a:cubicBezTo>
                  <a:pt x="1510729" y="166399"/>
                  <a:pt x="1497419" y="165476"/>
                  <a:pt x="1488109" y="164110"/>
                </a:cubicBezTo>
                <a:close/>
                <a:moveTo>
                  <a:pt x="1596939" y="98328"/>
                </a:moveTo>
                <a:cubicBezTo>
                  <a:pt x="1596863" y="113951"/>
                  <a:pt x="1600671" y="126205"/>
                  <a:pt x="1608365" y="135089"/>
                </a:cubicBezTo>
                <a:cubicBezTo>
                  <a:pt x="1616059" y="143973"/>
                  <a:pt x="1625099" y="148415"/>
                  <a:pt x="1635486" y="148415"/>
                </a:cubicBezTo>
                <a:cubicBezTo>
                  <a:pt x="1642410" y="148415"/>
                  <a:pt x="1648431" y="146502"/>
                  <a:pt x="1653547" y="142677"/>
                </a:cubicBezTo>
                <a:cubicBezTo>
                  <a:pt x="1658664" y="138851"/>
                  <a:pt x="1662953" y="132301"/>
                  <a:pt x="1666415" y="123025"/>
                </a:cubicBezTo>
                <a:lnTo>
                  <a:pt x="1669993" y="125344"/>
                </a:lnTo>
                <a:cubicBezTo>
                  <a:pt x="1668377" y="135940"/>
                  <a:pt x="1663684" y="145588"/>
                  <a:pt x="1655913" y="154290"/>
                </a:cubicBezTo>
                <a:cubicBezTo>
                  <a:pt x="1648142" y="162991"/>
                  <a:pt x="1638409" y="167342"/>
                  <a:pt x="1626715" y="167342"/>
                </a:cubicBezTo>
                <a:cubicBezTo>
                  <a:pt x="1614020" y="167342"/>
                  <a:pt x="1603152" y="162409"/>
                  <a:pt x="1594112" y="152544"/>
                </a:cubicBezTo>
                <a:cubicBezTo>
                  <a:pt x="1585072" y="142677"/>
                  <a:pt x="1580552" y="129412"/>
                  <a:pt x="1580552" y="112750"/>
                </a:cubicBezTo>
                <a:cubicBezTo>
                  <a:pt x="1580552" y="94708"/>
                  <a:pt x="1585187" y="80639"/>
                  <a:pt x="1594458" y="70543"/>
                </a:cubicBezTo>
                <a:cubicBezTo>
                  <a:pt x="1603729" y="60445"/>
                  <a:pt x="1615366" y="55396"/>
                  <a:pt x="1629369" y="55396"/>
                </a:cubicBezTo>
                <a:cubicBezTo>
                  <a:pt x="1641218" y="55396"/>
                  <a:pt x="1650950" y="59291"/>
                  <a:pt x="1658567" y="67081"/>
                </a:cubicBezTo>
                <a:cubicBezTo>
                  <a:pt x="1666184" y="74869"/>
                  <a:pt x="1669993" y="85284"/>
                  <a:pt x="1669993" y="98328"/>
                </a:cubicBezTo>
                <a:lnTo>
                  <a:pt x="1596939" y="98328"/>
                </a:lnTo>
                <a:moveTo>
                  <a:pt x="1596939" y="91634"/>
                </a:moveTo>
                <a:lnTo>
                  <a:pt x="1645872" y="91634"/>
                </a:lnTo>
                <a:cubicBezTo>
                  <a:pt x="1645488" y="84919"/>
                  <a:pt x="1644680" y="80188"/>
                  <a:pt x="1643449" y="77442"/>
                </a:cubicBezTo>
                <a:cubicBezTo>
                  <a:pt x="1641525" y="73167"/>
                  <a:pt x="1638659" y="69810"/>
                  <a:pt x="1634851" y="67369"/>
                </a:cubicBezTo>
                <a:cubicBezTo>
                  <a:pt x="1631043" y="64927"/>
                  <a:pt x="1627061" y="63705"/>
                  <a:pt x="1622906" y="63705"/>
                </a:cubicBezTo>
                <a:cubicBezTo>
                  <a:pt x="1616520" y="63705"/>
                  <a:pt x="1610808" y="66166"/>
                  <a:pt x="1605768" y="71088"/>
                </a:cubicBezTo>
                <a:cubicBezTo>
                  <a:pt x="1600729" y="76009"/>
                  <a:pt x="1597786" y="82858"/>
                  <a:pt x="1596939" y="91634"/>
                </a:cubicBezTo>
                <a:close/>
                <a:moveTo>
                  <a:pt x="1774001" y="23543"/>
                </a:moveTo>
                <a:lnTo>
                  <a:pt x="1774001" y="58396"/>
                </a:lnTo>
                <a:lnTo>
                  <a:pt x="1798698" y="58396"/>
                </a:lnTo>
                <a:lnTo>
                  <a:pt x="1798698" y="66244"/>
                </a:lnTo>
                <a:lnTo>
                  <a:pt x="1774001" y="66475"/>
                </a:lnTo>
                <a:lnTo>
                  <a:pt x="1774001" y="135121"/>
                </a:lnTo>
                <a:cubicBezTo>
                  <a:pt x="1774001" y="141976"/>
                  <a:pt x="1774982" y="146598"/>
                  <a:pt x="1776944" y="148988"/>
                </a:cubicBezTo>
                <a:cubicBezTo>
                  <a:pt x="1778906" y="151376"/>
                  <a:pt x="1781425" y="152569"/>
                  <a:pt x="1784503" y="152569"/>
                </a:cubicBezTo>
                <a:cubicBezTo>
                  <a:pt x="1787042" y="152569"/>
                  <a:pt x="1789504" y="151771"/>
                  <a:pt x="1791889" y="150175"/>
                </a:cubicBezTo>
                <a:cubicBezTo>
                  <a:pt x="1794274" y="148578"/>
                  <a:pt x="1796121" y="146222"/>
                  <a:pt x="1797429" y="143106"/>
                </a:cubicBezTo>
                <a:lnTo>
                  <a:pt x="1801930" y="143106"/>
                </a:lnTo>
                <a:cubicBezTo>
                  <a:pt x="1799237" y="150684"/>
                  <a:pt x="1795428" y="156388"/>
                  <a:pt x="1790504" y="160215"/>
                </a:cubicBezTo>
                <a:cubicBezTo>
                  <a:pt x="1785580" y="164043"/>
                  <a:pt x="1780502" y="165957"/>
                  <a:pt x="1775270" y="165957"/>
                </a:cubicBezTo>
                <a:cubicBezTo>
                  <a:pt x="1771731" y="165957"/>
                  <a:pt x="1768269" y="164972"/>
                  <a:pt x="1764884" y="163003"/>
                </a:cubicBezTo>
                <a:cubicBezTo>
                  <a:pt x="1761498" y="161034"/>
                  <a:pt x="1758998" y="158216"/>
                  <a:pt x="1757382" y="154549"/>
                </a:cubicBezTo>
                <a:cubicBezTo>
                  <a:pt x="1755766" y="150883"/>
                  <a:pt x="1754959" y="145228"/>
                  <a:pt x="1754959" y="137584"/>
                </a:cubicBezTo>
                <a:lnTo>
                  <a:pt x="1754959" y="66244"/>
                </a:lnTo>
                <a:lnTo>
                  <a:pt x="1738224" y="66244"/>
                </a:lnTo>
                <a:lnTo>
                  <a:pt x="1738224" y="62544"/>
                </a:lnTo>
                <a:cubicBezTo>
                  <a:pt x="1742456" y="60861"/>
                  <a:pt x="1746784" y="58012"/>
                  <a:pt x="1751208" y="53997"/>
                </a:cubicBezTo>
                <a:cubicBezTo>
                  <a:pt x="1755632" y="49981"/>
                  <a:pt x="1759575" y="45195"/>
                  <a:pt x="1763037" y="39639"/>
                </a:cubicBezTo>
                <a:cubicBezTo>
                  <a:pt x="1764807" y="36706"/>
                  <a:pt x="1767269" y="31340"/>
                  <a:pt x="1770423" y="23543"/>
                </a:cubicBezTo>
                <a:lnTo>
                  <a:pt x="1774001" y="23543"/>
                </a:lnTo>
                <a:close/>
                <a:moveTo>
                  <a:pt x="1860660" y="55396"/>
                </a:moveTo>
                <a:cubicBezTo>
                  <a:pt x="1876663" y="55396"/>
                  <a:pt x="1889512" y="61468"/>
                  <a:pt x="1899206" y="73612"/>
                </a:cubicBezTo>
                <a:cubicBezTo>
                  <a:pt x="1907438" y="83987"/>
                  <a:pt x="1911555" y="95900"/>
                  <a:pt x="1911555" y="109353"/>
                </a:cubicBezTo>
                <a:cubicBezTo>
                  <a:pt x="1911555" y="118807"/>
                  <a:pt x="1909285" y="128376"/>
                  <a:pt x="1904745" y="138060"/>
                </a:cubicBezTo>
                <a:cubicBezTo>
                  <a:pt x="1900206" y="147743"/>
                  <a:pt x="1893955" y="155043"/>
                  <a:pt x="1885992" y="159963"/>
                </a:cubicBezTo>
                <a:cubicBezTo>
                  <a:pt x="1878028" y="164882"/>
                  <a:pt x="1869161" y="167342"/>
                  <a:pt x="1859390" y="167342"/>
                </a:cubicBezTo>
                <a:cubicBezTo>
                  <a:pt x="1843464" y="167342"/>
                  <a:pt x="1830807" y="161000"/>
                  <a:pt x="1821421" y="148317"/>
                </a:cubicBezTo>
                <a:cubicBezTo>
                  <a:pt x="1813496" y="137635"/>
                  <a:pt x="1809534" y="125646"/>
                  <a:pt x="1809534" y="112350"/>
                </a:cubicBezTo>
                <a:cubicBezTo>
                  <a:pt x="1809534" y="102665"/>
                  <a:pt x="1811938" y="93038"/>
                  <a:pt x="1816747" y="83469"/>
                </a:cubicBezTo>
                <a:cubicBezTo>
                  <a:pt x="1821555" y="73900"/>
                  <a:pt x="1827884" y="66828"/>
                  <a:pt x="1835731" y="62255"/>
                </a:cubicBezTo>
                <a:cubicBezTo>
                  <a:pt x="1843579" y="57682"/>
                  <a:pt x="1851889" y="55396"/>
                  <a:pt x="1860660" y="55396"/>
                </a:cubicBezTo>
                <a:moveTo>
                  <a:pt x="1857082" y="63013"/>
                </a:moveTo>
                <a:cubicBezTo>
                  <a:pt x="1853004" y="63013"/>
                  <a:pt x="1848907" y="64221"/>
                  <a:pt x="1844791" y="66637"/>
                </a:cubicBezTo>
                <a:cubicBezTo>
                  <a:pt x="1840675" y="69051"/>
                  <a:pt x="1837347" y="73287"/>
                  <a:pt x="1834808" y="79343"/>
                </a:cubicBezTo>
                <a:cubicBezTo>
                  <a:pt x="1832269" y="85400"/>
                  <a:pt x="1831000" y="93180"/>
                  <a:pt x="1831000" y="102684"/>
                </a:cubicBezTo>
                <a:cubicBezTo>
                  <a:pt x="1831000" y="118017"/>
                  <a:pt x="1834058" y="131242"/>
                  <a:pt x="1840175" y="142359"/>
                </a:cubicBezTo>
                <a:cubicBezTo>
                  <a:pt x="1846291" y="153475"/>
                  <a:pt x="1854351" y="159032"/>
                  <a:pt x="1864353" y="159032"/>
                </a:cubicBezTo>
                <a:cubicBezTo>
                  <a:pt x="1871816" y="159032"/>
                  <a:pt x="1877971" y="155966"/>
                  <a:pt x="1882818" y="149832"/>
                </a:cubicBezTo>
                <a:cubicBezTo>
                  <a:pt x="1887665" y="143699"/>
                  <a:pt x="1890089" y="133158"/>
                  <a:pt x="1890089" y="118210"/>
                </a:cubicBezTo>
                <a:cubicBezTo>
                  <a:pt x="1890089" y="99505"/>
                  <a:pt x="1886049" y="84785"/>
                  <a:pt x="1877971" y="74052"/>
                </a:cubicBezTo>
                <a:cubicBezTo>
                  <a:pt x="1872508" y="66693"/>
                  <a:pt x="1865545" y="63013"/>
                  <a:pt x="1857082" y="6301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Text gatherallinf">
            <a:extLst xmlns:a="http://schemas.openxmlformats.org/drawingml/2006/main">
              <a:ext uri="{FF2B5EF4-FFF2-40B4-BE49-F238E27FC236}">
                <a16:creationId xmlns:a16="http://schemas.microsoft.com/office/drawing/2014/main" id="{CBC4F455-3335-42ED-9021-F331F6778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941" y="789166"/>
            <a:ext cx="1224928" cy="215121"/>
          </a:xfrm>
          <a:custGeom xmlns:a="http://schemas.openxmlformats.org/drawingml/2006/main">
            <a:pathLst>
              <a:path w="1224928" h="215121">
                <a:moveTo>
                  <a:pt x="28621" y="125589"/>
                </a:moveTo>
                <a:cubicBezTo>
                  <a:pt x="22158" y="122440"/>
                  <a:pt x="17196" y="118041"/>
                  <a:pt x="13734" y="112393"/>
                </a:cubicBezTo>
                <a:cubicBezTo>
                  <a:pt x="10271" y="106745"/>
                  <a:pt x="8540" y="100501"/>
                  <a:pt x="8540" y="93661"/>
                </a:cubicBezTo>
                <a:cubicBezTo>
                  <a:pt x="8540" y="83212"/>
                  <a:pt x="12483" y="74222"/>
                  <a:pt x="20370" y="66691"/>
                </a:cubicBezTo>
                <a:cubicBezTo>
                  <a:pt x="28256" y="59161"/>
                  <a:pt x="38354" y="55396"/>
                  <a:pt x="50664" y="55396"/>
                </a:cubicBezTo>
                <a:cubicBezTo>
                  <a:pt x="60743" y="55396"/>
                  <a:pt x="69476" y="57858"/>
                  <a:pt x="76862" y="62782"/>
                </a:cubicBezTo>
                <a:lnTo>
                  <a:pt x="99251" y="62782"/>
                </a:lnTo>
                <a:cubicBezTo>
                  <a:pt x="102559" y="62782"/>
                  <a:pt x="104483" y="62878"/>
                  <a:pt x="105021" y="63070"/>
                </a:cubicBezTo>
                <a:cubicBezTo>
                  <a:pt x="105560" y="63263"/>
                  <a:pt x="105945" y="63590"/>
                  <a:pt x="106175" y="64051"/>
                </a:cubicBezTo>
                <a:cubicBezTo>
                  <a:pt x="106637" y="64744"/>
                  <a:pt x="106868" y="65975"/>
                  <a:pt x="106868" y="67745"/>
                </a:cubicBezTo>
                <a:cubicBezTo>
                  <a:pt x="106868" y="69745"/>
                  <a:pt x="106675" y="71130"/>
                  <a:pt x="106291" y="71899"/>
                </a:cubicBezTo>
                <a:cubicBezTo>
                  <a:pt x="106060" y="72284"/>
                  <a:pt x="105656" y="72592"/>
                  <a:pt x="105079" y="72822"/>
                </a:cubicBezTo>
                <a:cubicBezTo>
                  <a:pt x="104502" y="73053"/>
                  <a:pt x="102559" y="73169"/>
                  <a:pt x="99251" y="73169"/>
                </a:cubicBezTo>
                <a:lnTo>
                  <a:pt x="85517" y="73169"/>
                </a:lnTo>
                <a:cubicBezTo>
                  <a:pt x="89826" y="78708"/>
                  <a:pt x="91980" y="85787"/>
                  <a:pt x="91980" y="94404"/>
                </a:cubicBezTo>
                <a:cubicBezTo>
                  <a:pt x="91980" y="104252"/>
                  <a:pt x="88210" y="112677"/>
                  <a:pt x="80670" y="119678"/>
                </a:cubicBezTo>
                <a:cubicBezTo>
                  <a:pt x="73130" y="126680"/>
                  <a:pt x="63013" y="130180"/>
                  <a:pt x="50318" y="130180"/>
                </a:cubicBezTo>
                <a:cubicBezTo>
                  <a:pt x="45086" y="130180"/>
                  <a:pt x="39739" y="129395"/>
                  <a:pt x="34276" y="127825"/>
                </a:cubicBezTo>
                <a:cubicBezTo>
                  <a:pt x="30891" y="130706"/>
                  <a:pt x="28602" y="133225"/>
                  <a:pt x="27409" y="135384"/>
                </a:cubicBezTo>
                <a:cubicBezTo>
                  <a:pt x="26217" y="137544"/>
                  <a:pt x="25621" y="139380"/>
                  <a:pt x="25621" y="140895"/>
                </a:cubicBezTo>
                <a:cubicBezTo>
                  <a:pt x="25621" y="142184"/>
                  <a:pt x="26255" y="143434"/>
                  <a:pt x="27525" y="144646"/>
                </a:cubicBezTo>
                <a:cubicBezTo>
                  <a:pt x="28794" y="145858"/>
                  <a:pt x="31276" y="146729"/>
                  <a:pt x="34969" y="147261"/>
                </a:cubicBezTo>
                <a:cubicBezTo>
                  <a:pt x="37123" y="147612"/>
                  <a:pt x="42509" y="147919"/>
                  <a:pt x="51126" y="148184"/>
                </a:cubicBezTo>
                <a:cubicBezTo>
                  <a:pt x="66975" y="148624"/>
                  <a:pt x="77246" y="149239"/>
                  <a:pt x="81940" y="150030"/>
                </a:cubicBezTo>
                <a:cubicBezTo>
                  <a:pt x="89095" y="151028"/>
                  <a:pt x="94808" y="153678"/>
                  <a:pt x="99078" y="157979"/>
                </a:cubicBezTo>
                <a:cubicBezTo>
                  <a:pt x="103348" y="162281"/>
                  <a:pt x="105483" y="167580"/>
                  <a:pt x="105483" y="173877"/>
                </a:cubicBezTo>
                <a:cubicBezTo>
                  <a:pt x="105483" y="182556"/>
                  <a:pt x="101405" y="190697"/>
                  <a:pt x="93250" y="198300"/>
                </a:cubicBezTo>
                <a:cubicBezTo>
                  <a:pt x="81247" y="209514"/>
                  <a:pt x="65590" y="215121"/>
                  <a:pt x="46279" y="215121"/>
                </a:cubicBezTo>
                <a:cubicBezTo>
                  <a:pt x="31429" y="215121"/>
                  <a:pt x="18888" y="211773"/>
                  <a:pt x="8656" y="205076"/>
                </a:cubicBezTo>
                <a:cubicBezTo>
                  <a:pt x="2885" y="201230"/>
                  <a:pt x="0" y="197228"/>
                  <a:pt x="0" y="193070"/>
                </a:cubicBezTo>
                <a:cubicBezTo>
                  <a:pt x="0" y="191224"/>
                  <a:pt x="423" y="189377"/>
                  <a:pt x="1269" y="187531"/>
                </a:cubicBezTo>
                <a:cubicBezTo>
                  <a:pt x="2577" y="184684"/>
                  <a:pt x="5270" y="180721"/>
                  <a:pt x="9348" y="175640"/>
                </a:cubicBezTo>
                <a:cubicBezTo>
                  <a:pt x="9887" y="174948"/>
                  <a:pt x="13810" y="170792"/>
                  <a:pt x="21120" y="163173"/>
                </a:cubicBezTo>
                <a:cubicBezTo>
                  <a:pt x="17119" y="160790"/>
                  <a:pt x="14291" y="158657"/>
                  <a:pt x="12637" y="156775"/>
                </a:cubicBezTo>
                <a:cubicBezTo>
                  <a:pt x="10983" y="154892"/>
                  <a:pt x="10156" y="152759"/>
                  <a:pt x="10156" y="150377"/>
                </a:cubicBezTo>
                <a:cubicBezTo>
                  <a:pt x="10156" y="147686"/>
                  <a:pt x="11252" y="144535"/>
                  <a:pt x="13445" y="140924"/>
                </a:cubicBezTo>
                <a:cubicBezTo>
                  <a:pt x="15638" y="137310"/>
                  <a:pt x="20697" y="132199"/>
                  <a:pt x="28621" y="125589"/>
                </a:cubicBezTo>
                <a:moveTo>
                  <a:pt x="48702" y="61166"/>
                </a:moveTo>
                <a:cubicBezTo>
                  <a:pt x="43009" y="61166"/>
                  <a:pt x="38239" y="63424"/>
                  <a:pt x="34392" y="67939"/>
                </a:cubicBezTo>
                <a:cubicBezTo>
                  <a:pt x="30545" y="72452"/>
                  <a:pt x="28621" y="79377"/>
                  <a:pt x="28621" y="88713"/>
                </a:cubicBezTo>
                <a:cubicBezTo>
                  <a:pt x="28621" y="100804"/>
                  <a:pt x="31237" y="110177"/>
                  <a:pt x="36469" y="116833"/>
                </a:cubicBezTo>
                <a:cubicBezTo>
                  <a:pt x="40470" y="121884"/>
                  <a:pt x="45548" y="124410"/>
                  <a:pt x="51703" y="124410"/>
                </a:cubicBezTo>
                <a:cubicBezTo>
                  <a:pt x="57550" y="124410"/>
                  <a:pt x="62359" y="122229"/>
                  <a:pt x="66129" y="117868"/>
                </a:cubicBezTo>
                <a:cubicBezTo>
                  <a:pt x="69899" y="113506"/>
                  <a:pt x="71784" y="106657"/>
                  <a:pt x="71784" y="97321"/>
                </a:cubicBezTo>
                <a:cubicBezTo>
                  <a:pt x="71784" y="85156"/>
                  <a:pt x="69129" y="75628"/>
                  <a:pt x="63821" y="68740"/>
                </a:cubicBezTo>
                <a:cubicBezTo>
                  <a:pt x="59897" y="63691"/>
                  <a:pt x="54857" y="61166"/>
                  <a:pt x="48702" y="61166"/>
                </a:cubicBezTo>
                <a:moveTo>
                  <a:pt x="27467" y="164110"/>
                </a:moveTo>
                <a:cubicBezTo>
                  <a:pt x="23851" y="168010"/>
                  <a:pt x="21120" y="171642"/>
                  <a:pt x="19273" y="175005"/>
                </a:cubicBezTo>
                <a:cubicBezTo>
                  <a:pt x="17427" y="178369"/>
                  <a:pt x="16503" y="181466"/>
                  <a:pt x="16503" y="184296"/>
                </a:cubicBezTo>
                <a:cubicBezTo>
                  <a:pt x="16503" y="187965"/>
                  <a:pt x="18735" y="191176"/>
                  <a:pt x="23197" y="193929"/>
                </a:cubicBezTo>
                <a:cubicBezTo>
                  <a:pt x="30891" y="198670"/>
                  <a:pt x="42009" y="201041"/>
                  <a:pt x="56550" y="201041"/>
                </a:cubicBezTo>
                <a:cubicBezTo>
                  <a:pt x="70399" y="201041"/>
                  <a:pt x="80613" y="198622"/>
                  <a:pt x="87191" y="193785"/>
                </a:cubicBezTo>
                <a:cubicBezTo>
                  <a:pt x="93769" y="188949"/>
                  <a:pt x="97058" y="183790"/>
                  <a:pt x="97058" y="178305"/>
                </a:cubicBezTo>
                <a:cubicBezTo>
                  <a:pt x="97058" y="174345"/>
                  <a:pt x="95096" y="171528"/>
                  <a:pt x="91172" y="169852"/>
                </a:cubicBezTo>
                <a:cubicBezTo>
                  <a:pt x="87172" y="168176"/>
                  <a:pt x="79247" y="167185"/>
                  <a:pt x="67398" y="166880"/>
                </a:cubicBezTo>
                <a:cubicBezTo>
                  <a:pt x="50087" y="166399"/>
                  <a:pt x="36777" y="165476"/>
                  <a:pt x="27467" y="164110"/>
                </a:cubicBezTo>
                <a:close/>
                <a:moveTo>
                  <a:pt x="178421" y="148999"/>
                </a:moveTo>
                <a:cubicBezTo>
                  <a:pt x="167572" y="157383"/>
                  <a:pt x="160763" y="162228"/>
                  <a:pt x="157994" y="163533"/>
                </a:cubicBezTo>
                <a:cubicBezTo>
                  <a:pt x="153839" y="165457"/>
                  <a:pt x="149415" y="166418"/>
                  <a:pt x="144722" y="166418"/>
                </a:cubicBezTo>
                <a:cubicBezTo>
                  <a:pt x="137412" y="166418"/>
                  <a:pt x="131392" y="163918"/>
                  <a:pt x="126660" y="158917"/>
                </a:cubicBezTo>
                <a:cubicBezTo>
                  <a:pt x="121929" y="153916"/>
                  <a:pt x="119563" y="147338"/>
                  <a:pt x="119563" y="139182"/>
                </a:cubicBezTo>
                <a:cubicBezTo>
                  <a:pt x="119563" y="134027"/>
                  <a:pt x="120717" y="129565"/>
                  <a:pt x="123025" y="125795"/>
                </a:cubicBezTo>
                <a:cubicBezTo>
                  <a:pt x="126179" y="120563"/>
                  <a:pt x="131661" y="115639"/>
                  <a:pt x="139471" y="111023"/>
                </a:cubicBezTo>
                <a:cubicBezTo>
                  <a:pt x="147280" y="106406"/>
                  <a:pt x="160263" y="100790"/>
                  <a:pt x="178421" y="94173"/>
                </a:cubicBezTo>
                <a:lnTo>
                  <a:pt x="178421" y="90033"/>
                </a:lnTo>
                <a:cubicBezTo>
                  <a:pt x="178421" y="79531"/>
                  <a:pt x="176747" y="72325"/>
                  <a:pt x="173400" y="68415"/>
                </a:cubicBezTo>
                <a:cubicBezTo>
                  <a:pt x="170054" y="64506"/>
                  <a:pt x="165187" y="62551"/>
                  <a:pt x="158801" y="62551"/>
                </a:cubicBezTo>
                <a:cubicBezTo>
                  <a:pt x="153954" y="62551"/>
                  <a:pt x="150107" y="63859"/>
                  <a:pt x="147261" y="66475"/>
                </a:cubicBezTo>
                <a:cubicBezTo>
                  <a:pt x="144337" y="69091"/>
                  <a:pt x="142875" y="72092"/>
                  <a:pt x="142875" y="75477"/>
                </a:cubicBezTo>
                <a:lnTo>
                  <a:pt x="143106" y="82171"/>
                </a:lnTo>
                <a:cubicBezTo>
                  <a:pt x="143106" y="85710"/>
                  <a:pt x="142202" y="88441"/>
                  <a:pt x="140394" y="90364"/>
                </a:cubicBezTo>
                <a:cubicBezTo>
                  <a:pt x="138586" y="92288"/>
                  <a:pt x="136220" y="93250"/>
                  <a:pt x="133296" y="93250"/>
                </a:cubicBezTo>
                <a:cubicBezTo>
                  <a:pt x="130449" y="93250"/>
                  <a:pt x="128122" y="92247"/>
                  <a:pt x="126314" y="90242"/>
                </a:cubicBezTo>
                <a:cubicBezTo>
                  <a:pt x="124506" y="88234"/>
                  <a:pt x="123602" y="85495"/>
                  <a:pt x="123602" y="82023"/>
                </a:cubicBezTo>
                <a:cubicBezTo>
                  <a:pt x="123602" y="75384"/>
                  <a:pt x="126987" y="69287"/>
                  <a:pt x="133758" y="63730"/>
                </a:cubicBezTo>
                <a:cubicBezTo>
                  <a:pt x="140528" y="58174"/>
                  <a:pt x="150030" y="55396"/>
                  <a:pt x="162264" y="55396"/>
                </a:cubicBezTo>
                <a:cubicBezTo>
                  <a:pt x="171650" y="55396"/>
                  <a:pt x="179344" y="56971"/>
                  <a:pt x="185345" y="60120"/>
                </a:cubicBezTo>
                <a:cubicBezTo>
                  <a:pt x="189885" y="62503"/>
                  <a:pt x="193231" y="66231"/>
                  <a:pt x="195386" y="71304"/>
                </a:cubicBezTo>
                <a:cubicBezTo>
                  <a:pt x="196771" y="74608"/>
                  <a:pt x="197463" y="81370"/>
                  <a:pt x="197463" y="91591"/>
                </a:cubicBezTo>
                <a:lnTo>
                  <a:pt x="197463" y="127439"/>
                </a:lnTo>
                <a:cubicBezTo>
                  <a:pt x="197463" y="137506"/>
                  <a:pt x="197655" y="143673"/>
                  <a:pt x="198040" y="145941"/>
                </a:cubicBezTo>
                <a:cubicBezTo>
                  <a:pt x="198425" y="148208"/>
                  <a:pt x="199060" y="149726"/>
                  <a:pt x="199944" y="150496"/>
                </a:cubicBezTo>
                <a:cubicBezTo>
                  <a:pt x="200829" y="151263"/>
                  <a:pt x="201849" y="151646"/>
                  <a:pt x="203003" y="151646"/>
                </a:cubicBezTo>
                <a:cubicBezTo>
                  <a:pt x="204234" y="151646"/>
                  <a:pt x="205311" y="151377"/>
                  <a:pt x="206234" y="150838"/>
                </a:cubicBezTo>
                <a:cubicBezTo>
                  <a:pt x="207850" y="149838"/>
                  <a:pt x="210966" y="147030"/>
                  <a:pt x="215582" y="142414"/>
                </a:cubicBezTo>
                <a:lnTo>
                  <a:pt x="215582" y="148876"/>
                </a:lnTo>
                <a:cubicBezTo>
                  <a:pt x="206965" y="160417"/>
                  <a:pt x="198733" y="166188"/>
                  <a:pt x="190885" y="166188"/>
                </a:cubicBezTo>
                <a:cubicBezTo>
                  <a:pt x="187115" y="166188"/>
                  <a:pt x="184114" y="164889"/>
                  <a:pt x="181883" y="162293"/>
                </a:cubicBezTo>
                <a:cubicBezTo>
                  <a:pt x="179652" y="159693"/>
                  <a:pt x="178498" y="155262"/>
                  <a:pt x="178421" y="148999"/>
                </a:cubicBezTo>
                <a:moveTo>
                  <a:pt x="178421" y="141516"/>
                </a:moveTo>
                <a:lnTo>
                  <a:pt x="178421" y="101328"/>
                </a:lnTo>
                <a:cubicBezTo>
                  <a:pt x="166803" y="105935"/>
                  <a:pt x="159301" y="109198"/>
                  <a:pt x="155916" y="111116"/>
                </a:cubicBezTo>
                <a:cubicBezTo>
                  <a:pt x="149838" y="114494"/>
                  <a:pt x="145491" y="118026"/>
                  <a:pt x="142875" y="121712"/>
                </a:cubicBezTo>
                <a:cubicBezTo>
                  <a:pt x="140259" y="125396"/>
                  <a:pt x="138951" y="129425"/>
                  <a:pt x="138951" y="133801"/>
                </a:cubicBezTo>
                <a:cubicBezTo>
                  <a:pt x="138951" y="139329"/>
                  <a:pt x="140605" y="143916"/>
                  <a:pt x="143914" y="147564"/>
                </a:cubicBezTo>
                <a:cubicBezTo>
                  <a:pt x="147222" y="151209"/>
                  <a:pt x="151031" y="153031"/>
                  <a:pt x="155339" y="153031"/>
                </a:cubicBezTo>
                <a:cubicBezTo>
                  <a:pt x="161186" y="153031"/>
                  <a:pt x="168880" y="149193"/>
                  <a:pt x="178421" y="141516"/>
                </a:cubicBezTo>
                <a:close/>
                <a:moveTo>
                  <a:pt x="254269" y="23543"/>
                </a:moveTo>
                <a:lnTo>
                  <a:pt x="254269" y="58396"/>
                </a:lnTo>
                <a:lnTo>
                  <a:pt x="278967" y="58396"/>
                </a:lnTo>
                <a:lnTo>
                  <a:pt x="278967" y="66244"/>
                </a:lnTo>
                <a:lnTo>
                  <a:pt x="254269" y="66475"/>
                </a:lnTo>
                <a:lnTo>
                  <a:pt x="254269" y="135121"/>
                </a:lnTo>
                <a:cubicBezTo>
                  <a:pt x="254269" y="141976"/>
                  <a:pt x="255250" y="146598"/>
                  <a:pt x="257212" y="148988"/>
                </a:cubicBezTo>
                <a:cubicBezTo>
                  <a:pt x="259174" y="151376"/>
                  <a:pt x="261694" y="152569"/>
                  <a:pt x="264772" y="152569"/>
                </a:cubicBezTo>
                <a:cubicBezTo>
                  <a:pt x="267311" y="152569"/>
                  <a:pt x="269773" y="151771"/>
                  <a:pt x="272158" y="150175"/>
                </a:cubicBezTo>
                <a:cubicBezTo>
                  <a:pt x="274543" y="148578"/>
                  <a:pt x="276389" y="146222"/>
                  <a:pt x="277697" y="143106"/>
                </a:cubicBezTo>
                <a:lnTo>
                  <a:pt x="282198" y="143106"/>
                </a:lnTo>
                <a:cubicBezTo>
                  <a:pt x="279505" y="150684"/>
                  <a:pt x="275697" y="156388"/>
                  <a:pt x="270773" y="160215"/>
                </a:cubicBezTo>
                <a:cubicBezTo>
                  <a:pt x="265849" y="164043"/>
                  <a:pt x="260771" y="165957"/>
                  <a:pt x="255539" y="165957"/>
                </a:cubicBezTo>
                <a:cubicBezTo>
                  <a:pt x="252000" y="165957"/>
                  <a:pt x="248538" y="164972"/>
                  <a:pt x="245152" y="163003"/>
                </a:cubicBezTo>
                <a:cubicBezTo>
                  <a:pt x="241767" y="161034"/>
                  <a:pt x="239266" y="158216"/>
                  <a:pt x="237651" y="154549"/>
                </a:cubicBezTo>
                <a:cubicBezTo>
                  <a:pt x="236035" y="150883"/>
                  <a:pt x="235227" y="145228"/>
                  <a:pt x="235227" y="137584"/>
                </a:cubicBezTo>
                <a:lnTo>
                  <a:pt x="235227" y="66244"/>
                </a:lnTo>
                <a:lnTo>
                  <a:pt x="218493" y="66244"/>
                </a:lnTo>
                <a:lnTo>
                  <a:pt x="218493" y="62544"/>
                </a:lnTo>
                <a:cubicBezTo>
                  <a:pt x="222725" y="60861"/>
                  <a:pt x="227052" y="58012"/>
                  <a:pt x="231476" y="53997"/>
                </a:cubicBezTo>
                <a:cubicBezTo>
                  <a:pt x="235900" y="49981"/>
                  <a:pt x="239843" y="45195"/>
                  <a:pt x="243306" y="39639"/>
                </a:cubicBezTo>
                <a:cubicBezTo>
                  <a:pt x="245075" y="36706"/>
                  <a:pt x="247537" y="31340"/>
                  <a:pt x="250692" y="23543"/>
                </a:cubicBezTo>
                <a:lnTo>
                  <a:pt x="254269" y="23543"/>
                </a:lnTo>
                <a:close/>
                <a:moveTo>
                  <a:pt x="320270" y="0"/>
                </a:moveTo>
                <a:lnTo>
                  <a:pt x="320270" y="77536"/>
                </a:lnTo>
                <a:cubicBezTo>
                  <a:pt x="328810" y="68109"/>
                  <a:pt x="335581" y="62062"/>
                  <a:pt x="340582" y="59395"/>
                </a:cubicBezTo>
                <a:cubicBezTo>
                  <a:pt x="345583" y="56729"/>
                  <a:pt x="350584" y="55396"/>
                  <a:pt x="355585" y="55396"/>
                </a:cubicBezTo>
                <a:cubicBezTo>
                  <a:pt x="361586" y="55396"/>
                  <a:pt x="366741" y="57046"/>
                  <a:pt x="371050" y="60348"/>
                </a:cubicBezTo>
                <a:cubicBezTo>
                  <a:pt x="375358" y="63646"/>
                  <a:pt x="378551" y="68825"/>
                  <a:pt x="380628" y="75884"/>
                </a:cubicBezTo>
                <a:cubicBezTo>
                  <a:pt x="382090" y="80794"/>
                  <a:pt x="382821" y="89771"/>
                  <a:pt x="382821" y="102814"/>
                </a:cubicBezTo>
                <a:lnTo>
                  <a:pt x="382821" y="140105"/>
                </a:lnTo>
                <a:cubicBezTo>
                  <a:pt x="382821" y="146837"/>
                  <a:pt x="383360" y="151442"/>
                  <a:pt x="384437" y="153918"/>
                </a:cubicBezTo>
                <a:cubicBezTo>
                  <a:pt x="385206" y="155777"/>
                  <a:pt x="386514" y="157248"/>
                  <a:pt x="388361" y="158333"/>
                </a:cubicBezTo>
                <a:cubicBezTo>
                  <a:pt x="390207" y="159415"/>
                  <a:pt x="393593" y="159956"/>
                  <a:pt x="398517" y="159956"/>
                </a:cubicBezTo>
                <a:lnTo>
                  <a:pt x="398517" y="164110"/>
                </a:lnTo>
                <a:lnTo>
                  <a:pt x="346583" y="164110"/>
                </a:lnTo>
                <a:lnTo>
                  <a:pt x="346583" y="159956"/>
                </a:lnTo>
                <a:lnTo>
                  <a:pt x="349007" y="159956"/>
                </a:lnTo>
                <a:cubicBezTo>
                  <a:pt x="353931" y="159956"/>
                  <a:pt x="357355" y="159202"/>
                  <a:pt x="359278" y="157694"/>
                </a:cubicBezTo>
                <a:cubicBezTo>
                  <a:pt x="361201" y="156184"/>
                  <a:pt x="362548" y="153959"/>
                  <a:pt x="363317" y="151019"/>
                </a:cubicBezTo>
                <a:cubicBezTo>
                  <a:pt x="363548" y="149780"/>
                  <a:pt x="363663" y="146143"/>
                  <a:pt x="363663" y="140105"/>
                </a:cubicBezTo>
                <a:lnTo>
                  <a:pt x="363663" y="102897"/>
                </a:lnTo>
                <a:cubicBezTo>
                  <a:pt x="363663" y="91412"/>
                  <a:pt x="363067" y="83870"/>
                  <a:pt x="361875" y="80274"/>
                </a:cubicBezTo>
                <a:cubicBezTo>
                  <a:pt x="360682" y="76674"/>
                  <a:pt x="358778" y="73975"/>
                  <a:pt x="356162" y="72177"/>
                </a:cubicBezTo>
                <a:cubicBezTo>
                  <a:pt x="353546" y="70376"/>
                  <a:pt x="350392" y="69476"/>
                  <a:pt x="346699" y="69476"/>
                </a:cubicBezTo>
                <a:cubicBezTo>
                  <a:pt x="342929" y="69476"/>
                  <a:pt x="339005" y="70473"/>
                  <a:pt x="334927" y="72469"/>
                </a:cubicBezTo>
                <a:cubicBezTo>
                  <a:pt x="330849" y="74465"/>
                  <a:pt x="325964" y="78494"/>
                  <a:pt x="320270" y="84558"/>
                </a:cubicBezTo>
                <a:lnTo>
                  <a:pt x="320270" y="140105"/>
                </a:lnTo>
                <a:cubicBezTo>
                  <a:pt x="320270" y="147381"/>
                  <a:pt x="320674" y="151908"/>
                  <a:pt x="321482" y="153687"/>
                </a:cubicBezTo>
                <a:cubicBezTo>
                  <a:pt x="322290" y="155467"/>
                  <a:pt x="323790" y="156956"/>
                  <a:pt x="325983" y="158156"/>
                </a:cubicBezTo>
                <a:cubicBezTo>
                  <a:pt x="328176" y="159356"/>
                  <a:pt x="331965" y="159956"/>
                  <a:pt x="337350" y="159956"/>
                </a:cubicBezTo>
                <a:lnTo>
                  <a:pt x="337350" y="164110"/>
                </a:lnTo>
                <a:lnTo>
                  <a:pt x="284955" y="164110"/>
                </a:lnTo>
                <a:lnTo>
                  <a:pt x="284955" y="159956"/>
                </a:lnTo>
                <a:cubicBezTo>
                  <a:pt x="289648" y="159956"/>
                  <a:pt x="293342" y="159220"/>
                  <a:pt x="296034" y="157748"/>
                </a:cubicBezTo>
                <a:cubicBezTo>
                  <a:pt x="297573" y="156977"/>
                  <a:pt x="298804" y="155508"/>
                  <a:pt x="299727" y="153341"/>
                </a:cubicBezTo>
                <a:cubicBezTo>
                  <a:pt x="300651" y="151173"/>
                  <a:pt x="301112" y="146761"/>
                  <a:pt x="301112" y="140105"/>
                </a:cubicBezTo>
                <a:lnTo>
                  <a:pt x="301112" y="44548"/>
                </a:lnTo>
                <a:cubicBezTo>
                  <a:pt x="301112" y="32519"/>
                  <a:pt x="300824" y="25125"/>
                  <a:pt x="300247" y="22368"/>
                </a:cubicBezTo>
                <a:cubicBezTo>
                  <a:pt x="299670" y="19610"/>
                  <a:pt x="298785" y="17732"/>
                  <a:pt x="297592" y="16734"/>
                </a:cubicBezTo>
                <a:cubicBezTo>
                  <a:pt x="296400" y="15734"/>
                  <a:pt x="294803" y="15234"/>
                  <a:pt x="292803" y="15234"/>
                </a:cubicBezTo>
                <a:cubicBezTo>
                  <a:pt x="291187" y="15234"/>
                  <a:pt x="288571" y="15849"/>
                  <a:pt x="284955" y="17080"/>
                </a:cubicBezTo>
                <a:lnTo>
                  <a:pt x="283339" y="12926"/>
                </a:lnTo>
                <a:lnTo>
                  <a:pt x="314961" y="0"/>
                </a:lnTo>
                <a:lnTo>
                  <a:pt x="320270" y="0"/>
                </a:lnTo>
                <a:close/>
                <a:moveTo>
                  <a:pt x="425176" y="98328"/>
                </a:moveTo>
                <a:cubicBezTo>
                  <a:pt x="425099" y="113951"/>
                  <a:pt x="428907" y="126205"/>
                  <a:pt x="436601" y="135089"/>
                </a:cubicBezTo>
                <a:cubicBezTo>
                  <a:pt x="444295" y="143973"/>
                  <a:pt x="453335" y="148415"/>
                  <a:pt x="463722" y="148415"/>
                </a:cubicBezTo>
                <a:cubicBezTo>
                  <a:pt x="470647" y="148415"/>
                  <a:pt x="476667" y="146502"/>
                  <a:pt x="481784" y="142677"/>
                </a:cubicBezTo>
                <a:cubicBezTo>
                  <a:pt x="486900" y="138851"/>
                  <a:pt x="491189" y="132301"/>
                  <a:pt x="494652" y="123025"/>
                </a:cubicBezTo>
                <a:lnTo>
                  <a:pt x="498229" y="125344"/>
                </a:lnTo>
                <a:cubicBezTo>
                  <a:pt x="496613" y="135940"/>
                  <a:pt x="491920" y="145588"/>
                  <a:pt x="484149" y="154290"/>
                </a:cubicBezTo>
                <a:cubicBezTo>
                  <a:pt x="476379" y="162991"/>
                  <a:pt x="466646" y="167342"/>
                  <a:pt x="454951" y="167342"/>
                </a:cubicBezTo>
                <a:cubicBezTo>
                  <a:pt x="442256" y="167342"/>
                  <a:pt x="431389" y="162409"/>
                  <a:pt x="422348" y="152544"/>
                </a:cubicBezTo>
                <a:cubicBezTo>
                  <a:pt x="413308" y="142677"/>
                  <a:pt x="408788" y="129412"/>
                  <a:pt x="408788" y="112750"/>
                </a:cubicBezTo>
                <a:cubicBezTo>
                  <a:pt x="408788" y="94708"/>
                  <a:pt x="413424" y="80639"/>
                  <a:pt x="422695" y="70543"/>
                </a:cubicBezTo>
                <a:cubicBezTo>
                  <a:pt x="431966" y="60445"/>
                  <a:pt x="443603" y="55396"/>
                  <a:pt x="457606" y="55396"/>
                </a:cubicBezTo>
                <a:cubicBezTo>
                  <a:pt x="469454" y="55396"/>
                  <a:pt x="479187" y="59291"/>
                  <a:pt x="486804" y="67081"/>
                </a:cubicBezTo>
                <a:cubicBezTo>
                  <a:pt x="494421" y="74869"/>
                  <a:pt x="498229" y="85284"/>
                  <a:pt x="498229" y="98328"/>
                </a:cubicBezTo>
                <a:lnTo>
                  <a:pt x="425176" y="98328"/>
                </a:lnTo>
                <a:moveTo>
                  <a:pt x="425176" y="91634"/>
                </a:moveTo>
                <a:lnTo>
                  <a:pt x="474109" y="91634"/>
                </a:lnTo>
                <a:cubicBezTo>
                  <a:pt x="473724" y="84919"/>
                  <a:pt x="472916" y="80188"/>
                  <a:pt x="471685" y="77442"/>
                </a:cubicBezTo>
                <a:cubicBezTo>
                  <a:pt x="469762" y="73167"/>
                  <a:pt x="466896" y="69810"/>
                  <a:pt x="463087" y="67369"/>
                </a:cubicBezTo>
                <a:cubicBezTo>
                  <a:pt x="459279" y="64927"/>
                  <a:pt x="455297" y="63705"/>
                  <a:pt x="451143" y="63705"/>
                </a:cubicBezTo>
                <a:cubicBezTo>
                  <a:pt x="444757" y="63705"/>
                  <a:pt x="439044" y="66166"/>
                  <a:pt x="434005" y="71088"/>
                </a:cubicBezTo>
                <a:cubicBezTo>
                  <a:pt x="428965" y="76009"/>
                  <a:pt x="426022" y="82858"/>
                  <a:pt x="425176" y="91634"/>
                </a:cubicBezTo>
                <a:close/>
                <a:moveTo>
                  <a:pt x="543379" y="55396"/>
                </a:moveTo>
                <a:lnTo>
                  <a:pt x="543379" y="79170"/>
                </a:lnTo>
                <a:cubicBezTo>
                  <a:pt x="552227" y="63321"/>
                  <a:pt x="561306" y="55396"/>
                  <a:pt x="570616" y="55396"/>
                </a:cubicBezTo>
                <a:cubicBezTo>
                  <a:pt x="574847" y="55396"/>
                  <a:pt x="578348" y="56685"/>
                  <a:pt x="581118" y="59262"/>
                </a:cubicBezTo>
                <a:cubicBezTo>
                  <a:pt x="583888" y="61839"/>
                  <a:pt x="585273" y="64821"/>
                  <a:pt x="585273" y="68206"/>
                </a:cubicBezTo>
                <a:cubicBezTo>
                  <a:pt x="585273" y="71207"/>
                  <a:pt x="584272" y="73746"/>
                  <a:pt x="582272" y="75823"/>
                </a:cubicBezTo>
                <a:cubicBezTo>
                  <a:pt x="580272" y="77900"/>
                  <a:pt x="577886" y="78939"/>
                  <a:pt x="575117" y="78939"/>
                </a:cubicBezTo>
                <a:cubicBezTo>
                  <a:pt x="572424" y="78939"/>
                  <a:pt x="569404" y="77631"/>
                  <a:pt x="566057" y="75015"/>
                </a:cubicBezTo>
                <a:cubicBezTo>
                  <a:pt x="562710" y="72399"/>
                  <a:pt x="560229" y="71091"/>
                  <a:pt x="558613" y="71091"/>
                </a:cubicBezTo>
                <a:cubicBezTo>
                  <a:pt x="557228" y="71091"/>
                  <a:pt x="555728" y="71855"/>
                  <a:pt x="554112" y="73381"/>
                </a:cubicBezTo>
                <a:cubicBezTo>
                  <a:pt x="550650" y="76514"/>
                  <a:pt x="547072" y="81670"/>
                  <a:pt x="543379" y="88850"/>
                </a:cubicBezTo>
                <a:lnTo>
                  <a:pt x="543379" y="139413"/>
                </a:lnTo>
                <a:cubicBezTo>
                  <a:pt x="543379" y="145265"/>
                  <a:pt x="544110" y="149691"/>
                  <a:pt x="545572" y="152692"/>
                </a:cubicBezTo>
                <a:cubicBezTo>
                  <a:pt x="546572" y="154772"/>
                  <a:pt x="548342" y="156503"/>
                  <a:pt x="550881" y="157885"/>
                </a:cubicBezTo>
                <a:cubicBezTo>
                  <a:pt x="553420" y="159265"/>
                  <a:pt x="557075" y="159956"/>
                  <a:pt x="561845" y="159956"/>
                </a:cubicBezTo>
                <a:lnTo>
                  <a:pt x="561845" y="164110"/>
                </a:lnTo>
                <a:lnTo>
                  <a:pt x="507718" y="164110"/>
                </a:lnTo>
                <a:lnTo>
                  <a:pt x="507718" y="159956"/>
                </a:lnTo>
                <a:cubicBezTo>
                  <a:pt x="513104" y="159956"/>
                  <a:pt x="517105" y="159100"/>
                  <a:pt x="519721" y="157388"/>
                </a:cubicBezTo>
                <a:cubicBezTo>
                  <a:pt x="521644" y="156142"/>
                  <a:pt x="522991" y="154157"/>
                  <a:pt x="523760" y="151433"/>
                </a:cubicBezTo>
                <a:cubicBezTo>
                  <a:pt x="524145" y="150109"/>
                  <a:pt x="524337" y="146333"/>
                  <a:pt x="524337" y="140105"/>
                </a:cubicBezTo>
                <a:lnTo>
                  <a:pt x="524337" y="99482"/>
                </a:lnTo>
                <a:cubicBezTo>
                  <a:pt x="524337" y="87172"/>
                  <a:pt x="524087" y="79843"/>
                  <a:pt x="523587" y="77496"/>
                </a:cubicBezTo>
                <a:cubicBezTo>
                  <a:pt x="523087" y="75150"/>
                  <a:pt x="522164" y="73438"/>
                  <a:pt x="520817" y="72361"/>
                </a:cubicBezTo>
                <a:cubicBezTo>
                  <a:pt x="519471" y="71284"/>
                  <a:pt x="517797" y="70745"/>
                  <a:pt x="515797" y="70745"/>
                </a:cubicBezTo>
                <a:cubicBezTo>
                  <a:pt x="513412" y="70745"/>
                  <a:pt x="510719" y="71322"/>
                  <a:pt x="507718" y="72476"/>
                </a:cubicBezTo>
                <a:lnTo>
                  <a:pt x="506564" y="68322"/>
                </a:lnTo>
                <a:lnTo>
                  <a:pt x="538532" y="55396"/>
                </a:lnTo>
                <a:lnTo>
                  <a:pt x="543379" y="55396"/>
                </a:lnTo>
                <a:close/>
                <a:moveTo>
                  <a:pt x="710221" y="148999"/>
                </a:moveTo>
                <a:cubicBezTo>
                  <a:pt x="699373" y="157383"/>
                  <a:pt x="692563" y="162228"/>
                  <a:pt x="689794" y="163533"/>
                </a:cubicBezTo>
                <a:cubicBezTo>
                  <a:pt x="685639" y="165457"/>
                  <a:pt x="681215" y="166418"/>
                  <a:pt x="676522" y="166418"/>
                </a:cubicBezTo>
                <a:cubicBezTo>
                  <a:pt x="669213" y="166418"/>
                  <a:pt x="663192" y="163918"/>
                  <a:pt x="658460" y="158917"/>
                </a:cubicBezTo>
                <a:cubicBezTo>
                  <a:pt x="653729" y="153916"/>
                  <a:pt x="651363" y="147338"/>
                  <a:pt x="651363" y="139182"/>
                </a:cubicBezTo>
                <a:cubicBezTo>
                  <a:pt x="651363" y="134027"/>
                  <a:pt x="652517" y="129565"/>
                  <a:pt x="654825" y="125795"/>
                </a:cubicBezTo>
                <a:cubicBezTo>
                  <a:pt x="657980" y="120563"/>
                  <a:pt x="663461" y="115639"/>
                  <a:pt x="671271" y="111023"/>
                </a:cubicBezTo>
                <a:cubicBezTo>
                  <a:pt x="679080" y="106406"/>
                  <a:pt x="692063" y="100790"/>
                  <a:pt x="710221" y="94173"/>
                </a:cubicBezTo>
                <a:lnTo>
                  <a:pt x="710221" y="90033"/>
                </a:lnTo>
                <a:cubicBezTo>
                  <a:pt x="710221" y="79531"/>
                  <a:pt x="708548" y="72325"/>
                  <a:pt x="705201" y="68415"/>
                </a:cubicBezTo>
                <a:cubicBezTo>
                  <a:pt x="701854" y="64506"/>
                  <a:pt x="696987" y="62551"/>
                  <a:pt x="690602" y="62551"/>
                </a:cubicBezTo>
                <a:cubicBezTo>
                  <a:pt x="685754" y="62551"/>
                  <a:pt x="681907" y="63859"/>
                  <a:pt x="679061" y="66475"/>
                </a:cubicBezTo>
                <a:cubicBezTo>
                  <a:pt x="676137" y="69091"/>
                  <a:pt x="674675" y="72092"/>
                  <a:pt x="674675" y="75477"/>
                </a:cubicBezTo>
                <a:lnTo>
                  <a:pt x="674906" y="82171"/>
                </a:lnTo>
                <a:cubicBezTo>
                  <a:pt x="674906" y="85710"/>
                  <a:pt x="674002" y="88441"/>
                  <a:pt x="672194" y="90364"/>
                </a:cubicBezTo>
                <a:cubicBezTo>
                  <a:pt x="670386" y="92288"/>
                  <a:pt x="668020" y="93250"/>
                  <a:pt x="665096" y="93250"/>
                </a:cubicBezTo>
                <a:cubicBezTo>
                  <a:pt x="662250" y="93250"/>
                  <a:pt x="659922" y="92247"/>
                  <a:pt x="658114" y="90242"/>
                </a:cubicBezTo>
                <a:cubicBezTo>
                  <a:pt x="656306" y="88234"/>
                  <a:pt x="655402" y="85495"/>
                  <a:pt x="655402" y="82023"/>
                </a:cubicBezTo>
                <a:cubicBezTo>
                  <a:pt x="655402" y="75384"/>
                  <a:pt x="658787" y="69287"/>
                  <a:pt x="665558" y="63730"/>
                </a:cubicBezTo>
                <a:cubicBezTo>
                  <a:pt x="672329" y="58174"/>
                  <a:pt x="681831" y="55396"/>
                  <a:pt x="694064" y="55396"/>
                </a:cubicBezTo>
                <a:cubicBezTo>
                  <a:pt x="703450" y="55396"/>
                  <a:pt x="711144" y="56971"/>
                  <a:pt x="717145" y="60120"/>
                </a:cubicBezTo>
                <a:cubicBezTo>
                  <a:pt x="721685" y="62503"/>
                  <a:pt x="725032" y="66231"/>
                  <a:pt x="727186" y="71304"/>
                </a:cubicBezTo>
                <a:cubicBezTo>
                  <a:pt x="728571" y="74608"/>
                  <a:pt x="729263" y="81370"/>
                  <a:pt x="729263" y="91591"/>
                </a:cubicBezTo>
                <a:lnTo>
                  <a:pt x="729263" y="127439"/>
                </a:lnTo>
                <a:cubicBezTo>
                  <a:pt x="729263" y="137506"/>
                  <a:pt x="729456" y="143673"/>
                  <a:pt x="729840" y="145941"/>
                </a:cubicBezTo>
                <a:cubicBezTo>
                  <a:pt x="730225" y="148208"/>
                  <a:pt x="730860" y="149726"/>
                  <a:pt x="731745" y="150496"/>
                </a:cubicBezTo>
                <a:cubicBezTo>
                  <a:pt x="732629" y="151263"/>
                  <a:pt x="733649" y="151646"/>
                  <a:pt x="734803" y="151646"/>
                </a:cubicBezTo>
                <a:cubicBezTo>
                  <a:pt x="736034" y="151646"/>
                  <a:pt x="737111" y="151377"/>
                  <a:pt x="738034" y="150838"/>
                </a:cubicBezTo>
                <a:cubicBezTo>
                  <a:pt x="739650" y="149838"/>
                  <a:pt x="742766" y="147030"/>
                  <a:pt x="747382" y="142414"/>
                </a:cubicBezTo>
                <a:lnTo>
                  <a:pt x="747382" y="148876"/>
                </a:lnTo>
                <a:cubicBezTo>
                  <a:pt x="738765" y="160417"/>
                  <a:pt x="730533" y="166188"/>
                  <a:pt x="722685" y="166188"/>
                </a:cubicBezTo>
                <a:cubicBezTo>
                  <a:pt x="718915" y="166188"/>
                  <a:pt x="715914" y="164889"/>
                  <a:pt x="713683" y="162293"/>
                </a:cubicBezTo>
                <a:cubicBezTo>
                  <a:pt x="711452" y="159693"/>
                  <a:pt x="710298" y="155262"/>
                  <a:pt x="710221" y="148999"/>
                </a:cubicBezTo>
                <a:moveTo>
                  <a:pt x="710221" y="141516"/>
                </a:moveTo>
                <a:lnTo>
                  <a:pt x="710221" y="101328"/>
                </a:lnTo>
                <a:cubicBezTo>
                  <a:pt x="698603" y="105935"/>
                  <a:pt x="691102" y="109198"/>
                  <a:pt x="687716" y="111116"/>
                </a:cubicBezTo>
                <a:cubicBezTo>
                  <a:pt x="681638" y="114494"/>
                  <a:pt x="677291" y="118026"/>
                  <a:pt x="674675" y="121712"/>
                </a:cubicBezTo>
                <a:cubicBezTo>
                  <a:pt x="672059" y="125396"/>
                  <a:pt x="670751" y="129425"/>
                  <a:pt x="670751" y="133801"/>
                </a:cubicBezTo>
                <a:cubicBezTo>
                  <a:pt x="670751" y="139329"/>
                  <a:pt x="672406" y="143916"/>
                  <a:pt x="675714" y="147564"/>
                </a:cubicBezTo>
                <a:cubicBezTo>
                  <a:pt x="679022" y="151209"/>
                  <a:pt x="682831" y="153031"/>
                  <a:pt x="687139" y="153031"/>
                </a:cubicBezTo>
                <a:cubicBezTo>
                  <a:pt x="692987" y="153031"/>
                  <a:pt x="700681" y="149193"/>
                  <a:pt x="710221" y="141516"/>
                </a:cubicBezTo>
                <a:close/>
                <a:moveTo>
                  <a:pt x="791725" y="0"/>
                </a:moveTo>
                <a:lnTo>
                  <a:pt x="791725" y="140105"/>
                </a:lnTo>
                <a:cubicBezTo>
                  <a:pt x="791725" y="146761"/>
                  <a:pt x="792206" y="151173"/>
                  <a:pt x="793167" y="153341"/>
                </a:cubicBezTo>
                <a:cubicBezTo>
                  <a:pt x="794129" y="155508"/>
                  <a:pt x="795610" y="157152"/>
                  <a:pt x="797611" y="158275"/>
                </a:cubicBezTo>
                <a:cubicBezTo>
                  <a:pt x="799611" y="159395"/>
                  <a:pt x="803342" y="159956"/>
                  <a:pt x="808805" y="159956"/>
                </a:cubicBezTo>
                <a:lnTo>
                  <a:pt x="808805" y="164110"/>
                </a:lnTo>
                <a:lnTo>
                  <a:pt x="756987" y="164110"/>
                </a:lnTo>
                <a:lnTo>
                  <a:pt x="756987" y="159956"/>
                </a:lnTo>
                <a:cubicBezTo>
                  <a:pt x="761834" y="159956"/>
                  <a:pt x="765142" y="159453"/>
                  <a:pt x="766912" y="158448"/>
                </a:cubicBezTo>
                <a:cubicBezTo>
                  <a:pt x="768682" y="157441"/>
                  <a:pt x="770066" y="155777"/>
                  <a:pt x="771067" y="153457"/>
                </a:cubicBezTo>
                <a:cubicBezTo>
                  <a:pt x="772067" y="151134"/>
                  <a:pt x="772567" y="146684"/>
                  <a:pt x="772567" y="140105"/>
                </a:cubicBezTo>
                <a:lnTo>
                  <a:pt x="772567" y="44317"/>
                </a:lnTo>
                <a:cubicBezTo>
                  <a:pt x="772567" y="32391"/>
                  <a:pt x="772298" y="25063"/>
                  <a:pt x="771759" y="22331"/>
                </a:cubicBezTo>
                <a:cubicBezTo>
                  <a:pt x="771221" y="19600"/>
                  <a:pt x="770355" y="17734"/>
                  <a:pt x="769162" y="16734"/>
                </a:cubicBezTo>
                <a:cubicBezTo>
                  <a:pt x="767970" y="15734"/>
                  <a:pt x="766450" y="15234"/>
                  <a:pt x="764604" y="15234"/>
                </a:cubicBezTo>
                <a:cubicBezTo>
                  <a:pt x="762603" y="15234"/>
                  <a:pt x="760064" y="15849"/>
                  <a:pt x="756987" y="17080"/>
                </a:cubicBezTo>
                <a:lnTo>
                  <a:pt x="755025" y="12926"/>
                </a:lnTo>
                <a:lnTo>
                  <a:pt x="786531" y="0"/>
                </a:lnTo>
                <a:lnTo>
                  <a:pt x="791725" y="0"/>
                </a:lnTo>
                <a:close/>
                <a:moveTo>
                  <a:pt x="857379" y="0"/>
                </a:moveTo>
                <a:lnTo>
                  <a:pt x="857379" y="140105"/>
                </a:lnTo>
                <a:cubicBezTo>
                  <a:pt x="857379" y="146761"/>
                  <a:pt x="857860" y="151173"/>
                  <a:pt x="858822" y="153341"/>
                </a:cubicBezTo>
                <a:cubicBezTo>
                  <a:pt x="859783" y="155508"/>
                  <a:pt x="861264" y="157152"/>
                  <a:pt x="863265" y="158275"/>
                </a:cubicBezTo>
                <a:cubicBezTo>
                  <a:pt x="865265" y="159395"/>
                  <a:pt x="868997" y="159956"/>
                  <a:pt x="874459" y="159956"/>
                </a:cubicBezTo>
                <a:lnTo>
                  <a:pt x="874459" y="164110"/>
                </a:lnTo>
                <a:lnTo>
                  <a:pt x="822641" y="164110"/>
                </a:lnTo>
                <a:lnTo>
                  <a:pt x="822641" y="159956"/>
                </a:lnTo>
                <a:cubicBezTo>
                  <a:pt x="827488" y="159956"/>
                  <a:pt x="830797" y="159453"/>
                  <a:pt x="832566" y="158448"/>
                </a:cubicBezTo>
                <a:cubicBezTo>
                  <a:pt x="834336" y="157441"/>
                  <a:pt x="835721" y="155777"/>
                  <a:pt x="836721" y="153457"/>
                </a:cubicBezTo>
                <a:cubicBezTo>
                  <a:pt x="837721" y="151134"/>
                  <a:pt x="838221" y="146684"/>
                  <a:pt x="838221" y="140105"/>
                </a:cubicBezTo>
                <a:lnTo>
                  <a:pt x="838221" y="44317"/>
                </a:lnTo>
                <a:cubicBezTo>
                  <a:pt x="838221" y="32391"/>
                  <a:pt x="837952" y="25063"/>
                  <a:pt x="837413" y="22331"/>
                </a:cubicBezTo>
                <a:cubicBezTo>
                  <a:pt x="836875" y="19600"/>
                  <a:pt x="836009" y="17734"/>
                  <a:pt x="834817" y="16734"/>
                </a:cubicBezTo>
                <a:cubicBezTo>
                  <a:pt x="833624" y="15734"/>
                  <a:pt x="832105" y="15234"/>
                  <a:pt x="830258" y="15234"/>
                </a:cubicBezTo>
                <a:cubicBezTo>
                  <a:pt x="828258" y="15234"/>
                  <a:pt x="825719" y="15849"/>
                  <a:pt x="822641" y="17080"/>
                </a:cubicBezTo>
                <a:lnTo>
                  <a:pt x="820679" y="12926"/>
                </a:lnTo>
                <a:lnTo>
                  <a:pt x="852186" y="0"/>
                </a:lnTo>
                <a:lnTo>
                  <a:pt x="857379" y="0"/>
                </a:lnTo>
                <a:close/>
                <a:moveTo>
                  <a:pt x="972659" y="0"/>
                </a:moveTo>
                <a:cubicBezTo>
                  <a:pt x="975890" y="0"/>
                  <a:pt x="978641" y="1141"/>
                  <a:pt x="980911" y="3423"/>
                </a:cubicBezTo>
                <a:cubicBezTo>
                  <a:pt x="983180" y="5702"/>
                  <a:pt x="984315" y="8466"/>
                  <a:pt x="984315" y="11714"/>
                </a:cubicBezTo>
                <a:cubicBezTo>
                  <a:pt x="984315" y="14962"/>
                  <a:pt x="983180" y="17746"/>
                  <a:pt x="980911" y="20067"/>
                </a:cubicBezTo>
                <a:cubicBezTo>
                  <a:pt x="978641" y="22384"/>
                  <a:pt x="975890" y="23543"/>
                  <a:pt x="972659" y="23543"/>
                </a:cubicBezTo>
                <a:cubicBezTo>
                  <a:pt x="969427" y="23543"/>
                  <a:pt x="966658" y="22384"/>
                  <a:pt x="964350" y="20067"/>
                </a:cubicBezTo>
                <a:cubicBezTo>
                  <a:pt x="962041" y="17746"/>
                  <a:pt x="960887" y="14962"/>
                  <a:pt x="960887" y="11714"/>
                </a:cubicBezTo>
                <a:cubicBezTo>
                  <a:pt x="960887" y="8466"/>
                  <a:pt x="962022" y="5702"/>
                  <a:pt x="964292" y="3423"/>
                </a:cubicBezTo>
                <a:cubicBezTo>
                  <a:pt x="966562" y="1141"/>
                  <a:pt x="969351" y="0"/>
                  <a:pt x="972659" y="0"/>
                </a:cubicBezTo>
                <a:moveTo>
                  <a:pt x="982238" y="55396"/>
                </a:moveTo>
                <a:lnTo>
                  <a:pt x="982238" y="140105"/>
                </a:lnTo>
                <a:cubicBezTo>
                  <a:pt x="982238" y="146761"/>
                  <a:pt x="982719" y="151192"/>
                  <a:pt x="983680" y="153399"/>
                </a:cubicBezTo>
                <a:cubicBezTo>
                  <a:pt x="984642" y="155604"/>
                  <a:pt x="986065" y="157248"/>
                  <a:pt x="987950" y="158333"/>
                </a:cubicBezTo>
                <a:cubicBezTo>
                  <a:pt x="989835" y="159415"/>
                  <a:pt x="993278" y="159956"/>
                  <a:pt x="998280" y="159956"/>
                </a:cubicBezTo>
                <a:lnTo>
                  <a:pt x="998280" y="164110"/>
                </a:lnTo>
                <a:lnTo>
                  <a:pt x="946923" y="164110"/>
                </a:lnTo>
                <a:lnTo>
                  <a:pt x="946923" y="159956"/>
                </a:lnTo>
                <a:cubicBezTo>
                  <a:pt x="952078" y="159956"/>
                  <a:pt x="955540" y="159453"/>
                  <a:pt x="957310" y="158448"/>
                </a:cubicBezTo>
                <a:cubicBezTo>
                  <a:pt x="959079" y="157441"/>
                  <a:pt x="960483" y="155777"/>
                  <a:pt x="961522" y="153457"/>
                </a:cubicBezTo>
                <a:cubicBezTo>
                  <a:pt x="962561" y="151134"/>
                  <a:pt x="963080" y="146684"/>
                  <a:pt x="963080" y="140105"/>
                </a:cubicBezTo>
                <a:lnTo>
                  <a:pt x="963080" y="99713"/>
                </a:lnTo>
                <a:cubicBezTo>
                  <a:pt x="963080" y="88201"/>
                  <a:pt x="962734" y="80745"/>
                  <a:pt x="962041" y="77345"/>
                </a:cubicBezTo>
                <a:cubicBezTo>
                  <a:pt x="961503" y="74871"/>
                  <a:pt x="960656" y="73153"/>
                  <a:pt x="959502" y="72191"/>
                </a:cubicBezTo>
                <a:cubicBezTo>
                  <a:pt x="958348" y="71227"/>
                  <a:pt x="956771" y="70745"/>
                  <a:pt x="954771" y="70745"/>
                </a:cubicBezTo>
                <a:cubicBezTo>
                  <a:pt x="952616" y="70745"/>
                  <a:pt x="950000" y="71322"/>
                  <a:pt x="946923" y="72476"/>
                </a:cubicBezTo>
                <a:lnTo>
                  <a:pt x="945307" y="68322"/>
                </a:lnTo>
                <a:lnTo>
                  <a:pt x="977160" y="55396"/>
                </a:lnTo>
                <a:lnTo>
                  <a:pt x="982238" y="55396"/>
                </a:lnTo>
                <a:close/>
                <a:moveTo>
                  <a:pt x="1042237" y="77670"/>
                </a:moveTo>
                <a:cubicBezTo>
                  <a:pt x="1054624" y="62820"/>
                  <a:pt x="1066434" y="55396"/>
                  <a:pt x="1077667" y="55396"/>
                </a:cubicBezTo>
                <a:cubicBezTo>
                  <a:pt x="1083438" y="55396"/>
                  <a:pt x="1088400" y="56835"/>
                  <a:pt x="1092555" y="59713"/>
                </a:cubicBezTo>
                <a:cubicBezTo>
                  <a:pt x="1096710" y="62588"/>
                  <a:pt x="1100018" y="67326"/>
                  <a:pt x="1102480" y="73926"/>
                </a:cubicBezTo>
                <a:cubicBezTo>
                  <a:pt x="1104173" y="78530"/>
                  <a:pt x="1105019" y="85589"/>
                  <a:pt x="1105019" y="95103"/>
                </a:cubicBezTo>
                <a:lnTo>
                  <a:pt x="1105019" y="140105"/>
                </a:lnTo>
                <a:cubicBezTo>
                  <a:pt x="1105019" y="146837"/>
                  <a:pt x="1105557" y="151403"/>
                  <a:pt x="1106635" y="153803"/>
                </a:cubicBezTo>
                <a:cubicBezTo>
                  <a:pt x="1107481" y="155738"/>
                  <a:pt x="1108847" y="157248"/>
                  <a:pt x="1110732" y="158333"/>
                </a:cubicBezTo>
                <a:cubicBezTo>
                  <a:pt x="1112617" y="159415"/>
                  <a:pt x="1116098" y="159956"/>
                  <a:pt x="1121176" y="159956"/>
                </a:cubicBezTo>
                <a:lnTo>
                  <a:pt x="1121176" y="164110"/>
                </a:lnTo>
                <a:lnTo>
                  <a:pt x="1068896" y="164110"/>
                </a:lnTo>
                <a:lnTo>
                  <a:pt x="1068896" y="159956"/>
                </a:lnTo>
                <a:lnTo>
                  <a:pt x="1071089" y="159956"/>
                </a:lnTo>
                <a:cubicBezTo>
                  <a:pt x="1076013" y="159956"/>
                  <a:pt x="1079456" y="159202"/>
                  <a:pt x="1081418" y="157694"/>
                </a:cubicBezTo>
                <a:cubicBezTo>
                  <a:pt x="1083380" y="156184"/>
                  <a:pt x="1084746" y="153959"/>
                  <a:pt x="1085515" y="151019"/>
                </a:cubicBezTo>
                <a:cubicBezTo>
                  <a:pt x="1085823" y="149857"/>
                  <a:pt x="1085977" y="146220"/>
                  <a:pt x="1085977" y="140105"/>
                </a:cubicBezTo>
                <a:lnTo>
                  <a:pt x="1085977" y="96899"/>
                </a:lnTo>
                <a:cubicBezTo>
                  <a:pt x="1085977" y="87297"/>
                  <a:pt x="1084726" y="80325"/>
                  <a:pt x="1082226" y="75985"/>
                </a:cubicBezTo>
                <a:cubicBezTo>
                  <a:pt x="1079725" y="71646"/>
                  <a:pt x="1075513" y="69476"/>
                  <a:pt x="1069589" y="69476"/>
                </a:cubicBezTo>
                <a:cubicBezTo>
                  <a:pt x="1060433" y="69476"/>
                  <a:pt x="1051316" y="74477"/>
                  <a:pt x="1042237" y="84479"/>
                </a:cubicBezTo>
                <a:lnTo>
                  <a:pt x="1042237" y="140105"/>
                </a:lnTo>
                <a:cubicBezTo>
                  <a:pt x="1042237" y="147302"/>
                  <a:pt x="1042660" y="151752"/>
                  <a:pt x="1043506" y="153457"/>
                </a:cubicBezTo>
                <a:cubicBezTo>
                  <a:pt x="1044584" y="155700"/>
                  <a:pt x="1046065" y="157344"/>
                  <a:pt x="1047950" y="158390"/>
                </a:cubicBezTo>
                <a:cubicBezTo>
                  <a:pt x="1049835" y="159434"/>
                  <a:pt x="1053662" y="159956"/>
                  <a:pt x="1059433" y="159956"/>
                </a:cubicBezTo>
                <a:lnTo>
                  <a:pt x="1059433" y="164110"/>
                </a:lnTo>
                <a:lnTo>
                  <a:pt x="1007153" y="164110"/>
                </a:lnTo>
                <a:lnTo>
                  <a:pt x="1007153" y="159956"/>
                </a:lnTo>
                <a:lnTo>
                  <a:pt x="1009461" y="159956"/>
                </a:lnTo>
                <a:cubicBezTo>
                  <a:pt x="1014847" y="159956"/>
                  <a:pt x="1018482" y="158583"/>
                  <a:pt x="1020367" y="155837"/>
                </a:cubicBezTo>
                <a:cubicBezTo>
                  <a:pt x="1022252" y="153089"/>
                  <a:pt x="1023195" y="147845"/>
                  <a:pt x="1023195" y="140105"/>
                </a:cubicBezTo>
                <a:lnTo>
                  <a:pt x="1023195" y="101097"/>
                </a:lnTo>
                <a:cubicBezTo>
                  <a:pt x="1023195" y="88403"/>
                  <a:pt x="1022906" y="80670"/>
                  <a:pt x="1022329" y="77900"/>
                </a:cubicBezTo>
                <a:cubicBezTo>
                  <a:pt x="1021752" y="75131"/>
                  <a:pt x="1020867" y="73246"/>
                  <a:pt x="1019675" y="72245"/>
                </a:cubicBezTo>
                <a:cubicBezTo>
                  <a:pt x="1018482" y="71245"/>
                  <a:pt x="1016886" y="70745"/>
                  <a:pt x="1014885" y="70745"/>
                </a:cubicBezTo>
                <a:cubicBezTo>
                  <a:pt x="1012731" y="70745"/>
                  <a:pt x="1010153" y="71322"/>
                  <a:pt x="1007153" y="72476"/>
                </a:cubicBezTo>
                <a:lnTo>
                  <a:pt x="1005422" y="68322"/>
                </a:lnTo>
                <a:lnTo>
                  <a:pt x="1037274" y="55396"/>
                </a:lnTo>
                <a:lnTo>
                  <a:pt x="1042237" y="55396"/>
                </a:lnTo>
                <a:lnTo>
                  <a:pt x="1042237" y="77670"/>
                </a:lnTo>
                <a:close/>
                <a:moveTo>
                  <a:pt x="1170917" y="66706"/>
                </a:moveTo>
                <a:lnTo>
                  <a:pt x="1170917" y="136181"/>
                </a:lnTo>
                <a:cubicBezTo>
                  <a:pt x="1170917" y="146030"/>
                  <a:pt x="1171994" y="152262"/>
                  <a:pt x="1174148" y="154878"/>
                </a:cubicBezTo>
                <a:cubicBezTo>
                  <a:pt x="1176995" y="158263"/>
                  <a:pt x="1180804" y="159956"/>
                  <a:pt x="1185574" y="159956"/>
                </a:cubicBezTo>
                <a:lnTo>
                  <a:pt x="1195153" y="159956"/>
                </a:lnTo>
                <a:lnTo>
                  <a:pt x="1195153" y="164110"/>
                </a:lnTo>
                <a:lnTo>
                  <a:pt x="1132025" y="164110"/>
                </a:lnTo>
                <a:lnTo>
                  <a:pt x="1132025" y="159956"/>
                </a:lnTo>
                <a:lnTo>
                  <a:pt x="1136756" y="159956"/>
                </a:lnTo>
                <a:cubicBezTo>
                  <a:pt x="1139834" y="159956"/>
                  <a:pt x="1142642" y="159186"/>
                  <a:pt x="1145181" y="157647"/>
                </a:cubicBezTo>
                <a:cubicBezTo>
                  <a:pt x="1147720" y="156109"/>
                  <a:pt x="1149470" y="154031"/>
                  <a:pt x="1150432" y="151415"/>
                </a:cubicBezTo>
                <a:cubicBezTo>
                  <a:pt x="1151394" y="148799"/>
                  <a:pt x="1151875" y="143721"/>
                  <a:pt x="1151875" y="136181"/>
                </a:cubicBezTo>
                <a:lnTo>
                  <a:pt x="1151875" y="66706"/>
                </a:lnTo>
                <a:lnTo>
                  <a:pt x="1131332" y="66706"/>
                </a:lnTo>
                <a:lnTo>
                  <a:pt x="1131332" y="58396"/>
                </a:lnTo>
                <a:lnTo>
                  <a:pt x="1151875" y="58396"/>
                </a:lnTo>
                <a:lnTo>
                  <a:pt x="1151875" y="51443"/>
                </a:lnTo>
                <a:cubicBezTo>
                  <a:pt x="1151875" y="40862"/>
                  <a:pt x="1153567" y="31902"/>
                  <a:pt x="1156953" y="24564"/>
                </a:cubicBezTo>
                <a:cubicBezTo>
                  <a:pt x="1160338" y="17226"/>
                  <a:pt x="1165512" y="11298"/>
                  <a:pt x="1172475" y="6780"/>
                </a:cubicBezTo>
                <a:cubicBezTo>
                  <a:pt x="1179438" y="2260"/>
                  <a:pt x="1187266" y="0"/>
                  <a:pt x="1195961" y="0"/>
                </a:cubicBezTo>
                <a:cubicBezTo>
                  <a:pt x="1204039" y="0"/>
                  <a:pt x="1211464" y="2616"/>
                  <a:pt x="1218234" y="7848"/>
                </a:cubicBezTo>
                <a:cubicBezTo>
                  <a:pt x="1222697" y="11310"/>
                  <a:pt x="1224928" y="15195"/>
                  <a:pt x="1224928" y="19504"/>
                </a:cubicBezTo>
                <a:cubicBezTo>
                  <a:pt x="1224928" y="21812"/>
                  <a:pt x="1223928" y="23986"/>
                  <a:pt x="1221927" y="26025"/>
                </a:cubicBezTo>
                <a:cubicBezTo>
                  <a:pt x="1219927" y="28063"/>
                  <a:pt x="1217773" y="29083"/>
                  <a:pt x="1215465" y="29083"/>
                </a:cubicBezTo>
                <a:cubicBezTo>
                  <a:pt x="1213695" y="29083"/>
                  <a:pt x="1211829" y="28448"/>
                  <a:pt x="1209867" y="27179"/>
                </a:cubicBezTo>
                <a:cubicBezTo>
                  <a:pt x="1207905" y="25909"/>
                  <a:pt x="1205501" y="23178"/>
                  <a:pt x="1202654" y="18985"/>
                </a:cubicBezTo>
                <a:cubicBezTo>
                  <a:pt x="1199807" y="14791"/>
                  <a:pt x="1197192" y="11964"/>
                  <a:pt x="1194806" y="10502"/>
                </a:cubicBezTo>
                <a:cubicBezTo>
                  <a:pt x="1192421" y="9040"/>
                  <a:pt x="1189767" y="8309"/>
                  <a:pt x="1186843" y="8309"/>
                </a:cubicBezTo>
                <a:cubicBezTo>
                  <a:pt x="1183304" y="8309"/>
                  <a:pt x="1180304" y="9257"/>
                  <a:pt x="1177841" y="11151"/>
                </a:cubicBezTo>
                <a:cubicBezTo>
                  <a:pt x="1175379" y="13044"/>
                  <a:pt x="1173610" y="15980"/>
                  <a:pt x="1172533" y="19962"/>
                </a:cubicBezTo>
                <a:cubicBezTo>
                  <a:pt x="1171456" y="23944"/>
                  <a:pt x="1170917" y="34204"/>
                  <a:pt x="1170917" y="50743"/>
                </a:cubicBezTo>
                <a:lnTo>
                  <a:pt x="1170917" y="58396"/>
                </a:lnTo>
                <a:lnTo>
                  <a:pt x="1198153" y="58396"/>
                </a:lnTo>
                <a:lnTo>
                  <a:pt x="1198153" y="66706"/>
                </a:lnTo>
                <a:lnTo>
                  <a:pt x="1170917" y="6670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Text ormation">
            <a:extLst xmlns:a="http://schemas.openxmlformats.org/drawingml/2006/main">
              <a:ext uri="{FF2B5EF4-FFF2-40B4-BE49-F238E27FC236}">
                <a16:creationId xmlns:a16="http://schemas.microsoft.com/office/drawing/2014/main" id="{BF561F76-653C-46C0-9202-A0FD8340D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6904" y="789166"/>
            <a:ext cx="844505" cy="167342"/>
          </a:xfrm>
          <a:custGeom xmlns:a="http://schemas.openxmlformats.org/drawingml/2006/main">
            <a:pathLst>
              <a:path w="844505" h="167342">
                <a:moveTo>
                  <a:pt x="51126" y="55396"/>
                </a:moveTo>
                <a:cubicBezTo>
                  <a:pt x="67129" y="55396"/>
                  <a:pt x="79978" y="61468"/>
                  <a:pt x="89672" y="73612"/>
                </a:cubicBezTo>
                <a:cubicBezTo>
                  <a:pt x="97904" y="83987"/>
                  <a:pt x="102021" y="95900"/>
                  <a:pt x="102021" y="109353"/>
                </a:cubicBezTo>
                <a:cubicBezTo>
                  <a:pt x="102021" y="118807"/>
                  <a:pt x="99751" y="128376"/>
                  <a:pt x="95212" y="138060"/>
                </a:cubicBezTo>
                <a:cubicBezTo>
                  <a:pt x="90672" y="147743"/>
                  <a:pt x="84421" y="155043"/>
                  <a:pt x="76458" y="159963"/>
                </a:cubicBezTo>
                <a:cubicBezTo>
                  <a:pt x="68495" y="164882"/>
                  <a:pt x="59627" y="167342"/>
                  <a:pt x="49856" y="167342"/>
                </a:cubicBezTo>
                <a:cubicBezTo>
                  <a:pt x="33930" y="167342"/>
                  <a:pt x="21274" y="161000"/>
                  <a:pt x="11887" y="148317"/>
                </a:cubicBezTo>
                <a:cubicBezTo>
                  <a:pt x="3962" y="137635"/>
                  <a:pt x="0" y="125646"/>
                  <a:pt x="0" y="112350"/>
                </a:cubicBezTo>
                <a:cubicBezTo>
                  <a:pt x="0" y="102665"/>
                  <a:pt x="2404" y="93038"/>
                  <a:pt x="7213" y="83469"/>
                </a:cubicBezTo>
                <a:cubicBezTo>
                  <a:pt x="12022" y="73900"/>
                  <a:pt x="18350" y="66828"/>
                  <a:pt x="26198" y="62255"/>
                </a:cubicBezTo>
                <a:cubicBezTo>
                  <a:pt x="34045" y="57682"/>
                  <a:pt x="42355" y="55396"/>
                  <a:pt x="51126" y="55396"/>
                </a:cubicBezTo>
                <a:moveTo>
                  <a:pt x="47548" y="63013"/>
                </a:moveTo>
                <a:cubicBezTo>
                  <a:pt x="43470" y="63013"/>
                  <a:pt x="39373" y="64221"/>
                  <a:pt x="35257" y="66637"/>
                </a:cubicBezTo>
                <a:cubicBezTo>
                  <a:pt x="31141" y="69051"/>
                  <a:pt x="27813" y="73287"/>
                  <a:pt x="25274" y="79343"/>
                </a:cubicBezTo>
                <a:cubicBezTo>
                  <a:pt x="22735" y="85400"/>
                  <a:pt x="21466" y="93180"/>
                  <a:pt x="21466" y="102684"/>
                </a:cubicBezTo>
                <a:cubicBezTo>
                  <a:pt x="21466" y="118017"/>
                  <a:pt x="24524" y="131242"/>
                  <a:pt x="30641" y="142359"/>
                </a:cubicBezTo>
                <a:cubicBezTo>
                  <a:pt x="36757" y="153475"/>
                  <a:pt x="44817" y="159032"/>
                  <a:pt x="54819" y="159032"/>
                </a:cubicBezTo>
                <a:cubicBezTo>
                  <a:pt x="62282" y="159032"/>
                  <a:pt x="68437" y="155966"/>
                  <a:pt x="73284" y="149832"/>
                </a:cubicBezTo>
                <a:cubicBezTo>
                  <a:pt x="78131" y="143699"/>
                  <a:pt x="80555" y="133158"/>
                  <a:pt x="80555" y="118210"/>
                </a:cubicBezTo>
                <a:cubicBezTo>
                  <a:pt x="80555" y="99505"/>
                  <a:pt x="76516" y="84785"/>
                  <a:pt x="68437" y="74052"/>
                </a:cubicBezTo>
                <a:cubicBezTo>
                  <a:pt x="62974" y="66693"/>
                  <a:pt x="56011" y="63013"/>
                  <a:pt x="47548" y="63013"/>
                </a:cubicBezTo>
                <a:close/>
                <a:moveTo>
                  <a:pt x="148530" y="55396"/>
                </a:moveTo>
                <a:lnTo>
                  <a:pt x="148530" y="79170"/>
                </a:lnTo>
                <a:cubicBezTo>
                  <a:pt x="157378" y="63321"/>
                  <a:pt x="166457" y="55396"/>
                  <a:pt x="175767" y="55396"/>
                </a:cubicBezTo>
                <a:cubicBezTo>
                  <a:pt x="179998" y="55396"/>
                  <a:pt x="183499" y="56685"/>
                  <a:pt x="186269" y="59262"/>
                </a:cubicBezTo>
                <a:cubicBezTo>
                  <a:pt x="189038" y="61839"/>
                  <a:pt x="190423" y="64821"/>
                  <a:pt x="190423" y="68206"/>
                </a:cubicBezTo>
                <a:cubicBezTo>
                  <a:pt x="190423" y="71207"/>
                  <a:pt x="189423" y="73746"/>
                  <a:pt x="187423" y="75823"/>
                </a:cubicBezTo>
                <a:cubicBezTo>
                  <a:pt x="185422" y="77900"/>
                  <a:pt x="183037" y="78939"/>
                  <a:pt x="180267" y="78939"/>
                </a:cubicBezTo>
                <a:cubicBezTo>
                  <a:pt x="177575" y="78939"/>
                  <a:pt x="174555" y="77631"/>
                  <a:pt x="171208" y="75015"/>
                </a:cubicBezTo>
                <a:cubicBezTo>
                  <a:pt x="167861" y="72399"/>
                  <a:pt x="165380" y="71091"/>
                  <a:pt x="163764" y="71091"/>
                </a:cubicBezTo>
                <a:cubicBezTo>
                  <a:pt x="162379" y="71091"/>
                  <a:pt x="160879" y="71855"/>
                  <a:pt x="159263" y="73381"/>
                </a:cubicBezTo>
                <a:cubicBezTo>
                  <a:pt x="155801" y="76514"/>
                  <a:pt x="152223" y="81670"/>
                  <a:pt x="148530" y="88850"/>
                </a:cubicBezTo>
                <a:lnTo>
                  <a:pt x="148530" y="139413"/>
                </a:lnTo>
                <a:cubicBezTo>
                  <a:pt x="148530" y="145265"/>
                  <a:pt x="149261" y="149691"/>
                  <a:pt x="150723" y="152692"/>
                </a:cubicBezTo>
                <a:cubicBezTo>
                  <a:pt x="151723" y="154772"/>
                  <a:pt x="153493" y="156503"/>
                  <a:pt x="156032" y="157885"/>
                </a:cubicBezTo>
                <a:cubicBezTo>
                  <a:pt x="158571" y="159265"/>
                  <a:pt x="162225" y="159956"/>
                  <a:pt x="166996" y="159956"/>
                </a:cubicBezTo>
                <a:lnTo>
                  <a:pt x="166996" y="164110"/>
                </a:lnTo>
                <a:lnTo>
                  <a:pt x="112869" y="164110"/>
                </a:lnTo>
                <a:lnTo>
                  <a:pt x="112869" y="159956"/>
                </a:lnTo>
                <a:cubicBezTo>
                  <a:pt x="118255" y="159956"/>
                  <a:pt x="122256" y="159100"/>
                  <a:pt x="124872" y="157388"/>
                </a:cubicBezTo>
                <a:cubicBezTo>
                  <a:pt x="126795" y="156142"/>
                  <a:pt x="128141" y="154157"/>
                  <a:pt x="128911" y="151433"/>
                </a:cubicBezTo>
                <a:cubicBezTo>
                  <a:pt x="129296" y="150109"/>
                  <a:pt x="129488" y="146333"/>
                  <a:pt x="129488" y="140105"/>
                </a:cubicBezTo>
                <a:lnTo>
                  <a:pt x="129488" y="99482"/>
                </a:lnTo>
                <a:cubicBezTo>
                  <a:pt x="129488" y="87172"/>
                  <a:pt x="129238" y="79843"/>
                  <a:pt x="128738" y="77496"/>
                </a:cubicBezTo>
                <a:cubicBezTo>
                  <a:pt x="128238" y="75150"/>
                  <a:pt x="127314" y="73438"/>
                  <a:pt x="125968" y="72361"/>
                </a:cubicBezTo>
                <a:cubicBezTo>
                  <a:pt x="124622" y="71284"/>
                  <a:pt x="122948" y="70745"/>
                  <a:pt x="120948" y="70745"/>
                </a:cubicBezTo>
                <a:cubicBezTo>
                  <a:pt x="118563" y="70745"/>
                  <a:pt x="115870" y="71322"/>
                  <a:pt x="112869" y="72476"/>
                </a:cubicBezTo>
                <a:lnTo>
                  <a:pt x="111715" y="68322"/>
                </a:lnTo>
                <a:lnTo>
                  <a:pt x="143683" y="55396"/>
                </a:lnTo>
                <a:lnTo>
                  <a:pt x="148530" y="55396"/>
                </a:lnTo>
                <a:close/>
                <a:moveTo>
                  <a:pt x="227777" y="78099"/>
                </a:moveTo>
                <a:cubicBezTo>
                  <a:pt x="235471" y="70338"/>
                  <a:pt x="240010" y="65875"/>
                  <a:pt x="241395" y="64711"/>
                </a:cubicBezTo>
                <a:cubicBezTo>
                  <a:pt x="244858" y="61761"/>
                  <a:pt x="248589" y="59471"/>
                  <a:pt x="252590" y="57841"/>
                </a:cubicBezTo>
                <a:cubicBezTo>
                  <a:pt x="256591" y="56211"/>
                  <a:pt x="260553" y="55396"/>
                  <a:pt x="264477" y="55396"/>
                </a:cubicBezTo>
                <a:cubicBezTo>
                  <a:pt x="271094" y="55396"/>
                  <a:pt x="276787" y="57336"/>
                  <a:pt x="281557" y="61217"/>
                </a:cubicBezTo>
                <a:cubicBezTo>
                  <a:pt x="286327" y="65097"/>
                  <a:pt x="289520" y="70725"/>
                  <a:pt x="291136" y="78099"/>
                </a:cubicBezTo>
                <a:cubicBezTo>
                  <a:pt x="299061" y="68784"/>
                  <a:pt x="305754" y="62673"/>
                  <a:pt x="311217" y="59763"/>
                </a:cubicBezTo>
                <a:cubicBezTo>
                  <a:pt x="316680" y="56852"/>
                  <a:pt x="322296" y="55396"/>
                  <a:pt x="328067" y="55396"/>
                </a:cubicBezTo>
                <a:cubicBezTo>
                  <a:pt x="333683" y="55396"/>
                  <a:pt x="338665" y="56835"/>
                  <a:pt x="343012" y="59713"/>
                </a:cubicBezTo>
                <a:cubicBezTo>
                  <a:pt x="347359" y="62588"/>
                  <a:pt x="350802" y="67288"/>
                  <a:pt x="353341" y="73811"/>
                </a:cubicBezTo>
                <a:cubicBezTo>
                  <a:pt x="355034" y="78261"/>
                  <a:pt x="355880" y="85243"/>
                  <a:pt x="355880" y="94757"/>
                </a:cubicBezTo>
                <a:lnTo>
                  <a:pt x="355880" y="140105"/>
                </a:lnTo>
                <a:cubicBezTo>
                  <a:pt x="355880" y="146761"/>
                  <a:pt x="356380" y="151326"/>
                  <a:pt x="357380" y="153803"/>
                </a:cubicBezTo>
                <a:cubicBezTo>
                  <a:pt x="358150" y="155505"/>
                  <a:pt x="359573" y="156956"/>
                  <a:pt x="361650" y="158156"/>
                </a:cubicBezTo>
                <a:cubicBezTo>
                  <a:pt x="363728" y="159356"/>
                  <a:pt x="367113" y="159956"/>
                  <a:pt x="371806" y="159956"/>
                </a:cubicBezTo>
                <a:lnTo>
                  <a:pt x="371806" y="164110"/>
                </a:lnTo>
                <a:lnTo>
                  <a:pt x="319642" y="164110"/>
                </a:lnTo>
                <a:lnTo>
                  <a:pt x="319642" y="159956"/>
                </a:lnTo>
                <a:lnTo>
                  <a:pt x="321835" y="159956"/>
                </a:lnTo>
                <a:cubicBezTo>
                  <a:pt x="326374" y="159956"/>
                  <a:pt x="329913" y="159066"/>
                  <a:pt x="332452" y="157287"/>
                </a:cubicBezTo>
                <a:cubicBezTo>
                  <a:pt x="334222" y="156048"/>
                  <a:pt x="335491" y="154075"/>
                  <a:pt x="336261" y="151365"/>
                </a:cubicBezTo>
                <a:cubicBezTo>
                  <a:pt x="336568" y="150050"/>
                  <a:pt x="336722" y="146297"/>
                  <a:pt x="336722" y="140105"/>
                </a:cubicBezTo>
                <a:lnTo>
                  <a:pt x="336722" y="94930"/>
                </a:lnTo>
                <a:cubicBezTo>
                  <a:pt x="336722" y="86368"/>
                  <a:pt x="335684" y="80330"/>
                  <a:pt x="333606" y="76815"/>
                </a:cubicBezTo>
                <a:cubicBezTo>
                  <a:pt x="330606" y="71922"/>
                  <a:pt x="325797" y="69476"/>
                  <a:pt x="319180" y="69476"/>
                </a:cubicBezTo>
                <a:cubicBezTo>
                  <a:pt x="315103" y="69476"/>
                  <a:pt x="311006" y="70491"/>
                  <a:pt x="306889" y="72523"/>
                </a:cubicBezTo>
                <a:cubicBezTo>
                  <a:pt x="302773" y="74555"/>
                  <a:pt x="297791" y="78330"/>
                  <a:pt x="291944" y="83848"/>
                </a:cubicBezTo>
                <a:lnTo>
                  <a:pt x="291713" y="85113"/>
                </a:lnTo>
                <a:lnTo>
                  <a:pt x="291944" y="90040"/>
                </a:lnTo>
                <a:lnTo>
                  <a:pt x="291944" y="140105"/>
                </a:lnTo>
                <a:cubicBezTo>
                  <a:pt x="291944" y="147381"/>
                  <a:pt x="292348" y="151908"/>
                  <a:pt x="293156" y="153687"/>
                </a:cubicBezTo>
                <a:cubicBezTo>
                  <a:pt x="293964" y="155467"/>
                  <a:pt x="295483" y="156956"/>
                  <a:pt x="297714" y="158156"/>
                </a:cubicBezTo>
                <a:cubicBezTo>
                  <a:pt x="299946" y="159356"/>
                  <a:pt x="303754" y="159956"/>
                  <a:pt x="309140" y="159956"/>
                </a:cubicBezTo>
                <a:lnTo>
                  <a:pt x="309140" y="164110"/>
                </a:lnTo>
                <a:lnTo>
                  <a:pt x="255706" y="164110"/>
                </a:lnTo>
                <a:lnTo>
                  <a:pt x="255706" y="159956"/>
                </a:lnTo>
                <a:cubicBezTo>
                  <a:pt x="261553" y="159956"/>
                  <a:pt x="265573" y="159259"/>
                  <a:pt x="267766" y="157867"/>
                </a:cubicBezTo>
                <a:cubicBezTo>
                  <a:pt x="269959" y="156473"/>
                  <a:pt x="271478" y="154383"/>
                  <a:pt x="272325" y="151599"/>
                </a:cubicBezTo>
                <a:cubicBezTo>
                  <a:pt x="272709" y="150282"/>
                  <a:pt x="272902" y="146450"/>
                  <a:pt x="272902" y="140105"/>
                </a:cubicBezTo>
                <a:lnTo>
                  <a:pt x="272902" y="94959"/>
                </a:lnTo>
                <a:cubicBezTo>
                  <a:pt x="272902" y="86402"/>
                  <a:pt x="271632" y="80229"/>
                  <a:pt x="269093" y="76440"/>
                </a:cubicBezTo>
                <a:cubicBezTo>
                  <a:pt x="265708" y="71489"/>
                  <a:pt x="260976" y="69014"/>
                  <a:pt x="254898" y="69014"/>
                </a:cubicBezTo>
                <a:cubicBezTo>
                  <a:pt x="250743" y="69014"/>
                  <a:pt x="246627" y="70134"/>
                  <a:pt x="242549" y="72375"/>
                </a:cubicBezTo>
                <a:cubicBezTo>
                  <a:pt x="236163" y="75775"/>
                  <a:pt x="231239" y="79599"/>
                  <a:pt x="227777" y="83848"/>
                </a:cubicBezTo>
                <a:lnTo>
                  <a:pt x="227777" y="140105"/>
                </a:lnTo>
                <a:cubicBezTo>
                  <a:pt x="227777" y="147071"/>
                  <a:pt x="228258" y="151598"/>
                  <a:pt x="229220" y="153687"/>
                </a:cubicBezTo>
                <a:cubicBezTo>
                  <a:pt x="230181" y="155777"/>
                  <a:pt x="231605" y="157344"/>
                  <a:pt x="233490" y="158390"/>
                </a:cubicBezTo>
                <a:cubicBezTo>
                  <a:pt x="235375" y="159434"/>
                  <a:pt x="239203" y="159956"/>
                  <a:pt x="244973" y="159956"/>
                </a:cubicBezTo>
                <a:lnTo>
                  <a:pt x="244973" y="164110"/>
                </a:lnTo>
                <a:lnTo>
                  <a:pt x="192693" y="164110"/>
                </a:lnTo>
                <a:lnTo>
                  <a:pt x="192693" y="159956"/>
                </a:lnTo>
                <a:cubicBezTo>
                  <a:pt x="197540" y="159956"/>
                  <a:pt x="200926" y="159434"/>
                  <a:pt x="202849" y="158390"/>
                </a:cubicBezTo>
                <a:cubicBezTo>
                  <a:pt x="204772" y="157344"/>
                  <a:pt x="206234" y="155681"/>
                  <a:pt x="207235" y="153399"/>
                </a:cubicBezTo>
                <a:cubicBezTo>
                  <a:pt x="208235" y="151115"/>
                  <a:pt x="208735" y="146684"/>
                  <a:pt x="208735" y="140105"/>
                </a:cubicBezTo>
                <a:lnTo>
                  <a:pt x="208735" y="99943"/>
                </a:lnTo>
                <a:cubicBezTo>
                  <a:pt x="208735" y="88326"/>
                  <a:pt x="208389" y="80824"/>
                  <a:pt x="207696" y="77439"/>
                </a:cubicBezTo>
                <a:cubicBezTo>
                  <a:pt x="207158" y="74900"/>
                  <a:pt x="206311" y="73149"/>
                  <a:pt x="205157" y="72188"/>
                </a:cubicBezTo>
                <a:cubicBezTo>
                  <a:pt x="204003" y="71226"/>
                  <a:pt x="202426" y="70745"/>
                  <a:pt x="200425" y="70745"/>
                </a:cubicBezTo>
                <a:cubicBezTo>
                  <a:pt x="198271" y="70745"/>
                  <a:pt x="195694" y="71322"/>
                  <a:pt x="192693" y="72476"/>
                </a:cubicBezTo>
                <a:lnTo>
                  <a:pt x="190962" y="68322"/>
                </a:lnTo>
                <a:lnTo>
                  <a:pt x="222815" y="55396"/>
                </a:lnTo>
                <a:lnTo>
                  <a:pt x="227777" y="55396"/>
                </a:lnTo>
                <a:lnTo>
                  <a:pt x="227777" y="78099"/>
                </a:lnTo>
                <a:close/>
                <a:moveTo>
                  <a:pt x="440115" y="148999"/>
                </a:moveTo>
                <a:cubicBezTo>
                  <a:pt x="429267" y="157383"/>
                  <a:pt x="422458" y="162228"/>
                  <a:pt x="419688" y="163533"/>
                </a:cubicBezTo>
                <a:cubicBezTo>
                  <a:pt x="415533" y="165457"/>
                  <a:pt x="411109" y="166418"/>
                  <a:pt x="406416" y="166418"/>
                </a:cubicBezTo>
                <a:cubicBezTo>
                  <a:pt x="399107" y="166418"/>
                  <a:pt x="393086" y="163918"/>
                  <a:pt x="388355" y="158917"/>
                </a:cubicBezTo>
                <a:cubicBezTo>
                  <a:pt x="383623" y="153916"/>
                  <a:pt x="381257" y="147338"/>
                  <a:pt x="381257" y="139182"/>
                </a:cubicBezTo>
                <a:cubicBezTo>
                  <a:pt x="381257" y="134027"/>
                  <a:pt x="382411" y="129565"/>
                  <a:pt x="384719" y="125795"/>
                </a:cubicBezTo>
                <a:cubicBezTo>
                  <a:pt x="387874" y="120563"/>
                  <a:pt x="393356" y="115639"/>
                  <a:pt x="401165" y="111023"/>
                </a:cubicBezTo>
                <a:cubicBezTo>
                  <a:pt x="408974" y="106406"/>
                  <a:pt x="421958" y="100790"/>
                  <a:pt x="440115" y="94173"/>
                </a:cubicBezTo>
                <a:lnTo>
                  <a:pt x="440115" y="90033"/>
                </a:lnTo>
                <a:cubicBezTo>
                  <a:pt x="440115" y="79531"/>
                  <a:pt x="438442" y="72325"/>
                  <a:pt x="435095" y="68415"/>
                </a:cubicBezTo>
                <a:cubicBezTo>
                  <a:pt x="431748" y="64506"/>
                  <a:pt x="426882" y="62551"/>
                  <a:pt x="420496" y="62551"/>
                </a:cubicBezTo>
                <a:cubicBezTo>
                  <a:pt x="415649" y="62551"/>
                  <a:pt x="411802" y="63859"/>
                  <a:pt x="408955" y="66475"/>
                </a:cubicBezTo>
                <a:cubicBezTo>
                  <a:pt x="406031" y="69091"/>
                  <a:pt x="404569" y="72092"/>
                  <a:pt x="404569" y="75477"/>
                </a:cubicBezTo>
                <a:lnTo>
                  <a:pt x="404800" y="82171"/>
                </a:lnTo>
                <a:cubicBezTo>
                  <a:pt x="404800" y="85710"/>
                  <a:pt x="403896" y="88441"/>
                  <a:pt x="402088" y="90364"/>
                </a:cubicBezTo>
                <a:cubicBezTo>
                  <a:pt x="400280" y="92288"/>
                  <a:pt x="397914" y="93250"/>
                  <a:pt x="394990" y="93250"/>
                </a:cubicBezTo>
                <a:cubicBezTo>
                  <a:pt x="392144" y="93250"/>
                  <a:pt x="389816" y="92247"/>
                  <a:pt x="388008" y="90242"/>
                </a:cubicBezTo>
                <a:cubicBezTo>
                  <a:pt x="386200" y="88234"/>
                  <a:pt x="385296" y="85495"/>
                  <a:pt x="385296" y="82023"/>
                </a:cubicBezTo>
                <a:cubicBezTo>
                  <a:pt x="385296" y="75384"/>
                  <a:pt x="388682" y="69287"/>
                  <a:pt x="395452" y="63730"/>
                </a:cubicBezTo>
                <a:cubicBezTo>
                  <a:pt x="402223" y="58174"/>
                  <a:pt x="411725" y="55396"/>
                  <a:pt x="423958" y="55396"/>
                </a:cubicBezTo>
                <a:cubicBezTo>
                  <a:pt x="433344" y="55396"/>
                  <a:pt x="441038" y="56971"/>
                  <a:pt x="447040" y="60120"/>
                </a:cubicBezTo>
                <a:cubicBezTo>
                  <a:pt x="451579" y="62503"/>
                  <a:pt x="454926" y="66231"/>
                  <a:pt x="457080" y="71304"/>
                </a:cubicBezTo>
                <a:cubicBezTo>
                  <a:pt x="458465" y="74608"/>
                  <a:pt x="459157" y="81370"/>
                  <a:pt x="459157" y="91591"/>
                </a:cubicBezTo>
                <a:lnTo>
                  <a:pt x="459157" y="127439"/>
                </a:lnTo>
                <a:cubicBezTo>
                  <a:pt x="459157" y="137506"/>
                  <a:pt x="459350" y="143673"/>
                  <a:pt x="459734" y="145941"/>
                </a:cubicBezTo>
                <a:cubicBezTo>
                  <a:pt x="460119" y="148208"/>
                  <a:pt x="460754" y="149726"/>
                  <a:pt x="461639" y="150496"/>
                </a:cubicBezTo>
                <a:cubicBezTo>
                  <a:pt x="462523" y="151263"/>
                  <a:pt x="463543" y="151646"/>
                  <a:pt x="464697" y="151646"/>
                </a:cubicBezTo>
                <a:cubicBezTo>
                  <a:pt x="465928" y="151646"/>
                  <a:pt x="467005" y="151377"/>
                  <a:pt x="467928" y="150838"/>
                </a:cubicBezTo>
                <a:cubicBezTo>
                  <a:pt x="469544" y="149838"/>
                  <a:pt x="472660" y="147030"/>
                  <a:pt x="477276" y="142414"/>
                </a:cubicBezTo>
                <a:lnTo>
                  <a:pt x="477276" y="148876"/>
                </a:lnTo>
                <a:cubicBezTo>
                  <a:pt x="468659" y="160417"/>
                  <a:pt x="460427" y="166188"/>
                  <a:pt x="452579" y="166188"/>
                </a:cubicBezTo>
                <a:cubicBezTo>
                  <a:pt x="448809" y="166188"/>
                  <a:pt x="445808" y="164889"/>
                  <a:pt x="443577" y="162293"/>
                </a:cubicBezTo>
                <a:cubicBezTo>
                  <a:pt x="441346" y="159693"/>
                  <a:pt x="440192" y="155262"/>
                  <a:pt x="440115" y="148999"/>
                </a:cubicBezTo>
                <a:moveTo>
                  <a:pt x="440115" y="141516"/>
                </a:moveTo>
                <a:lnTo>
                  <a:pt x="440115" y="101328"/>
                </a:lnTo>
                <a:cubicBezTo>
                  <a:pt x="428497" y="105935"/>
                  <a:pt x="420996" y="109198"/>
                  <a:pt x="417610" y="111116"/>
                </a:cubicBezTo>
                <a:cubicBezTo>
                  <a:pt x="411532" y="114494"/>
                  <a:pt x="407185" y="118026"/>
                  <a:pt x="404569" y="121712"/>
                </a:cubicBezTo>
                <a:cubicBezTo>
                  <a:pt x="401953" y="125396"/>
                  <a:pt x="400645" y="129425"/>
                  <a:pt x="400645" y="133801"/>
                </a:cubicBezTo>
                <a:cubicBezTo>
                  <a:pt x="400645" y="139329"/>
                  <a:pt x="402300" y="143916"/>
                  <a:pt x="405608" y="147564"/>
                </a:cubicBezTo>
                <a:cubicBezTo>
                  <a:pt x="408916" y="151209"/>
                  <a:pt x="412725" y="153031"/>
                  <a:pt x="417033" y="153031"/>
                </a:cubicBezTo>
                <a:cubicBezTo>
                  <a:pt x="422881" y="153031"/>
                  <a:pt x="430575" y="149193"/>
                  <a:pt x="440115" y="141516"/>
                </a:cubicBezTo>
                <a:close/>
                <a:moveTo>
                  <a:pt x="515964" y="23543"/>
                </a:moveTo>
                <a:lnTo>
                  <a:pt x="515964" y="58396"/>
                </a:lnTo>
                <a:lnTo>
                  <a:pt x="540661" y="58396"/>
                </a:lnTo>
                <a:lnTo>
                  <a:pt x="540661" y="66244"/>
                </a:lnTo>
                <a:lnTo>
                  <a:pt x="515964" y="66475"/>
                </a:lnTo>
                <a:lnTo>
                  <a:pt x="515964" y="135121"/>
                </a:lnTo>
                <a:cubicBezTo>
                  <a:pt x="515964" y="141976"/>
                  <a:pt x="516945" y="146598"/>
                  <a:pt x="518907" y="148988"/>
                </a:cubicBezTo>
                <a:cubicBezTo>
                  <a:pt x="520868" y="151376"/>
                  <a:pt x="523388" y="152569"/>
                  <a:pt x="526466" y="152569"/>
                </a:cubicBezTo>
                <a:cubicBezTo>
                  <a:pt x="529005" y="152569"/>
                  <a:pt x="531467" y="151771"/>
                  <a:pt x="533852" y="150175"/>
                </a:cubicBezTo>
                <a:cubicBezTo>
                  <a:pt x="536237" y="148578"/>
                  <a:pt x="538084" y="146222"/>
                  <a:pt x="539391" y="143106"/>
                </a:cubicBezTo>
                <a:lnTo>
                  <a:pt x="543892" y="143106"/>
                </a:lnTo>
                <a:cubicBezTo>
                  <a:pt x="541200" y="150684"/>
                  <a:pt x="537391" y="156388"/>
                  <a:pt x="532467" y="160215"/>
                </a:cubicBezTo>
                <a:cubicBezTo>
                  <a:pt x="527543" y="164043"/>
                  <a:pt x="522465" y="165957"/>
                  <a:pt x="517233" y="165957"/>
                </a:cubicBezTo>
                <a:cubicBezTo>
                  <a:pt x="513694" y="165957"/>
                  <a:pt x="510232" y="164972"/>
                  <a:pt x="506846" y="163003"/>
                </a:cubicBezTo>
                <a:cubicBezTo>
                  <a:pt x="503461" y="161034"/>
                  <a:pt x="500961" y="158216"/>
                  <a:pt x="499345" y="154549"/>
                </a:cubicBezTo>
                <a:cubicBezTo>
                  <a:pt x="497729" y="150883"/>
                  <a:pt x="496921" y="145228"/>
                  <a:pt x="496921" y="137584"/>
                </a:cubicBezTo>
                <a:lnTo>
                  <a:pt x="496921" y="66244"/>
                </a:lnTo>
                <a:lnTo>
                  <a:pt x="480187" y="66244"/>
                </a:lnTo>
                <a:lnTo>
                  <a:pt x="480187" y="62544"/>
                </a:lnTo>
                <a:cubicBezTo>
                  <a:pt x="484419" y="60861"/>
                  <a:pt x="488747" y="58012"/>
                  <a:pt x="493171" y="53997"/>
                </a:cubicBezTo>
                <a:cubicBezTo>
                  <a:pt x="497595" y="49981"/>
                  <a:pt x="501538" y="45195"/>
                  <a:pt x="505000" y="39639"/>
                </a:cubicBezTo>
                <a:cubicBezTo>
                  <a:pt x="506769" y="36706"/>
                  <a:pt x="509232" y="31340"/>
                  <a:pt x="512386" y="23543"/>
                </a:cubicBezTo>
                <a:lnTo>
                  <a:pt x="515964" y="23543"/>
                </a:lnTo>
                <a:close/>
                <a:moveTo>
                  <a:pt x="577810" y="0"/>
                </a:moveTo>
                <a:cubicBezTo>
                  <a:pt x="581041" y="0"/>
                  <a:pt x="583792" y="1141"/>
                  <a:pt x="586061" y="3423"/>
                </a:cubicBezTo>
                <a:cubicBezTo>
                  <a:pt x="588331" y="5702"/>
                  <a:pt x="589466" y="8466"/>
                  <a:pt x="589466" y="11714"/>
                </a:cubicBezTo>
                <a:cubicBezTo>
                  <a:pt x="589466" y="14962"/>
                  <a:pt x="588331" y="17746"/>
                  <a:pt x="586061" y="20067"/>
                </a:cubicBezTo>
                <a:cubicBezTo>
                  <a:pt x="583792" y="22384"/>
                  <a:pt x="581041" y="23543"/>
                  <a:pt x="577810" y="23543"/>
                </a:cubicBezTo>
                <a:cubicBezTo>
                  <a:pt x="574578" y="23543"/>
                  <a:pt x="571808" y="22384"/>
                  <a:pt x="569500" y="20067"/>
                </a:cubicBezTo>
                <a:cubicBezTo>
                  <a:pt x="567192" y="17746"/>
                  <a:pt x="566038" y="14962"/>
                  <a:pt x="566038" y="11714"/>
                </a:cubicBezTo>
                <a:cubicBezTo>
                  <a:pt x="566038" y="8466"/>
                  <a:pt x="567173" y="5702"/>
                  <a:pt x="569443" y="3423"/>
                </a:cubicBezTo>
                <a:cubicBezTo>
                  <a:pt x="571712" y="1141"/>
                  <a:pt x="574501" y="0"/>
                  <a:pt x="577810" y="0"/>
                </a:cubicBezTo>
                <a:moveTo>
                  <a:pt x="587389" y="55396"/>
                </a:moveTo>
                <a:lnTo>
                  <a:pt x="587389" y="140105"/>
                </a:lnTo>
                <a:cubicBezTo>
                  <a:pt x="587389" y="146761"/>
                  <a:pt x="587869" y="151192"/>
                  <a:pt x="588831" y="153399"/>
                </a:cubicBezTo>
                <a:cubicBezTo>
                  <a:pt x="589793" y="155604"/>
                  <a:pt x="591216" y="157248"/>
                  <a:pt x="593101" y="158333"/>
                </a:cubicBezTo>
                <a:cubicBezTo>
                  <a:pt x="594986" y="159415"/>
                  <a:pt x="598429" y="159956"/>
                  <a:pt x="603430" y="159956"/>
                </a:cubicBezTo>
                <a:lnTo>
                  <a:pt x="603430" y="164110"/>
                </a:lnTo>
                <a:lnTo>
                  <a:pt x="552074" y="164110"/>
                </a:lnTo>
                <a:lnTo>
                  <a:pt x="552074" y="159956"/>
                </a:lnTo>
                <a:cubicBezTo>
                  <a:pt x="557229" y="159956"/>
                  <a:pt x="560691" y="159453"/>
                  <a:pt x="562460" y="158448"/>
                </a:cubicBezTo>
                <a:cubicBezTo>
                  <a:pt x="564230" y="157441"/>
                  <a:pt x="565634" y="155777"/>
                  <a:pt x="566673" y="153457"/>
                </a:cubicBezTo>
                <a:cubicBezTo>
                  <a:pt x="567711" y="151134"/>
                  <a:pt x="568231" y="146684"/>
                  <a:pt x="568231" y="140105"/>
                </a:cubicBezTo>
                <a:lnTo>
                  <a:pt x="568231" y="99713"/>
                </a:lnTo>
                <a:cubicBezTo>
                  <a:pt x="568231" y="88201"/>
                  <a:pt x="567885" y="80745"/>
                  <a:pt x="567192" y="77345"/>
                </a:cubicBezTo>
                <a:cubicBezTo>
                  <a:pt x="566654" y="74871"/>
                  <a:pt x="565807" y="73153"/>
                  <a:pt x="564653" y="72191"/>
                </a:cubicBezTo>
                <a:cubicBezTo>
                  <a:pt x="563499" y="71227"/>
                  <a:pt x="561922" y="70745"/>
                  <a:pt x="559921" y="70745"/>
                </a:cubicBezTo>
                <a:cubicBezTo>
                  <a:pt x="557767" y="70745"/>
                  <a:pt x="555151" y="71322"/>
                  <a:pt x="552074" y="72476"/>
                </a:cubicBezTo>
                <a:lnTo>
                  <a:pt x="550458" y="68322"/>
                </a:lnTo>
                <a:lnTo>
                  <a:pt x="582311" y="55396"/>
                </a:lnTo>
                <a:lnTo>
                  <a:pt x="587389" y="55396"/>
                </a:lnTo>
                <a:close/>
                <a:moveTo>
                  <a:pt x="668277" y="55396"/>
                </a:moveTo>
                <a:cubicBezTo>
                  <a:pt x="684280" y="55396"/>
                  <a:pt x="697129" y="61468"/>
                  <a:pt x="706823" y="73612"/>
                </a:cubicBezTo>
                <a:cubicBezTo>
                  <a:pt x="715055" y="83987"/>
                  <a:pt x="719172" y="95900"/>
                  <a:pt x="719172" y="109353"/>
                </a:cubicBezTo>
                <a:cubicBezTo>
                  <a:pt x="719172" y="118807"/>
                  <a:pt x="716902" y="128376"/>
                  <a:pt x="712362" y="138060"/>
                </a:cubicBezTo>
                <a:cubicBezTo>
                  <a:pt x="707823" y="147743"/>
                  <a:pt x="701572" y="155043"/>
                  <a:pt x="693609" y="159963"/>
                </a:cubicBezTo>
                <a:cubicBezTo>
                  <a:pt x="685646" y="164882"/>
                  <a:pt x="676778" y="167342"/>
                  <a:pt x="667007" y="167342"/>
                </a:cubicBezTo>
                <a:cubicBezTo>
                  <a:pt x="651081" y="167342"/>
                  <a:pt x="638424" y="161000"/>
                  <a:pt x="629038" y="148317"/>
                </a:cubicBezTo>
                <a:cubicBezTo>
                  <a:pt x="621113" y="137635"/>
                  <a:pt x="617151" y="125646"/>
                  <a:pt x="617151" y="112350"/>
                </a:cubicBezTo>
                <a:cubicBezTo>
                  <a:pt x="617151" y="102665"/>
                  <a:pt x="619555" y="93038"/>
                  <a:pt x="624364" y="83469"/>
                </a:cubicBezTo>
                <a:cubicBezTo>
                  <a:pt x="629173" y="73900"/>
                  <a:pt x="635501" y="66828"/>
                  <a:pt x="643348" y="62255"/>
                </a:cubicBezTo>
                <a:cubicBezTo>
                  <a:pt x="651196" y="57682"/>
                  <a:pt x="659506" y="55396"/>
                  <a:pt x="668277" y="55396"/>
                </a:cubicBezTo>
                <a:moveTo>
                  <a:pt x="664699" y="63013"/>
                </a:moveTo>
                <a:cubicBezTo>
                  <a:pt x="660621" y="63013"/>
                  <a:pt x="656524" y="64221"/>
                  <a:pt x="652408" y="66637"/>
                </a:cubicBezTo>
                <a:cubicBezTo>
                  <a:pt x="648292" y="69051"/>
                  <a:pt x="644964" y="73287"/>
                  <a:pt x="642425" y="79343"/>
                </a:cubicBezTo>
                <a:cubicBezTo>
                  <a:pt x="639886" y="85400"/>
                  <a:pt x="638617" y="93180"/>
                  <a:pt x="638617" y="102684"/>
                </a:cubicBezTo>
                <a:cubicBezTo>
                  <a:pt x="638617" y="118017"/>
                  <a:pt x="641675" y="131242"/>
                  <a:pt x="647792" y="142359"/>
                </a:cubicBezTo>
                <a:cubicBezTo>
                  <a:pt x="653908" y="153475"/>
                  <a:pt x="661968" y="159032"/>
                  <a:pt x="671970" y="159032"/>
                </a:cubicBezTo>
                <a:cubicBezTo>
                  <a:pt x="679433" y="159032"/>
                  <a:pt x="685588" y="155966"/>
                  <a:pt x="690435" y="149832"/>
                </a:cubicBezTo>
                <a:cubicBezTo>
                  <a:pt x="695282" y="143699"/>
                  <a:pt x="697706" y="133158"/>
                  <a:pt x="697706" y="118210"/>
                </a:cubicBezTo>
                <a:cubicBezTo>
                  <a:pt x="697706" y="99505"/>
                  <a:pt x="693666" y="84785"/>
                  <a:pt x="685588" y="74052"/>
                </a:cubicBezTo>
                <a:cubicBezTo>
                  <a:pt x="680125" y="66693"/>
                  <a:pt x="673162" y="63013"/>
                  <a:pt x="664699" y="63013"/>
                </a:cubicBezTo>
                <a:close/>
                <a:moveTo>
                  <a:pt x="765566" y="77670"/>
                </a:moveTo>
                <a:cubicBezTo>
                  <a:pt x="777953" y="62820"/>
                  <a:pt x="789763" y="55396"/>
                  <a:pt x="800996" y="55396"/>
                </a:cubicBezTo>
                <a:cubicBezTo>
                  <a:pt x="806766" y="55396"/>
                  <a:pt x="811729" y="56835"/>
                  <a:pt x="815884" y="59713"/>
                </a:cubicBezTo>
                <a:cubicBezTo>
                  <a:pt x="820038" y="62588"/>
                  <a:pt x="823347" y="67326"/>
                  <a:pt x="825809" y="73926"/>
                </a:cubicBezTo>
                <a:cubicBezTo>
                  <a:pt x="827501" y="78530"/>
                  <a:pt x="828348" y="85589"/>
                  <a:pt x="828348" y="95103"/>
                </a:cubicBezTo>
                <a:lnTo>
                  <a:pt x="828348" y="140105"/>
                </a:lnTo>
                <a:cubicBezTo>
                  <a:pt x="828348" y="146837"/>
                  <a:pt x="828886" y="151403"/>
                  <a:pt x="829963" y="153803"/>
                </a:cubicBezTo>
                <a:cubicBezTo>
                  <a:pt x="830810" y="155738"/>
                  <a:pt x="832175" y="157248"/>
                  <a:pt x="834060" y="158333"/>
                </a:cubicBezTo>
                <a:cubicBezTo>
                  <a:pt x="835945" y="159415"/>
                  <a:pt x="839427" y="159956"/>
                  <a:pt x="844505" y="159956"/>
                </a:cubicBezTo>
                <a:lnTo>
                  <a:pt x="844505" y="164110"/>
                </a:lnTo>
                <a:lnTo>
                  <a:pt x="792225" y="164110"/>
                </a:lnTo>
                <a:lnTo>
                  <a:pt x="792225" y="159956"/>
                </a:lnTo>
                <a:lnTo>
                  <a:pt x="794418" y="159956"/>
                </a:lnTo>
                <a:cubicBezTo>
                  <a:pt x="799342" y="159956"/>
                  <a:pt x="802785" y="159202"/>
                  <a:pt x="804747" y="157694"/>
                </a:cubicBezTo>
                <a:cubicBezTo>
                  <a:pt x="806709" y="156184"/>
                  <a:pt x="808074" y="153959"/>
                  <a:pt x="808844" y="151019"/>
                </a:cubicBezTo>
                <a:cubicBezTo>
                  <a:pt x="809151" y="149857"/>
                  <a:pt x="809305" y="146220"/>
                  <a:pt x="809305" y="140105"/>
                </a:cubicBezTo>
                <a:lnTo>
                  <a:pt x="809305" y="96899"/>
                </a:lnTo>
                <a:cubicBezTo>
                  <a:pt x="809305" y="87297"/>
                  <a:pt x="808055" y="80325"/>
                  <a:pt x="805555" y="75985"/>
                </a:cubicBezTo>
                <a:cubicBezTo>
                  <a:pt x="803054" y="71646"/>
                  <a:pt x="798842" y="69476"/>
                  <a:pt x="792917" y="69476"/>
                </a:cubicBezTo>
                <a:cubicBezTo>
                  <a:pt x="783762" y="69476"/>
                  <a:pt x="774644" y="74477"/>
                  <a:pt x="765566" y="84479"/>
                </a:cubicBezTo>
                <a:lnTo>
                  <a:pt x="765566" y="140105"/>
                </a:lnTo>
                <a:cubicBezTo>
                  <a:pt x="765566" y="147302"/>
                  <a:pt x="765989" y="151752"/>
                  <a:pt x="766835" y="153457"/>
                </a:cubicBezTo>
                <a:cubicBezTo>
                  <a:pt x="767912" y="155700"/>
                  <a:pt x="769393" y="157344"/>
                  <a:pt x="771278" y="158390"/>
                </a:cubicBezTo>
                <a:cubicBezTo>
                  <a:pt x="773163" y="159434"/>
                  <a:pt x="776991" y="159956"/>
                  <a:pt x="782761" y="159956"/>
                </a:cubicBezTo>
                <a:lnTo>
                  <a:pt x="782761" y="164110"/>
                </a:lnTo>
                <a:lnTo>
                  <a:pt x="730482" y="164110"/>
                </a:lnTo>
                <a:lnTo>
                  <a:pt x="730482" y="159956"/>
                </a:lnTo>
                <a:lnTo>
                  <a:pt x="732790" y="159956"/>
                </a:lnTo>
                <a:cubicBezTo>
                  <a:pt x="738175" y="159956"/>
                  <a:pt x="741811" y="158583"/>
                  <a:pt x="743696" y="155837"/>
                </a:cubicBezTo>
                <a:cubicBezTo>
                  <a:pt x="745581" y="153089"/>
                  <a:pt x="746523" y="147845"/>
                  <a:pt x="746523" y="140105"/>
                </a:cubicBezTo>
                <a:lnTo>
                  <a:pt x="746523" y="101097"/>
                </a:lnTo>
                <a:cubicBezTo>
                  <a:pt x="746523" y="88403"/>
                  <a:pt x="746235" y="80670"/>
                  <a:pt x="745658" y="77900"/>
                </a:cubicBezTo>
                <a:cubicBezTo>
                  <a:pt x="745081" y="75131"/>
                  <a:pt x="744196" y="73246"/>
                  <a:pt x="743003" y="72245"/>
                </a:cubicBezTo>
                <a:cubicBezTo>
                  <a:pt x="741811" y="71245"/>
                  <a:pt x="740214" y="70745"/>
                  <a:pt x="738214" y="70745"/>
                </a:cubicBezTo>
                <a:cubicBezTo>
                  <a:pt x="736060" y="70745"/>
                  <a:pt x="733482" y="71322"/>
                  <a:pt x="730482" y="72476"/>
                </a:cubicBezTo>
                <a:lnTo>
                  <a:pt x="728751" y="68322"/>
                </a:lnTo>
                <a:lnTo>
                  <a:pt x="760603" y="55396"/>
                </a:lnTo>
                <a:lnTo>
                  <a:pt x="765566" y="55396"/>
                </a:lnTo>
                <a:lnTo>
                  <a:pt x="765566" y="7767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0B9A6D-9C53-417D-B528-E9294A5CF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7" y="706297"/>
            <a:ext cx="145556" cy="3194688"/>
          </a:xfrm>
          <a:custGeom xmlns:a="http://schemas.openxmlformats.org/drawingml/2006/main">
            <a:pathLst>
              <a:path w="145556" h="3194688">
                <a:moveTo>
                  <a:pt x="32827" y="3129034"/>
                </a:moveTo>
                <a:lnTo>
                  <a:pt x="32827" y="32827"/>
                </a:lnTo>
                <a:lnTo>
                  <a:pt x="145556" y="32827"/>
                </a:lnTo>
                <a:lnTo>
                  <a:pt x="145556" y="0"/>
                </a:lnTo>
                <a:lnTo>
                  <a:pt x="0" y="0"/>
                </a:lnTo>
                <a:lnTo>
                  <a:pt x="0" y="3161861"/>
                </a:lnTo>
                <a:lnTo>
                  <a:pt x="33943" y="3161861"/>
                </a:lnTo>
                <a:lnTo>
                  <a:pt x="33943" y="3194688"/>
                </a:lnTo>
                <a:lnTo>
                  <a:pt x="132425" y="3145447"/>
                </a:lnTo>
                <a:lnTo>
                  <a:pt x="33943" y="3096206"/>
                </a:lnTo>
                <a:lnTo>
                  <a:pt x="33943" y="3129034"/>
                </a:lnTo>
                <a:lnTo>
                  <a:pt x="32827" y="3129034"/>
                </a:lnTo>
                <a:close/>
              </a:path>
            </a:pathLst>
          </a:custGeom>
          <a:solidFill xmlns:a="http://schemas.openxmlformats.org/drawingml/2006/main">
            <a:srgbClr val="76717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Text Extractstructureddata">
            <a:extLst xmlns:a="http://schemas.openxmlformats.org/drawingml/2006/main">
              <a:ext uri="{FF2B5EF4-FFF2-40B4-BE49-F238E27FC236}">
                <a16:creationId xmlns:a16="http://schemas.microsoft.com/office/drawing/2014/main" id="{84B8B5F9-38E0-4839-A61B-CE45EAD38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188" y="3079071"/>
            <a:ext cx="2134882" cy="167342"/>
          </a:xfrm>
          <a:custGeom xmlns:a="http://schemas.openxmlformats.org/drawingml/2006/main">
            <a:pathLst>
              <a:path w="2134882" h="167342">
                <a:moveTo>
                  <a:pt x="44548" y="16157"/>
                </a:moveTo>
                <a:lnTo>
                  <a:pt x="44548" y="77785"/>
                </a:lnTo>
                <a:lnTo>
                  <a:pt x="78939" y="77785"/>
                </a:lnTo>
                <a:cubicBezTo>
                  <a:pt x="87864" y="77785"/>
                  <a:pt x="93827" y="76431"/>
                  <a:pt x="96827" y="73724"/>
                </a:cubicBezTo>
                <a:cubicBezTo>
                  <a:pt x="100828" y="70168"/>
                  <a:pt x="103059" y="63905"/>
                  <a:pt x="103521" y="54934"/>
                </a:cubicBezTo>
                <a:lnTo>
                  <a:pt x="107791" y="54934"/>
                </a:lnTo>
                <a:lnTo>
                  <a:pt x="107791" y="109638"/>
                </a:lnTo>
                <a:lnTo>
                  <a:pt x="103521" y="109638"/>
                </a:lnTo>
                <a:cubicBezTo>
                  <a:pt x="102444" y="102021"/>
                  <a:pt x="101367" y="97135"/>
                  <a:pt x="100290" y="94981"/>
                </a:cubicBezTo>
                <a:cubicBezTo>
                  <a:pt x="98905" y="92288"/>
                  <a:pt x="96635" y="90172"/>
                  <a:pt x="93481" y="88633"/>
                </a:cubicBezTo>
                <a:cubicBezTo>
                  <a:pt x="90326" y="87095"/>
                  <a:pt x="85479" y="86325"/>
                  <a:pt x="78939" y="86325"/>
                </a:cubicBezTo>
                <a:lnTo>
                  <a:pt x="44548" y="86325"/>
                </a:lnTo>
                <a:lnTo>
                  <a:pt x="44548" y="137999"/>
                </a:lnTo>
                <a:cubicBezTo>
                  <a:pt x="44548" y="144936"/>
                  <a:pt x="44855" y="149155"/>
                  <a:pt x="45471" y="150658"/>
                </a:cubicBezTo>
                <a:cubicBezTo>
                  <a:pt x="46086" y="152161"/>
                  <a:pt x="47163" y="153356"/>
                  <a:pt x="48702" y="154243"/>
                </a:cubicBezTo>
                <a:cubicBezTo>
                  <a:pt x="50241" y="155128"/>
                  <a:pt x="53165" y="155570"/>
                  <a:pt x="57473" y="155570"/>
                </a:cubicBezTo>
                <a:lnTo>
                  <a:pt x="84017" y="155570"/>
                </a:lnTo>
                <a:cubicBezTo>
                  <a:pt x="92865" y="155570"/>
                  <a:pt x="99289" y="154955"/>
                  <a:pt x="103290" y="153724"/>
                </a:cubicBezTo>
                <a:cubicBezTo>
                  <a:pt x="107291" y="152492"/>
                  <a:pt x="111138" y="150069"/>
                  <a:pt x="114831" y="146453"/>
                </a:cubicBezTo>
                <a:cubicBezTo>
                  <a:pt x="119601" y="141683"/>
                  <a:pt x="124487" y="134489"/>
                  <a:pt x="129488" y="124871"/>
                </a:cubicBezTo>
                <a:lnTo>
                  <a:pt x="134104" y="124871"/>
                </a:lnTo>
                <a:lnTo>
                  <a:pt x="120601" y="164110"/>
                </a:lnTo>
                <a:lnTo>
                  <a:pt x="0" y="164110"/>
                </a:lnTo>
                <a:lnTo>
                  <a:pt x="0" y="159725"/>
                </a:lnTo>
                <a:lnTo>
                  <a:pt x="5540" y="159725"/>
                </a:lnTo>
                <a:cubicBezTo>
                  <a:pt x="9233" y="159725"/>
                  <a:pt x="12733" y="158840"/>
                  <a:pt x="16042" y="157070"/>
                </a:cubicBezTo>
                <a:cubicBezTo>
                  <a:pt x="18504" y="155839"/>
                  <a:pt x="20177" y="153993"/>
                  <a:pt x="21062" y="151531"/>
                </a:cubicBezTo>
                <a:cubicBezTo>
                  <a:pt x="21947" y="149069"/>
                  <a:pt x="22389" y="144029"/>
                  <a:pt x="22389" y="136412"/>
                </a:cubicBezTo>
                <a:lnTo>
                  <a:pt x="22389" y="34853"/>
                </a:lnTo>
                <a:cubicBezTo>
                  <a:pt x="22389" y="24979"/>
                  <a:pt x="21389" y="18893"/>
                  <a:pt x="19389" y="16597"/>
                </a:cubicBezTo>
                <a:cubicBezTo>
                  <a:pt x="16619" y="13534"/>
                  <a:pt x="12002" y="12002"/>
                  <a:pt x="5540" y="12002"/>
                </a:cubicBezTo>
                <a:lnTo>
                  <a:pt x="0" y="12002"/>
                </a:lnTo>
                <a:lnTo>
                  <a:pt x="0" y="7617"/>
                </a:lnTo>
                <a:lnTo>
                  <a:pt x="120601" y="7617"/>
                </a:lnTo>
                <a:lnTo>
                  <a:pt x="122333" y="42009"/>
                </a:lnTo>
                <a:lnTo>
                  <a:pt x="117832" y="42009"/>
                </a:lnTo>
                <a:cubicBezTo>
                  <a:pt x="116216" y="33740"/>
                  <a:pt x="114427" y="28060"/>
                  <a:pt x="112465" y="24968"/>
                </a:cubicBezTo>
                <a:cubicBezTo>
                  <a:pt x="110503" y="21876"/>
                  <a:pt x="107599" y="19518"/>
                  <a:pt x="103752" y="17895"/>
                </a:cubicBezTo>
                <a:cubicBezTo>
                  <a:pt x="100674" y="16737"/>
                  <a:pt x="95250" y="16157"/>
                  <a:pt x="87479" y="16157"/>
                </a:cubicBezTo>
                <a:lnTo>
                  <a:pt x="44548" y="16157"/>
                </a:lnTo>
                <a:close/>
                <a:moveTo>
                  <a:pt x="142708" y="58396"/>
                </a:moveTo>
                <a:lnTo>
                  <a:pt x="192449" y="58396"/>
                </a:lnTo>
                <a:lnTo>
                  <a:pt x="192449" y="62551"/>
                </a:lnTo>
                <a:cubicBezTo>
                  <a:pt x="189295" y="62551"/>
                  <a:pt x="187083" y="63096"/>
                  <a:pt x="185813" y="64185"/>
                </a:cubicBezTo>
                <a:cubicBezTo>
                  <a:pt x="184544" y="65272"/>
                  <a:pt x="183909" y="66708"/>
                  <a:pt x="183909" y="68495"/>
                </a:cubicBezTo>
                <a:cubicBezTo>
                  <a:pt x="183909" y="70360"/>
                  <a:pt x="185256" y="73236"/>
                  <a:pt x="187948" y="77121"/>
                </a:cubicBezTo>
                <a:cubicBezTo>
                  <a:pt x="188795" y="78326"/>
                  <a:pt x="190064" y="80210"/>
                  <a:pt x="191757" y="82773"/>
                </a:cubicBezTo>
                <a:lnTo>
                  <a:pt x="199258" y="94819"/>
                </a:lnTo>
                <a:lnTo>
                  <a:pt x="207914" y="82816"/>
                </a:lnTo>
                <a:cubicBezTo>
                  <a:pt x="213454" y="75274"/>
                  <a:pt x="216223" y="70482"/>
                  <a:pt x="216223" y="68441"/>
                </a:cubicBezTo>
                <a:cubicBezTo>
                  <a:pt x="216223" y="66791"/>
                  <a:pt x="215569" y="65398"/>
                  <a:pt x="214261" y="64261"/>
                </a:cubicBezTo>
                <a:cubicBezTo>
                  <a:pt x="212953" y="63121"/>
                  <a:pt x="210838" y="62551"/>
                  <a:pt x="207914" y="62551"/>
                </a:cubicBezTo>
                <a:lnTo>
                  <a:pt x="207914" y="58396"/>
                </a:lnTo>
                <a:lnTo>
                  <a:pt x="243690" y="58396"/>
                </a:lnTo>
                <a:lnTo>
                  <a:pt x="243690" y="62551"/>
                </a:lnTo>
                <a:cubicBezTo>
                  <a:pt x="239920" y="62782"/>
                  <a:pt x="236651" y="63822"/>
                  <a:pt x="233881" y="65671"/>
                </a:cubicBezTo>
                <a:cubicBezTo>
                  <a:pt x="230111" y="68289"/>
                  <a:pt x="224956" y="73987"/>
                  <a:pt x="218416" y="82766"/>
                </a:cubicBezTo>
                <a:lnTo>
                  <a:pt x="203990" y="102017"/>
                </a:lnTo>
                <a:lnTo>
                  <a:pt x="230303" y="139965"/>
                </a:lnTo>
                <a:cubicBezTo>
                  <a:pt x="236766" y="149286"/>
                  <a:pt x="241382" y="154891"/>
                  <a:pt x="244152" y="156778"/>
                </a:cubicBezTo>
                <a:cubicBezTo>
                  <a:pt x="246922" y="158666"/>
                  <a:pt x="250500" y="159725"/>
                  <a:pt x="254885" y="159956"/>
                </a:cubicBezTo>
                <a:lnTo>
                  <a:pt x="254885" y="164110"/>
                </a:lnTo>
                <a:lnTo>
                  <a:pt x="205029" y="164110"/>
                </a:lnTo>
                <a:lnTo>
                  <a:pt x="205029" y="159956"/>
                </a:lnTo>
                <a:cubicBezTo>
                  <a:pt x="208491" y="159956"/>
                  <a:pt x="211184" y="159185"/>
                  <a:pt x="213107" y="157644"/>
                </a:cubicBezTo>
                <a:cubicBezTo>
                  <a:pt x="214569" y="156564"/>
                  <a:pt x="215300" y="155137"/>
                  <a:pt x="215300" y="153363"/>
                </a:cubicBezTo>
                <a:cubicBezTo>
                  <a:pt x="215300" y="151591"/>
                  <a:pt x="212838" y="147120"/>
                  <a:pt x="207914" y="139950"/>
                </a:cubicBezTo>
                <a:lnTo>
                  <a:pt x="192449" y="117338"/>
                </a:lnTo>
                <a:lnTo>
                  <a:pt x="175484" y="139857"/>
                </a:lnTo>
                <a:cubicBezTo>
                  <a:pt x="170252" y="146904"/>
                  <a:pt x="167637" y="151086"/>
                  <a:pt x="167637" y="152404"/>
                </a:cubicBezTo>
                <a:cubicBezTo>
                  <a:pt x="167637" y="154262"/>
                  <a:pt x="168502" y="155948"/>
                  <a:pt x="170233" y="157460"/>
                </a:cubicBezTo>
                <a:cubicBezTo>
                  <a:pt x="171964" y="158970"/>
                  <a:pt x="174561" y="159802"/>
                  <a:pt x="178023" y="159956"/>
                </a:cubicBezTo>
                <a:lnTo>
                  <a:pt x="178023" y="164110"/>
                </a:lnTo>
                <a:lnTo>
                  <a:pt x="143516" y="164110"/>
                </a:lnTo>
                <a:lnTo>
                  <a:pt x="143516" y="159956"/>
                </a:lnTo>
                <a:cubicBezTo>
                  <a:pt x="146286" y="159571"/>
                  <a:pt x="148710" y="158608"/>
                  <a:pt x="150787" y="157067"/>
                </a:cubicBezTo>
                <a:cubicBezTo>
                  <a:pt x="153711" y="154833"/>
                  <a:pt x="158635" y="149132"/>
                  <a:pt x="165559" y="139965"/>
                </a:cubicBezTo>
                <a:lnTo>
                  <a:pt x="187718" y="110474"/>
                </a:lnTo>
                <a:lnTo>
                  <a:pt x="167637" y="81384"/>
                </a:lnTo>
                <a:cubicBezTo>
                  <a:pt x="161943" y="73065"/>
                  <a:pt x="157538" y="67847"/>
                  <a:pt x="154422" y="65728"/>
                </a:cubicBezTo>
                <a:cubicBezTo>
                  <a:pt x="151306" y="63610"/>
                  <a:pt x="147402" y="62551"/>
                  <a:pt x="142708" y="62551"/>
                </a:cubicBezTo>
                <a:lnTo>
                  <a:pt x="142708" y="58396"/>
                </a:lnTo>
                <a:close/>
                <a:moveTo>
                  <a:pt x="295855" y="23543"/>
                </a:moveTo>
                <a:lnTo>
                  <a:pt x="295855" y="58396"/>
                </a:lnTo>
                <a:lnTo>
                  <a:pt x="320552" y="58396"/>
                </a:lnTo>
                <a:lnTo>
                  <a:pt x="320552" y="66244"/>
                </a:lnTo>
                <a:lnTo>
                  <a:pt x="295855" y="66475"/>
                </a:lnTo>
                <a:lnTo>
                  <a:pt x="295855" y="135121"/>
                </a:lnTo>
                <a:cubicBezTo>
                  <a:pt x="295855" y="141976"/>
                  <a:pt x="296836" y="146598"/>
                  <a:pt x="298798" y="148988"/>
                </a:cubicBezTo>
                <a:cubicBezTo>
                  <a:pt x="300760" y="151376"/>
                  <a:pt x="303280" y="152569"/>
                  <a:pt x="306357" y="152569"/>
                </a:cubicBezTo>
                <a:cubicBezTo>
                  <a:pt x="308896" y="152569"/>
                  <a:pt x="311358" y="151771"/>
                  <a:pt x="313743" y="150175"/>
                </a:cubicBezTo>
                <a:cubicBezTo>
                  <a:pt x="316128" y="148578"/>
                  <a:pt x="317975" y="146222"/>
                  <a:pt x="319283" y="143106"/>
                </a:cubicBezTo>
                <a:lnTo>
                  <a:pt x="323784" y="143106"/>
                </a:lnTo>
                <a:cubicBezTo>
                  <a:pt x="321091" y="150684"/>
                  <a:pt x="317282" y="156388"/>
                  <a:pt x="312358" y="160215"/>
                </a:cubicBezTo>
                <a:cubicBezTo>
                  <a:pt x="307434" y="164043"/>
                  <a:pt x="302356" y="165957"/>
                  <a:pt x="297124" y="165957"/>
                </a:cubicBezTo>
                <a:cubicBezTo>
                  <a:pt x="293585" y="165957"/>
                  <a:pt x="290123" y="164972"/>
                  <a:pt x="286738" y="163003"/>
                </a:cubicBezTo>
                <a:cubicBezTo>
                  <a:pt x="283352" y="161034"/>
                  <a:pt x="280852" y="158216"/>
                  <a:pt x="279236" y="154549"/>
                </a:cubicBezTo>
                <a:cubicBezTo>
                  <a:pt x="277620" y="150883"/>
                  <a:pt x="276813" y="145228"/>
                  <a:pt x="276813" y="137584"/>
                </a:cubicBezTo>
                <a:lnTo>
                  <a:pt x="276813" y="66244"/>
                </a:lnTo>
                <a:lnTo>
                  <a:pt x="260078" y="66244"/>
                </a:lnTo>
                <a:lnTo>
                  <a:pt x="260078" y="62544"/>
                </a:lnTo>
                <a:cubicBezTo>
                  <a:pt x="264310" y="60861"/>
                  <a:pt x="268638" y="58012"/>
                  <a:pt x="273062" y="53997"/>
                </a:cubicBezTo>
                <a:cubicBezTo>
                  <a:pt x="277486" y="49981"/>
                  <a:pt x="281429" y="45195"/>
                  <a:pt x="284891" y="39639"/>
                </a:cubicBezTo>
                <a:cubicBezTo>
                  <a:pt x="286661" y="36706"/>
                  <a:pt x="289123" y="31340"/>
                  <a:pt x="292277" y="23543"/>
                </a:cubicBezTo>
                <a:lnTo>
                  <a:pt x="295855" y="23543"/>
                </a:lnTo>
                <a:close/>
                <a:moveTo>
                  <a:pt x="361740" y="55396"/>
                </a:moveTo>
                <a:lnTo>
                  <a:pt x="361740" y="79170"/>
                </a:lnTo>
                <a:cubicBezTo>
                  <a:pt x="370588" y="63321"/>
                  <a:pt x="379667" y="55396"/>
                  <a:pt x="388976" y="55396"/>
                </a:cubicBezTo>
                <a:cubicBezTo>
                  <a:pt x="393208" y="55396"/>
                  <a:pt x="396709" y="56685"/>
                  <a:pt x="399479" y="59262"/>
                </a:cubicBezTo>
                <a:cubicBezTo>
                  <a:pt x="402248" y="61839"/>
                  <a:pt x="403633" y="64821"/>
                  <a:pt x="403633" y="68206"/>
                </a:cubicBezTo>
                <a:cubicBezTo>
                  <a:pt x="403633" y="71207"/>
                  <a:pt x="402633" y="73746"/>
                  <a:pt x="400633" y="75823"/>
                </a:cubicBezTo>
                <a:cubicBezTo>
                  <a:pt x="398632" y="77900"/>
                  <a:pt x="396247" y="78939"/>
                  <a:pt x="393477" y="78939"/>
                </a:cubicBezTo>
                <a:cubicBezTo>
                  <a:pt x="390784" y="78939"/>
                  <a:pt x="387765" y="77631"/>
                  <a:pt x="384418" y="75015"/>
                </a:cubicBezTo>
                <a:cubicBezTo>
                  <a:pt x="381071" y="72399"/>
                  <a:pt x="378590" y="71091"/>
                  <a:pt x="376974" y="71091"/>
                </a:cubicBezTo>
                <a:cubicBezTo>
                  <a:pt x="375589" y="71091"/>
                  <a:pt x="374089" y="71855"/>
                  <a:pt x="372473" y="73381"/>
                </a:cubicBezTo>
                <a:cubicBezTo>
                  <a:pt x="369011" y="76514"/>
                  <a:pt x="365433" y="81670"/>
                  <a:pt x="361740" y="88850"/>
                </a:cubicBezTo>
                <a:lnTo>
                  <a:pt x="361740" y="139413"/>
                </a:lnTo>
                <a:cubicBezTo>
                  <a:pt x="361740" y="145265"/>
                  <a:pt x="362471" y="149691"/>
                  <a:pt x="363933" y="152692"/>
                </a:cubicBezTo>
                <a:cubicBezTo>
                  <a:pt x="364933" y="154772"/>
                  <a:pt x="366703" y="156503"/>
                  <a:pt x="369242" y="157885"/>
                </a:cubicBezTo>
                <a:cubicBezTo>
                  <a:pt x="371781" y="159265"/>
                  <a:pt x="375435" y="159956"/>
                  <a:pt x="380205" y="159956"/>
                </a:cubicBezTo>
                <a:lnTo>
                  <a:pt x="380205" y="164110"/>
                </a:lnTo>
                <a:lnTo>
                  <a:pt x="326079" y="164110"/>
                </a:lnTo>
                <a:lnTo>
                  <a:pt x="326079" y="159956"/>
                </a:lnTo>
                <a:cubicBezTo>
                  <a:pt x="331465" y="159956"/>
                  <a:pt x="335466" y="159100"/>
                  <a:pt x="338081" y="157388"/>
                </a:cubicBezTo>
                <a:cubicBezTo>
                  <a:pt x="340005" y="156142"/>
                  <a:pt x="341351" y="154157"/>
                  <a:pt x="342121" y="151433"/>
                </a:cubicBezTo>
                <a:cubicBezTo>
                  <a:pt x="342505" y="150109"/>
                  <a:pt x="342698" y="146333"/>
                  <a:pt x="342698" y="140105"/>
                </a:cubicBezTo>
                <a:lnTo>
                  <a:pt x="342698" y="99482"/>
                </a:lnTo>
                <a:cubicBezTo>
                  <a:pt x="342698" y="87172"/>
                  <a:pt x="342448" y="79843"/>
                  <a:pt x="341948" y="77496"/>
                </a:cubicBezTo>
                <a:cubicBezTo>
                  <a:pt x="341448" y="75150"/>
                  <a:pt x="340524" y="73438"/>
                  <a:pt x="339178" y="72361"/>
                </a:cubicBezTo>
                <a:cubicBezTo>
                  <a:pt x="337831" y="71284"/>
                  <a:pt x="336158" y="70745"/>
                  <a:pt x="334158" y="70745"/>
                </a:cubicBezTo>
                <a:cubicBezTo>
                  <a:pt x="331772" y="70745"/>
                  <a:pt x="329080" y="71322"/>
                  <a:pt x="326079" y="72476"/>
                </a:cubicBezTo>
                <a:lnTo>
                  <a:pt x="324925" y="68322"/>
                </a:lnTo>
                <a:lnTo>
                  <a:pt x="356893" y="55396"/>
                </a:lnTo>
                <a:lnTo>
                  <a:pt x="361740" y="55396"/>
                </a:lnTo>
                <a:close/>
                <a:moveTo>
                  <a:pt x="469493" y="148999"/>
                </a:moveTo>
                <a:cubicBezTo>
                  <a:pt x="458644" y="157383"/>
                  <a:pt x="451835" y="162228"/>
                  <a:pt x="449065" y="163533"/>
                </a:cubicBezTo>
                <a:cubicBezTo>
                  <a:pt x="444911" y="165457"/>
                  <a:pt x="440487" y="166418"/>
                  <a:pt x="435793" y="166418"/>
                </a:cubicBezTo>
                <a:cubicBezTo>
                  <a:pt x="428484" y="166418"/>
                  <a:pt x="422464" y="163918"/>
                  <a:pt x="417732" y="158917"/>
                </a:cubicBezTo>
                <a:cubicBezTo>
                  <a:pt x="413000" y="153916"/>
                  <a:pt x="410635" y="147338"/>
                  <a:pt x="410635" y="139182"/>
                </a:cubicBezTo>
                <a:cubicBezTo>
                  <a:pt x="410635" y="134027"/>
                  <a:pt x="411789" y="129565"/>
                  <a:pt x="414097" y="125795"/>
                </a:cubicBezTo>
                <a:cubicBezTo>
                  <a:pt x="417251" y="120563"/>
                  <a:pt x="422733" y="115639"/>
                  <a:pt x="430542" y="111023"/>
                </a:cubicBezTo>
                <a:cubicBezTo>
                  <a:pt x="438352" y="106406"/>
                  <a:pt x="451335" y="100790"/>
                  <a:pt x="469493" y="94173"/>
                </a:cubicBezTo>
                <a:lnTo>
                  <a:pt x="469493" y="90033"/>
                </a:lnTo>
                <a:cubicBezTo>
                  <a:pt x="469493" y="79531"/>
                  <a:pt x="467819" y="72325"/>
                  <a:pt x="464472" y="68415"/>
                </a:cubicBezTo>
                <a:cubicBezTo>
                  <a:pt x="461126" y="64506"/>
                  <a:pt x="456259" y="62551"/>
                  <a:pt x="449873" y="62551"/>
                </a:cubicBezTo>
                <a:cubicBezTo>
                  <a:pt x="445026" y="62551"/>
                  <a:pt x="441179" y="63859"/>
                  <a:pt x="438332" y="66475"/>
                </a:cubicBezTo>
                <a:cubicBezTo>
                  <a:pt x="435409" y="69091"/>
                  <a:pt x="433947" y="72092"/>
                  <a:pt x="433947" y="75477"/>
                </a:cubicBezTo>
                <a:lnTo>
                  <a:pt x="434178" y="82171"/>
                </a:lnTo>
                <a:cubicBezTo>
                  <a:pt x="434178" y="85710"/>
                  <a:pt x="433274" y="88441"/>
                  <a:pt x="431466" y="90364"/>
                </a:cubicBezTo>
                <a:cubicBezTo>
                  <a:pt x="429658" y="92288"/>
                  <a:pt x="427292" y="93250"/>
                  <a:pt x="424368" y="93250"/>
                </a:cubicBezTo>
                <a:cubicBezTo>
                  <a:pt x="421521" y="93250"/>
                  <a:pt x="419194" y="92247"/>
                  <a:pt x="417386" y="90242"/>
                </a:cubicBezTo>
                <a:cubicBezTo>
                  <a:pt x="415578" y="88234"/>
                  <a:pt x="414674" y="85495"/>
                  <a:pt x="414674" y="82023"/>
                </a:cubicBezTo>
                <a:cubicBezTo>
                  <a:pt x="414674" y="75384"/>
                  <a:pt x="418059" y="69287"/>
                  <a:pt x="424830" y="63730"/>
                </a:cubicBezTo>
                <a:cubicBezTo>
                  <a:pt x="431600" y="58174"/>
                  <a:pt x="441102" y="55396"/>
                  <a:pt x="453335" y="55396"/>
                </a:cubicBezTo>
                <a:cubicBezTo>
                  <a:pt x="462722" y="55396"/>
                  <a:pt x="470416" y="56971"/>
                  <a:pt x="476417" y="60120"/>
                </a:cubicBezTo>
                <a:cubicBezTo>
                  <a:pt x="480956" y="62503"/>
                  <a:pt x="484303" y="66231"/>
                  <a:pt x="486458" y="71304"/>
                </a:cubicBezTo>
                <a:cubicBezTo>
                  <a:pt x="487843" y="74608"/>
                  <a:pt x="488535" y="81370"/>
                  <a:pt x="488535" y="91591"/>
                </a:cubicBezTo>
                <a:lnTo>
                  <a:pt x="488535" y="127439"/>
                </a:lnTo>
                <a:cubicBezTo>
                  <a:pt x="488535" y="137506"/>
                  <a:pt x="488727" y="143673"/>
                  <a:pt x="489112" y="145941"/>
                </a:cubicBezTo>
                <a:cubicBezTo>
                  <a:pt x="489497" y="148208"/>
                  <a:pt x="490131" y="149726"/>
                  <a:pt x="491016" y="150496"/>
                </a:cubicBezTo>
                <a:cubicBezTo>
                  <a:pt x="491901" y="151263"/>
                  <a:pt x="492920" y="151646"/>
                  <a:pt x="494075" y="151646"/>
                </a:cubicBezTo>
                <a:cubicBezTo>
                  <a:pt x="495306" y="151646"/>
                  <a:pt x="496383" y="151377"/>
                  <a:pt x="497306" y="150838"/>
                </a:cubicBezTo>
                <a:cubicBezTo>
                  <a:pt x="498922" y="149838"/>
                  <a:pt x="502038" y="147030"/>
                  <a:pt x="506654" y="142414"/>
                </a:cubicBezTo>
                <a:lnTo>
                  <a:pt x="506654" y="148876"/>
                </a:lnTo>
                <a:cubicBezTo>
                  <a:pt x="498037" y="160417"/>
                  <a:pt x="489804" y="166188"/>
                  <a:pt x="481957" y="166188"/>
                </a:cubicBezTo>
                <a:cubicBezTo>
                  <a:pt x="478187" y="166188"/>
                  <a:pt x="475186" y="164889"/>
                  <a:pt x="472955" y="162293"/>
                </a:cubicBezTo>
                <a:cubicBezTo>
                  <a:pt x="470724" y="159693"/>
                  <a:pt x="469570" y="155262"/>
                  <a:pt x="469493" y="148999"/>
                </a:cubicBezTo>
                <a:moveTo>
                  <a:pt x="469493" y="141516"/>
                </a:moveTo>
                <a:lnTo>
                  <a:pt x="469493" y="101328"/>
                </a:lnTo>
                <a:cubicBezTo>
                  <a:pt x="457875" y="105935"/>
                  <a:pt x="450373" y="109198"/>
                  <a:pt x="446988" y="111116"/>
                </a:cubicBezTo>
                <a:cubicBezTo>
                  <a:pt x="440910" y="114494"/>
                  <a:pt x="436563" y="118026"/>
                  <a:pt x="433947" y="121712"/>
                </a:cubicBezTo>
                <a:cubicBezTo>
                  <a:pt x="431331" y="125396"/>
                  <a:pt x="430023" y="129425"/>
                  <a:pt x="430023" y="133801"/>
                </a:cubicBezTo>
                <a:cubicBezTo>
                  <a:pt x="430023" y="139329"/>
                  <a:pt x="431677" y="143916"/>
                  <a:pt x="434986" y="147564"/>
                </a:cubicBezTo>
                <a:cubicBezTo>
                  <a:pt x="438294" y="151209"/>
                  <a:pt x="442102" y="153031"/>
                  <a:pt x="446411" y="153031"/>
                </a:cubicBezTo>
                <a:cubicBezTo>
                  <a:pt x="452258" y="153031"/>
                  <a:pt x="459952" y="149193"/>
                  <a:pt x="469493" y="141516"/>
                </a:cubicBezTo>
                <a:close/>
                <a:moveTo>
                  <a:pt x="604430" y="123948"/>
                </a:moveTo>
                <a:cubicBezTo>
                  <a:pt x="601584" y="137874"/>
                  <a:pt x="596006" y="148588"/>
                  <a:pt x="587696" y="156089"/>
                </a:cubicBezTo>
                <a:cubicBezTo>
                  <a:pt x="579387" y="163591"/>
                  <a:pt x="570193" y="167342"/>
                  <a:pt x="560114" y="167342"/>
                </a:cubicBezTo>
                <a:cubicBezTo>
                  <a:pt x="548111" y="167342"/>
                  <a:pt x="537648" y="162308"/>
                  <a:pt x="528723" y="152241"/>
                </a:cubicBezTo>
                <a:cubicBezTo>
                  <a:pt x="519798" y="142172"/>
                  <a:pt x="515335" y="128567"/>
                  <a:pt x="515335" y="111426"/>
                </a:cubicBezTo>
                <a:cubicBezTo>
                  <a:pt x="515335" y="94825"/>
                  <a:pt x="520279" y="81336"/>
                  <a:pt x="530165" y="70962"/>
                </a:cubicBezTo>
                <a:cubicBezTo>
                  <a:pt x="540052" y="60584"/>
                  <a:pt x="551920" y="55396"/>
                  <a:pt x="565769" y="55396"/>
                </a:cubicBezTo>
                <a:cubicBezTo>
                  <a:pt x="576155" y="55396"/>
                  <a:pt x="584696" y="58156"/>
                  <a:pt x="591389" y="63676"/>
                </a:cubicBezTo>
                <a:cubicBezTo>
                  <a:pt x="598083" y="69194"/>
                  <a:pt x="601430" y="74925"/>
                  <a:pt x="601430" y="80869"/>
                </a:cubicBezTo>
                <a:cubicBezTo>
                  <a:pt x="601430" y="83802"/>
                  <a:pt x="600487" y="86176"/>
                  <a:pt x="598602" y="87991"/>
                </a:cubicBezTo>
                <a:cubicBezTo>
                  <a:pt x="596717" y="89804"/>
                  <a:pt x="594082" y="90711"/>
                  <a:pt x="590697" y="90711"/>
                </a:cubicBezTo>
                <a:cubicBezTo>
                  <a:pt x="586157" y="90711"/>
                  <a:pt x="582734" y="89237"/>
                  <a:pt x="580425" y="86289"/>
                </a:cubicBezTo>
                <a:cubicBezTo>
                  <a:pt x="579117" y="84659"/>
                  <a:pt x="578252" y="81555"/>
                  <a:pt x="577829" y="76977"/>
                </a:cubicBezTo>
                <a:cubicBezTo>
                  <a:pt x="577406" y="72399"/>
                  <a:pt x="575848" y="68908"/>
                  <a:pt x="573155" y="66504"/>
                </a:cubicBezTo>
                <a:cubicBezTo>
                  <a:pt x="570462" y="64176"/>
                  <a:pt x="566730" y="63013"/>
                  <a:pt x="561960" y="63013"/>
                </a:cubicBezTo>
                <a:cubicBezTo>
                  <a:pt x="554266" y="63013"/>
                  <a:pt x="548073" y="65860"/>
                  <a:pt x="543379" y="71553"/>
                </a:cubicBezTo>
                <a:cubicBezTo>
                  <a:pt x="537147" y="79093"/>
                  <a:pt x="534031" y="89057"/>
                  <a:pt x="534031" y="101444"/>
                </a:cubicBezTo>
                <a:cubicBezTo>
                  <a:pt x="534031" y="114062"/>
                  <a:pt x="537128" y="125198"/>
                  <a:pt x="543322" y="134854"/>
                </a:cubicBezTo>
                <a:cubicBezTo>
                  <a:pt x="549515" y="144510"/>
                  <a:pt x="557882" y="149338"/>
                  <a:pt x="568423" y="149338"/>
                </a:cubicBezTo>
                <a:cubicBezTo>
                  <a:pt x="575963" y="149338"/>
                  <a:pt x="582734" y="146761"/>
                  <a:pt x="588735" y="141606"/>
                </a:cubicBezTo>
                <a:cubicBezTo>
                  <a:pt x="592966" y="138066"/>
                  <a:pt x="597083" y="131642"/>
                  <a:pt x="601083" y="122333"/>
                </a:cubicBezTo>
                <a:lnTo>
                  <a:pt x="604430" y="123948"/>
                </a:lnTo>
                <a:close/>
                <a:moveTo>
                  <a:pt x="650388" y="23543"/>
                </a:moveTo>
                <a:lnTo>
                  <a:pt x="650388" y="58396"/>
                </a:lnTo>
                <a:lnTo>
                  <a:pt x="675086" y="58396"/>
                </a:lnTo>
                <a:lnTo>
                  <a:pt x="675086" y="66244"/>
                </a:lnTo>
                <a:lnTo>
                  <a:pt x="650388" y="66475"/>
                </a:lnTo>
                <a:lnTo>
                  <a:pt x="650388" y="135121"/>
                </a:lnTo>
                <a:cubicBezTo>
                  <a:pt x="650388" y="141976"/>
                  <a:pt x="651369" y="146598"/>
                  <a:pt x="653331" y="148988"/>
                </a:cubicBezTo>
                <a:cubicBezTo>
                  <a:pt x="655293" y="151376"/>
                  <a:pt x="657813" y="152569"/>
                  <a:pt x="660891" y="152569"/>
                </a:cubicBezTo>
                <a:cubicBezTo>
                  <a:pt x="663430" y="152569"/>
                  <a:pt x="665892" y="151771"/>
                  <a:pt x="668277" y="150175"/>
                </a:cubicBezTo>
                <a:cubicBezTo>
                  <a:pt x="670662" y="148578"/>
                  <a:pt x="672508" y="146222"/>
                  <a:pt x="673816" y="143106"/>
                </a:cubicBezTo>
                <a:lnTo>
                  <a:pt x="678317" y="143106"/>
                </a:lnTo>
                <a:cubicBezTo>
                  <a:pt x="675624" y="150684"/>
                  <a:pt x="671816" y="156388"/>
                  <a:pt x="666892" y="160215"/>
                </a:cubicBezTo>
                <a:cubicBezTo>
                  <a:pt x="661968" y="164043"/>
                  <a:pt x="656890" y="165957"/>
                  <a:pt x="651658" y="165957"/>
                </a:cubicBezTo>
                <a:cubicBezTo>
                  <a:pt x="648119" y="165957"/>
                  <a:pt x="644656" y="164972"/>
                  <a:pt x="641271" y="163003"/>
                </a:cubicBezTo>
                <a:cubicBezTo>
                  <a:pt x="637886" y="161034"/>
                  <a:pt x="635385" y="158216"/>
                  <a:pt x="633770" y="154549"/>
                </a:cubicBezTo>
                <a:cubicBezTo>
                  <a:pt x="632154" y="150883"/>
                  <a:pt x="631346" y="145228"/>
                  <a:pt x="631346" y="137584"/>
                </a:cubicBezTo>
                <a:lnTo>
                  <a:pt x="631346" y="66244"/>
                </a:lnTo>
                <a:lnTo>
                  <a:pt x="614612" y="66244"/>
                </a:lnTo>
                <a:lnTo>
                  <a:pt x="614612" y="62544"/>
                </a:lnTo>
                <a:cubicBezTo>
                  <a:pt x="618844" y="60861"/>
                  <a:pt x="623171" y="58012"/>
                  <a:pt x="627595" y="53997"/>
                </a:cubicBezTo>
                <a:cubicBezTo>
                  <a:pt x="632019" y="49981"/>
                  <a:pt x="635962" y="45195"/>
                  <a:pt x="639425" y="39639"/>
                </a:cubicBezTo>
                <a:cubicBezTo>
                  <a:pt x="641194" y="36706"/>
                  <a:pt x="643656" y="31340"/>
                  <a:pt x="646811" y="23543"/>
                </a:cubicBezTo>
                <a:lnTo>
                  <a:pt x="650388" y="23543"/>
                </a:lnTo>
                <a:close/>
                <a:moveTo>
                  <a:pt x="812755" y="55396"/>
                </a:moveTo>
                <a:lnTo>
                  <a:pt x="812755" y="91403"/>
                </a:lnTo>
                <a:lnTo>
                  <a:pt x="808946" y="91403"/>
                </a:lnTo>
                <a:cubicBezTo>
                  <a:pt x="806023" y="80139"/>
                  <a:pt x="802272" y="72476"/>
                  <a:pt x="797694" y="68415"/>
                </a:cubicBezTo>
                <a:cubicBezTo>
                  <a:pt x="793116" y="64352"/>
                  <a:pt x="787288" y="62320"/>
                  <a:pt x="780210" y="62320"/>
                </a:cubicBezTo>
                <a:cubicBezTo>
                  <a:pt x="774824" y="62320"/>
                  <a:pt x="770477" y="63739"/>
                  <a:pt x="767169" y="66576"/>
                </a:cubicBezTo>
                <a:cubicBezTo>
                  <a:pt x="763860" y="69413"/>
                  <a:pt x="762206" y="72557"/>
                  <a:pt x="762206" y="76007"/>
                </a:cubicBezTo>
                <a:cubicBezTo>
                  <a:pt x="762206" y="80299"/>
                  <a:pt x="763437" y="83979"/>
                  <a:pt x="765899" y="87047"/>
                </a:cubicBezTo>
                <a:cubicBezTo>
                  <a:pt x="768284" y="90189"/>
                  <a:pt x="773131" y="93524"/>
                  <a:pt x="780440" y="97051"/>
                </a:cubicBezTo>
                <a:lnTo>
                  <a:pt x="797290" y="105216"/>
                </a:lnTo>
                <a:cubicBezTo>
                  <a:pt x="812909" y="112823"/>
                  <a:pt x="820718" y="122851"/>
                  <a:pt x="820718" y="135298"/>
                </a:cubicBezTo>
                <a:cubicBezTo>
                  <a:pt x="820718" y="144903"/>
                  <a:pt x="817083" y="152645"/>
                  <a:pt x="809812" y="158524"/>
                </a:cubicBezTo>
                <a:cubicBezTo>
                  <a:pt x="802541" y="164402"/>
                  <a:pt x="794405" y="167342"/>
                  <a:pt x="785403" y="167342"/>
                </a:cubicBezTo>
                <a:cubicBezTo>
                  <a:pt x="778940" y="167342"/>
                  <a:pt x="771554" y="166245"/>
                  <a:pt x="763245" y="164053"/>
                </a:cubicBezTo>
                <a:cubicBezTo>
                  <a:pt x="760706" y="163322"/>
                  <a:pt x="758628" y="162956"/>
                  <a:pt x="757013" y="162956"/>
                </a:cubicBezTo>
                <a:cubicBezTo>
                  <a:pt x="755243" y="162956"/>
                  <a:pt x="753858" y="163879"/>
                  <a:pt x="752858" y="165726"/>
                </a:cubicBezTo>
                <a:lnTo>
                  <a:pt x="749050" y="165726"/>
                </a:lnTo>
                <a:lnTo>
                  <a:pt x="749050" y="127872"/>
                </a:lnTo>
                <a:lnTo>
                  <a:pt x="752858" y="127872"/>
                </a:lnTo>
                <a:cubicBezTo>
                  <a:pt x="755012" y="138644"/>
                  <a:pt x="759128" y="146761"/>
                  <a:pt x="765207" y="152223"/>
                </a:cubicBezTo>
                <a:cubicBezTo>
                  <a:pt x="771285" y="157686"/>
                  <a:pt x="778094" y="160417"/>
                  <a:pt x="785634" y="160417"/>
                </a:cubicBezTo>
                <a:cubicBezTo>
                  <a:pt x="790943" y="160417"/>
                  <a:pt x="795270" y="158868"/>
                  <a:pt x="798617" y="155768"/>
                </a:cubicBezTo>
                <a:cubicBezTo>
                  <a:pt x="801964" y="152667"/>
                  <a:pt x="803638" y="148934"/>
                  <a:pt x="803638" y="144570"/>
                </a:cubicBezTo>
                <a:cubicBezTo>
                  <a:pt x="803638" y="139288"/>
                  <a:pt x="801772" y="134848"/>
                  <a:pt x="798040" y="131251"/>
                </a:cubicBezTo>
                <a:cubicBezTo>
                  <a:pt x="794309" y="127652"/>
                  <a:pt x="786865" y="123107"/>
                  <a:pt x="775709" y="117615"/>
                </a:cubicBezTo>
                <a:cubicBezTo>
                  <a:pt x="764553" y="112121"/>
                  <a:pt x="757243" y="107140"/>
                  <a:pt x="753781" y="102670"/>
                </a:cubicBezTo>
                <a:cubicBezTo>
                  <a:pt x="750319" y="98277"/>
                  <a:pt x="748588" y="92729"/>
                  <a:pt x="748588" y="86026"/>
                </a:cubicBezTo>
                <a:cubicBezTo>
                  <a:pt x="748588" y="77317"/>
                  <a:pt x="751569" y="70036"/>
                  <a:pt x="757532" y="64181"/>
                </a:cubicBezTo>
                <a:cubicBezTo>
                  <a:pt x="763495" y="58324"/>
                  <a:pt x="771208" y="55396"/>
                  <a:pt x="780671" y="55396"/>
                </a:cubicBezTo>
                <a:cubicBezTo>
                  <a:pt x="784826" y="55396"/>
                  <a:pt x="789865" y="56281"/>
                  <a:pt x="795790" y="58050"/>
                </a:cubicBezTo>
                <a:cubicBezTo>
                  <a:pt x="799714" y="59204"/>
                  <a:pt x="802330" y="59781"/>
                  <a:pt x="803638" y="59781"/>
                </a:cubicBezTo>
                <a:cubicBezTo>
                  <a:pt x="804869" y="59781"/>
                  <a:pt x="805830" y="59512"/>
                  <a:pt x="806523" y="58974"/>
                </a:cubicBezTo>
                <a:cubicBezTo>
                  <a:pt x="807215" y="58435"/>
                  <a:pt x="808023" y="57242"/>
                  <a:pt x="808946" y="55396"/>
                </a:cubicBezTo>
                <a:lnTo>
                  <a:pt x="812755" y="55396"/>
                </a:lnTo>
                <a:close/>
                <a:moveTo>
                  <a:pt x="867048" y="23543"/>
                </a:moveTo>
                <a:lnTo>
                  <a:pt x="867048" y="58396"/>
                </a:lnTo>
                <a:lnTo>
                  <a:pt x="891745" y="58396"/>
                </a:lnTo>
                <a:lnTo>
                  <a:pt x="891745" y="66244"/>
                </a:lnTo>
                <a:lnTo>
                  <a:pt x="867048" y="66475"/>
                </a:lnTo>
                <a:lnTo>
                  <a:pt x="867048" y="135121"/>
                </a:lnTo>
                <a:cubicBezTo>
                  <a:pt x="867048" y="141976"/>
                  <a:pt x="868029" y="146598"/>
                  <a:pt x="869991" y="148988"/>
                </a:cubicBezTo>
                <a:cubicBezTo>
                  <a:pt x="871953" y="151376"/>
                  <a:pt x="874472" y="152569"/>
                  <a:pt x="877550" y="152569"/>
                </a:cubicBezTo>
                <a:cubicBezTo>
                  <a:pt x="880089" y="152569"/>
                  <a:pt x="882551" y="151771"/>
                  <a:pt x="884936" y="150175"/>
                </a:cubicBezTo>
                <a:cubicBezTo>
                  <a:pt x="887321" y="148578"/>
                  <a:pt x="889168" y="146222"/>
                  <a:pt x="890476" y="143106"/>
                </a:cubicBezTo>
                <a:lnTo>
                  <a:pt x="894977" y="143106"/>
                </a:lnTo>
                <a:cubicBezTo>
                  <a:pt x="892284" y="150684"/>
                  <a:pt x="888475" y="156388"/>
                  <a:pt x="883551" y="160215"/>
                </a:cubicBezTo>
                <a:cubicBezTo>
                  <a:pt x="878627" y="164043"/>
                  <a:pt x="873549" y="165957"/>
                  <a:pt x="868317" y="165957"/>
                </a:cubicBezTo>
                <a:cubicBezTo>
                  <a:pt x="864778" y="165957"/>
                  <a:pt x="861316" y="164972"/>
                  <a:pt x="857931" y="163003"/>
                </a:cubicBezTo>
                <a:cubicBezTo>
                  <a:pt x="854545" y="161034"/>
                  <a:pt x="852045" y="158216"/>
                  <a:pt x="850429" y="154549"/>
                </a:cubicBezTo>
                <a:cubicBezTo>
                  <a:pt x="848813" y="150883"/>
                  <a:pt x="848005" y="145228"/>
                  <a:pt x="848005" y="137584"/>
                </a:cubicBezTo>
                <a:lnTo>
                  <a:pt x="848005" y="66244"/>
                </a:lnTo>
                <a:lnTo>
                  <a:pt x="831271" y="66244"/>
                </a:lnTo>
                <a:lnTo>
                  <a:pt x="831271" y="62544"/>
                </a:lnTo>
                <a:cubicBezTo>
                  <a:pt x="835503" y="60861"/>
                  <a:pt x="839831" y="58012"/>
                  <a:pt x="844255" y="53997"/>
                </a:cubicBezTo>
                <a:cubicBezTo>
                  <a:pt x="848679" y="49981"/>
                  <a:pt x="852622" y="45195"/>
                  <a:pt x="856084" y="39639"/>
                </a:cubicBezTo>
                <a:cubicBezTo>
                  <a:pt x="857854" y="36706"/>
                  <a:pt x="860316" y="31340"/>
                  <a:pt x="863470" y="23543"/>
                </a:cubicBezTo>
                <a:lnTo>
                  <a:pt x="867048" y="23543"/>
                </a:lnTo>
                <a:close/>
                <a:moveTo>
                  <a:pt x="932933" y="55396"/>
                </a:moveTo>
                <a:lnTo>
                  <a:pt x="932933" y="79170"/>
                </a:lnTo>
                <a:cubicBezTo>
                  <a:pt x="941781" y="63321"/>
                  <a:pt x="950860" y="55396"/>
                  <a:pt x="960169" y="55396"/>
                </a:cubicBezTo>
                <a:cubicBezTo>
                  <a:pt x="964401" y="55396"/>
                  <a:pt x="967902" y="56685"/>
                  <a:pt x="970671" y="59262"/>
                </a:cubicBezTo>
                <a:cubicBezTo>
                  <a:pt x="973441" y="61839"/>
                  <a:pt x="974826" y="64821"/>
                  <a:pt x="974826" y="68206"/>
                </a:cubicBezTo>
                <a:cubicBezTo>
                  <a:pt x="974826" y="71207"/>
                  <a:pt x="973826" y="73746"/>
                  <a:pt x="971825" y="75823"/>
                </a:cubicBezTo>
                <a:cubicBezTo>
                  <a:pt x="969825" y="77900"/>
                  <a:pt x="967440" y="78939"/>
                  <a:pt x="964670" y="78939"/>
                </a:cubicBezTo>
                <a:cubicBezTo>
                  <a:pt x="961977" y="78939"/>
                  <a:pt x="958957" y="77631"/>
                  <a:pt x="955611" y="75015"/>
                </a:cubicBezTo>
                <a:cubicBezTo>
                  <a:pt x="952264" y="72399"/>
                  <a:pt x="949782" y="71091"/>
                  <a:pt x="948167" y="71091"/>
                </a:cubicBezTo>
                <a:cubicBezTo>
                  <a:pt x="946782" y="71091"/>
                  <a:pt x="945282" y="71855"/>
                  <a:pt x="943666" y="73381"/>
                </a:cubicBezTo>
                <a:cubicBezTo>
                  <a:pt x="940204" y="76514"/>
                  <a:pt x="936626" y="81670"/>
                  <a:pt x="932933" y="88850"/>
                </a:cubicBezTo>
                <a:lnTo>
                  <a:pt x="932933" y="139413"/>
                </a:lnTo>
                <a:cubicBezTo>
                  <a:pt x="932933" y="145265"/>
                  <a:pt x="933664" y="149691"/>
                  <a:pt x="935126" y="152692"/>
                </a:cubicBezTo>
                <a:cubicBezTo>
                  <a:pt x="936126" y="154772"/>
                  <a:pt x="937895" y="156503"/>
                  <a:pt x="940434" y="157885"/>
                </a:cubicBezTo>
                <a:cubicBezTo>
                  <a:pt x="942973" y="159265"/>
                  <a:pt x="946628" y="159956"/>
                  <a:pt x="951398" y="159956"/>
                </a:cubicBezTo>
                <a:lnTo>
                  <a:pt x="951398" y="164110"/>
                </a:lnTo>
                <a:lnTo>
                  <a:pt x="897272" y="164110"/>
                </a:lnTo>
                <a:lnTo>
                  <a:pt x="897272" y="159956"/>
                </a:lnTo>
                <a:cubicBezTo>
                  <a:pt x="902658" y="159956"/>
                  <a:pt x="906658" y="159100"/>
                  <a:pt x="909274" y="157388"/>
                </a:cubicBezTo>
                <a:cubicBezTo>
                  <a:pt x="911198" y="156142"/>
                  <a:pt x="912544" y="154157"/>
                  <a:pt x="913314" y="151433"/>
                </a:cubicBezTo>
                <a:cubicBezTo>
                  <a:pt x="913698" y="150109"/>
                  <a:pt x="913891" y="146333"/>
                  <a:pt x="913891" y="140105"/>
                </a:cubicBezTo>
                <a:lnTo>
                  <a:pt x="913891" y="99482"/>
                </a:lnTo>
                <a:cubicBezTo>
                  <a:pt x="913891" y="87172"/>
                  <a:pt x="913641" y="79843"/>
                  <a:pt x="913140" y="77496"/>
                </a:cubicBezTo>
                <a:cubicBezTo>
                  <a:pt x="912640" y="75150"/>
                  <a:pt x="911717" y="73438"/>
                  <a:pt x="910371" y="72361"/>
                </a:cubicBezTo>
                <a:cubicBezTo>
                  <a:pt x="909024" y="71284"/>
                  <a:pt x="907351" y="70745"/>
                  <a:pt x="905350" y="70745"/>
                </a:cubicBezTo>
                <a:cubicBezTo>
                  <a:pt x="902965" y="70745"/>
                  <a:pt x="900272" y="71322"/>
                  <a:pt x="897272" y="72476"/>
                </a:cubicBezTo>
                <a:lnTo>
                  <a:pt x="896118" y="68322"/>
                </a:lnTo>
                <a:lnTo>
                  <a:pt x="928086" y="55396"/>
                </a:lnTo>
                <a:lnTo>
                  <a:pt x="932933" y="55396"/>
                </a:lnTo>
                <a:close/>
                <a:moveTo>
                  <a:pt x="1073461" y="58396"/>
                </a:moveTo>
                <a:lnTo>
                  <a:pt x="1073461" y="122794"/>
                </a:lnTo>
                <a:cubicBezTo>
                  <a:pt x="1073461" y="134876"/>
                  <a:pt x="1073750" y="142266"/>
                  <a:pt x="1074327" y="144963"/>
                </a:cubicBezTo>
                <a:cubicBezTo>
                  <a:pt x="1074904" y="147659"/>
                  <a:pt x="1075827" y="149542"/>
                  <a:pt x="1077097" y="150615"/>
                </a:cubicBezTo>
                <a:cubicBezTo>
                  <a:pt x="1078366" y="151687"/>
                  <a:pt x="1079847" y="152223"/>
                  <a:pt x="1081540" y="152223"/>
                </a:cubicBezTo>
                <a:cubicBezTo>
                  <a:pt x="1083925" y="152223"/>
                  <a:pt x="1086618" y="151569"/>
                  <a:pt x="1089618" y="150261"/>
                </a:cubicBezTo>
                <a:lnTo>
                  <a:pt x="1091234" y="154416"/>
                </a:lnTo>
                <a:lnTo>
                  <a:pt x="1059612" y="167342"/>
                </a:lnTo>
                <a:lnTo>
                  <a:pt x="1054419" y="167342"/>
                </a:lnTo>
                <a:lnTo>
                  <a:pt x="1054419" y="145057"/>
                </a:lnTo>
                <a:cubicBezTo>
                  <a:pt x="1045340" y="154860"/>
                  <a:pt x="1038416" y="161024"/>
                  <a:pt x="1033646" y="163551"/>
                </a:cubicBezTo>
                <a:cubicBezTo>
                  <a:pt x="1028875" y="166078"/>
                  <a:pt x="1023836" y="167342"/>
                  <a:pt x="1018527" y="167342"/>
                </a:cubicBezTo>
                <a:cubicBezTo>
                  <a:pt x="1012603" y="167342"/>
                  <a:pt x="1007467" y="165630"/>
                  <a:pt x="1003120" y="162206"/>
                </a:cubicBezTo>
                <a:cubicBezTo>
                  <a:pt x="998773" y="158782"/>
                  <a:pt x="995753" y="154377"/>
                  <a:pt x="994061" y="148992"/>
                </a:cubicBezTo>
                <a:cubicBezTo>
                  <a:pt x="992368" y="143606"/>
                  <a:pt x="991522" y="135989"/>
                  <a:pt x="991522" y="126141"/>
                </a:cubicBezTo>
                <a:lnTo>
                  <a:pt x="991522" y="78939"/>
                </a:lnTo>
                <a:cubicBezTo>
                  <a:pt x="991522" y="73902"/>
                  <a:pt x="990983" y="70416"/>
                  <a:pt x="989906" y="68480"/>
                </a:cubicBezTo>
                <a:cubicBezTo>
                  <a:pt x="988829" y="66542"/>
                  <a:pt x="987232" y="65050"/>
                  <a:pt x="985116" y="64005"/>
                </a:cubicBezTo>
                <a:cubicBezTo>
                  <a:pt x="983001" y="62959"/>
                  <a:pt x="979173" y="62474"/>
                  <a:pt x="973633" y="62551"/>
                </a:cubicBezTo>
                <a:lnTo>
                  <a:pt x="973633" y="58396"/>
                </a:lnTo>
                <a:lnTo>
                  <a:pt x="1010679" y="58396"/>
                </a:lnTo>
                <a:lnTo>
                  <a:pt x="1010679" y="129228"/>
                </a:lnTo>
                <a:cubicBezTo>
                  <a:pt x="1010679" y="139088"/>
                  <a:pt x="1012391" y="145560"/>
                  <a:pt x="1015815" y="148642"/>
                </a:cubicBezTo>
                <a:cubicBezTo>
                  <a:pt x="1019239" y="151722"/>
                  <a:pt x="1023374" y="153262"/>
                  <a:pt x="1028221" y="153262"/>
                </a:cubicBezTo>
                <a:cubicBezTo>
                  <a:pt x="1031530" y="153262"/>
                  <a:pt x="1035281" y="152222"/>
                  <a:pt x="1039474" y="150142"/>
                </a:cubicBezTo>
                <a:cubicBezTo>
                  <a:pt x="1043667" y="148063"/>
                  <a:pt x="1048649" y="144095"/>
                  <a:pt x="1054419" y="138241"/>
                </a:cubicBezTo>
                <a:lnTo>
                  <a:pt x="1054419" y="78477"/>
                </a:lnTo>
                <a:cubicBezTo>
                  <a:pt x="1054419" y="72344"/>
                  <a:pt x="1053323" y="68195"/>
                  <a:pt x="1051130" y="66031"/>
                </a:cubicBezTo>
                <a:cubicBezTo>
                  <a:pt x="1048937" y="63868"/>
                  <a:pt x="1044379" y="62707"/>
                  <a:pt x="1037454" y="62551"/>
                </a:cubicBezTo>
                <a:lnTo>
                  <a:pt x="1037454" y="58396"/>
                </a:lnTo>
                <a:lnTo>
                  <a:pt x="1073461" y="58396"/>
                </a:lnTo>
                <a:close/>
                <a:moveTo>
                  <a:pt x="1188754" y="123948"/>
                </a:moveTo>
                <a:cubicBezTo>
                  <a:pt x="1185907" y="137874"/>
                  <a:pt x="1180329" y="148588"/>
                  <a:pt x="1172020" y="156089"/>
                </a:cubicBezTo>
                <a:cubicBezTo>
                  <a:pt x="1163711" y="163591"/>
                  <a:pt x="1154516" y="167342"/>
                  <a:pt x="1144437" y="167342"/>
                </a:cubicBezTo>
                <a:cubicBezTo>
                  <a:pt x="1132435" y="167342"/>
                  <a:pt x="1121971" y="162308"/>
                  <a:pt x="1113046" y="152241"/>
                </a:cubicBezTo>
                <a:cubicBezTo>
                  <a:pt x="1104122" y="142172"/>
                  <a:pt x="1099659" y="128567"/>
                  <a:pt x="1099659" y="111426"/>
                </a:cubicBezTo>
                <a:cubicBezTo>
                  <a:pt x="1099659" y="94825"/>
                  <a:pt x="1104602" y="81336"/>
                  <a:pt x="1114489" y="70962"/>
                </a:cubicBezTo>
                <a:cubicBezTo>
                  <a:pt x="1124376" y="60584"/>
                  <a:pt x="1136243" y="55396"/>
                  <a:pt x="1150092" y="55396"/>
                </a:cubicBezTo>
                <a:cubicBezTo>
                  <a:pt x="1160479" y="55396"/>
                  <a:pt x="1169019" y="58156"/>
                  <a:pt x="1175713" y="63676"/>
                </a:cubicBezTo>
                <a:cubicBezTo>
                  <a:pt x="1182407" y="69194"/>
                  <a:pt x="1185753" y="74925"/>
                  <a:pt x="1185753" y="80869"/>
                </a:cubicBezTo>
                <a:cubicBezTo>
                  <a:pt x="1185753" y="83802"/>
                  <a:pt x="1184811" y="86176"/>
                  <a:pt x="1182926" y="87991"/>
                </a:cubicBezTo>
                <a:cubicBezTo>
                  <a:pt x="1181041" y="89804"/>
                  <a:pt x="1178406" y="90711"/>
                  <a:pt x="1175021" y="90711"/>
                </a:cubicBezTo>
                <a:cubicBezTo>
                  <a:pt x="1170481" y="90711"/>
                  <a:pt x="1167057" y="89237"/>
                  <a:pt x="1164749" y="86289"/>
                </a:cubicBezTo>
                <a:cubicBezTo>
                  <a:pt x="1163441" y="84659"/>
                  <a:pt x="1162576" y="81555"/>
                  <a:pt x="1162153" y="76977"/>
                </a:cubicBezTo>
                <a:cubicBezTo>
                  <a:pt x="1161729" y="72399"/>
                  <a:pt x="1160171" y="68908"/>
                  <a:pt x="1157479" y="66504"/>
                </a:cubicBezTo>
                <a:cubicBezTo>
                  <a:pt x="1154786" y="64176"/>
                  <a:pt x="1151054" y="63013"/>
                  <a:pt x="1146284" y="63013"/>
                </a:cubicBezTo>
                <a:cubicBezTo>
                  <a:pt x="1138590" y="63013"/>
                  <a:pt x="1132397" y="65860"/>
                  <a:pt x="1127703" y="71553"/>
                </a:cubicBezTo>
                <a:cubicBezTo>
                  <a:pt x="1121471" y="79093"/>
                  <a:pt x="1118355" y="89057"/>
                  <a:pt x="1118355" y="101444"/>
                </a:cubicBezTo>
                <a:cubicBezTo>
                  <a:pt x="1118355" y="114062"/>
                  <a:pt x="1121452" y="125198"/>
                  <a:pt x="1127646" y="134854"/>
                </a:cubicBezTo>
                <a:cubicBezTo>
                  <a:pt x="1133839" y="144510"/>
                  <a:pt x="1142206" y="149338"/>
                  <a:pt x="1152747" y="149338"/>
                </a:cubicBezTo>
                <a:cubicBezTo>
                  <a:pt x="1160287" y="149338"/>
                  <a:pt x="1167057" y="146761"/>
                  <a:pt x="1173059" y="141606"/>
                </a:cubicBezTo>
                <a:cubicBezTo>
                  <a:pt x="1177290" y="138066"/>
                  <a:pt x="1181406" y="131642"/>
                  <a:pt x="1185407" y="122333"/>
                </a:cubicBezTo>
                <a:lnTo>
                  <a:pt x="1188754" y="123948"/>
                </a:lnTo>
                <a:close/>
                <a:moveTo>
                  <a:pt x="1234712" y="23543"/>
                </a:moveTo>
                <a:lnTo>
                  <a:pt x="1234712" y="58396"/>
                </a:lnTo>
                <a:lnTo>
                  <a:pt x="1259409" y="58396"/>
                </a:lnTo>
                <a:lnTo>
                  <a:pt x="1259409" y="66244"/>
                </a:lnTo>
                <a:lnTo>
                  <a:pt x="1234712" y="66475"/>
                </a:lnTo>
                <a:lnTo>
                  <a:pt x="1234712" y="135121"/>
                </a:lnTo>
                <a:cubicBezTo>
                  <a:pt x="1234712" y="141976"/>
                  <a:pt x="1235693" y="146598"/>
                  <a:pt x="1237655" y="148988"/>
                </a:cubicBezTo>
                <a:cubicBezTo>
                  <a:pt x="1239617" y="151376"/>
                  <a:pt x="1242137" y="152569"/>
                  <a:pt x="1245214" y="152569"/>
                </a:cubicBezTo>
                <a:cubicBezTo>
                  <a:pt x="1247753" y="152569"/>
                  <a:pt x="1250215" y="151771"/>
                  <a:pt x="1252600" y="150175"/>
                </a:cubicBezTo>
                <a:cubicBezTo>
                  <a:pt x="1254985" y="148578"/>
                  <a:pt x="1256832" y="146222"/>
                  <a:pt x="1258140" y="143106"/>
                </a:cubicBezTo>
                <a:lnTo>
                  <a:pt x="1262641" y="143106"/>
                </a:lnTo>
                <a:cubicBezTo>
                  <a:pt x="1259948" y="150684"/>
                  <a:pt x="1256139" y="156388"/>
                  <a:pt x="1251215" y="160215"/>
                </a:cubicBezTo>
                <a:cubicBezTo>
                  <a:pt x="1246291" y="164043"/>
                  <a:pt x="1241213" y="165957"/>
                  <a:pt x="1235981" y="165957"/>
                </a:cubicBezTo>
                <a:cubicBezTo>
                  <a:pt x="1232442" y="165957"/>
                  <a:pt x="1228980" y="164972"/>
                  <a:pt x="1225595" y="163003"/>
                </a:cubicBezTo>
                <a:cubicBezTo>
                  <a:pt x="1222209" y="161034"/>
                  <a:pt x="1219709" y="158216"/>
                  <a:pt x="1218093" y="154549"/>
                </a:cubicBezTo>
                <a:cubicBezTo>
                  <a:pt x="1216477" y="150883"/>
                  <a:pt x="1215670" y="145228"/>
                  <a:pt x="1215670" y="137584"/>
                </a:cubicBezTo>
                <a:lnTo>
                  <a:pt x="1215670" y="66244"/>
                </a:lnTo>
                <a:lnTo>
                  <a:pt x="1198935" y="66244"/>
                </a:lnTo>
                <a:lnTo>
                  <a:pt x="1198935" y="62544"/>
                </a:lnTo>
                <a:cubicBezTo>
                  <a:pt x="1203167" y="60861"/>
                  <a:pt x="1207495" y="58012"/>
                  <a:pt x="1211919" y="53997"/>
                </a:cubicBezTo>
                <a:cubicBezTo>
                  <a:pt x="1216343" y="49981"/>
                  <a:pt x="1220286" y="45195"/>
                  <a:pt x="1223748" y="39639"/>
                </a:cubicBezTo>
                <a:cubicBezTo>
                  <a:pt x="1225518" y="36706"/>
                  <a:pt x="1227980" y="31340"/>
                  <a:pt x="1231134" y="23543"/>
                </a:cubicBezTo>
                <a:lnTo>
                  <a:pt x="1234712" y="23543"/>
                </a:lnTo>
                <a:close/>
                <a:moveTo>
                  <a:pt x="1362340" y="58396"/>
                </a:moveTo>
                <a:lnTo>
                  <a:pt x="1362340" y="122794"/>
                </a:lnTo>
                <a:cubicBezTo>
                  <a:pt x="1362340" y="134876"/>
                  <a:pt x="1362629" y="142266"/>
                  <a:pt x="1363206" y="144963"/>
                </a:cubicBezTo>
                <a:cubicBezTo>
                  <a:pt x="1363783" y="147659"/>
                  <a:pt x="1364706" y="149542"/>
                  <a:pt x="1365976" y="150615"/>
                </a:cubicBezTo>
                <a:cubicBezTo>
                  <a:pt x="1367245" y="151687"/>
                  <a:pt x="1368726" y="152223"/>
                  <a:pt x="1370419" y="152223"/>
                </a:cubicBezTo>
                <a:cubicBezTo>
                  <a:pt x="1372804" y="152223"/>
                  <a:pt x="1375497" y="151569"/>
                  <a:pt x="1378498" y="150261"/>
                </a:cubicBezTo>
                <a:lnTo>
                  <a:pt x="1380113" y="154416"/>
                </a:lnTo>
                <a:lnTo>
                  <a:pt x="1348491" y="167342"/>
                </a:lnTo>
                <a:lnTo>
                  <a:pt x="1343298" y="167342"/>
                </a:lnTo>
                <a:lnTo>
                  <a:pt x="1343298" y="145057"/>
                </a:lnTo>
                <a:cubicBezTo>
                  <a:pt x="1334219" y="154860"/>
                  <a:pt x="1327295" y="161024"/>
                  <a:pt x="1322525" y="163551"/>
                </a:cubicBezTo>
                <a:cubicBezTo>
                  <a:pt x="1317754" y="166078"/>
                  <a:pt x="1312715" y="167342"/>
                  <a:pt x="1307406" y="167342"/>
                </a:cubicBezTo>
                <a:cubicBezTo>
                  <a:pt x="1301482" y="167342"/>
                  <a:pt x="1296346" y="165630"/>
                  <a:pt x="1291999" y="162206"/>
                </a:cubicBezTo>
                <a:cubicBezTo>
                  <a:pt x="1287652" y="158782"/>
                  <a:pt x="1284632" y="154377"/>
                  <a:pt x="1282940" y="148992"/>
                </a:cubicBezTo>
                <a:cubicBezTo>
                  <a:pt x="1281247" y="143606"/>
                  <a:pt x="1280401" y="135989"/>
                  <a:pt x="1280401" y="126141"/>
                </a:cubicBezTo>
                <a:lnTo>
                  <a:pt x="1280401" y="78939"/>
                </a:lnTo>
                <a:cubicBezTo>
                  <a:pt x="1280401" y="73902"/>
                  <a:pt x="1279862" y="70416"/>
                  <a:pt x="1278785" y="68480"/>
                </a:cubicBezTo>
                <a:cubicBezTo>
                  <a:pt x="1277708" y="66542"/>
                  <a:pt x="1276111" y="65050"/>
                  <a:pt x="1273996" y="64005"/>
                </a:cubicBezTo>
                <a:cubicBezTo>
                  <a:pt x="1271880" y="62959"/>
                  <a:pt x="1268052" y="62474"/>
                  <a:pt x="1262512" y="62551"/>
                </a:cubicBezTo>
                <a:lnTo>
                  <a:pt x="1262512" y="58396"/>
                </a:lnTo>
                <a:lnTo>
                  <a:pt x="1299558" y="58396"/>
                </a:lnTo>
                <a:lnTo>
                  <a:pt x="1299558" y="129228"/>
                </a:lnTo>
                <a:cubicBezTo>
                  <a:pt x="1299558" y="139088"/>
                  <a:pt x="1301270" y="145560"/>
                  <a:pt x="1304694" y="148642"/>
                </a:cubicBezTo>
                <a:cubicBezTo>
                  <a:pt x="1308118" y="151722"/>
                  <a:pt x="1312253" y="153262"/>
                  <a:pt x="1317100" y="153262"/>
                </a:cubicBezTo>
                <a:cubicBezTo>
                  <a:pt x="1320409" y="153262"/>
                  <a:pt x="1324160" y="152222"/>
                  <a:pt x="1328353" y="150142"/>
                </a:cubicBezTo>
                <a:cubicBezTo>
                  <a:pt x="1332546" y="148063"/>
                  <a:pt x="1337528" y="144095"/>
                  <a:pt x="1343298" y="138241"/>
                </a:cubicBezTo>
                <a:lnTo>
                  <a:pt x="1343298" y="78477"/>
                </a:lnTo>
                <a:cubicBezTo>
                  <a:pt x="1343298" y="72344"/>
                  <a:pt x="1342202" y="68195"/>
                  <a:pt x="1340009" y="66031"/>
                </a:cubicBezTo>
                <a:cubicBezTo>
                  <a:pt x="1337816" y="63868"/>
                  <a:pt x="1333258" y="62707"/>
                  <a:pt x="1326333" y="62551"/>
                </a:cubicBezTo>
                <a:lnTo>
                  <a:pt x="1326333" y="58396"/>
                </a:lnTo>
                <a:lnTo>
                  <a:pt x="1362340" y="58396"/>
                </a:lnTo>
                <a:close/>
                <a:moveTo>
                  <a:pt x="1418775" y="55396"/>
                </a:moveTo>
                <a:lnTo>
                  <a:pt x="1418775" y="79170"/>
                </a:lnTo>
                <a:cubicBezTo>
                  <a:pt x="1427623" y="63321"/>
                  <a:pt x="1436702" y="55396"/>
                  <a:pt x="1446011" y="55396"/>
                </a:cubicBezTo>
                <a:cubicBezTo>
                  <a:pt x="1450243" y="55396"/>
                  <a:pt x="1453744" y="56685"/>
                  <a:pt x="1456514" y="59262"/>
                </a:cubicBezTo>
                <a:cubicBezTo>
                  <a:pt x="1459283" y="61839"/>
                  <a:pt x="1460668" y="64821"/>
                  <a:pt x="1460668" y="68206"/>
                </a:cubicBezTo>
                <a:cubicBezTo>
                  <a:pt x="1460668" y="71207"/>
                  <a:pt x="1459668" y="73746"/>
                  <a:pt x="1457668" y="75823"/>
                </a:cubicBezTo>
                <a:cubicBezTo>
                  <a:pt x="1455667" y="77900"/>
                  <a:pt x="1453282" y="78939"/>
                  <a:pt x="1450512" y="78939"/>
                </a:cubicBezTo>
                <a:cubicBezTo>
                  <a:pt x="1447819" y="78939"/>
                  <a:pt x="1444800" y="77631"/>
                  <a:pt x="1441453" y="75015"/>
                </a:cubicBezTo>
                <a:cubicBezTo>
                  <a:pt x="1438106" y="72399"/>
                  <a:pt x="1435625" y="71091"/>
                  <a:pt x="1434009" y="71091"/>
                </a:cubicBezTo>
                <a:cubicBezTo>
                  <a:pt x="1432624" y="71091"/>
                  <a:pt x="1431124" y="71855"/>
                  <a:pt x="1429508" y="73381"/>
                </a:cubicBezTo>
                <a:cubicBezTo>
                  <a:pt x="1426046" y="76514"/>
                  <a:pt x="1422468" y="81670"/>
                  <a:pt x="1418775" y="88850"/>
                </a:cubicBezTo>
                <a:lnTo>
                  <a:pt x="1418775" y="139413"/>
                </a:lnTo>
                <a:cubicBezTo>
                  <a:pt x="1418775" y="145265"/>
                  <a:pt x="1419506" y="149691"/>
                  <a:pt x="1420968" y="152692"/>
                </a:cubicBezTo>
                <a:cubicBezTo>
                  <a:pt x="1421968" y="154772"/>
                  <a:pt x="1423738" y="156503"/>
                  <a:pt x="1426277" y="157885"/>
                </a:cubicBezTo>
                <a:cubicBezTo>
                  <a:pt x="1428816" y="159265"/>
                  <a:pt x="1432470" y="159956"/>
                  <a:pt x="1437240" y="159956"/>
                </a:cubicBezTo>
                <a:lnTo>
                  <a:pt x="1437240" y="164110"/>
                </a:lnTo>
                <a:lnTo>
                  <a:pt x="1383114" y="164110"/>
                </a:lnTo>
                <a:lnTo>
                  <a:pt x="1383114" y="159956"/>
                </a:lnTo>
                <a:cubicBezTo>
                  <a:pt x="1388500" y="159956"/>
                  <a:pt x="1392501" y="159100"/>
                  <a:pt x="1395116" y="157388"/>
                </a:cubicBezTo>
                <a:cubicBezTo>
                  <a:pt x="1397040" y="156142"/>
                  <a:pt x="1398386" y="154157"/>
                  <a:pt x="1399156" y="151433"/>
                </a:cubicBezTo>
                <a:cubicBezTo>
                  <a:pt x="1399540" y="150109"/>
                  <a:pt x="1399733" y="146333"/>
                  <a:pt x="1399733" y="140105"/>
                </a:cubicBezTo>
                <a:lnTo>
                  <a:pt x="1399733" y="99482"/>
                </a:lnTo>
                <a:cubicBezTo>
                  <a:pt x="1399733" y="87172"/>
                  <a:pt x="1399483" y="79843"/>
                  <a:pt x="1398983" y="77496"/>
                </a:cubicBezTo>
                <a:cubicBezTo>
                  <a:pt x="1398482" y="75150"/>
                  <a:pt x="1397559" y="73438"/>
                  <a:pt x="1396213" y="72361"/>
                </a:cubicBezTo>
                <a:cubicBezTo>
                  <a:pt x="1394866" y="71284"/>
                  <a:pt x="1393193" y="70745"/>
                  <a:pt x="1391193" y="70745"/>
                </a:cubicBezTo>
                <a:cubicBezTo>
                  <a:pt x="1388807" y="70745"/>
                  <a:pt x="1386115" y="71322"/>
                  <a:pt x="1383114" y="72476"/>
                </a:cubicBezTo>
                <a:lnTo>
                  <a:pt x="1381960" y="68322"/>
                </a:lnTo>
                <a:lnTo>
                  <a:pt x="1413928" y="55396"/>
                </a:lnTo>
                <a:lnTo>
                  <a:pt x="1418775" y="55396"/>
                </a:lnTo>
                <a:close/>
                <a:moveTo>
                  <a:pt x="1484404" y="98328"/>
                </a:moveTo>
                <a:cubicBezTo>
                  <a:pt x="1484327" y="113951"/>
                  <a:pt x="1488135" y="126205"/>
                  <a:pt x="1495829" y="135089"/>
                </a:cubicBezTo>
                <a:cubicBezTo>
                  <a:pt x="1503523" y="143973"/>
                  <a:pt x="1512563" y="148415"/>
                  <a:pt x="1522950" y="148415"/>
                </a:cubicBezTo>
                <a:cubicBezTo>
                  <a:pt x="1529874" y="148415"/>
                  <a:pt x="1535895" y="146502"/>
                  <a:pt x="1541011" y="142677"/>
                </a:cubicBezTo>
                <a:cubicBezTo>
                  <a:pt x="1546128" y="138851"/>
                  <a:pt x="1550417" y="132301"/>
                  <a:pt x="1553879" y="123025"/>
                </a:cubicBezTo>
                <a:lnTo>
                  <a:pt x="1557457" y="125344"/>
                </a:lnTo>
                <a:cubicBezTo>
                  <a:pt x="1555841" y="135940"/>
                  <a:pt x="1551148" y="145588"/>
                  <a:pt x="1543377" y="154290"/>
                </a:cubicBezTo>
                <a:cubicBezTo>
                  <a:pt x="1535606" y="162991"/>
                  <a:pt x="1525873" y="167342"/>
                  <a:pt x="1514179" y="167342"/>
                </a:cubicBezTo>
                <a:cubicBezTo>
                  <a:pt x="1501484" y="167342"/>
                  <a:pt x="1490616" y="162409"/>
                  <a:pt x="1481576" y="152544"/>
                </a:cubicBezTo>
                <a:cubicBezTo>
                  <a:pt x="1472536" y="142677"/>
                  <a:pt x="1468016" y="129412"/>
                  <a:pt x="1468016" y="112750"/>
                </a:cubicBezTo>
                <a:cubicBezTo>
                  <a:pt x="1468016" y="94708"/>
                  <a:pt x="1472651" y="80639"/>
                  <a:pt x="1481922" y="70543"/>
                </a:cubicBezTo>
                <a:cubicBezTo>
                  <a:pt x="1491193" y="60445"/>
                  <a:pt x="1502830" y="55396"/>
                  <a:pt x="1516833" y="55396"/>
                </a:cubicBezTo>
                <a:cubicBezTo>
                  <a:pt x="1528682" y="55396"/>
                  <a:pt x="1538415" y="59291"/>
                  <a:pt x="1546031" y="67081"/>
                </a:cubicBezTo>
                <a:cubicBezTo>
                  <a:pt x="1553648" y="74869"/>
                  <a:pt x="1557457" y="85284"/>
                  <a:pt x="1557457" y="98328"/>
                </a:cubicBezTo>
                <a:lnTo>
                  <a:pt x="1484404" y="98328"/>
                </a:lnTo>
                <a:moveTo>
                  <a:pt x="1484404" y="91634"/>
                </a:moveTo>
                <a:lnTo>
                  <a:pt x="1533337" y="91634"/>
                </a:lnTo>
                <a:cubicBezTo>
                  <a:pt x="1532952" y="84919"/>
                  <a:pt x="1532144" y="80188"/>
                  <a:pt x="1530913" y="77442"/>
                </a:cubicBezTo>
                <a:cubicBezTo>
                  <a:pt x="1528990" y="73167"/>
                  <a:pt x="1526124" y="69810"/>
                  <a:pt x="1522315" y="67369"/>
                </a:cubicBezTo>
                <a:cubicBezTo>
                  <a:pt x="1518507" y="64927"/>
                  <a:pt x="1514525" y="63705"/>
                  <a:pt x="1510370" y="63705"/>
                </a:cubicBezTo>
                <a:cubicBezTo>
                  <a:pt x="1503984" y="63705"/>
                  <a:pt x="1498272" y="66166"/>
                  <a:pt x="1493232" y="71088"/>
                </a:cubicBezTo>
                <a:cubicBezTo>
                  <a:pt x="1488193" y="76009"/>
                  <a:pt x="1485250" y="82858"/>
                  <a:pt x="1484404" y="91634"/>
                </a:cubicBezTo>
                <a:close/>
                <a:moveTo>
                  <a:pt x="1646347" y="152230"/>
                </a:moveTo>
                <a:cubicBezTo>
                  <a:pt x="1641192" y="157614"/>
                  <a:pt x="1636152" y="161479"/>
                  <a:pt x="1631228" y="163825"/>
                </a:cubicBezTo>
                <a:cubicBezTo>
                  <a:pt x="1626304" y="166170"/>
                  <a:pt x="1620996" y="167342"/>
                  <a:pt x="1615302" y="167342"/>
                </a:cubicBezTo>
                <a:cubicBezTo>
                  <a:pt x="1603761" y="167342"/>
                  <a:pt x="1593682" y="162525"/>
                  <a:pt x="1585065" y="152890"/>
                </a:cubicBezTo>
                <a:cubicBezTo>
                  <a:pt x="1576448" y="143254"/>
                  <a:pt x="1572139" y="130872"/>
                  <a:pt x="1572139" y="115743"/>
                </a:cubicBezTo>
                <a:cubicBezTo>
                  <a:pt x="1572139" y="100618"/>
                  <a:pt x="1576910" y="86778"/>
                  <a:pt x="1586450" y="74225"/>
                </a:cubicBezTo>
                <a:cubicBezTo>
                  <a:pt x="1595990" y="61672"/>
                  <a:pt x="1608262" y="55396"/>
                  <a:pt x="1623265" y="55396"/>
                </a:cubicBezTo>
                <a:cubicBezTo>
                  <a:pt x="1632575" y="55396"/>
                  <a:pt x="1640269" y="58357"/>
                  <a:pt x="1646347" y="64279"/>
                </a:cubicBezTo>
                <a:lnTo>
                  <a:pt x="1646347" y="44548"/>
                </a:lnTo>
                <a:cubicBezTo>
                  <a:pt x="1646347" y="32519"/>
                  <a:pt x="1646058" y="25125"/>
                  <a:pt x="1645481" y="22368"/>
                </a:cubicBezTo>
                <a:cubicBezTo>
                  <a:pt x="1644904" y="19610"/>
                  <a:pt x="1644000" y="17732"/>
                  <a:pt x="1642769" y="16734"/>
                </a:cubicBezTo>
                <a:cubicBezTo>
                  <a:pt x="1641538" y="15734"/>
                  <a:pt x="1639999" y="15234"/>
                  <a:pt x="1638153" y="15234"/>
                </a:cubicBezTo>
                <a:cubicBezTo>
                  <a:pt x="1636152" y="15234"/>
                  <a:pt x="1633498" y="15849"/>
                  <a:pt x="1630190" y="17080"/>
                </a:cubicBezTo>
                <a:lnTo>
                  <a:pt x="1628689" y="12926"/>
                </a:lnTo>
                <a:lnTo>
                  <a:pt x="1660196" y="0"/>
                </a:lnTo>
                <a:lnTo>
                  <a:pt x="1665389" y="0"/>
                </a:lnTo>
                <a:lnTo>
                  <a:pt x="1665389" y="122333"/>
                </a:lnTo>
                <a:cubicBezTo>
                  <a:pt x="1665389" y="134669"/>
                  <a:pt x="1665678" y="142197"/>
                  <a:pt x="1666255" y="144916"/>
                </a:cubicBezTo>
                <a:cubicBezTo>
                  <a:pt x="1666832" y="147636"/>
                  <a:pt x="1667755" y="149534"/>
                  <a:pt x="1669025" y="150611"/>
                </a:cubicBezTo>
                <a:cubicBezTo>
                  <a:pt x="1670294" y="151686"/>
                  <a:pt x="1671775" y="152223"/>
                  <a:pt x="1673468" y="152223"/>
                </a:cubicBezTo>
                <a:cubicBezTo>
                  <a:pt x="1675545" y="152223"/>
                  <a:pt x="1678315" y="151569"/>
                  <a:pt x="1681777" y="150261"/>
                </a:cubicBezTo>
                <a:lnTo>
                  <a:pt x="1683047" y="154416"/>
                </a:lnTo>
                <a:lnTo>
                  <a:pt x="1651656" y="167342"/>
                </a:lnTo>
                <a:lnTo>
                  <a:pt x="1646347" y="167342"/>
                </a:lnTo>
                <a:lnTo>
                  <a:pt x="1646347" y="152230"/>
                </a:lnTo>
                <a:moveTo>
                  <a:pt x="1646347" y="144170"/>
                </a:moveTo>
                <a:lnTo>
                  <a:pt x="1646347" y="89834"/>
                </a:lnTo>
                <a:cubicBezTo>
                  <a:pt x="1645885" y="84615"/>
                  <a:pt x="1644500" y="79856"/>
                  <a:pt x="1642192" y="75560"/>
                </a:cubicBezTo>
                <a:cubicBezTo>
                  <a:pt x="1639884" y="71261"/>
                  <a:pt x="1636826" y="68019"/>
                  <a:pt x="1633017" y="65833"/>
                </a:cubicBezTo>
                <a:cubicBezTo>
                  <a:pt x="1629209" y="63645"/>
                  <a:pt x="1625496" y="62551"/>
                  <a:pt x="1621880" y="62551"/>
                </a:cubicBezTo>
                <a:cubicBezTo>
                  <a:pt x="1615110" y="62551"/>
                  <a:pt x="1609070" y="65583"/>
                  <a:pt x="1603761" y="71647"/>
                </a:cubicBezTo>
                <a:cubicBezTo>
                  <a:pt x="1596760" y="79627"/>
                  <a:pt x="1593259" y="91291"/>
                  <a:pt x="1593259" y="106641"/>
                </a:cubicBezTo>
                <a:cubicBezTo>
                  <a:pt x="1593259" y="122144"/>
                  <a:pt x="1596644" y="134021"/>
                  <a:pt x="1603415" y="142273"/>
                </a:cubicBezTo>
                <a:cubicBezTo>
                  <a:pt x="1610186" y="150522"/>
                  <a:pt x="1617726" y="154647"/>
                  <a:pt x="1626035" y="154647"/>
                </a:cubicBezTo>
                <a:cubicBezTo>
                  <a:pt x="1633036" y="154647"/>
                  <a:pt x="1639807" y="151154"/>
                  <a:pt x="1646347" y="144170"/>
                </a:cubicBezTo>
                <a:close/>
                <a:moveTo>
                  <a:pt x="1823614" y="152230"/>
                </a:moveTo>
                <a:cubicBezTo>
                  <a:pt x="1818459" y="157614"/>
                  <a:pt x="1813419" y="161479"/>
                  <a:pt x="1808495" y="163825"/>
                </a:cubicBezTo>
                <a:cubicBezTo>
                  <a:pt x="1803571" y="166170"/>
                  <a:pt x="1798262" y="167342"/>
                  <a:pt x="1792569" y="167342"/>
                </a:cubicBezTo>
                <a:cubicBezTo>
                  <a:pt x="1781028" y="167342"/>
                  <a:pt x="1770949" y="162525"/>
                  <a:pt x="1762332" y="152890"/>
                </a:cubicBezTo>
                <a:cubicBezTo>
                  <a:pt x="1753715" y="143254"/>
                  <a:pt x="1749406" y="130872"/>
                  <a:pt x="1749406" y="115743"/>
                </a:cubicBezTo>
                <a:cubicBezTo>
                  <a:pt x="1749406" y="100618"/>
                  <a:pt x="1754176" y="86778"/>
                  <a:pt x="1763717" y="74225"/>
                </a:cubicBezTo>
                <a:cubicBezTo>
                  <a:pt x="1773257" y="61672"/>
                  <a:pt x="1785529" y="55396"/>
                  <a:pt x="1800532" y="55396"/>
                </a:cubicBezTo>
                <a:cubicBezTo>
                  <a:pt x="1809842" y="55396"/>
                  <a:pt x="1817535" y="58357"/>
                  <a:pt x="1823614" y="64279"/>
                </a:cubicBezTo>
                <a:lnTo>
                  <a:pt x="1823614" y="44548"/>
                </a:lnTo>
                <a:cubicBezTo>
                  <a:pt x="1823614" y="32519"/>
                  <a:pt x="1823325" y="25125"/>
                  <a:pt x="1822748" y="22368"/>
                </a:cubicBezTo>
                <a:cubicBezTo>
                  <a:pt x="1822171" y="19610"/>
                  <a:pt x="1821267" y="17732"/>
                  <a:pt x="1820036" y="16734"/>
                </a:cubicBezTo>
                <a:cubicBezTo>
                  <a:pt x="1818805" y="15734"/>
                  <a:pt x="1817266" y="15234"/>
                  <a:pt x="1815420" y="15234"/>
                </a:cubicBezTo>
                <a:cubicBezTo>
                  <a:pt x="1813419" y="15234"/>
                  <a:pt x="1810765" y="15849"/>
                  <a:pt x="1807456" y="17080"/>
                </a:cubicBezTo>
                <a:lnTo>
                  <a:pt x="1805956" y="12926"/>
                </a:lnTo>
                <a:lnTo>
                  <a:pt x="1837463" y="0"/>
                </a:lnTo>
                <a:lnTo>
                  <a:pt x="1842656" y="0"/>
                </a:lnTo>
                <a:lnTo>
                  <a:pt x="1842656" y="122333"/>
                </a:lnTo>
                <a:cubicBezTo>
                  <a:pt x="1842656" y="134669"/>
                  <a:pt x="1842944" y="142197"/>
                  <a:pt x="1843521" y="144916"/>
                </a:cubicBezTo>
                <a:cubicBezTo>
                  <a:pt x="1844098" y="147636"/>
                  <a:pt x="1845022" y="149534"/>
                  <a:pt x="1846291" y="150611"/>
                </a:cubicBezTo>
                <a:cubicBezTo>
                  <a:pt x="1847561" y="151686"/>
                  <a:pt x="1849042" y="152223"/>
                  <a:pt x="1850734" y="152223"/>
                </a:cubicBezTo>
                <a:cubicBezTo>
                  <a:pt x="1852812" y="152223"/>
                  <a:pt x="1855582" y="151569"/>
                  <a:pt x="1859044" y="150261"/>
                </a:cubicBezTo>
                <a:lnTo>
                  <a:pt x="1860313" y="154416"/>
                </a:lnTo>
                <a:lnTo>
                  <a:pt x="1828922" y="167342"/>
                </a:lnTo>
                <a:lnTo>
                  <a:pt x="1823614" y="167342"/>
                </a:lnTo>
                <a:lnTo>
                  <a:pt x="1823614" y="152230"/>
                </a:lnTo>
                <a:moveTo>
                  <a:pt x="1823614" y="144170"/>
                </a:moveTo>
                <a:lnTo>
                  <a:pt x="1823614" y="89834"/>
                </a:lnTo>
                <a:cubicBezTo>
                  <a:pt x="1823152" y="84615"/>
                  <a:pt x="1821767" y="79856"/>
                  <a:pt x="1819459" y="75560"/>
                </a:cubicBezTo>
                <a:cubicBezTo>
                  <a:pt x="1817151" y="71261"/>
                  <a:pt x="1814092" y="68019"/>
                  <a:pt x="1810284" y="65833"/>
                </a:cubicBezTo>
                <a:cubicBezTo>
                  <a:pt x="1806475" y="63645"/>
                  <a:pt x="1802763" y="62551"/>
                  <a:pt x="1799147" y="62551"/>
                </a:cubicBezTo>
                <a:cubicBezTo>
                  <a:pt x="1792376" y="62551"/>
                  <a:pt x="1786337" y="65583"/>
                  <a:pt x="1781028" y="71647"/>
                </a:cubicBezTo>
                <a:cubicBezTo>
                  <a:pt x="1774027" y="79627"/>
                  <a:pt x="1770526" y="91291"/>
                  <a:pt x="1770526" y="106641"/>
                </a:cubicBezTo>
                <a:cubicBezTo>
                  <a:pt x="1770526" y="122144"/>
                  <a:pt x="1773911" y="134021"/>
                  <a:pt x="1780682" y="142273"/>
                </a:cubicBezTo>
                <a:cubicBezTo>
                  <a:pt x="1787452" y="150522"/>
                  <a:pt x="1794992" y="154647"/>
                  <a:pt x="1803302" y="154647"/>
                </a:cubicBezTo>
                <a:cubicBezTo>
                  <a:pt x="1810303" y="154647"/>
                  <a:pt x="1817074" y="151154"/>
                  <a:pt x="1823614" y="144170"/>
                </a:cubicBezTo>
                <a:close/>
                <a:moveTo>
                  <a:pt x="1927019" y="148999"/>
                </a:moveTo>
                <a:cubicBezTo>
                  <a:pt x="1916171" y="157383"/>
                  <a:pt x="1909362" y="162228"/>
                  <a:pt x="1906592" y="163533"/>
                </a:cubicBezTo>
                <a:cubicBezTo>
                  <a:pt x="1902437" y="165457"/>
                  <a:pt x="1898013" y="166418"/>
                  <a:pt x="1893320" y="166418"/>
                </a:cubicBezTo>
                <a:cubicBezTo>
                  <a:pt x="1886011" y="166418"/>
                  <a:pt x="1879990" y="163918"/>
                  <a:pt x="1875258" y="158917"/>
                </a:cubicBezTo>
                <a:cubicBezTo>
                  <a:pt x="1870527" y="153916"/>
                  <a:pt x="1868161" y="147338"/>
                  <a:pt x="1868161" y="139182"/>
                </a:cubicBezTo>
                <a:cubicBezTo>
                  <a:pt x="1868161" y="134027"/>
                  <a:pt x="1869315" y="129565"/>
                  <a:pt x="1871623" y="125795"/>
                </a:cubicBezTo>
                <a:cubicBezTo>
                  <a:pt x="1874778" y="120563"/>
                  <a:pt x="1880259" y="115639"/>
                  <a:pt x="1888069" y="111023"/>
                </a:cubicBezTo>
                <a:cubicBezTo>
                  <a:pt x="1895878" y="106406"/>
                  <a:pt x="1908861" y="100790"/>
                  <a:pt x="1927019" y="94173"/>
                </a:cubicBezTo>
                <a:lnTo>
                  <a:pt x="1927019" y="90033"/>
                </a:lnTo>
                <a:cubicBezTo>
                  <a:pt x="1927019" y="79531"/>
                  <a:pt x="1925346" y="72325"/>
                  <a:pt x="1921999" y="68415"/>
                </a:cubicBezTo>
                <a:cubicBezTo>
                  <a:pt x="1918652" y="64506"/>
                  <a:pt x="1913786" y="62551"/>
                  <a:pt x="1907400" y="62551"/>
                </a:cubicBezTo>
                <a:cubicBezTo>
                  <a:pt x="1902552" y="62551"/>
                  <a:pt x="1898706" y="63859"/>
                  <a:pt x="1895859" y="66475"/>
                </a:cubicBezTo>
                <a:cubicBezTo>
                  <a:pt x="1892935" y="69091"/>
                  <a:pt x="1891473" y="72092"/>
                  <a:pt x="1891473" y="75477"/>
                </a:cubicBezTo>
                <a:lnTo>
                  <a:pt x="1891704" y="82171"/>
                </a:lnTo>
                <a:cubicBezTo>
                  <a:pt x="1891704" y="85710"/>
                  <a:pt x="1890800" y="88441"/>
                  <a:pt x="1888992" y="90364"/>
                </a:cubicBezTo>
                <a:cubicBezTo>
                  <a:pt x="1887184" y="92288"/>
                  <a:pt x="1884818" y="93250"/>
                  <a:pt x="1881894" y="93250"/>
                </a:cubicBezTo>
                <a:cubicBezTo>
                  <a:pt x="1879048" y="93250"/>
                  <a:pt x="1876720" y="92247"/>
                  <a:pt x="1874912" y="90242"/>
                </a:cubicBezTo>
                <a:cubicBezTo>
                  <a:pt x="1873104" y="88234"/>
                  <a:pt x="1872200" y="85495"/>
                  <a:pt x="1872200" y="82023"/>
                </a:cubicBezTo>
                <a:cubicBezTo>
                  <a:pt x="1872200" y="75384"/>
                  <a:pt x="1875585" y="69287"/>
                  <a:pt x="1882356" y="63730"/>
                </a:cubicBezTo>
                <a:cubicBezTo>
                  <a:pt x="1889127" y="58174"/>
                  <a:pt x="1898629" y="55396"/>
                  <a:pt x="1910862" y="55396"/>
                </a:cubicBezTo>
                <a:cubicBezTo>
                  <a:pt x="1920248" y="55396"/>
                  <a:pt x="1927942" y="56971"/>
                  <a:pt x="1933943" y="60120"/>
                </a:cubicBezTo>
                <a:cubicBezTo>
                  <a:pt x="1938483" y="62503"/>
                  <a:pt x="1941830" y="66231"/>
                  <a:pt x="1943984" y="71304"/>
                </a:cubicBezTo>
                <a:cubicBezTo>
                  <a:pt x="1945369" y="74608"/>
                  <a:pt x="1946061" y="81370"/>
                  <a:pt x="1946061" y="91591"/>
                </a:cubicBezTo>
                <a:lnTo>
                  <a:pt x="1946061" y="127439"/>
                </a:lnTo>
                <a:cubicBezTo>
                  <a:pt x="1946061" y="137506"/>
                  <a:pt x="1946254" y="143673"/>
                  <a:pt x="1946638" y="145941"/>
                </a:cubicBezTo>
                <a:cubicBezTo>
                  <a:pt x="1947023" y="148208"/>
                  <a:pt x="1947658" y="149726"/>
                  <a:pt x="1948543" y="150496"/>
                </a:cubicBezTo>
                <a:cubicBezTo>
                  <a:pt x="1949427" y="151263"/>
                  <a:pt x="1950447" y="151646"/>
                  <a:pt x="1951601" y="151646"/>
                </a:cubicBezTo>
                <a:cubicBezTo>
                  <a:pt x="1952832" y="151646"/>
                  <a:pt x="1953909" y="151377"/>
                  <a:pt x="1954832" y="150838"/>
                </a:cubicBezTo>
                <a:cubicBezTo>
                  <a:pt x="1956448" y="149838"/>
                  <a:pt x="1959564" y="147030"/>
                  <a:pt x="1964180" y="142414"/>
                </a:cubicBezTo>
                <a:lnTo>
                  <a:pt x="1964180" y="148876"/>
                </a:lnTo>
                <a:cubicBezTo>
                  <a:pt x="1955563" y="160417"/>
                  <a:pt x="1947331" y="166188"/>
                  <a:pt x="1939483" y="166188"/>
                </a:cubicBezTo>
                <a:cubicBezTo>
                  <a:pt x="1935713" y="166188"/>
                  <a:pt x="1932712" y="164889"/>
                  <a:pt x="1930481" y="162293"/>
                </a:cubicBezTo>
                <a:cubicBezTo>
                  <a:pt x="1928250" y="159693"/>
                  <a:pt x="1927096" y="155262"/>
                  <a:pt x="1927019" y="148999"/>
                </a:cubicBezTo>
                <a:moveTo>
                  <a:pt x="1927019" y="141516"/>
                </a:moveTo>
                <a:lnTo>
                  <a:pt x="1927019" y="101328"/>
                </a:lnTo>
                <a:cubicBezTo>
                  <a:pt x="1915401" y="105935"/>
                  <a:pt x="1907900" y="109198"/>
                  <a:pt x="1904514" y="111116"/>
                </a:cubicBezTo>
                <a:cubicBezTo>
                  <a:pt x="1898436" y="114494"/>
                  <a:pt x="1894089" y="118026"/>
                  <a:pt x="1891473" y="121712"/>
                </a:cubicBezTo>
                <a:cubicBezTo>
                  <a:pt x="1888857" y="125396"/>
                  <a:pt x="1887549" y="129425"/>
                  <a:pt x="1887549" y="133801"/>
                </a:cubicBezTo>
                <a:cubicBezTo>
                  <a:pt x="1887549" y="139329"/>
                  <a:pt x="1889204" y="143916"/>
                  <a:pt x="1892512" y="147564"/>
                </a:cubicBezTo>
                <a:cubicBezTo>
                  <a:pt x="1895820" y="151209"/>
                  <a:pt x="1899629" y="153031"/>
                  <a:pt x="1903937" y="153031"/>
                </a:cubicBezTo>
                <a:cubicBezTo>
                  <a:pt x="1909785" y="153031"/>
                  <a:pt x="1917479" y="149193"/>
                  <a:pt x="1927019" y="141516"/>
                </a:cubicBezTo>
                <a:close/>
                <a:moveTo>
                  <a:pt x="2002868" y="23543"/>
                </a:moveTo>
                <a:lnTo>
                  <a:pt x="2002868" y="58396"/>
                </a:lnTo>
                <a:lnTo>
                  <a:pt x="2027565" y="58396"/>
                </a:lnTo>
                <a:lnTo>
                  <a:pt x="2027565" y="66244"/>
                </a:lnTo>
                <a:lnTo>
                  <a:pt x="2002868" y="66475"/>
                </a:lnTo>
                <a:lnTo>
                  <a:pt x="2002868" y="135121"/>
                </a:lnTo>
                <a:cubicBezTo>
                  <a:pt x="2002868" y="141976"/>
                  <a:pt x="2003849" y="146598"/>
                  <a:pt x="2005810" y="148988"/>
                </a:cubicBezTo>
                <a:cubicBezTo>
                  <a:pt x="2007772" y="151376"/>
                  <a:pt x="2010292" y="152569"/>
                  <a:pt x="2013370" y="152569"/>
                </a:cubicBezTo>
                <a:cubicBezTo>
                  <a:pt x="2015909" y="152569"/>
                  <a:pt x="2018371" y="151771"/>
                  <a:pt x="2020756" y="150175"/>
                </a:cubicBezTo>
                <a:cubicBezTo>
                  <a:pt x="2023141" y="148578"/>
                  <a:pt x="2024987" y="146222"/>
                  <a:pt x="2026295" y="143106"/>
                </a:cubicBezTo>
                <a:lnTo>
                  <a:pt x="2030796" y="143106"/>
                </a:lnTo>
                <a:cubicBezTo>
                  <a:pt x="2028103" y="150684"/>
                  <a:pt x="2024295" y="156388"/>
                  <a:pt x="2019371" y="160215"/>
                </a:cubicBezTo>
                <a:cubicBezTo>
                  <a:pt x="2014447" y="164043"/>
                  <a:pt x="2009369" y="165957"/>
                  <a:pt x="2004137" y="165957"/>
                </a:cubicBezTo>
                <a:cubicBezTo>
                  <a:pt x="2000598" y="165957"/>
                  <a:pt x="1997136" y="164972"/>
                  <a:pt x="1993750" y="163003"/>
                </a:cubicBezTo>
                <a:cubicBezTo>
                  <a:pt x="1990365" y="161034"/>
                  <a:pt x="1987865" y="158216"/>
                  <a:pt x="1986249" y="154549"/>
                </a:cubicBezTo>
                <a:cubicBezTo>
                  <a:pt x="1984633" y="150883"/>
                  <a:pt x="1983825" y="145228"/>
                  <a:pt x="1983825" y="137584"/>
                </a:cubicBezTo>
                <a:lnTo>
                  <a:pt x="1983825" y="66244"/>
                </a:lnTo>
                <a:lnTo>
                  <a:pt x="1967091" y="66244"/>
                </a:lnTo>
                <a:lnTo>
                  <a:pt x="1967091" y="62544"/>
                </a:lnTo>
                <a:cubicBezTo>
                  <a:pt x="1971323" y="60861"/>
                  <a:pt x="1975651" y="58012"/>
                  <a:pt x="1980074" y="53997"/>
                </a:cubicBezTo>
                <a:cubicBezTo>
                  <a:pt x="1984498" y="49981"/>
                  <a:pt x="1988442" y="45195"/>
                  <a:pt x="1991904" y="39639"/>
                </a:cubicBezTo>
                <a:cubicBezTo>
                  <a:pt x="1993673" y="36706"/>
                  <a:pt x="1996135" y="31340"/>
                  <a:pt x="1999290" y="23543"/>
                </a:cubicBezTo>
                <a:lnTo>
                  <a:pt x="2002868" y="23543"/>
                </a:lnTo>
                <a:close/>
                <a:moveTo>
                  <a:pt x="2097720" y="148999"/>
                </a:moveTo>
                <a:cubicBezTo>
                  <a:pt x="2086872" y="157383"/>
                  <a:pt x="2080063" y="162228"/>
                  <a:pt x="2077293" y="163533"/>
                </a:cubicBezTo>
                <a:cubicBezTo>
                  <a:pt x="2073138" y="165457"/>
                  <a:pt x="2068714" y="166418"/>
                  <a:pt x="2064021" y="166418"/>
                </a:cubicBezTo>
                <a:cubicBezTo>
                  <a:pt x="2056712" y="166418"/>
                  <a:pt x="2050691" y="163918"/>
                  <a:pt x="2045960" y="158917"/>
                </a:cubicBezTo>
                <a:cubicBezTo>
                  <a:pt x="2041228" y="153916"/>
                  <a:pt x="2038862" y="147338"/>
                  <a:pt x="2038862" y="139182"/>
                </a:cubicBezTo>
                <a:cubicBezTo>
                  <a:pt x="2038862" y="134027"/>
                  <a:pt x="2040016" y="129565"/>
                  <a:pt x="2042324" y="125795"/>
                </a:cubicBezTo>
                <a:cubicBezTo>
                  <a:pt x="2045479" y="120563"/>
                  <a:pt x="2050961" y="115639"/>
                  <a:pt x="2058770" y="111023"/>
                </a:cubicBezTo>
                <a:cubicBezTo>
                  <a:pt x="2066579" y="106406"/>
                  <a:pt x="2079563" y="100790"/>
                  <a:pt x="2097720" y="94173"/>
                </a:cubicBezTo>
                <a:lnTo>
                  <a:pt x="2097720" y="90033"/>
                </a:lnTo>
                <a:cubicBezTo>
                  <a:pt x="2097720" y="79531"/>
                  <a:pt x="2096047" y="72325"/>
                  <a:pt x="2092700" y="68415"/>
                </a:cubicBezTo>
                <a:cubicBezTo>
                  <a:pt x="2089353" y="64506"/>
                  <a:pt x="2084487" y="62551"/>
                  <a:pt x="2078101" y="62551"/>
                </a:cubicBezTo>
                <a:cubicBezTo>
                  <a:pt x="2073254" y="62551"/>
                  <a:pt x="2069407" y="63859"/>
                  <a:pt x="2066560" y="66475"/>
                </a:cubicBezTo>
                <a:cubicBezTo>
                  <a:pt x="2063636" y="69091"/>
                  <a:pt x="2062175" y="72092"/>
                  <a:pt x="2062175" y="75477"/>
                </a:cubicBezTo>
                <a:lnTo>
                  <a:pt x="2062405" y="82171"/>
                </a:lnTo>
                <a:cubicBezTo>
                  <a:pt x="2062405" y="85710"/>
                  <a:pt x="2061501" y="88441"/>
                  <a:pt x="2059693" y="90364"/>
                </a:cubicBezTo>
                <a:cubicBezTo>
                  <a:pt x="2057885" y="92288"/>
                  <a:pt x="2055519" y="93250"/>
                  <a:pt x="2052596" y="93250"/>
                </a:cubicBezTo>
                <a:cubicBezTo>
                  <a:pt x="2049749" y="93250"/>
                  <a:pt x="2047422" y="92247"/>
                  <a:pt x="2045614" y="90242"/>
                </a:cubicBezTo>
                <a:cubicBezTo>
                  <a:pt x="2043805" y="88234"/>
                  <a:pt x="2042901" y="85495"/>
                  <a:pt x="2042901" y="82023"/>
                </a:cubicBezTo>
                <a:cubicBezTo>
                  <a:pt x="2042901" y="75384"/>
                  <a:pt x="2046287" y="69287"/>
                  <a:pt x="2053057" y="63730"/>
                </a:cubicBezTo>
                <a:cubicBezTo>
                  <a:pt x="2059828" y="58174"/>
                  <a:pt x="2069330" y="55396"/>
                  <a:pt x="2081563" y="55396"/>
                </a:cubicBezTo>
                <a:cubicBezTo>
                  <a:pt x="2090950" y="55396"/>
                  <a:pt x="2098644" y="56971"/>
                  <a:pt x="2104645" y="60120"/>
                </a:cubicBezTo>
                <a:cubicBezTo>
                  <a:pt x="2109184" y="62503"/>
                  <a:pt x="2112531" y="66231"/>
                  <a:pt x="2114685" y="71304"/>
                </a:cubicBezTo>
                <a:cubicBezTo>
                  <a:pt x="2116070" y="74608"/>
                  <a:pt x="2116763" y="81370"/>
                  <a:pt x="2116763" y="91591"/>
                </a:cubicBezTo>
                <a:lnTo>
                  <a:pt x="2116763" y="127439"/>
                </a:lnTo>
                <a:cubicBezTo>
                  <a:pt x="2116763" y="137506"/>
                  <a:pt x="2116955" y="143673"/>
                  <a:pt x="2117340" y="145941"/>
                </a:cubicBezTo>
                <a:cubicBezTo>
                  <a:pt x="2117724" y="148208"/>
                  <a:pt x="2118359" y="149726"/>
                  <a:pt x="2119244" y="150496"/>
                </a:cubicBezTo>
                <a:cubicBezTo>
                  <a:pt x="2120129" y="151263"/>
                  <a:pt x="2121148" y="151646"/>
                  <a:pt x="2122302" y="151646"/>
                </a:cubicBezTo>
                <a:cubicBezTo>
                  <a:pt x="2123533" y="151646"/>
                  <a:pt x="2124610" y="151377"/>
                  <a:pt x="2125534" y="150838"/>
                </a:cubicBezTo>
                <a:cubicBezTo>
                  <a:pt x="2127149" y="149838"/>
                  <a:pt x="2130265" y="147030"/>
                  <a:pt x="2134882" y="142414"/>
                </a:cubicBezTo>
                <a:lnTo>
                  <a:pt x="2134882" y="148876"/>
                </a:lnTo>
                <a:cubicBezTo>
                  <a:pt x="2126265" y="160417"/>
                  <a:pt x="2118032" y="166188"/>
                  <a:pt x="2110184" y="166188"/>
                </a:cubicBezTo>
                <a:cubicBezTo>
                  <a:pt x="2106414" y="166188"/>
                  <a:pt x="2103414" y="164889"/>
                  <a:pt x="2101183" y="162293"/>
                </a:cubicBezTo>
                <a:cubicBezTo>
                  <a:pt x="2098951" y="159693"/>
                  <a:pt x="2097797" y="155262"/>
                  <a:pt x="2097720" y="148999"/>
                </a:cubicBezTo>
                <a:moveTo>
                  <a:pt x="2097720" y="141516"/>
                </a:moveTo>
                <a:lnTo>
                  <a:pt x="2097720" y="101328"/>
                </a:lnTo>
                <a:cubicBezTo>
                  <a:pt x="2086103" y="105935"/>
                  <a:pt x="2078601" y="109198"/>
                  <a:pt x="2075216" y="111116"/>
                </a:cubicBezTo>
                <a:cubicBezTo>
                  <a:pt x="2069138" y="114494"/>
                  <a:pt x="2064791" y="118026"/>
                  <a:pt x="2062175" y="121712"/>
                </a:cubicBezTo>
                <a:cubicBezTo>
                  <a:pt x="2059559" y="125396"/>
                  <a:pt x="2058251" y="129425"/>
                  <a:pt x="2058251" y="133801"/>
                </a:cubicBezTo>
                <a:cubicBezTo>
                  <a:pt x="2058251" y="139329"/>
                  <a:pt x="2059905" y="143916"/>
                  <a:pt x="2063213" y="147564"/>
                </a:cubicBezTo>
                <a:cubicBezTo>
                  <a:pt x="2066522" y="151209"/>
                  <a:pt x="2070330" y="153031"/>
                  <a:pt x="2074639" y="153031"/>
                </a:cubicBezTo>
                <a:cubicBezTo>
                  <a:pt x="2080486" y="153031"/>
                  <a:pt x="2088180" y="149193"/>
                  <a:pt x="2097720" y="14151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Text DecisionRules">
            <a:extLst xmlns:a="http://schemas.openxmlformats.org/drawingml/2006/main">
              <a:ext uri="{FF2B5EF4-FFF2-40B4-BE49-F238E27FC236}">
                <a16:creationId xmlns:a16="http://schemas.microsoft.com/office/drawing/2014/main" id="{AC1A57BC-BBFC-4E39-8335-56997EB0D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567" y="2027945"/>
            <a:ext cx="1425545" cy="167342"/>
          </a:xfrm>
          <a:custGeom xmlns:a="http://schemas.openxmlformats.org/drawingml/2006/main">
            <a:pathLst>
              <a:path w="1425545" h="167342">
                <a:moveTo>
                  <a:pt x="0" y="164110"/>
                </a:moveTo>
                <a:lnTo>
                  <a:pt x="0" y="159725"/>
                </a:lnTo>
                <a:lnTo>
                  <a:pt x="5886" y="159725"/>
                </a:lnTo>
                <a:cubicBezTo>
                  <a:pt x="12503" y="159725"/>
                  <a:pt x="17196" y="157620"/>
                  <a:pt x="19966" y="153410"/>
                </a:cubicBezTo>
                <a:cubicBezTo>
                  <a:pt x="21658" y="150883"/>
                  <a:pt x="22505" y="145217"/>
                  <a:pt x="22505" y="136412"/>
                </a:cubicBezTo>
                <a:lnTo>
                  <a:pt x="22505" y="35315"/>
                </a:lnTo>
                <a:cubicBezTo>
                  <a:pt x="22505" y="25592"/>
                  <a:pt x="21427" y="19505"/>
                  <a:pt x="19273" y="17055"/>
                </a:cubicBezTo>
                <a:cubicBezTo>
                  <a:pt x="16273" y="13687"/>
                  <a:pt x="11810" y="12002"/>
                  <a:pt x="5886" y="12002"/>
                </a:cubicBezTo>
                <a:lnTo>
                  <a:pt x="0" y="12002"/>
                </a:lnTo>
                <a:lnTo>
                  <a:pt x="0" y="7617"/>
                </a:lnTo>
                <a:lnTo>
                  <a:pt x="63705" y="7617"/>
                </a:lnTo>
                <a:cubicBezTo>
                  <a:pt x="87095" y="7617"/>
                  <a:pt x="104887" y="10271"/>
                  <a:pt x="117081" y="15580"/>
                </a:cubicBezTo>
                <a:cubicBezTo>
                  <a:pt x="129276" y="20889"/>
                  <a:pt x="139086" y="29737"/>
                  <a:pt x="146511" y="42124"/>
                </a:cubicBezTo>
                <a:cubicBezTo>
                  <a:pt x="153935" y="54511"/>
                  <a:pt x="157647" y="68822"/>
                  <a:pt x="157647" y="85056"/>
                </a:cubicBezTo>
                <a:cubicBezTo>
                  <a:pt x="157647" y="106829"/>
                  <a:pt x="151031" y="125025"/>
                  <a:pt x="137797" y="139644"/>
                </a:cubicBezTo>
                <a:cubicBezTo>
                  <a:pt x="122948" y="155955"/>
                  <a:pt x="100328" y="164110"/>
                  <a:pt x="69937" y="164110"/>
                </a:cubicBezTo>
                <a:lnTo>
                  <a:pt x="0" y="164110"/>
                </a:lnTo>
                <a:moveTo>
                  <a:pt x="44663" y="152573"/>
                </a:moveTo>
                <a:cubicBezTo>
                  <a:pt x="54434" y="154725"/>
                  <a:pt x="62628" y="155801"/>
                  <a:pt x="69245" y="155801"/>
                </a:cubicBezTo>
                <a:cubicBezTo>
                  <a:pt x="87095" y="155801"/>
                  <a:pt x="101905" y="149541"/>
                  <a:pt x="113677" y="137022"/>
                </a:cubicBezTo>
                <a:cubicBezTo>
                  <a:pt x="125449" y="124500"/>
                  <a:pt x="131334" y="107524"/>
                  <a:pt x="131334" y="86094"/>
                </a:cubicBezTo>
                <a:cubicBezTo>
                  <a:pt x="131334" y="64511"/>
                  <a:pt x="125449" y="47498"/>
                  <a:pt x="113677" y="35055"/>
                </a:cubicBezTo>
                <a:cubicBezTo>
                  <a:pt x="101905" y="22610"/>
                  <a:pt x="86787" y="16388"/>
                  <a:pt x="68322" y="16388"/>
                </a:cubicBezTo>
                <a:cubicBezTo>
                  <a:pt x="61397" y="16388"/>
                  <a:pt x="53511" y="17501"/>
                  <a:pt x="44663" y="19728"/>
                </a:cubicBezTo>
                <a:lnTo>
                  <a:pt x="44663" y="152573"/>
                </a:lnTo>
                <a:close/>
                <a:moveTo>
                  <a:pt x="191821" y="98328"/>
                </a:moveTo>
                <a:cubicBezTo>
                  <a:pt x="191744" y="113951"/>
                  <a:pt x="195553" y="126205"/>
                  <a:pt x="203246" y="135089"/>
                </a:cubicBezTo>
                <a:cubicBezTo>
                  <a:pt x="210940" y="143973"/>
                  <a:pt x="219981" y="148415"/>
                  <a:pt x="230367" y="148415"/>
                </a:cubicBezTo>
                <a:cubicBezTo>
                  <a:pt x="237292" y="148415"/>
                  <a:pt x="243312" y="146502"/>
                  <a:pt x="248429" y="142677"/>
                </a:cubicBezTo>
                <a:cubicBezTo>
                  <a:pt x="253545" y="138851"/>
                  <a:pt x="257834" y="132301"/>
                  <a:pt x="261297" y="123025"/>
                </a:cubicBezTo>
                <a:lnTo>
                  <a:pt x="264874" y="125344"/>
                </a:lnTo>
                <a:cubicBezTo>
                  <a:pt x="263259" y="135940"/>
                  <a:pt x="258565" y="145588"/>
                  <a:pt x="250795" y="154290"/>
                </a:cubicBezTo>
                <a:cubicBezTo>
                  <a:pt x="243024" y="162991"/>
                  <a:pt x="233291" y="167342"/>
                  <a:pt x="221596" y="167342"/>
                </a:cubicBezTo>
                <a:cubicBezTo>
                  <a:pt x="208901" y="167342"/>
                  <a:pt x="198034" y="162409"/>
                  <a:pt x="188994" y="152544"/>
                </a:cubicBezTo>
                <a:cubicBezTo>
                  <a:pt x="179953" y="142677"/>
                  <a:pt x="175433" y="129412"/>
                  <a:pt x="175433" y="112750"/>
                </a:cubicBezTo>
                <a:cubicBezTo>
                  <a:pt x="175433" y="94708"/>
                  <a:pt x="180069" y="80639"/>
                  <a:pt x="189340" y="70543"/>
                </a:cubicBezTo>
                <a:cubicBezTo>
                  <a:pt x="198611" y="60445"/>
                  <a:pt x="210248" y="55396"/>
                  <a:pt x="224251" y="55396"/>
                </a:cubicBezTo>
                <a:cubicBezTo>
                  <a:pt x="236099" y="55396"/>
                  <a:pt x="245832" y="59291"/>
                  <a:pt x="253449" y="67081"/>
                </a:cubicBezTo>
                <a:cubicBezTo>
                  <a:pt x="261066" y="74869"/>
                  <a:pt x="264874" y="85284"/>
                  <a:pt x="264874" y="98328"/>
                </a:cubicBezTo>
                <a:lnTo>
                  <a:pt x="191821" y="98328"/>
                </a:lnTo>
                <a:moveTo>
                  <a:pt x="191821" y="91634"/>
                </a:moveTo>
                <a:lnTo>
                  <a:pt x="240754" y="91634"/>
                </a:lnTo>
                <a:cubicBezTo>
                  <a:pt x="240369" y="84919"/>
                  <a:pt x="239561" y="80188"/>
                  <a:pt x="238330" y="77442"/>
                </a:cubicBezTo>
                <a:cubicBezTo>
                  <a:pt x="236407" y="73167"/>
                  <a:pt x="233541" y="69810"/>
                  <a:pt x="229733" y="67369"/>
                </a:cubicBezTo>
                <a:cubicBezTo>
                  <a:pt x="225924" y="64927"/>
                  <a:pt x="221943" y="63705"/>
                  <a:pt x="217788" y="63705"/>
                </a:cubicBezTo>
                <a:cubicBezTo>
                  <a:pt x="211402" y="63705"/>
                  <a:pt x="205689" y="66166"/>
                  <a:pt x="200650" y="71088"/>
                </a:cubicBezTo>
                <a:cubicBezTo>
                  <a:pt x="195610" y="76009"/>
                  <a:pt x="192667" y="82858"/>
                  <a:pt x="191821" y="91634"/>
                </a:cubicBezTo>
                <a:close/>
                <a:moveTo>
                  <a:pt x="368882" y="123948"/>
                </a:moveTo>
                <a:cubicBezTo>
                  <a:pt x="366036" y="137874"/>
                  <a:pt x="360458" y="148588"/>
                  <a:pt x="352148" y="156089"/>
                </a:cubicBezTo>
                <a:cubicBezTo>
                  <a:pt x="343839" y="163591"/>
                  <a:pt x="334645" y="167342"/>
                  <a:pt x="324566" y="167342"/>
                </a:cubicBezTo>
                <a:cubicBezTo>
                  <a:pt x="312563" y="167342"/>
                  <a:pt x="302100" y="162308"/>
                  <a:pt x="293175" y="152241"/>
                </a:cubicBezTo>
                <a:cubicBezTo>
                  <a:pt x="284250" y="142172"/>
                  <a:pt x="279787" y="128567"/>
                  <a:pt x="279787" y="111426"/>
                </a:cubicBezTo>
                <a:cubicBezTo>
                  <a:pt x="279787" y="94825"/>
                  <a:pt x="284731" y="81336"/>
                  <a:pt x="294617" y="70962"/>
                </a:cubicBezTo>
                <a:cubicBezTo>
                  <a:pt x="304504" y="60584"/>
                  <a:pt x="316372" y="55396"/>
                  <a:pt x="330221" y="55396"/>
                </a:cubicBezTo>
                <a:cubicBezTo>
                  <a:pt x="340607" y="55396"/>
                  <a:pt x="349148" y="58156"/>
                  <a:pt x="355841" y="63676"/>
                </a:cubicBezTo>
                <a:cubicBezTo>
                  <a:pt x="362535" y="69194"/>
                  <a:pt x="365882" y="74925"/>
                  <a:pt x="365882" y="80869"/>
                </a:cubicBezTo>
                <a:cubicBezTo>
                  <a:pt x="365882" y="83802"/>
                  <a:pt x="364939" y="86176"/>
                  <a:pt x="363054" y="87991"/>
                </a:cubicBezTo>
                <a:cubicBezTo>
                  <a:pt x="361169" y="89804"/>
                  <a:pt x="358534" y="90711"/>
                  <a:pt x="355149" y="90711"/>
                </a:cubicBezTo>
                <a:cubicBezTo>
                  <a:pt x="350610" y="90711"/>
                  <a:pt x="347186" y="89237"/>
                  <a:pt x="344878" y="86289"/>
                </a:cubicBezTo>
                <a:cubicBezTo>
                  <a:pt x="343570" y="84659"/>
                  <a:pt x="342704" y="81555"/>
                  <a:pt x="342281" y="76977"/>
                </a:cubicBezTo>
                <a:cubicBezTo>
                  <a:pt x="341858" y="72399"/>
                  <a:pt x="340300" y="68908"/>
                  <a:pt x="337607" y="66504"/>
                </a:cubicBezTo>
                <a:cubicBezTo>
                  <a:pt x="334914" y="64176"/>
                  <a:pt x="331183" y="63013"/>
                  <a:pt x="326412" y="63013"/>
                </a:cubicBezTo>
                <a:cubicBezTo>
                  <a:pt x="318718" y="63013"/>
                  <a:pt x="312525" y="65860"/>
                  <a:pt x="307832" y="71553"/>
                </a:cubicBezTo>
                <a:cubicBezTo>
                  <a:pt x="301600" y="79093"/>
                  <a:pt x="298484" y="89057"/>
                  <a:pt x="298484" y="101444"/>
                </a:cubicBezTo>
                <a:cubicBezTo>
                  <a:pt x="298484" y="114062"/>
                  <a:pt x="301580" y="125198"/>
                  <a:pt x="307774" y="134854"/>
                </a:cubicBezTo>
                <a:cubicBezTo>
                  <a:pt x="313967" y="144510"/>
                  <a:pt x="322335" y="149338"/>
                  <a:pt x="332875" y="149338"/>
                </a:cubicBezTo>
                <a:cubicBezTo>
                  <a:pt x="340415" y="149338"/>
                  <a:pt x="347186" y="146761"/>
                  <a:pt x="353187" y="141606"/>
                </a:cubicBezTo>
                <a:cubicBezTo>
                  <a:pt x="357419" y="138066"/>
                  <a:pt x="361535" y="131642"/>
                  <a:pt x="365536" y="122333"/>
                </a:cubicBezTo>
                <a:lnTo>
                  <a:pt x="368882" y="123948"/>
                </a:lnTo>
                <a:close/>
                <a:moveTo>
                  <a:pt x="411032" y="0"/>
                </a:moveTo>
                <a:cubicBezTo>
                  <a:pt x="414264" y="0"/>
                  <a:pt x="417014" y="1141"/>
                  <a:pt x="419284" y="3423"/>
                </a:cubicBezTo>
                <a:cubicBezTo>
                  <a:pt x="421554" y="5702"/>
                  <a:pt x="422688" y="8466"/>
                  <a:pt x="422688" y="11714"/>
                </a:cubicBezTo>
                <a:cubicBezTo>
                  <a:pt x="422688" y="14962"/>
                  <a:pt x="421554" y="17746"/>
                  <a:pt x="419284" y="20067"/>
                </a:cubicBezTo>
                <a:cubicBezTo>
                  <a:pt x="417014" y="22384"/>
                  <a:pt x="414264" y="23543"/>
                  <a:pt x="411032" y="23543"/>
                </a:cubicBezTo>
                <a:cubicBezTo>
                  <a:pt x="407801" y="23543"/>
                  <a:pt x="405031" y="22384"/>
                  <a:pt x="402723" y="20067"/>
                </a:cubicBezTo>
                <a:cubicBezTo>
                  <a:pt x="400415" y="17746"/>
                  <a:pt x="399261" y="14962"/>
                  <a:pt x="399261" y="11714"/>
                </a:cubicBezTo>
                <a:cubicBezTo>
                  <a:pt x="399261" y="8466"/>
                  <a:pt x="400395" y="5702"/>
                  <a:pt x="402665" y="3423"/>
                </a:cubicBezTo>
                <a:cubicBezTo>
                  <a:pt x="404935" y="1141"/>
                  <a:pt x="407724" y="0"/>
                  <a:pt x="411032" y="0"/>
                </a:cubicBezTo>
                <a:moveTo>
                  <a:pt x="420611" y="55396"/>
                </a:moveTo>
                <a:lnTo>
                  <a:pt x="420611" y="140105"/>
                </a:lnTo>
                <a:cubicBezTo>
                  <a:pt x="420611" y="146761"/>
                  <a:pt x="421092" y="151192"/>
                  <a:pt x="422054" y="153399"/>
                </a:cubicBezTo>
                <a:cubicBezTo>
                  <a:pt x="423015" y="155604"/>
                  <a:pt x="424439" y="157248"/>
                  <a:pt x="426324" y="158333"/>
                </a:cubicBezTo>
                <a:cubicBezTo>
                  <a:pt x="428209" y="159415"/>
                  <a:pt x="431652" y="159956"/>
                  <a:pt x="436653" y="159956"/>
                </a:cubicBezTo>
                <a:lnTo>
                  <a:pt x="436653" y="164110"/>
                </a:lnTo>
                <a:lnTo>
                  <a:pt x="385296" y="164110"/>
                </a:lnTo>
                <a:lnTo>
                  <a:pt x="385296" y="159956"/>
                </a:lnTo>
                <a:cubicBezTo>
                  <a:pt x="390451" y="159956"/>
                  <a:pt x="393913" y="159453"/>
                  <a:pt x="395683" y="158448"/>
                </a:cubicBezTo>
                <a:cubicBezTo>
                  <a:pt x="397453" y="157441"/>
                  <a:pt x="398857" y="155777"/>
                  <a:pt x="399895" y="153457"/>
                </a:cubicBezTo>
                <a:cubicBezTo>
                  <a:pt x="400934" y="151134"/>
                  <a:pt x="401453" y="146684"/>
                  <a:pt x="401453" y="140105"/>
                </a:cubicBezTo>
                <a:lnTo>
                  <a:pt x="401453" y="99713"/>
                </a:lnTo>
                <a:cubicBezTo>
                  <a:pt x="401453" y="88201"/>
                  <a:pt x="401107" y="80745"/>
                  <a:pt x="400415" y="77345"/>
                </a:cubicBezTo>
                <a:cubicBezTo>
                  <a:pt x="399876" y="74871"/>
                  <a:pt x="399030" y="73153"/>
                  <a:pt x="397876" y="72191"/>
                </a:cubicBezTo>
                <a:cubicBezTo>
                  <a:pt x="396722" y="71227"/>
                  <a:pt x="395144" y="70745"/>
                  <a:pt x="393144" y="70745"/>
                </a:cubicBezTo>
                <a:cubicBezTo>
                  <a:pt x="390990" y="70745"/>
                  <a:pt x="388374" y="71322"/>
                  <a:pt x="385296" y="72476"/>
                </a:cubicBezTo>
                <a:lnTo>
                  <a:pt x="383681" y="68322"/>
                </a:lnTo>
                <a:lnTo>
                  <a:pt x="415533" y="55396"/>
                </a:lnTo>
                <a:lnTo>
                  <a:pt x="420611" y="55396"/>
                </a:lnTo>
                <a:close/>
                <a:moveTo>
                  <a:pt x="518118" y="55396"/>
                </a:moveTo>
                <a:lnTo>
                  <a:pt x="518118" y="91403"/>
                </a:lnTo>
                <a:lnTo>
                  <a:pt x="514309" y="91403"/>
                </a:lnTo>
                <a:cubicBezTo>
                  <a:pt x="511386" y="80139"/>
                  <a:pt x="507635" y="72476"/>
                  <a:pt x="503057" y="68415"/>
                </a:cubicBezTo>
                <a:cubicBezTo>
                  <a:pt x="498479" y="64352"/>
                  <a:pt x="492651" y="62320"/>
                  <a:pt x="485573" y="62320"/>
                </a:cubicBezTo>
                <a:cubicBezTo>
                  <a:pt x="480187" y="62320"/>
                  <a:pt x="475840" y="63739"/>
                  <a:pt x="472532" y="66576"/>
                </a:cubicBezTo>
                <a:cubicBezTo>
                  <a:pt x="469223" y="69413"/>
                  <a:pt x="467569" y="72557"/>
                  <a:pt x="467569" y="76007"/>
                </a:cubicBezTo>
                <a:cubicBezTo>
                  <a:pt x="467569" y="80299"/>
                  <a:pt x="468800" y="83979"/>
                  <a:pt x="471262" y="87047"/>
                </a:cubicBezTo>
                <a:cubicBezTo>
                  <a:pt x="473647" y="90189"/>
                  <a:pt x="478494" y="93524"/>
                  <a:pt x="485804" y="97051"/>
                </a:cubicBezTo>
                <a:lnTo>
                  <a:pt x="502653" y="105216"/>
                </a:lnTo>
                <a:cubicBezTo>
                  <a:pt x="518272" y="112823"/>
                  <a:pt x="526081" y="122851"/>
                  <a:pt x="526081" y="135298"/>
                </a:cubicBezTo>
                <a:cubicBezTo>
                  <a:pt x="526081" y="144903"/>
                  <a:pt x="522446" y="152645"/>
                  <a:pt x="515175" y="158524"/>
                </a:cubicBezTo>
                <a:cubicBezTo>
                  <a:pt x="507904" y="164402"/>
                  <a:pt x="499768" y="167342"/>
                  <a:pt x="490766" y="167342"/>
                </a:cubicBezTo>
                <a:cubicBezTo>
                  <a:pt x="484303" y="167342"/>
                  <a:pt x="476917" y="166245"/>
                  <a:pt x="468608" y="164053"/>
                </a:cubicBezTo>
                <a:cubicBezTo>
                  <a:pt x="466069" y="163322"/>
                  <a:pt x="463992" y="162956"/>
                  <a:pt x="462376" y="162956"/>
                </a:cubicBezTo>
                <a:cubicBezTo>
                  <a:pt x="460606" y="162956"/>
                  <a:pt x="459221" y="163879"/>
                  <a:pt x="458221" y="165726"/>
                </a:cubicBezTo>
                <a:lnTo>
                  <a:pt x="454413" y="165726"/>
                </a:lnTo>
                <a:lnTo>
                  <a:pt x="454413" y="127872"/>
                </a:lnTo>
                <a:lnTo>
                  <a:pt x="458221" y="127872"/>
                </a:lnTo>
                <a:cubicBezTo>
                  <a:pt x="460375" y="138644"/>
                  <a:pt x="464492" y="146761"/>
                  <a:pt x="470570" y="152223"/>
                </a:cubicBezTo>
                <a:cubicBezTo>
                  <a:pt x="476648" y="157686"/>
                  <a:pt x="483457" y="160417"/>
                  <a:pt x="490997" y="160417"/>
                </a:cubicBezTo>
                <a:cubicBezTo>
                  <a:pt x="496306" y="160417"/>
                  <a:pt x="500634" y="158868"/>
                  <a:pt x="503980" y="155768"/>
                </a:cubicBezTo>
                <a:cubicBezTo>
                  <a:pt x="507327" y="152667"/>
                  <a:pt x="509001" y="148934"/>
                  <a:pt x="509001" y="144570"/>
                </a:cubicBezTo>
                <a:cubicBezTo>
                  <a:pt x="509001" y="139288"/>
                  <a:pt x="507135" y="134848"/>
                  <a:pt x="503403" y="131251"/>
                </a:cubicBezTo>
                <a:cubicBezTo>
                  <a:pt x="499672" y="127652"/>
                  <a:pt x="492228" y="123107"/>
                  <a:pt x="481072" y="117615"/>
                </a:cubicBezTo>
                <a:cubicBezTo>
                  <a:pt x="469916" y="112121"/>
                  <a:pt x="462607" y="107140"/>
                  <a:pt x="459144" y="102670"/>
                </a:cubicBezTo>
                <a:cubicBezTo>
                  <a:pt x="455682" y="98277"/>
                  <a:pt x="453951" y="92729"/>
                  <a:pt x="453951" y="86026"/>
                </a:cubicBezTo>
                <a:cubicBezTo>
                  <a:pt x="453951" y="77317"/>
                  <a:pt x="456932" y="70036"/>
                  <a:pt x="462895" y="64181"/>
                </a:cubicBezTo>
                <a:cubicBezTo>
                  <a:pt x="468858" y="58324"/>
                  <a:pt x="476571" y="55396"/>
                  <a:pt x="486034" y="55396"/>
                </a:cubicBezTo>
                <a:cubicBezTo>
                  <a:pt x="490189" y="55396"/>
                  <a:pt x="495229" y="56281"/>
                  <a:pt x="501153" y="58050"/>
                </a:cubicBezTo>
                <a:cubicBezTo>
                  <a:pt x="505077" y="59204"/>
                  <a:pt x="507693" y="59781"/>
                  <a:pt x="509001" y="59781"/>
                </a:cubicBezTo>
                <a:cubicBezTo>
                  <a:pt x="510232" y="59781"/>
                  <a:pt x="511193" y="59512"/>
                  <a:pt x="511886" y="58974"/>
                </a:cubicBezTo>
                <a:cubicBezTo>
                  <a:pt x="512578" y="58435"/>
                  <a:pt x="513386" y="57242"/>
                  <a:pt x="514309" y="55396"/>
                </a:cubicBezTo>
                <a:lnTo>
                  <a:pt x="518118" y="55396"/>
                </a:lnTo>
                <a:close/>
                <a:moveTo>
                  <a:pt x="568602" y="0"/>
                </a:moveTo>
                <a:cubicBezTo>
                  <a:pt x="571833" y="0"/>
                  <a:pt x="574584" y="1141"/>
                  <a:pt x="576854" y="3423"/>
                </a:cubicBezTo>
                <a:cubicBezTo>
                  <a:pt x="579123" y="5702"/>
                  <a:pt x="580258" y="8466"/>
                  <a:pt x="580258" y="11714"/>
                </a:cubicBezTo>
                <a:cubicBezTo>
                  <a:pt x="580258" y="14962"/>
                  <a:pt x="579123" y="17746"/>
                  <a:pt x="576854" y="20067"/>
                </a:cubicBezTo>
                <a:cubicBezTo>
                  <a:pt x="574584" y="22384"/>
                  <a:pt x="571833" y="23543"/>
                  <a:pt x="568602" y="23543"/>
                </a:cubicBezTo>
                <a:cubicBezTo>
                  <a:pt x="565370" y="23543"/>
                  <a:pt x="562601" y="22384"/>
                  <a:pt x="560293" y="20067"/>
                </a:cubicBezTo>
                <a:cubicBezTo>
                  <a:pt x="557984" y="17746"/>
                  <a:pt x="556830" y="14962"/>
                  <a:pt x="556830" y="11714"/>
                </a:cubicBezTo>
                <a:cubicBezTo>
                  <a:pt x="556830" y="8466"/>
                  <a:pt x="557965" y="5702"/>
                  <a:pt x="560235" y="3423"/>
                </a:cubicBezTo>
                <a:cubicBezTo>
                  <a:pt x="562505" y="1141"/>
                  <a:pt x="565294" y="0"/>
                  <a:pt x="568602" y="0"/>
                </a:cubicBezTo>
                <a:moveTo>
                  <a:pt x="578181" y="55396"/>
                </a:moveTo>
                <a:lnTo>
                  <a:pt x="578181" y="140105"/>
                </a:lnTo>
                <a:cubicBezTo>
                  <a:pt x="578181" y="146761"/>
                  <a:pt x="578662" y="151192"/>
                  <a:pt x="579623" y="153399"/>
                </a:cubicBezTo>
                <a:cubicBezTo>
                  <a:pt x="580585" y="155604"/>
                  <a:pt x="582008" y="157248"/>
                  <a:pt x="583893" y="158333"/>
                </a:cubicBezTo>
                <a:cubicBezTo>
                  <a:pt x="585778" y="159415"/>
                  <a:pt x="589221" y="159956"/>
                  <a:pt x="594222" y="159956"/>
                </a:cubicBezTo>
                <a:lnTo>
                  <a:pt x="594222" y="164110"/>
                </a:lnTo>
                <a:lnTo>
                  <a:pt x="542866" y="164110"/>
                </a:lnTo>
                <a:lnTo>
                  <a:pt x="542866" y="159956"/>
                </a:lnTo>
                <a:cubicBezTo>
                  <a:pt x="548021" y="159956"/>
                  <a:pt x="551483" y="159453"/>
                  <a:pt x="553253" y="158448"/>
                </a:cubicBezTo>
                <a:cubicBezTo>
                  <a:pt x="555022" y="157441"/>
                  <a:pt x="556426" y="155777"/>
                  <a:pt x="557465" y="153457"/>
                </a:cubicBezTo>
                <a:cubicBezTo>
                  <a:pt x="558504" y="151134"/>
                  <a:pt x="559023" y="146684"/>
                  <a:pt x="559023" y="140105"/>
                </a:cubicBezTo>
                <a:lnTo>
                  <a:pt x="559023" y="99713"/>
                </a:lnTo>
                <a:cubicBezTo>
                  <a:pt x="559023" y="88201"/>
                  <a:pt x="558677" y="80745"/>
                  <a:pt x="557984" y="77345"/>
                </a:cubicBezTo>
                <a:cubicBezTo>
                  <a:pt x="557446" y="74871"/>
                  <a:pt x="556599" y="73153"/>
                  <a:pt x="555445" y="72191"/>
                </a:cubicBezTo>
                <a:cubicBezTo>
                  <a:pt x="554291" y="71227"/>
                  <a:pt x="552714" y="70745"/>
                  <a:pt x="550714" y="70745"/>
                </a:cubicBezTo>
                <a:cubicBezTo>
                  <a:pt x="548559" y="70745"/>
                  <a:pt x="545943" y="71322"/>
                  <a:pt x="542866" y="72476"/>
                </a:cubicBezTo>
                <a:lnTo>
                  <a:pt x="541250" y="68322"/>
                </a:lnTo>
                <a:lnTo>
                  <a:pt x="573103" y="55396"/>
                </a:lnTo>
                <a:lnTo>
                  <a:pt x="578181" y="55396"/>
                </a:lnTo>
                <a:close/>
                <a:moveTo>
                  <a:pt x="659070" y="55396"/>
                </a:moveTo>
                <a:cubicBezTo>
                  <a:pt x="675073" y="55396"/>
                  <a:pt x="687922" y="61468"/>
                  <a:pt x="697616" y="73612"/>
                </a:cubicBezTo>
                <a:cubicBezTo>
                  <a:pt x="705848" y="83987"/>
                  <a:pt x="709965" y="95900"/>
                  <a:pt x="709965" y="109353"/>
                </a:cubicBezTo>
                <a:cubicBezTo>
                  <a:pt x="709965" y="118807"/>
                  <a:pt x="707695" y="128376"/>
                  <a:pt x="703156" y="138060"/>
                </a:cubicBezTo>
                <a:cubicBezTo>
                  <a:pt x="698616" y="147743"/>
                  <a:pt x="692365" y="155043"/>
                  <a:pt x="684402" y="159963"/>
                </a:cubicBezTo>
                <a:cubicBezTo>
                  <a:pt x="676439" y="164882"/>
                  <a:pt x="667571" y="167342"/>
                  <a:pt x="657800" y="167342"/>
                </a:cubicBezTo>
                <a:cubicBezTo>
                  <a:pt x="641874" y="167342"/>
                  <a:pt x="629217" y="161000"/>
                  <a:pt x="619831" y="148317"/>
                </a:cubicBezTo>
                <a:cubicBezTo>
                  <a:pt x="611906" y="137635"/>
                  <a:pt x="607944" y="125646"/>
                  <a:pt x="607944" y="112350"/>
                </a:cubicBezTo>
                <a:cubicBezTo>
                  <a:pt x="607944" y="102665"/>
                  <a:pt x="610348" y="93038"/>
                  <a:pt x="615157" y="83469"/>
                </a:cubicBezTo>
                <a:cubicBezTo>
                  <a:pt x="619966" y="73900"/>
                  <a:pt x="626294" y="66828"/>
                  <a:pt x="634142" y="62255"/>
                </a:cubicBezTo>
                <a:cubicBezTo>
                  <a:pt x="641989" y="57682"/>
                  <a:pt x="650299" y="55396"/>
                  <a:pt x="659070" y="55396"/>
                </a:cubicBezTo>
                <a:moveTo>
                  <a:pt x="655492" y="63013"/>
                </a:moveTo>
                <a:cubicBezTo>
                  <a:pt x="651414" y="63013"/>
                  <a:pt x="647317" y="64221"/>
                  <a:pt x="643201" y="66637"/>
                </a:cubicBezTo>
                <a:cubicBezTo>
                  <a:pt x="639085" y="69051"/>
                  <a:pt x="635757" y="73287"/>
                  <a:pt x="633218" y="79343"/>
                </a:cubicBezTo>
                <a:cubicBezTo>
                  <a:pt x="630679" y="85400"/>
                  <a:pt x="629410" y="93180"/>
                  <a:pt x="629410" y="102684"/>
                </a:cubicBezTo>
                <a:cubicBezTo>
                  <a:pt x="629410" y="118017"/>
                  <a:pt x="632468" y="131242"/>
                  <a:pt x="638585" y="142359"/>
                </a:cubicBezTo>
                <a:cubicBezTo>
                  <a:pt x="644701" y="153475"/>
                  <a:pt x="652761" y="159032"/>
                  <a:pt x="662763" y="159032"/>
                </a:cubicBezTo>
                <a:cubicBezTo>
                  <a:pt x="670226" y="159032"/>
                  <a:pt x="676381" y="155966"/>
                  <a:pt x="681228" y="149832"/>
                </a:cubicBezTo>
                <a:cubicBezTo>
                  <a:pt x="686075" y="143699"/>
                  <a:pt x="688499" y="133158"/>
                  <a:pt x="688499" y="118210"/>
                </a:cubicBezTo>
                <a:cubicBezTo>
                  <a:pt x="688499" y="99505"/>
                  <a:pt x="684459" y="84785"/>
                  <a:pt x="676381" y="74052"/>
                </a:cubicBezTo>
                <a:cubicBezTo>
                  <a:pt x="670918" y="66693"/>
                  <a:pt x="663955" y="63013"/>
                  <a:pt x="655492" y="63013"/>
                </a:cubicBezTo>
                <a:close/>
                <a:moveTo>
                  <a:pt x="756359" y="77670"/>
                </a:moveTo>
                <a:cubicBezTo>
                  <a:pt x="768746" y="62820"/>
                  <a:pt x="780556" y="55396"/>
                  <a:pt x="791789" y="55396"/>
                </a:cubicBezTo>
                <a:cubicBezTo>
                  <a:pt x="797559" y="55396"/>
                  <a:pt x="802522" y="56835"/>
                  <a:pt x="806677" y="59713"/>
                </a:cubicBezTo>
                <a:cubicBezTo>
                  <a:pt x="810831" y="62588"/>
                  <a:pt x="814140" y="67326"/>
                  <a:pt x="816602" y="73926"/>
                </a:cubicBezTo>
                <a:cubicBezTo>
                  <a:pt x="818294" y="78530"/>
                  <a:pt x="819141" y="85589"/>
                  <a:pt x="819141" y="95103"/>
                </a:cubicBezTo>
                <a:lnTo>
                  <a:pt x="819141" y="140105"/>
                </a:lnTo>
                <a:cubicBezTo>
                  <a:pt x="819141" y="146837"/>
                  <a:pt x="819679" y="151403"/>
                  <a:pt x="820756" y="153803"/>
                </a:cubicBezTo>
                <a:cubicBezTo>
                  <a:pt x="821603" y="155738"/>
                  <a:pt x="822968" y="157248"/>
                  <a:pt x="824853" y="158333"/>
                </a:cubicBezTo>
                <a:cubicBezTo>
                  <a:pt x="826738" y="159415"/>
                  <a:pt x="830220" y="159956"/>
                  <a:pt x="835298" y="159956"/>
                </a:cubicBezTo>
                <a:lnTo>
                  <a:pt x="835298" y="164110"/>
                </a:lnTo>
                <a:lnTo>
                  <a:pt x="783018" y="164110"/>
                </a:lnTo>
                <a:lnTo>
                  <a:pt x="783018" y="159956"/>
                </a:lnTo>
                <a:lnTo>
                  <a:pt x="785211" y="159956"/>
                </a:lnTo>
                <a:cubicBezTo>
                  <a:pt x="790135" y="159956"/>
                  <a:pt x="793578" y="159202"/>
                  <a:pt x="795540" y="157694"/>
                </a:cubicBezTo>
                <a:cubicBezTo>
                  <a:pt x="797502" y="156184"/>
                  <a:pt x="798867" y="153959"/>
                  <a:pt x="799637" y="151019"/>
                </a:cubicBezTo>
                <a:cubicBezTo>
                  <a:pt x="799945" y="149857"/>
                  <a:pt x="800098" y="146220"/>
                  <a:pt x="800098" y="140105"/>
                </a:cubicBezTo>
                <a:lnTo>
                  <a:pt x="800098" y="96899"/>
                </a:lnTo>
                <a:cubicBezTo>
                  <a:pt x="800098" y="87297"/>
                  <a:pt x="798848" y="80325"/>
                  <a:pt x="796348" y="75985"/>
                </a:cubicBezTo>
                <a:cubicBezTo>
                  <a:pt x="793847" y="71646"/>
                  <a:pt x="789635" y="69476"/>
                  <a:pt x="783710" y="69476"/>
                </a:cubicBezTo>
                <a:cubicBezTo>
                  <a:pt x="774555" y="69476"/>
                  <a:pt x="765438" y="74477"/>
                  <a:pt x="756359" y="84479"/>
                </a:cubicBezTo>
                <a:lnTo>
                  <a:pt x="756359" y="140105"/>
                </a:lnTo>
                <a:cubicBezTo>
                  <a:pt x="756359" y="147302"/>
                  <a:pt x="756782" y="151752"/>
                  <a:pt x="757628" y="153457"/>
                </a:cubicBezTo>
                <a:cubicBezTo>
                  <a:pt x="758705" y="155700"/>
                  <a:pt x="760186" y="157344"/>
                  <a:pt x="762071" y="158390"/>
                </a:cubicBezTo>
                <a:cubicBezTo>
                  <a:pt x="763956" y="159434"/>
                  <a:pt x="767784" y="159956"/>
                  <a:pt x="773555" y="159956"/>
                </a:cubicBezTo>
                <a:lnTo>
                  <a:pt x="773555" y="164110"/>
                </a:lnTo>
                <a:lnTo>
                  <a:pt x="721275" y="164110"/>
                </a:lnTo>
                <a:lnTo>
                  <a:pt x="721275" y="159956"/>
                </a:lnTo>
                <a:lnTo>
                  <a:pt x="723583" y="159956"/>
                </a:lnTo>
                <a:cubicBezTo>
                  <a:pt x="728969" y="159956"/>
                  <a:pt x="732604" y="158583"/>
                  <a:pt x="734489" y="155837"/>
                </a:cubicBezTo>
                <a:cubicBezTo>
                  <a:pt x="736374" y="153089"/>
                  <a:pt x="737316" y="147845"/>
                  <a:pt x="737316" y="140105"/>
                </a:cubicBezTo>
                <a:lnTo>
                  <a:pt x="737316" y="101097"/>
                </a:lnTo>
                <a:cubicBezTo>
                  <a:pt x="737316" y="88403"/>
                  <a:pt x="737028" y="80670"/>
                  <a:pt x="736451" y="77900"/>
                </a:cubicBezTo>
                <a:cubicBezTo>
                  <a:pt x="735874" y="75131"/>
                  <a:pt x="734989" y="73246"/>
                  <a:pt x="733796" y="72245"/>
                </a:cubicBezTo>
                <a:cubicBezTo>
                  <a:pt x="732604" y="71245"/>
                  <a:pt x="731007" y="70745"/>
                  <a:pt x="729007" y="70745"/>
                </a:cubicBezTo>
                <a:cubicBezTo>
                  <a:pt x="726853" y="70745"/>
                  <a:pt x="724275" y="71322"/>
                  <a:pt x="721275" y="72476"/>
                </a:cubicBezTo>
                <a:lnTo>
                  <a:pt x="719544" y="68322"/>
                </a:lnTo>
                <a:lnTo>
                  <a:pt x="751396" y="55396"/>
                </a:lnTo>
                <a:lnTo>
                  <a:pt x="756359" y="55396"/>
                </a:lnTo>
                <a:lnTo>
                  <a:pt x="756359" y="77670"/>
                </a:lnTo>
                <a:close/>
                <a:moveTo>
                  <a:pt x="1055150" y="164110"/>
                </a:moveTo>
                <a:lnTo>
                  <a:pt x="1013372" y="164110"/>
                </a:lnTo>
                <a:lnTo>
                  <a:pt x="960400" y="90942"/>
                </a:lnTo>
                <a:cubicBezTo>
                  <a:pt x="956476" y="91095"/>
                  <a:pt x="953283" y="91172"/>
                  <a:pt x="950821" y="91172"/>
                </a:cubicBezTo>
                <a:cubicBezTo>
                  <a:pt x="949821" y="91172"/>
                  <a:pt x="948744" y="91153"/>
                  <a:pt x="947590" y="91115"/>
                </a:cubicBezTo>
                <a:cubicBezTo>
                  <a:pt x="946435" y="91076"/>
                  <a:pt x="945243" y="91018"/>
                  <a:pt x="944012" y="90942"/>
                </a:cubicBezTo>
                <a:lnTo>
                  <a:pt x="944012" y="136412"/>
                </a:lnTo>
                <a:cubicBezTo>
                  <a:pt x="944012" y="146212"/>
                  <a:pt x="945089" y="152299"/>
                  <a:pt x="947243" y="154672"/>
                </a:cubicBezTo>
                <a:cubicBezTo>
                  <a:pt x="950167" y="158040"/>
                  <a:pt x="954553" y="159725"/>
                  <a:pt x="960400" y="159725"/>
                </a:cubicBezTo>
                <a:lnTo>
                  <a:pt x="966516" y="159725"/>
                </a:lnTo>
                <a:lnTo>
                  <a:pt x="966516" y="164110"/>
                </a:lnTo>
                <a:lnTo>
                  <a:pt x="899464" y="164110"/>
                </a:lnTo>
                <a:lnTo>
                  <a:pt x="899464" y="159725"/>
                </a:lnTo>
                <a:lnTo>
                  <a:pt x="905350" y="159725"/>
                </a:lnTo>
                <a:cubicBezTo>
                  <a:pt x="911967" y="159725"/>
                  <a:pt x="916699" y="157581"/>
                  <a:pt x="919545" y="153294"/>
                </a:cubicBezTo>
                <a:cubicBezTo>
                  <a:pt x="921161" y="150921"/>
                  <a:pt x="921969" y="145294"/>
                  <a:pt x="921969" y="136412"/>
                </a:cubicBezTo>
                <a:lnTo>
                  <a:pt x="921969" y="35315"/>
                </a:lnTo>
                <a:cubicBezTo>
                  <a:pt x="921969" y="25515"/>
                  <a:pt x="920892" y="19428"/>
                  <a:pt x="918738" y="17055"/>
                </a:cubicBezTo>
                <a:cubicBezTo>
                  <a:pt x="915737" y="13687"/>
                  <a:pt x="911275" y="12002"/>
                  <a:pt x="905350" y="12002"/>
                </a:cubicBezTo>
                <a:lnTo>
                  <a:pt x="899464" y="12002"/>
                </a:lnTo>
                <a:lnTo>
                  <a:pt x="899464" y="7617"/>
                </a:lnTo>
                <a:lnTo>
                  <a:pt x="956476" y="7617"/>
                </a:lnTo>
                <a:cubicBezTo>
                  <a:pt x="973095" y="7617"/>
                  <a:pt x="985347" y="8828"/>
                  <a:pt x="993233" y="11249"/>
                </a:cubicBezTo>
                <a:cubicBezTo>
                  <a:pt x="1001120" y="13670"/>
                  <a:pt x="1007813" y="18129"/>
                  <a:pt x="1013314" y="24625"/>
                </a:cubicBezTo>
                <a:cubicBezTo>
                  <a:pt x="1018816" y="31119"/>
                  <a:pt x="1021566" y="38862"/>
                  <a:pt x="1021566" y="47855"/>
                </a:cubicBezTo>
                <a:cubicBezTo>
                  <a:pt x="1021566" y="57465"/>
                  <a:pt x="1018431" y="65805"/>
                  <a:pt x="1012160" y="72877"/>
                </a:cubicBezTo>
                <a:cubicBezTo>
                  <a:pt x="1005890" y="79948"/>
                  <a:pt x="996176" y="84944"/>
                  <a:pt x="983020" y="87865"/>
                </a:cubicBezTo>
                <a:lnTo>
                  <a:pt x="1015334" y="132719"/>
                </a:lnTo>
                <a:cubicBezTo>
                  <a:pt x="1022720" y="143029"/>
                  <a:pt x="1029068" y="149877"/>
                  <a:pt x="1034376" y="153262"/>
                </a:cubicBezTo>
                <a:cubicBezTo>
                  <a:pt x="1039685" y="156647"/>
                  <a:pt x="1046610" y="158801"/>
                  <a:pt x="1055150" y="159725"/>
                </a:cubicBezTo>
                <a:lnTo>
                  <a:pt x="1055150" y="164110"/>
                </a:lnTo>
                <a:moveTo>
                  <a:pt x="944012" y="83555"/>
                </a:moveTo>
                <a:cubicBezTo>
                  <a:pt x="945474" y="83555"/>
                  <a:pt x="946743" y="83575"/>
                  <a:pt x="947820" y="83613"/>
                </a:cubicBezTo>
                <a:cubicBezTo>
                  <a:pt x="948898" y="83652"/>
                  <a:pt x="949782" y="83671"/>
                  <a:pt x="950475" y="83671"/>
                </a:cubicBezTo>
                <a:cubicBezTo>
                  <a:pt x="965401" y="83671"/>
                  <a:pt x="976653" y="80445"/>
                  <a:pt x="984232" y="73995"/>
                </a:cubicBezTo>
                <a:cubicBezTo>
                  <a:pt x="991810" y="67541"/>
                  <a:pt x="995599" y="59322"/>
                  <a:pt x="995599" y="49337"/>
                </a:cubicBezTo>
                <a:cubicBezTo>
                  <a:pt x="995599" y="39583"/>
                  <a:pt x="992541" y="31653"/>
                  <a:pt x="986424" y="25548"/>
                </a:cubicBezTo>
                <a:cubicBezTo>
                  <a:pt x="980308" y="19441"/>
                  <a:pt x="972210" y="16388"/>
                  <a:pt x="962131" y="16388"/>
                </a:cubicBezTo>
                <a:cubicBezTo>
                  <a:pt x="957669" y="16388"/>
                  <a:pt x="951629" y="17157"/>
                  <a:pt x="944012" y="18696"/>
                </a:cubicBezTo>
                <a:lnTo>
                  <a:pt x="944012" y="83555"/>
                </a:lnTo>
                <a:close/>
                <a:moveTo>
                  <a:pt x="1153055" y="58396"/>
                </a:moveTo>
                <a:lnTo>
                  <a:pt x="1153055" y="122794"/>
                </a:lnTo>
                <a:cubicBezTo>
                  <a:pt x="1153055" y="134876"/>
                  <a:pt x="1153343" y="142266"/>
                  <a:pt x="1153920" y="144963"/>
                </a:cubicBezTo>
                <a:cubicBezTo>
                  <a:pt x="1154497" y="147659"/>
                  <a:pt x="1155421" y="149542"/>
                  <a:pt x="1156690" y="150615"/>
                </a:cubicBezTo>
                <a:cubicBezTo>
                  <a:pt x="1157960" y="151687"/>
                  <a:pt x="1159441" y="152223"/>
                  <a:pt x="1161133" y="152223"/>
                </a:cubicBezTo>
                <a:cubicBezTo>
                  <a:pt x="1163518" y="152223"/>
                  <a:pt x="1166211" y="151569"/>
                  <a:pt x="1169212" y="150261"/>
                </a:cubicBezTo>
                <a:lnTo>
                  <a:pt x="1170828" y="154416"/>
                </a:lnTo>
                <a:lnTo>
                  <a:pt x="1139206" y="167342"/>
                </a:lnTo>
                <a:lnTo>
                  <a:pt x="1134012" y="167342"/>
                </a:lnTo>
                <a:lnTo>
                  <a:pt x="1134012" y="145057"/>
                </a:lnTo>
                <a:cubicBezTo>
                  <a:pt x="1124934" y="154860"/>
                  <a:pt x="1118009" y="161024"/>
                  <a:pt x="1113239" y="163551"/>
                </a:cubicBezTo>
                <a:cubicBezTo>
                  <a:pt x="1108469" y="166078"/>
                  <a:pt x="1103429" y="167342"/>
                  <a:pt x="1098121" y="167342"/>
                </a:cubicBezTo>
                <a:cubicBezTo>
                  <a:pt x="1092196" y="167342"/>
                  <a:pt x="1087061" y="165630"/>
                  <a:pt x="1082714" y="162206"/>
                </a:cubicBezTo>
                <a:cubicBezTo>
                  <a:pt x="1078367" y="158782"/>
                  <a:pt x="1075347" y="154377"/>
                  <a:pt x="1073654" y="148992"/>
                </a:cubicBezTo>
                <a:cubicBezTo>
                  <a:pt x="1071961" y="143606"/>
                  <a:pt x="1071115" y="135989"/>
                  <a:pt x="1071115" y="126141"/>
                </a:cubicBezTo>
                <a:lnTo>
                  <a:pt x="1071115" y="78939"/>
                </a:lnTo>
                <a:cubicBezTo>
                  <a:pt x="1071115" y="73902"/>
                  <a:pt x="1070576" y="70416"/>
                  <a:pt x="1069499" y="68480"/>
                </a:cubicBezTo>
                <a:cubicBezTo>
                  <a:pt x="1068422" y="66542"/>
                  <a:pt x="1066826" y="65050"/>
                  <a:pt x="1064710" y="64005"/>
                </a:cubicBezTo>
                <a:cubicBezTo>
                  <a:pt x="1062594" y="62959"/>
                  <a:pt x="1058766" y="62474"/>
                  <a:pt x="1053227" y="62551"/>
                </a:cubicBezTo>
                <a:lnTo>
                  <a:pt x="1053227" y="58396"/>
                </a:lnTo>
                <a:lnTo>
                  <a:pt x="1090273" y="58396"/>
                </a:lnTo>
                <a:lnTo>
                  <a:pt x="1090273" y="129228"/>
                </a:lnTo>
                <a:cubicBezTo>
                  <a:pt x="1090273" y="139088"/>
                  <a:pt x="1091985" y="145560"/>
                  <a:pt x="1095408" y="148642"/>
                </a:cubicBezTo>
                <a:cubicBezTo>
                  <a:pt x="1098832" y="151722"/>
                  <a:pt x="1102968" y="153262"/>
                  <a:pt x="1107815" y="153262"/>
                </a:cubicBezTo>
                <a:cubicBezTo>
                  <a:pt x="1111123" y="153262"/>
                  <a:pt x="1114874" y="152222"/>
                  <a:pt x="1119067" y="150142"/>
                </a:cubicBezTo>
                <a:cubicBezTo>
                  <a:pt x="1123260" y="148063"/>
                  <a:pt x="1128242" y="144095"/>
                  <a:pt x="1134012" y="138241"/>
                </a:cubicBezTo>
                <a:lnTo>
                  <a:pt x="1134012" y="78477"/>
                </a:lnTo>
                <a:cubicBezTo>
                  <a:pt x="1134012" y="72344"/>
                  <a:pt x="1132916" y="68195"/>
                  <a:pt x="1130723" y="66031"/>
                </a:cubicBezTo>
                <a:cubicBezTo>
                  <a:pt x="1128531" y="63868"/>
                  <a:pt x="1123972" y="62707"/>
                  <a:pt x="1117047" y="62551"/>
                </a:cubicBezTo>
                <a:lnTo>
                  <a:pt x="1117047" y="58396"/>
                </a:lnTo>
                <a:lnTo>
                  <a:pt x="1153055" y="58396"/>
                </a:lnTo>
                <a:close/>
                <a:moveTo>
                  <a:pt x="1214913" y="0"/>
                </a:moveTo>
                <a:lnTo>
                  <a:pt x="1214913" y="140105"/>
                </a:lnTo>
                <a:cubicBezTo>
                  <a:pt x="1214913" y="146761"/>
                  <a:pt x="1215394" y="151173"/>
                  <a:pt x="1216355" y="153341"/>
                </a:cubicBezTo>
                <a:cubicBezTo>
                  <a:pt x="1217317" y="155508"/>
                  <a:pt x="1218798" y="157152"/>
                  <a:pt x="1220798" y="158275"/>
                </a:cubicBezTo>
                <a:cubicBezTo>
                  <a:pt x="1222799" y="159395"/>
                  <a:pt x="1226530" y="159956"/>
                  <a:pt x="1231993" y="159956"/>
                </a:cubicBezTo>
                <a:lnTo>
                  <a:pt x="1231993" y="164110"/>
                </a:lnTo>
                <a:lnTo>
                  <a:pt x="1180175" y="164110"/>
                </a:lnTo>
                <a:lnTo>
                  <a:pt x="1180175" y="159956"/>
                </a:lnTo>
                <a:cubicBezTo>
                  <a:pt x="1185022" y="159956"/>
                  <a:pt x="1188330" y="159453"/>
                  <a:pt x="1190100" y="158448"/>
                </a:cubicBezTo>
                <a:cubicBezTo>
                  <a:pt x="1191870" y="157441"/>
                  <a:pt x="1193254" y="155777"/>
                  <a:pt x="1194255" y="153457"/>
                </a:cubicBezTo>
                <a:cubicBezTo>
                  <a:pt x="1195255" y="151134"/>
                  <a:pt x="1195755" y="146684"/>
                  <a:pt x="1195755" y="140105"/>
                </a:cubicBezTo>
                <a:lnTo>
                  <a:pt x="1195755" y="44317"/>
                </a:lnTo>
                <a:cubicBezTo>
                  <a:pt x="1195755" y="32391"/>
                  <a:pt x="1195486" y="25063"/>
                  <a:pt x="1194947" y="22331"/>
                </a:cubicBezTo>
                <a:cubicBezTo>
                  <a:pt x="1194409" y="19600"/>
                  <a:pt x="1193543" y="17734"/>
                  <a:pt x="1192350" y="16734"/>
                </a:cubicBezTo>
                <a:cubicBezTo>
                  <a:pt x="1191158" y="15734"/>
                  <a:pt x="1189638" y="15234"/>
                  <a:pt x="1187792" y="15234"/>
                </a:cubicBezTo>
                <a:cubicBezTo>
                  <a:pt x="1185791" y="15234"/>
                  <a:pt x="1183252" y="15849"/>
                  <a:pt x="1180175" y="17080"/>
                </a:cubicBezTo>
                <a:lnTo>
                  <a:pt x="1178213" y="12926"/>
                </a:lnTo>
                <a:lnTo>
                  <a:pt x="1209719" y="0"/>
                </a:lnTo>
                <a:lnTo>
                  <a:pt x="1214913" y="0"/>
                </a:lnTo>
                <a:close/>
                <a:moveTo>
                  <a:pt x="1261987" y="98328"/>
                </a:moveTo>
                <a:cubicBezTo>
                  <a:pt x="1261910" y="113951"/>
                  <a:pt x="1265719" y="126205"/>
                  <a:pt x="1273412" y="135089"/>
                </a:cubicBezTo>
                <a:cubicBezTo>
                  <a:pt x="1281106" y="143973"/>
                  <a:pt x="1290147" y="148415"/>
                  <a:pt x="1300533" y="148415"/>
                </a:cubicBezTo>
                <a:cubicBezTo>
                  <a:pt x="1307458" y="148415"/>
                  <a:pt x="1313478" y="146502"/>
                  <a:pt x="1318595" y="142677"/>
                </a:cubicBezTo>
                <a:cubicBezTo>
                  <a:pt x="1323711" y="138851"/>
                  <a:pt x="1328000" y="132301"/>
                  <a:pt x="1331463" y="123025"/>
                </a:cubicBezTo>
                <a:lnTo>
                  <a:pt x="1335040" y="125344"/>
                </a:lnTo>
                <a:cubicBezTo>
                  <a:pt x="1333425" y="135940"/>
                  <a:pt x="1328731" y="145588"/>
                  <a:pt x="1320961" y="154290"/>
                </a:cubicBezTo>
                <a:cubicBezTo>
                  <a:pt x="1313190" y="162991"/>
                  <a:pt x="1303457" y="167342"/>
                  <a:pt x="1291762" y="167342"/>
                </a:cubicBezTo>
                <a:cubicBezTo>
                  <a:pt x="1279067" y="167342"/>
                  <a:pt x="1268200" y="162409"/>
                  <a:pt x="1259160" y="152544"/>
                </a:cubicBezTo>
                <a:cubicBezTo>
                  <a:pt x="1250119" y="142677"/>
                  <a:pt x="1245599" y="129412"/>
                  <a:pt x="1245599" y="112750"/>
                </a:cubicBezTo>
                <a:cubicBezTo>
                  <a:pt x="1245599" y="94708"/>
                  <a:pt x="1250235" y="80639"/>
                  <a:pt x="1259506" y="70543"/>
                </a:cubicBezTo>
                <a:cubicBezTo>
                  <a:pt x="1268777" y="60445"/>
                  <a:pt x="1280414" y="55396"/>
                  <a:pt x="1294417" y="55396"/>
                </a:cubicBezTo>
                <a:cubicBezTo>
                  <a:pt x="1306265" y="55396"/>
                  <a:pt x="1315998" y="59291"/>
                  <a:pt x="1323615" y="67081"/>
                </a:cubicBezTo>
                <a:cubicBezTo>
                  <a:pt x="1331232" y="74869"/>
                  <a:pt x="1335040" y="85284"/>
                  <a:pt x="1335040" y="98328"/>
                </a:cubicBezTo>
                <a:lnTo>
                  <a:pt x="1261987" y="98328"/>
                </a:lnTo>
                <a:moveTo>
                  <a:pt x="1261987" y="91634"/>
                </a:moveTo>
                <a:lnTo>
                  <a:pt x="1310920" y="91634"/>
                </a:lnTo>
                <a:cubicBezTo>
                  <a:pt x="1310535" y="84919"/>
                  <a:pt x="1309728" y="80188"/>
                  <a:pt x="1308496" y="77442"/>
                </a:cubicBezTo>
                <a:cubicBezTo>
                  <a:pt x="1306573" y="73167"/>
                  <a:pt x="1303707" y="69810"/>
                  <a:pt x="1299899" y="67369"/>
                </a:cubicBezTo>
                <a:cubicBezTo>
                  <a:pt x="1296090" y="64927"/>
                  <a:pt x="1292109" y="63705"/>
                  <a:pt x="1287954" y="63705"/>
                </a:cubicBezTo>
                <a:cubicBezTo>
                  <a:pt x="1281568" y="63705"/>
                  <a:pt x="1275855" y="66166"/>
                  <a:pt x="1270816" y="71088"/>
                </a:cubicBezTo>
                <a:cubicBezTo>
                  <a:pt x="1265776" y="76009"/>
                  <a:pt x="1262833" y="82858"/>
                  <a:pt x="1261987" y="91634"/>
                </a:cubicBezTo>
                <a:close/>
                <a:moveTo>
                  <a:pt x="1417582" y="55396"/>
                </a:moveTo>
                <a:lnTo>
                  <a:pt x="1417582" y="91403"/>
                </a:lnTo>
                <a:lnTo>
                  <a:pt x="1413774" y="91403"/>
                </a:lnTo>
                <a:cubicBezTo>
                  <a:pt x="1410850" y="80139"/>
                  <a:pt x="1407099" y="72476"/>
                  <a:pt x="1402522" y="68415"/>
                </a:cubicBezTo>
                <a:cubicBezTo>
                  <a:pt x="1397944" y="64352"/>
                  <a:pt x="1392116" y="62320"/>
                  <a:pt x="1385037" y="62320"/>
                </a:cubicBezTo>
                <a:cubicBezTo>
                  <a:pt x="1379652" y="62320"/>
                  <a:pt x="1375305" y="63739"/>
                  <a:pt x="1371996" y="66576"/>
                </a:cubicBezTo>
                <a:cubicBezTo>
                  <a:pt x="1368688" y="69413"/>
                  <a:pt x="1367034" y="72557"/>
                  <a:pt x="1367034" y="76007"/>
                </a:cubicBezTo>
                <a:cubicBezTo>
                  <a:pt x="1367034" y="80299"/>
                  <a:pt x="1368265" y="83979"/>
                  <a:pt x="1370727" y="87047"/>
                </a:cubicBezTo>
                <a:cubicBezTo>
                  <a:pt x="1373112" y="90189"/>
                  <a:pt x="1377959" y="93524"/>
                  <a:pt x="1385268" y="97051"/>
                </a:cubicBezTo>
                <a:lnTo>
                  <a:pt x="1402118" y="105216"/>
                </a:lnTo>
                <a:cubicBezTo>
                  <a:pt x="1417736" y="112823"/>
                  <a:pt x="1425545" y="122851"/>
                  <a:pt x="1425545" y="135298"/>
                </a:cubicBezTo>
                <a:cubicBezTo>
                  <a:pt x="1425545" y="144903"/>
                  <a:pt x="1421910" y="152645"/>
                  <a:pt x="1414639" y="158524"/>
                </a:cubicBezTo>
                <a:cubicBezTo>
                  <a:pt x="1407369" y="164402"/>
                  <a:pt x="1399232" y="167342"/>
                  <a:pt x="1390231" y="167342"/>
                </a:cubicBezTo>
                <a:cubicBezTo>
                  <a:pt x="1383768" y="167342"/>
                  <a:pt x="1376382" y="166245"/>
                  <a:pt x="1368072" y="164053"/>
                </a:cubicBezTo>
                <a:cubicBezTo>
                  <a:pt x="1365533" y="163322"/>
                  <a:pt x="1363456" y="162956"/>
                  <a:pt x="1361840" y="162956"/>
                </a:cubicBezTo>
                <a:cubicBezTo>
                  <a:pt x="1360071" y="162956"/>
                  <a:pt x="1358686" y="163879"/>
                  <a:pt x="1357686" y="165726"/>
                </a:cubicBezTo>
                <a:lnTo>
                  <a:pt x="1353877" y="165726"/>
                </a:lnTo>
                <a:lnTo>
                  <a:pt x="1353877" y="127872"/>
                </a:lnTo>
                <a:lnTo>
                  <a:pt x="1357686" y="127872"/>
                </a:lnTo>
                <a:cubicBezTo>
                  <a:pt x="1359840" y="138644"/>
                  <a:pt x="1363956" y="146761"/>
                  <a:pt x="1370034" y="152223"/>
                </a:cubicBezTo>
                <a:cubicBezTo>
                  <a:pt x="1376112" y="157686"/>
                  <a:pt x="1382921" y="160417"/>
                  <a:pt x="1390461" y="160417"/>
                </a:cubicBezTo>
                <a:cubicBezTo>
                  <a:pt x="1395770" y="160417"/>
                  <a:pt x="1400098" y="158868"/>
                  <a:pt x="1403445" y="155768"/>
                </a:cubicBezTo>
                <a:cubicBezTo>
                  <a:pt x="1406792" y="152667"/>
                  <a:pt x="1408465" y="148934"/>
                  <a:pt x="1408465" y="144570"/>
                </a:cubicBezTo>
                <a:cubicBezTo>
                  <a:pt x="1408465" y="139288"/>
                  <a:pt x="1406599" y="134848"/>
                  <a:pt x="1402868" y="131251"/>
                </a:cubicBezTo>
                <a:cubicBezTo>
                  <a:pt x="1399136" y="127652"/>
                  <a:pt x="1391692" y="123107"/>
                  <a:pt x="1380536" y="117615"/>
                </a:cubicBezTo>
                <a:cubicBezTo>
                  <a:pt x="1369380" y="112121"/>
                  <a:pt x="1362071" y="107140"/>
                  <a:pt x="1358609" y="102670"/>
                </a:cubicBezTo>
                <a:cubicBezTo>
                  <a:pt x="1355147" y="98277"/>
                  <a:pt x="1353415" y="92729"/>
                  <a:pt x="1353415" y="86026"/>
                </a:cubicBezTo>
                <a:cubicBezTo>
                  <a:pt x="1353415" y="77317"/>
                  <a:pt x="1356397" y="70036"/>
                  <a:pt x="1362360" y="64181"/>
                </a:cubicBezTo>
                <a:cubicBezTo>
                  <a:pt x="1368322" y="58324"/>
                  <a:pt x="1376035" y="55396"/>
                  <a:pt x="1385499" y="55396"/>
                </a:cubicBezTo>
                <a:cubicBezTo>
                  <a:pt x="1389654" y="55396"/>
                  <a:pt x="1394693" y="56281"/>
                  <a:pt x="1400617" y="58050"/>
                </a:cubicBezTo>
                <a:cubicBezTo>
                  <a:pt x="1404541" y="59204"/>
                  <a:pt x="1407157" y="59781"/>
                  <a:pt x="1408465" y="59781"/>
                </a:cubicBezTo>
                <a:cubicBezTo>
                  <a:pt x="1409696" y="59781"/>
                  <a:pt x="1410658" y="59512"/>
                  <a:pt x="1411350" y="58974"/>
                </a:cubicBezTo>
                <a:cubicBezTo>
                  <a:pt x="1412043" y="58435"/>
                  <a:pt x="1412851" y="57242"/>
                  <a:pt x="1413774" y="55396"/>
                </a:cubicBezTo>
                <a:lnTo>
                  <a:pt x="1417582" y="553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57e5c6944e44f3"/>
          <a:stretch xmlns:a="http://schemas.openxmlformats.org/drawingml/2006/main"/>
        </p:blipFill>
        <p:spPr>
          <a:xfrm xmlns:a="http://schemas.openxmlformats.org/drawingml/2006/main">
            <a:off x="406248" y="3317371"/>
            <a:ext cx="2374155" cy="1303107"/>
          </a:xfrm>
          <a:prstGeom xmlns:a="http://schemas.openxmlformats.org/drawingml/2006/main" prst="rect">
            <a:avLst/>
          </a:prstGeom>
        </p:spPr>
      </p:pic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F4B65E-A92C-4F92-959F-F324B2DB9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5022" y="2520327"/>
            <a:ext cx="1663313" cy="1579210"/>
          </a:xfrm>
          <a:custGeom xmlns:a="http://schemas.openxmlformats.org/drawingml/2006/main">
            <a:pathLst>
              <a:path w="1663313" h="1579210">
                <a:moveTo>
                  <a:pt x="1663313" y="1546383"/>
                </a:moveTo>
                <a:lnTo>
                  <a:pt x="1663313" y="0"/>
                </a:lnTo>
                <a:lnTo>
                  <a:pt x="1630486" y="0"/>
                </a:lnTo>
                <a:lnTo>
                  <a:pt x="1630486" y="1513556"/>
                </a:lnTo>
                <a:lnTo>
                  <a:pt x="98482" y="1513556"/>
                </a:lnTo>
                <a:lnTo>
                  <a:pt x="98482" y="1480729"/>
                </a:lnTo>
                <a:lnTo>
                  <a:pt x="0" y="1529969"/>
                </a:lnTo>
                <a:lnTo>
                  <a:pt x="98482" y="1579210"/>
                </a:lnTo>
                <a:lnTo>
                  <a:pt x="98482" y="1546383"/>
                </a:lnTo>
                <a:lnTo>
                  <a:pt x="1663313" y="1546383"/>
                </a:lnTo>
                <a:close/>
              </a:path>
            </a:pathLst>
          </a:custGeom>
          <a:solidFill xmlns:a="http://schemas.openxmlformats.org/drawingml/2006/main">
            <a:srgbClr val="767171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7944682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2026-09-05T17:18:23.0480000Z</dcterms:created>
  <dcterms:modified xsi:type="dcterms:W3CDTF">2026-09-05T17:18:23.0480000Z</dcterms:modified>
</coreProperties>
</file>