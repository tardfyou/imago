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75ed56f9994b65" /><Relationship Type="http://schemas.openxmlformats.org/officeDocument/2006/relationships/extended-properties" Target="/docProps/app.xml" Id="R36ba75b56ac04884" /><Relationship Type="http://schemas.openxmlformats.org/officeDocument/2006/relationships/officeDocument" Target="/ppt/presentation.xml" Id="R13e73be5ab3d4f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b87d90352342fc"/>
  </p:sldMasterIdLst>
  <p:notesMasterIdLst>
    <p:notesMasterId xmlns:r="http://schemas.openxmlformats.org/officeDocument/2006/relationships" r:id="R5ccbde8415934381"/>
  </p:notesMasterIdLst>
  <p:sldIdLst>
    <p:sldId xmlns:r="http://schemas.openxmlformats.org/officeDocument/2006/relationships" id="256" r:id="Rfaaae87b082b4e10"/>
  </p:sldIdLst>
  <p:sldSz cx="11315700" cy="5743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baa992a20347dc" /><Relationship Type="http://schemas.openxmlformats.org/officeDocument/2006/relationships/slideMaster" Target="/ppt/slideMasters/slideMaster1.xml" Id="R1db87d90352342fc" /><Relationship Type="http://schemas.openxmlformats.org/officeDocument/2006/relationships/notesMaster" Target="/ppt/notesMasters/notesMaster1.xml" Id="R5ccbde8415934381" /><Relationship Type="http://schemas.openxmlformats.org/officeDocument/2006/relationships/presProps" Target="/ppt/presProps.xml" Id="R96554b66c76e419c" /><Relationship Type="http://schemas.openxmlformats.org/officeDocument/2006/relationships/tableStyles" Target="/ppt/tableStyles.xml" Id="R1ec8704b59734c64" /><Relationship Type="http://schemas.openxmlformats.org/officeDocument/2006/relationships/slide" Target="/ppt/slides/slide1.xml" Id="Rfaaae87b082b4e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66e4e36dbb4d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1464e836ff47bf" /><Relationship Type="http://schemas.openxmlformats.org/officeDocument/2006/relationships/notesMaster" Target="/ppt/notesMasters/notesMaster1.xml" Id="R18dbcbb548224ff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素材ID：AI-011</ns1:t>
            </ns1:r>
          </ns1:p>
          <ns1:p>
            <ns1:r>
              <ns1:t>论文：The PRISM Alignment Dataset: What Participatory, Representative and Individualised Human Feedback Reveals About the Subjective and Multicultural Alignment of Large Language Models</ns1:t>
            </ns1:r>
          </ns1:p>
          <ns1:p>
            <ns1:r>
              <ns1:t>会议：NeurIPS 2024</ns1:t>
            </ns1:r>
          </ns1:p>
          <ns1:p>
            <ns1:r>
              <ns1:t>奖项：Best Datasets and Benchmarks Track Paper</ns1:t>
            </ns1:r>
          </ns1:p>
          <ns1:p>
            <ns1:r>
              <ns1:t>图号：Figure 1，PDF第2页</ns1:t>
            </ns1:r>
          </ns1:p>
          <ns1:p>
            <ns1:r>
              <ns1:t>类型：研究流程</ns1:t>
            </ns1:r>
          </ns1:p>
          <ns1:p>
            <ns1:r>
              <ns1:t>借鉴点：世界地图、问卷、模型交互和三组数据规模并列；适合完整呈现基准/人类研究构建过程。</ns1:t>
            </ns1:r>
          </ns1:p>
          <ns1:p>
            <ns1:r>
              <ns1:t>论文URL：https://openreview.net/forum?id=DFr5hteojx</ns1:t>
            </ns1:r>
          </ns1:p>
          <ns1:p>
            <ns1:r>
              <ns1:t>官方获奖URL：https://blog.neurips.cc/2024/12/10/announcing-the-neurips-2024-best-paper-awards/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f1c001c1149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a80e4643854f46" /><Relationship Type="http://schemas.openxmlformats.org/officeDocument/2006/relationships/slideLayout" Target="/ppt/slideLayouts/slideLayout1.xml" Id="R5988895c59c04d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88895c59c04d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d4ac11c974d6c" /><Relationship Type="http://schemas.openxmlformats.org/officeDocument/2006/relationships/image" Target="/ppt/media/image.png" Id="Rca9f6db36ae740b5" /><Relationship Type="http://schemas.openxmlformats.org/officeDocument/2006/relationships/notesSlide" Target="/ppt/notesSlides/notesSlide1.xml" Id="Rccdfb683730e48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f6db36ae740b5"/>
          <a:stretch xmlns:a="http://schemas.openxmlformats.org/drawingml/2006/main"/>
        </p:blipFill>
        <p:spPr>
          <a:xfrm xmlns:a="http://schemas.openxmlformats.org/drawingml/2006/main">
            <a:off x="133350" y="95250"/>
            <a:ext cx="4143375" cy="1733550"/>
          </a:xfrm>
          <a:prstGeom xmlns:a="http://schemas.openxmlformats.org/drawingml/2006/main" prst="rect">
            <a:avLst/>
          </a:prstGeom>
        </p:spPr>
      </p:pic>
      <p:sp>
        <p:nvSpPr>
          <p:cNvPr id="2" name="AI-011-1">
            <a:extLst xmlns:a="http://schemas.openxmlformats.org/drawingml/2006/main">
              <a:ext uri="{FF2B5EF4-FFF2-40B4-BE49-F238E27FC236}">
                <a16:creationId xmlns:a16="http://schemas.microsoft.com/office/drawing/2014/main" id="{8C42509D-D44F-4742-9BF9-A15CA64F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FF8469"/>
            </a:solidFill>
          </a:ln>
        </p:spPr>
      </p:sp>
      <p:sp>
        <p:nvSpPr>
          <p:cNvPr id="3" name="path-2">
            <a:extLst xmlns:a="http://schemas.openxmlformats.org/drawingml/2006/main">
              <a:ext uri="{FF2B5EF4-FFF2-40B4-BE49-F238E27FC236}">
                <a16:creationId xmlns:a16="http://schemas.microsoft.com/office/drawing/2014/main" id="{D08A2B35-E6DD-4D3F-8F99-B11259FE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419100" cy="238125"/>
          </a:xfrm>
          <a:custGeom xmlns:a="http://schemas.openxmlformats.org/drawingml/2006/main">
            <a:pathLst>
              <a:path w="419100" h="238125">
                <a:moveTo>
                  <a:pt x="0" y="238125"/>
                </a:moveTo>
                <a:lnTo>
                  <a:pt x="2580" y="200874"/>
                </a:lnTo>
                <a:lnTo>
                  <a:pt x="10256" y="164540"/>
                </a:lnTo>
                <a:lnTo>
                  <a:pt x="22840" y="130019"/>
                </a:lnTo>
                <a:lnTo>
                  <a:pt x="40020" y="98159"/>
                </a:lnTo>
                <a:lnTo>
                  <a:pt x="61376" y="69745"/>
                </a:lnTo>
                <a:lnTo>
                  <a:pt x="86380" y="45478"/>
                </a:lnTo>
                <a:lnTo>
                  <a:pt x="114416" y="25954"/>
                </a:lnTo>
                <a:lnTo>
                  <a:pt x="144795" y="11655"/>
                </a:lnTo>
                <a:lnTo>
                  <a:pt x="176769" y="2932"/>
                </a:lnTo>
                <a:lnTo>
                  <a:pt x="209550" y="0"/>
                </a:lnTo>
                <a:lnTo>
                  <a:pt x="242331" y="2932"/>
                </a:lnTo>
                <a:lnTo>
                  <a:pt x="274305" y="11655"/>
                </a:lnTo>
                <a:lnTo>
                  <a:pt x="304684" y="25954"/>
                </a:lnTo>
                <a:lnTo>
                  <a:pt x="332720" y="45478"/>
                </a:lnTo>
                <a:lnTo>
                  <a:pt x="357724" y="69745"/>
                </a:lnTo>
                <a:lnTo>
                  <a:pt x="379080" y="98159"/>
                </a:lnTo>
                <a:lnTo>
                  <a:pt x="396260" y="130019"/>
                </a:lnTo>
                <a:lnTo>
                  <a:pt x="408844" y="164540"/>
                </a:lnTo>
                <a:lnTo>
                  <a:pt x="416520" y="200874"/>
                </a:lnTo>
                <a:lnTo>
                  <a:pt x="41910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8469"/>
            </a:solidFill>
          </a:ln>
        </p:spPr>
      </p:sp>
      <p:sp>
        <p:nvSpPr>
          <p:cNvPr id="4" name="AI-011-3">
            <a:extLst xmlns:a="http://schemas.openxmlformats.org/drawingml/2006/main">
              <a:ext uri="{FF2B5EF4-FFF2-40B4-BE49-F238E27FC236}">
                <a16:creationId xmlns:a16="http://schemas.microsoft.com/office/drawing/2014/main" id="{23482CE4-59E3-420E-880B-1C9FC6C8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1828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B7E1C4"/>
            </a:solidFill>
          </a:ln>
        </p:spPr>
      </p:sp>
      <p:sp>
        <p:nvSpPr>
          <p:cNvPr id="5" name="path-4">
            <a:extLst xmlns:a="http://schemas.openxmlformats.org/drawingml/2006/main">
              <a:ext uri="{FF2B5EF4-FFF2-40B4-BE49-F238E27FC236}">
                <a16:creationId xmlns:a16="http://schemas.microsoft.com/office/drawing/2014/main" id="{304269CC-D1F1-40F3-AA12-26ACD82E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419100" cy="238125"/>
          </a:xfrm>
          <a:custGeom xmlns:a="http://schemas.openxmlformats.org/drawingml/2006/main">
            <a:pathLst>
              <a:path w="419100" h="238125">
                <a:moveTo>
                  <a:pt x="0" y="238125"/>
                </a:moveTo>
                <a:lnTo>
                  <a:pt x="2580" y="200874"/>
                </a:lnTo>
                <a:lnTo>
                  <a:pt x="10256" y="164540"/>
                </a:lnTo>
                <a:lnTo>
                  <a:pt x="22840" y="130019"/>
                </a:lnTo>
                <a:lnTo>
                  <a:pt x="40020" y="98159"/>
                </a:lnTo>
                <a:lnTo>
                  <a:pt x="61376" y="69745"/>
                </a:lnTo>
                <a:lnTo>
                  <a:pt x="86380" y="45478"/>
                </a:lnTo>
                <a:lnTo>
                  <a:pt x="114416" y="25954"/>
                </a:lnTo>
                <a:lnTo>
                  <a:pt x="144795" y="11655"/>
                </a:lnTo>
                <a:lnTo>
                  <a:pt x="176769" y="2932"/>
                </a:lnTo>
                <a:lnTo>
                  <a:pt x="209550" y="0"/>
                </a:lnTo>
                <a:lnTo>
                  <a:pt x="242331" y="2932"/>
                </a:lnTo>
                <a:lnTo>
                  <a:pt x="274305" y="11655"/>
                </a:lnTo>
                <a:lnTo>
                  <a:pt x="304684" y="25954"/>
                </a:lnTo>
                <a:lnTo>
                  <a:pt x="332720" y="45478"/>
                </a:lnTo>
                <a:lnTo>
                  <a:pt x="357724" y="69745"/>
                </a:lnTo>
                <a:lnTo>
                  <a:pt x="379080" y="98159"/>
                </a:lnTo>
                <a:lnTo>
                  <a:pt x="396260" y="130019"/>
                </a:lnTo>
                <a:lnTo>
                  <a:pt x="408844" y="164540"/>
                </a:lnTo>
                <a:lnTo>
                  <a:pt x="416520" y="200874"/>
                </a:lnTo>
                <a:lnTo>
                  <a:pt x="41910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7E1C4"/>
            </a:solidFill>
          </a:ln>
        </p:spPr>
      </p:sp>
      <p:sp>
        <p:nvSpPr>
          <p:cNvPr id="6" name="AI-011-5">
            <a:extLst xmlns:a="http://schemas.openxmlformats.org/drawingml/2006/main">
              <a:ext uri="{FF2B5EF4-FFF2-40B4-BE49-F238E27FC236}">
                <a16:creationId xmlns:a16="http://schemas.microsoft.com/office/drawing/2014/main" id="{F6DCF054-5F46-482F-8989-B1CF8EFD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1971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DB2D4"/>
            </a:solidFill>
          </a:ln>
        </p:spPr>
      </p:sp>
      <p:sp>
        <p:nvSpPr>
          <p:cNvPr id="7" name="path-6">
            <a:extLst xmlns:a="http://schemas.openxmlformats.org/drawingml/2006/main">
              <a:ext uri="{FF2B5EF4-FFF2-40B4-BE49-F238E27FC236}">
                <a16:creationId xmlns:a16="http://schemas.microsoft.com/office/drawing/2014/main" id="{4695352B-B9FC-4A1F-832D-6EE3A738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219325"/>
            <a:ext cx="419100" cy="238125"/>
          </a:xfrm>
          <a:custGeom xmlns:a="http://schemas.openxmlformats.org/drawingml/2006/main">
            <a:pathLst>
              <a:path w="419100" h="238125">
                <a:moveTo>
                  <a:pt x="0" y="238125"/>
                </a:moveTo>
                <a:lnTo>
                  <a:pt x="2580" y="200874"/>
                </a:lnTo>
                <a:lnTo>
                  <a:pt x="10256" y="164540"/>
                </a:lnTo>
                <a:lnTo>
                  <a:pt x="22840" y="130019"/>
                </a:lnTo>
                <a:lnTo>
                  <a:pt x="40020" y="98159"/>
                </a:lnTo>
                <a:lnTo>
                  <a:pt x="61376" y="69745"/>
                </a:lnTo>
                <a:lnTo>
                  <a:pt x="86380" y="45478"/>
                </a:lnTo>
                <a:lnTo>
                  <a:pt x="114416" y="25954"/>
                </a:lnTo>
                <a:lnTo>
                  <a:pt x="144795" y="11655"/>
                </a:lnTo>
                <a:lnTo>
                  <a:pt x="176769" y="2932"/>
                </a:lnTo>
                <a:lnTo>
                  <a:pt x="209550" y="0"/>
                </a:lnTo>
                <a:lnTo>
                  <a:pt x="242331" y="2932"/>
                </a:lnTo>
                <a:lnTo>
                  <a:pt x="274305" y="11655"/>
                </a:lnTo>
                <a:lnTo>
                  <a:pt x="304684" y="25954"/>
                </a:lnTo>
                <a:lnTo>
                  <a:pt x="332720" y="45478"/>
                </a:lnTo>
                <a:lnTo>
                  <a:pt x="357724" y="69745"/>
                </a:lnTo>
                <a:lnTo>
                  <a:pt x="379080" y="98159"/>
                </a:lnTo>
                <a:lnTo>
                  <a:pt x="396260" y="130019"/>
                </a:lnTo>
                <a:lnTo>
                  <a:pt x="408844" y="164540"/>
                </a:lnTo>
                <a:lnTo>
                  <a:pt x="416520" y="200874"/>
                </a:lnTo>
                <a:lnTo>
                  <a:pt x="41910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DB2D4"/>
            </a:solidFill>
          </a:ln>
        </p:spPr>
      </p:sp>
      <p:sp>
        <p:nvSpPr>
          <p:cNvPr id="8" name="AI-011-7">
            <a:extLst xmlns:a="http://schemas.openxmlformats.org/drawingml/2006/main">
              <a:ext uri="{FF2B5EF4-FFF2-40B4-BE49-F238E27FC236}">
                <a16:creationId xmlns:a16="http://schemas.microsoft.com/office/drawing/2014/main" id="{54BD56F6-AAE8-42F3-A72F-F29C862A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5425" y="2076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FFBF42"/>
            </a:solidFill>
          </a:ln>
        </p:spPr>
      </p:sp>
      <p:sp>
        <p:nvSpPr>
          <p:cNvPr id="9" name="path-8">
            <a:extLst xmlns:a="http://schemas.openxmlformats.org/drawingml/2006/main">
              <a:ext uri="{FF2B5EF4-FFF2-40B4-BE49-F238E27FC236}">
                <a16:creationId xmlns:a16="http://schemas.microsoft.com/office/drawing/2014/main" id="{DCD99B41-BAE9-4135-9463-D5DE309D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324100"/>
            <a:ext cx="419100" cy="238125"/>
          </a:xfrm>
          <a:custGeom xmlns:a="http://schemas.openxmlformats.org/drawingml/2006/main">
            <a:pathLst>
              <a:path w="419100" h="238125">
                <a:moveTo>
                  <a:pt x="0" y="238125"/>
                </a:moveTo>
                <a:lnTo>
                  <a:pt x="2580" y="200874"/>
                </a:lnTo>
                <a:lnTo>
                  <a:pt x="10256" y="164540"/>
                </a:lnTo>
                <a:lnTo>
                  <a:pt x="22840" y="130019"/>
                </a:lnTo>
                <a:lnTo>
                  <a:pt x="40020" y="98159"/>
                </a:lnTo>
                <a:lnTo>
                  <a:pt x="61376" y="69745"/>
                </a:lnTo>
                <a:lnTo>
                  <a:pt x="86380" y="45478"/>
                </a:lnTo>
                <a:lnTo>
                  <a:pt x="114416" y="25954"/>
                </a:lnTo>
                <a:lnTo>
                  <a:pt x="144795" y="11655"/>
                </a:lnTo>
                <a:lnTo>
                  <a:pt x="176769" y="2932"/>
                </a:lnTo>
                <a:lnTo>
                  <a:pt x="209550" y="0"/>
                </a:lnTo>
                <a:lnTo>
                  <a:pt x="242331" y="2932"/>
                </a:lnTo>
                <a:lnTo>
                  <a:pt x="274305" y="11655"/>
                </a:lnTo>
                <a:lnTo>
                  <a:pt x="304684" y="25954"/>
                </a:lnTo>
                <a:lnTo>
                  <a:pt x="332720" y="45478"/>
                </a:lnTo>
                <a:lnTo>
                  <a:pt x="357724" y="69745"/>
                </a:lnTo>
                <a:lnTo>
                  <a:pt x="379080" y="98159"/>
                </a:lnTo>
                <a:lnTo>
                  <a:pt x="396260" y="130019"/>
                </a:lnTo>
                <a:lnTo>
                  <a:pt x="408844" y="164540"/>
                </a:lnTo>
                <a:lnTo>
                  <a:pt x="416520" y="200874"/>
                </a:lnTo>
                <a:lnTo>
                  <a:pt x="41910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BF42"/>
            </a:solidFill>
          </a:ln>
        </p:spPr>
      </p:sp>
      <p:sp>
        <p:nvSpPr>
          <p:cNvPr id="10" name="path-9">
            <a:extLst xmlns:a="http://schemas.openxmlformats.org/drawingml/2006/main">
              <a:ext uri="{FF2B5EF4-FFF2-40B4-BE49-F238E27FC236}">
                <a16:creationId xmlns:a16="http://schemas.microsoft.com/office/drawing/2014/main" id="{1132A4BD-E35D-4437-A1B0-AA270906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57275"/>
            <a:ext cx="180975" cy="666750"/>
          </a:xfrm>
          <a:custGeom xmlns:a="http://schemas.openxmlformats.org/drawingml/2006/main">
            <a:pathLst>
              <a:path w="180975" h="666750">
                <a:moveTo>
                  <a:pt x="0" y="666750"/>
                </a:moveTo>
                <a:lnTo>
                  <a:pt x="66675" y="542925"/>
                </a:lnTo>
                <a:lnTo>
                  <a:pt x="114300" y="381000"/>
                </a:lnTo>
                <a:lnTo>
                  <a:pt x="152400" y="171450"/>
                </a:ln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8469"/>
            </a:solidFill>
          </a:ln>
        </p:spPr>
      </p:sp>
      <p:sp>
        <p:nvSpPr>
          <p:cNvPr id="11" name="path-10">
            <a:extLst xmlns:a="http://schemas.openxmlformats.org/drawingml/2006/main">
              <a:ext uri="{FF2B5EF4-FFF2-40B4-BE49-F238E27FC236}">
                <a16:creationId xmlns:a16="http://schemas.microsoft.com/office/drawing/2014/main" id="{2D663975-B887-4048-A893-08C4B290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57250"/>
            <a:ext cx="914400" cy="1066800"/>
          </a:xfrm>
          <a:custGeom xmlns:a="http://schemas.openxmlformats.org/drawingml/2006/main">
            <a:pathLst>
              <a:path w="914400" h="1066800">
                <a:moveTo>
                  <a:pt x="0" y="1066800"/>
                </a:moveTo>
                <a:lnTo>
                  <a:pt x="238125" y="790575"/>
                </a:lnTo>
                <a:lnTo>
                  <a:pt x="552450" y="419100"/>
                </a:lnTo>
                <a:lnTo>
                  <a:pt x="914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7E1C4"/>
            </a:solidFill>
          </a:ln>
        </p:spPr>
      </p:sp>
      <p:sp>
        <p:nvSpPr>
          <p:cNvPr id="12" name="path-11">
            <a:extLst xmlns:a="http://schemas.openxmlformats.org/drawingml/2006/main">
              <a:ext uri="{FF2B5EF4-FFF2-40B4-BE49-F238E27FC236}">
                <a16:creationId xmlns:a16="http://schemas.microsoft.com/office/drawing/2014/main" id="{5BD12CDF-0B9A-4A0B-962D-505C3211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09700"/>
            <a:ext cx="723900" cy="666750"/>
          </a:xfrm>
          <a:custGeom xmlns:a="http://schemas.openxmlformats.org/drawingml/2006/main">
            <a:pathLst>
              <a:path w="723900" h="666750">
                <a:moveTo>
                  <a:pt x="0" y="666750"/>
                </a:moveTo>
                <a:lnTo>
                  <a:pt x="200025" y="466725"/>
                </a:lnTo>
                <a:lnTo>
                  <a:pt x="447675" y="228600"/>
                </a:lnTo>
                <a:lnTo>
                  <a:pt x="723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DB2D4"/>
            </a:solidFill>
          </a:ln>
        </p:spPr>
      </p:sp>
      <p:sp>
        <p:nvSpPr>
          <p:cNvPr id="13" name="path-12">
            <a:extLst xmlns:a="http://schemas.openxmlformats.org/drawingml/2006/main">
              <a:ext uri="{FF2B5EF4-FFF2-40B4-BE49-F238E27FC236}">
                <a16:creationId xmlns:a16="http://schemas.microsoft.com/office/drawing/2014/main" id="{DA6BF290-5378-4034-B121-D79210C7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447800"/>
            <a:ext cx="962025" cy="695325"/>
          </a:xfrm>
          <a:custGeom xmlns:a="http://schemas.openxmlformats.org/drawingml/2006/main">
            <a:pathLst>
              <a:path w="962025" h="695325">
                <a:moveTo>
                  <a:pt x="0" y="695325"/>
                </a:moveTo>
                <a:lnTo>
                  <a:pt x="257175" y="409575"/>
                </a:lnTo>
                <a:lnTo>
                  <a:pt x="571500" y="219075"/>
                </a:lnTo>
                <a:lnTo>
                  <a:pt x="962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BF42"/>
            </a:solidFill>
          </a:ln>
        </p:spPr>
      </p:sp>
      <p:sp>
        <p:nvSpPr>
          <p:cNvPr id="14" name="AI-011-13">
            <a:extLst xmlns:a="http://schemas.openxmlformats.org/drawingml/2006/main">
              <a:ext uri="{FF2B5EF4-FFF2-40B4-BE49-F238E27FC236}">
                <a16:creationId xmlns:a16="http://schemas.microsoft.com/office/drawing/2014/main" id="{0CEBB9C4-D548-4EDF-B243-54F36B32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2533650"/>
            <a:ext cx="2409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0" i="0">
                <a:solidFill>
                  <a:srgbClr val="303B40"/>
                </a:solidFill>
                <a:latin typeface="Arial"/>
                <a:ea typeface="Arial"/>
                <a:cs typeface="Arial"/>
              </a:defRPr>
            </a:pPr>
            <a:r>
              <a:rPr sz="1463" b="0" i="0">
                <a:solidFill>
                  <a:srgbClr val="303B40"/>
                </a:solidFill>
                <a:latin typeface="Arial"/>
                <a:ea typeface="Arial"/>
                <a:cs typeface="Arial"/>
              </a:rPr>
              <a:t>We recruit participants</a:t>
            </a:r>
          </a:p>
          <a:p xmlns:a="http://schemas.openxmlformats.org/drawingml/2006/main">
            <a:pPr algn="l">
              <a:defRPr sz="1463" b="0" i="0">
                <a:solidFill>
                  <a:srgbClr val="303B40"/>
                </a:solidFill>
                <a:latin typeface="Arial"/>
                <a:ea typeface="Arial"/>
                <a:cs typeface="Arial"/>
              </a:defRPr>
            </a:pPr>
            <a:r>
              <a:rPr sz="1463" b="0" i="0">
                <a:solidFill>
                  <a:srgbClr val="303B40"/>
                </a:solidFill>
                <a:latin typeface="Arial"/>
                <a:ea typeface="Arial"/>
                <a:cs typeface="Arial"/>
              </a:rPr>
              <a:t>from across the globe</a:t>
            </a:r>
          </a:p>
        </p:txBody>
      </p:sp>
      <p:sp>
        <p:nvSpPr>
          <p:cNvPr id="15" name="AI-011-14">
            <a:extLst xmlns:a="http://schemas.openxmlformats.org/drawingml/2006/main">
              <a:ext uri="{FF2B5EF4-FFF2-40B4-BE49-F238E27FC236}">
                <a16:creationId xmlns:a16="http://schemas.microsoft.com/office/drawing/2014/main" id="{D990F812-F882-4FF0-ADF8-63D9E648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1809750"/>
            <a:ext cx="390525" cy="390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6" name="AI-011-15">
            <a:extLst xmlns:a="http://schemas.openxmlformats.org/drawingml/2006/main">
              <a:ext uri="{FF2B5EF4-FFF2-40B4-BE49-F238E27FC236}">
                <a16:creationId xmlns:a16="http://schemas.microsoft.com/office/drawing/2014/main" id="{1C3E14DC-64DE-4B5E-BE4A-264130FC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1809750"/>
            <a:ext cx="371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AI-011-16">
            <a:extLst xmlns:a="http://schemas.openxmlformats.org/drawingml/2006/main">
              <a:ext uri="{FF2B5EF4-FFF2-40B4-BE49-F238E27FC236}">
                <a16:creationId xmlns:a16="http://schemas.microsoft.com/office/drawing/2014/main" id="{29F8D8BC-853A-4B37-AE94-08BBC0BE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1790700"/>
            <a:ext cx="14382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Participants</a:t>
            </a:r>
          </a:p>
          <a:p xmlns:a="http://schemas.openxmlformats.org/drawingml/2006/main">
            <a:pPr algn="l">
              <a:defRPr sz="14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 a</a:t>
            </a:r>
          </a:p>
          <a:p xmlns:a="http://schemas.openxmlformats.org/drawingml/2006/main">
            <a:pPr algn="l">
              <a:defRPr sz="14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detailed survey</a:t>
            </a:r>
          </a:p>
        </p:txBody>
      </p:sp>
      <p:sp>
        <p:nvSpPr>
          <p:cNvPr id="18" name="AI-011-17">
            <a:extLst xmlns:a="http://schemas.openxmlformats.org/drawingml/2006/main">
              <a:ext uri="{FF2B5EF4-FFF2-40B4-BE49-F238E27FC236}">
                <a16:creationId xmlns:a16="http://schemas.microsoft.com/office/drawing/2014/main" id="{384B995C-1D8F-4AF8-B48D-DDADF263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9075" y="1266825"/>
            <a:ext cx="1362075" cy="1781175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DFBEA"/>
          </a:solidFill>
          <a:ln xmlns:a="http://schemas.openxmlformats.org/drawingml/2006/main" w="17145">
            <a:solidFill>
              <a:srgbClr val="394143"/>
            </a:solidFill>
          </a:ln>
        </p:spPr>
      </p:sp>
      <p:sp>
        <p:nvSpPr>
          <p:cNvPr id="19" name="AI-011-18">
            <a:extLst xmlns:a="http://schemas.openxmlformats.org/drawingml/2006/main">
              <a:ext uri="{FF2B5EF4-FFF2-40B4-BE49-F238E27FC236}">
                <a16:creationId xmlns:a16="http://schemas.microsoft.com/office/drawing/2014/main" id="{6795E470-494A-4275-8D43-74794AC4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1943" y="1304925"/>
            <a:ext cx="72390" cy="723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33333"/>
            </a:solidFill>
          </a:ln>
        </p:spPr>
      </p:sp>
      <p:sp>
        <p:nvSpPr>
          <p:cNvPr id="20" name="path-19">
            <a:extLst xmlns:a="http://schemas.openxmlformats.org/drawingml/2006/main">
              <a:ext uri="{FF2B5EF4-FFF2-40B4-BE49-F238E27FC236}">
                <a16:creationId xmlns:a16="http://schemas.microsoft.com/office/drawing/2014/main" id="{ECA35194-420B-49F8-93A6-B7DD93D0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367" y="1384554"/>
            <a:ext cx="141161" cy="95917"/>
          </a:xfrm>
          <a:custGeom xmlns:a="http://schemas.openxmlformats.org/drawingml/2006/main">
            <a:pathLst>
              <a:path w="141161" h="95917">
                <a:moveTo>
                  <a:pt x="0" y="95917"/>
                </a:moveTo>
                <a:lnTo>
                  <a:pt x="3620" y="30766"/>
                </a:lnTo>
                <a:lnTo>
                  <a:pt x="19907" y="1810"/>
                </a:lnTo>
                <a:lnTo>
                  <a:pt x="45244" y="21717"/>
                </a:lnTo>
                <a:lnTo>
                  <a:pt x="90488" y="21717"/>
                </a:lnTo>
                <a:lnTo>
                  <a:pt x="119444" y="0"/>
                </a:lnTo>
                <a:lnTo>
                  <a:pt x="137541" y="36195"/>
                </a:lnTo>
                <a:lnTo>
                  <a:pt x="141161" y="941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33333"/>
            </a:solidFill>
          </a:ln>
        </p:spPr>
      </p:sp>
      <p:sp>
        <p:nvSpPr>
          <p:cNvPr id="21" name="AI-011-20">
            <a:extLst xmlns:a="http://schemas.openxmlformats.org/drawingml/2006/main">
              <a:ext uri="{FF2B5EF4-FFF2-40B4-BE49-F238E27FC236}">
                <a16:creationId xmlns:a16="http://schemas.microsoft.com/office/drawing/2014/main" id="{BC5A5B85-44CA-4948-8A4B-24CE8C01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9075" y="1266825"/>
            <a:ext cx="238125" cy="2381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333333"/>
            </a:solidFill>
          </a:ln>
        </p:spPr>
      </p:sp>
      <p:sp>
        <p:nvSpPr>
          <p:cNvPr id="22" name="line-21">
            <a:extLst xmlns:a="http://schemas.openxmlformats.org/drawingml/2006/main">
              <a:ext uri="{FF2B5EF4-FFF2-40B4-BE49-F238E27FC236}">
                <a16:creationId xmlns:a16="http://schemas.microsoft.com/office/drawing/2014/main" id="{D533164D-455E-49A6-A9B8-DF35E36C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90675"/>
            <a:ext cx="781050" cy="10"/>
          </a:xfrm>
          <a:custGeom xmlns:a="http://schemas.openxmlformats.org/drawingml/2006/main">
            <a:pathLst>
              <a:path w="781050" h="10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52A2B"/>
            </a:solidFill>
          </a:ln>
        </p:spPr>
      </p:sp>
      <p:sp>
        <p:nvSpPr>
          <p:cNvPr id="23" name="line-22">
            <a:extLst xmlns:a="http://schemas.openxmlformats.org/drawingml/2006/main">
              <a:ext uri="{FF2B5EF4-FFF2-40B4-BE49-F238E27FC236}">
                <a16:creationId xmlns:a16="http://schemas.microsoft.com/office/drawing/2014/main" id="{493716A8-E1E3-4AE3-A2EB-4B085D3D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62125"/>
            <a:ext cx="781050" cy="10"/>
          </a:xfrm>
          <a:custGeom xmlns:a="http://schemas.openxmlformats.org/drawingml/2006/main">
            <a:pathLst>
              <a:path w="781050" h="10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52A2B"/>
            </a:solidFill>
          </a:ln>
        </p:spPr>
      </p:sp>
      <p:sp>
        <p:nvSpPr>
          <p:cNvPr id="24" name="line-23">
            <a:extLst xmlns:a="http://schemas.openxmlformats.org/drawingml/2006/main">
              <a:ext uri="{FF2B5EF4-FFF2-40B4-BE49-F238E27FC236}">
                <a16:creationId xmlns:a16="http://schemas.microsoft.com/office/drawing/2014/main" id="{A2708931-2AA1-4DF3-A963-C5B26B3E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33575"/>
            <a:ext cx="781050" cy="10"/>
          </a:xfrm>
          <a:custGeom xmlns:a="http://schemas.openxmlformats.org/drawingml/2006/main">
            <a:pathLst>
              <a:path w="781050" h="10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52A2B"/>
            </a:solidFill>
          </a:ln>
        </p:spPr>
      </p:sp>
      <p:sp>
        <p:nvSpPr>
          <p:cNvPr id="25" name="AI-011-24">
            <a:extLst xmlns:a="http://schemas.openxmlformats.org/drawingml/2006/main">
              <a:ext uri="{FF2B5EF4-FFF2-40B4-BE49-F238E27FC236}">
                <a16:creationId xmlns:a16="http://schemas.microsoft.com/office/drawing/2014/main" id="{3E23A223-8C8F-452B-9BD4-6A84823B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1524000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5240">
            <a:solidFill>
              <a:srgbClr val="252A2B"/>
            </a:solidFill>
          </a:ln>
        </p:spPr>
      </p:sp>
      <p:sp>
        <p:nvSpPr>
          <p:cNvPr id="26" name="path-25">
            <a:extLst xmlns:a="http://schemas.openxmlformats.org/drawingml/2006/main">
              <a:ext uri="{FF2B5EF4-FFF2-40B4-BE49-F238E27FC236}">
                <a16:creationId xmlns:a16="http://schemas.microsoft.com/office/drawing/2014/main" id="{67DBD69C-C6EE-4100-B211-A56BE3C0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85925"/>
            <a:ext cx="123825" cy="85725"/>
          </a:xfrm>
          <a:custGeom xmlns:a="http://schemas.openxmlformats.org/drawingml/2006/main">
            <a:pathLst>
              <a:path w="123825" h="85725">
                <a:moveTo>
                  <a:pt x="0" y="38100"/>
                </a:moveTo>
                <a:lnTo>
                  <a:pt x="47625" y="85725"/>
                </a:ln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52A2B"/>
            </a:solidFill>
          </a:ln>
        </p:spPr>
      </p:sp>
      <p:sp>
        <p:nvSpPr>
          <p:cNvPr id="27" name="AI-011-26">
            <a:extLst xmlns:a="http://schemas.openxmlformats.org/drawingml/2006/main">
              <a:ext uri="{FF2B5EF4-FFF2-40B4-BE49-F238E27FC236}">
                <a16:creationId xmlns:a16="http://schemas.microsoft.com/office/drawing/2014/main" id="{899C8518-1A08-4A46-BDA9-7191E4C4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1866900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5240">
            <a:solidFill>
              <a:srgbClr val="252A2B"/>
            </a:solidFill>
          </a:ln>
        </p:spPr>
      </p:sp>
      <p:sp>
        <p:nvSpPr>
          <p:cNvPr id="28" name="AI-011-27">
            <a:extLst xmlns:a="http://schemas.openxmlformats.org/drawingml/2006/main">
              <a:ext uri="{FF2B5EF4-FFF2-40B4-BE49-F238E27FC236}">
                <a16:creationId xmlns:a16="http://schemas.microsoft.com/office/drawing/2014/main" id="{F116575D-7C43-4158-A99F-DCCB7058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2124075"/>
            <a:ext cx="10477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0D9E0"/>
          </a:solidFill>
          <a:ln xmlns:a="http://schemas.openxmlformats.org/drawingml/2006/main" w="15240">
            <a:solidFill>
              <a:srgbClr val="47555C"/>
            </a:solidFill>
          </a:ln>
        </p:spPr>
      </p:sp>
      <p:sp>
        <p:nvSpPr>
          <p:cNvPr id="29" name="AI-011-28">
            <a:extLst xmlns:a="http://schemas.openxmlformats.org/drawingml/2006/main">
              <a:ext uri="{FF2B5EF4-FFF2-40B4-BE49-F238E27FC236}">
                <a16:creationId xmlns:a16="http://schemas.microsoft.com/office/drawing/2014/main" id="{EFA737A1-58AA-43F8-B755-2477289F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1075" y="2095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DDEC"/>
          </a:solidFill>
          <a:ln xmlns:a="http://schemas.openxmlformats.org/drawingml/2006/main" w="14288">
            <a:solidFill>
              <a:srgbClr val="47555C"/>
            </a:solidFill>
          </a:ln>
        </p:spPr>
      </p:sp>
      <p:sp>
        <p:nvSpPr>
          <p:cNvPr id="30" name="AI-011-29">
            <a:extLst xmlns:a="http://schemas.openxmlformats.org/drawingml/2006/main">
              <a:ext uri="{FF2B5EF4-FFF2-40B4-BE49-F238E27FC236}">
                <a16:creationId xmlns:a16="http://schemas.microsoft.com/office/drawing/2014/main" id="{9D3ABB83-D5B3-4A95-8409-4F783B29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2257425"/>
            <a:ext cx="10477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0D9E0"/>
          </a:solidFill>
          <a:ln xmlns:a="http://schemas.openxmlformats.org/drawingml/2006/main" w="15240">
            <a:solidFill>
              <a:srgbClr val="47555C"/>
            </a:solidFill>
          </a:ln>
        </p:spPr>
      </p:sp>
      <p:sp>
        <p:nvSpPr>
          <p:cNvPr id="31" name="AI-011-30">
            <a:extLst xmlns:a="http://schemas.openxmlformats.org/drawingml/2006/main">
              <a:ext uri="{FF2B5EF4-FFF2-40B4-BE49-F238E27FC236}">
                <a16:creationId xmlns:a16="http://schemas.microsoft.com/office/drawing/2014/main" id="{C23A22ED-FF1B-47CF-949A-A8F942F9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222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DDEC"/>
          </a:solidFill>
          <a:ln xmlns:a="http://schemas.openxmlformats.org/drawingml/2006/main" w="14288">
            <a:solidFill>
              <a:srgbClr val="47555C"/>
            </a:solidFill>
          </a:ln>
        </p:spPr>
      </p:sp>
      <p:sp>
        <p:nvSpPr>
          <p:cNvPr id="32" name="AI-011-31">
            <a:extLst xmlns:a="http://schemas.openxmlformats.org/drawingml/2006/main">
              <a:ext uri="{FF2B5EF4-FFF2-40B4-BE49-F238E27FC236}">
                <a16:creationId xmlns:a16="http://schemas.microsoft.com/office/drawing/2014/main" id="{8A097EC5-CA76-4B3F-B672-83E11708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2390775"/>
            <a:ext cx="10477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0D9E0"/>
          </a:solidFill>
          <a:ln xmlns:a="http://schemas.openxmlformats.org/drawingml/2006/main" w="15240">
            <a:solidFill>
              <a:srgbClr val="47555C"/>
            </a:solidFill>
          </a:ln>
        </p:spPr>
      </p:sp>
      <p:sp>
        <p:nvSpPr>
          <p:cNvPr id="33" name="AI-011-32">
            <a:extLst xmlns:a="http://schemas.openxmlformats.org/drawingml/2006/main">
              <a:ext uri="{FF2B5EF4-FFF2-40B4-BE49-F238E27FC236}">
                <a16:creationId xmlns:a16="http://schemas.microsoft.com/office/drawing/2014/main" id="{48811F48-EC50-41D7-9079-65D9E7F0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362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DDEC"/>
          </a:solidFill>
          <a:ln xmlns:a="http://schemas.openxmlformats.org/drawingml/2006/main" w="14288">
            <a:solidFill>
              <a:srgbClr val="47555C"/>
            </a:solidFill>
          </a:ln>
        </p:spPr>
      </p:sp>
      <p:sp>
        <p:nvSpPr>
          <p:cNvPr id="34" name="line-33">
            <a:extLst xmlns:a="http://schemas.openxmlformats.org/drawingml/2006/main">
              <a:ext uri="{FF2B5EF4-FFF2-40B4-BE49-F238E27FC236}">
                <a16:creationId xmlns:a16="http://schemas.microsoft.com/office/drawing/2014/main" id="{AEE319AE-6650-4F9A-9F4F-E19CD65D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9850"/>
            <a:ext cx="733425" cy="10"/>
          </a:xfrm>
          <a:custGeom xmlns:a="http://schemas.openxmlformats.org/drawingml/2006/main">
            <a:pathLst>
              <a:path w="733425" h="10">
                <a:moveTo>
                  <a:pt x="0" y="0"/>
                </a:moveTo>
                <a:lnTo>
                  <a:pt x="733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52A2B"/>
            </a:solidFill>
          </a:ln>
        </p:spPr>
      </p:sp>
      <p:sp>
        <p:nvSpPr>
          <p:cNvPr id="35" name="line-34">
            <a:extLst xmlns:a="http://schemas.openxmlformats.org/drawingml/2006/main">
              <a:ext uri="{FF2B5EF4-FFF2-40B4-BE49-F238E27FC236}">
                <a16:creationId xmlns:a16="http://schemas.microsoft.com/office/drawing/2014/main" id="{C4BD4370-FE01-40F9-B034-33ED5FC2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33675"/>
            <a:ext cx="962025" cy="10"/>
          </a:xfrm>
          <a:custGeom xmlns:a="http://schemas.openxmlformats.org/drawingml/2006/main">
            <a:pathLst>
              <a:path w="962025" h="10">
                <a:moveTo>
                  <a:pt x="0" y="0"/>
                </a:moveTo>
                <a:lnTo>
                  <a:pt x="962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52A2B"/>
            </a:solidFill>
          </a:ln>
        </p:spPr>
      </p:sp>
      <p:sp>
        <p:nvSpPr>
          <p:cNvPr id="36" name="line-35">
            <a:extLst xmlns:a="http://schemas.openxmlformats.org/drawingml/2006/main">
              <a:ext uri="{FF2B5EF4-FFF2-40B4-BE49-F238E27FC236}">
                <a16:creationId xmlns:a16="http://schemas.microsoft.com/office/drawing/2014/main" id="{B4173CFE-C00B-4CC8-BD80-40B5B156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647700" cy="10"/>
          </a:xfrm>
          <a:custGeom xmlns:a="http://schemas.openxmlformats.org/drawingml/2006/main">
            <a:pathLst>
              <a:path w="647700" h="10">
                <a:moveTo>
                  <a:pt x="0" y="0"/>
                </a:moveTo>
                <a:lnTo>
                  <a:pt x="647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52A2B"/>
            </a:solidFill>
          </a:ln>
        </p:spPr>
      </p:sp>
      <p:sp>
        <p:nvSpPr>
          <p:cNvPr id="37" name="AI-011-36">
            <a:extLst xmlns:a="http://schemas.openxmlformats.org/drawingml/2006/main">
              <a:ext uri="{FF2B5EF4-FFF2-40B4-BE49-F238E27FC236}">
                <a16:creationId xmlns:a16="http://schemas.microsoft.com/office/drawing/2014/main" id="{907A3AB3-9F67-444E-8E7F-849CE13C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9125" y="161925"/>
            <a:ext cx="390525" cy="390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8" name="AI-011-37">
            <a:extLst xmlns:a="http://schemas.openxmlformats.org/drawingml/2006/main">
              <a:ext uri="{FF2B5EF4-FFF2-40B4-BE49-F238E27FC236}">
                <a16:creationId xmlns:a16="http://schemas.microsoft.com/office/drawing/2014/main" id="{F83220CE-944B-4281-88D8-AC108B64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8650" y="161925"/>
            <a:ext cx="371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9" name="AI-011-38">
            <a:extLst xmlns:a="http://schemas.openxmlformats.org/drawingml/2006/main">
              <a:ext uri="{FF2B5EF4-FFF2-40B4-BE49-F238E27FC236}">
                <a16:creationId xmlns:a16="http://schemas.microsoft.com/office/drawing/2014/main" id="{823BCF3E-06B9-4273-B398-DF6D3BAC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123825"/>
            <a:ext cx="3476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Participants rate their interactions</a:t>
            </a:r>
          </a:p>
          <a:p xmlns:a="http://schemas.openxmlformats.org/drawingml/2006/main">
            <a:pPr algn="l">
              <a:defRPr sz="14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with LLMs in</a:t>
            </a:r>
          </a:p>
          <a:p xmlns:a="http://schemas.openxmlformats.org/drawingml/2006/main">
            <a:pPr algn="l">
              <a:defRPr sz="14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multi-turn</a:t>
            </a:r>
          </a:p>
          <a:p xmlns:a="http://schemas.openxmlformats.org/drawingml/2006/main">
            <a:pPr algn="l">
              <a:defRPr sz="14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conversations</a:t>
            </a:r>
          </a:p>
        </p:txBody>
      </p:sp>
      <p:sp>
        <p:nvSpPr>
          <p:cNvPr id="40" name="path-39">
            <a:extLst xmlns:a="http://schemas.openxmlformats.org/drawingml/2006/main">
              <a:ext uri="{FF2B5EF4-FFF2-40B4-BE49-F238E27FC236}">
                <a16:creationId xmlns:a16="http://schemas.microsoft.com/office/drawing/2014/main" id="{E49E7E19-8A08-452B-8597-6F8E2313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228725"/>
            <a:ext cx="466725" cy="190500"/>
          </a:xfrm>
          <a:custGeom xmlns:a="http://schemas.openxmlformats.org/drawingml/2006/main">
            <a:pathLst>
              <a:path w="466725" h="190500">
                <a:moveTo>
                  <a:pt x="0" y="190500"/>
                </a:moveTo>
                <a:lnTo>
                  <a:pt x="0" y="66675"/>
                </a:lnTo>
                <a:lnTo>
                  <a:pt x="38100" y="9525"/>
                </a:lnTo>
                <a:lnTo>
                  <a:pt x="114300" y="0"/>
                </a:ln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00000"/>
            </a:solidFill>
          </a:ln>
        </p:spPr>
      </p:sp>
      <p:sp>
        <p:nvSpPr>
          <p:cNvPr id="41" name="path-40">
            <a:extLst xmlns:a="http://schemas.openxmlformats.org/drawingml/2006/main">
              <a:ext uri="{FF2B5EF4-FFF2-40B4-BE49-F238E27FC236}">
                <a16:creationId xmlns:a16="http://schemas.microsoft.com/office/drawing/2014/main" id="{2B9132DD-5973-4B1F-8849-CD46B6BF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14425"/>
            <a:ext cx="142875" cy="219075"/>
          </a:xfrm>
          <a:custGeom xmlns:a="http://schemas.openxmlformats.org/drawingml/2006/main">
            <a:pathLst>
              <a:path w="142875" h="219075">
                <a:moveTo>
                  <a:pt x="0" y="0"/>
                </a:moveTo>
                <a:lnTo>
                  <a:pt x="142875" y="114300"/>
                </a:ln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00000"/>
            </a:solidFill>
          </a:ln>
        </p:spPr>
      </p:sp>
      <p:sp>
        <p:nvSpPr>
          <p:cNvPr id="42" name="AI-011-41">
            <a:extLst xmlns:a="http://schemas.openxmlformats.org/drawingml/2006/main">
              <a:ext uri="{FF2B5EF4-FFF2-40B4-BE49-F238E27FC236}">
                <a16:creationId xmlns:a16="http://schemas.microsoft.com/office/drawing/2014/main" id="{2BBC38DA-975A-48E1-919B-E811D166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200" y="419100"/>
            <a:ext cx="2257425" cy="2400300"/>
          </a:xfrm>
          <a:prstGeom xmlns:a="http://schemas.openxmlformats.org/drawingml/2006/main" prst="roundRect">
            <a:avLst>
              <a:gd name="adj" fmla="val 16034"/>
            </a:avLst>
          </a:prstGeom>
          <a:solidFill xmlns:a="http://schemas.openxmlformats.org/drawingml/2006/main">
            <a:srgbClr val="FCFBEA"/>
          </a:solidFill>
          <a:ln xmlns:a="http://schemas.openxmlformats.org/drawingml/2006/main" w="28575">
            <a:solidFill>
              <a:srgbClr val="E7E8E5"/>
            </a:solidFill>
          </a:ln>
        </p:spPr>
      </p:sp>
      <p:sp>
        <p:nvSpPr>
          <p:cNvPr id="43" name="AI-011-42">
            <a:extLst xmlns:a="http://schemas.openxmlformats.org/drawingml/2006/main">
              <a:ext uri="{FF2B5EF4-FFF2-40B4-BE49-F238E27FC236}">
                <a16:creationId xmlns:a16="http://schemas.microsoft.com/office/drawing/2014/main" id="{52A17CA1-2BB4-437B-B5B4-4259B495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76975" y="485775"/>
            <a:ext cx="2257425" cy="2400300"/>
          </a:xfrm>
          <a:prstGeom xmlns:a="http://schemas.openxmlformats.org/drawingml/2006/main" prst="roundRect">
            <a:avLst>
              <a:gd name="adj" fmla="val 16034"/>
            </a:avLst>
          </a:prstGeom>
          <a:solidFill xmlns:a="http://schemas.openxmlformats.org/drawingml/2006/main">
            <a:srgbClr val="FCFBEA"/>
          </a:solidFill>
          <a:ln xmlns:a="http://schemas.openxmlformats.org/drawingml/2006/main" w="28575">
            <a:solidFill>
              <a:srgbClr val="C8CCC7"/>
            </a:solidFill>
          </a:ln>
        </p:spPr>
      </p:sp>
      <p:sp>
        <p:nvSpPr>
          <p:cNvPr id="44" name="AI-011-43">
            <a:extLst xmlns:a="http://schemas.openxmlformats.org/drawingml/2006/main">
              <a:ext uri="{FF2B5EF4-FFF2-40B4-BE49-F238E27FC236}">
                <a16:creationId xmlns:a16="http://schemas.microsoft.com/office/drawing/2014/main" id="{7AA4C5A6-AE80-4D41-8D92-E040038F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1275" y="552450"/>
            <a:ext cx="2257425" cy="2400300"/>
          </a:xfrm>
          <a:prstGeom xmlns:a="http://schemas.openxmlformats.org/drawingml/2006/main" prst="roundRect">
            <a:avLst>
              <a:gd name="adj" fmla="val 16034"/>
            </a:avLst>
          </a:prstGeom>
          <a:solidFill xmlns:a="http://schemas.openxmlformats.org/drawingml/2006/main">
            <a:srgbClr val="FCFBEA"/>
          </a:solidFill>
          <a:ln xmlns:a="http://schemas.openxmlformats.org/drawingml/2006/main" w="28575">
            <a:solidFill>
              <a:srgbClr val="737D76"/>
            </a:solidFill>
          </a:ln>
        </p:spPr>
      </p:sp>
      <p:sp>
        <p:nvSpPr>
          <p:cNvPr id="45" name="AI-011-44">
            <a:extLst xmlns:a="http://schemas.openxmlformats.org/drawingml/2006/main">
              <a:ext uri="{FF2B5EF4-FFF2-40B4-BE49-F238E27FC236}">
                <a16:creationId xmlns:a16="http://schemas.microsoft.com/office/drawing/2014/main" id="{CB7E78E5-CFFA-4DE2-BFE4-CF1F1755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5575" y="619125"/>
            <a:ext cx="2266950" cy="2400300"/>
          </a:xfrm>
          <a:prstGeom xmlns:a="http://schemas.openxmlformats.org/drawingml/2006/main" prst="roundRect">
            <a:avLst>
              <a:gd name="adj" fmla="val 15966"/>
            </a:avLst>
          </a:prstGeom>
          <a:solidFill xmlns:a="http://schemas.openxmlformats.org/drawingml/2006/main">
            <a:srgbClr val="FCFBEA"/>
          </a:solidFill>
          <a:ln xmlns:a="http://schemas.openxmlformats.org/drawingml/2006/main" w="28575">
            <a:solidFill>
              <a:srgbClr val="27343A"/>
            </a:solidFill>
          </a:ln>
        </p:spPr>
      </p:sp>
      <p:sp>
        <p:nvSpPr>
          <p:cNvPr id="46" name="AI-011-45">
            <a:extLst xmlns:a="http://schemas.openxmlformats.org/drawingml/2006/main">
              <a:ext uri="{FF2B5EF4-FFF2-40B4-BE49-F238E27FC236}">
                <a16:creationId xmlns:a16="http://schemas.microsoft.com/office/drawing/2014/main" id="{4607C9B3-AD78-4163-8010-2E23C073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50" y="733425"/>
            <a:ext cx="352425" cy="3524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47" name="AI-011-46">
            <a:extLst xmlns:a="http://schemas.openxmlformats.org/drawingml/2006/main">
              <a:ext uri="{FF2B5EF4-FFF2-40B4-BE49-F238E27FC236}">
                <a16:creationId xmlns:a16="http://schemas.microsoft.com/office/drawing/2014/main" id="{1B1CE8CA-61B8-430B-93F7-4AC81E24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790575"/>
            <a:ext cx="142875" cy="142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48" name="path-47">
            <a:extLst xmlns:a="http://schemas.openxmlformats.org/drawingml/2006/main">
              <a:ext uri="{FF2B5EF4-FFF2-40B4-BE49-F238E27FC236}">
                <a16:creationId xmlns:a16="http://schemas.microsoft.com/office/drawing/2014/main" id="{AA761817-781F-41AD-B27C-F574D38D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42975"/>
            <a:ext cx="238125" cy="104775"/>
          </a:xfrm>
          <a:custGeom xmlns:a="http://schemas.openxmlformats.org/drawingml/2006/main">
            <a:pathLst>
              <a:path w="238125" h="104775">
                <a:moveTo>
                  <a:pt x="0" y="95250"/>
                </a:moveTo>
                <a:lnTo>
                  <a:pt x="19050" y="28575"/>
                </a:lnTo>
                <a:lnTo>
                  <a:pt x="85725" y="0"/>
                </a:lnTo>
                <a:lnTo>
                  <a:pt x="152400" y="0"/>
                </a:lnTo>
                <a:lnTo>
                  <a:pt x="219075" y="47625"/>
                </a:lnTo>
                <a:lnTo>
                  <a:pt x="238125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49" name="AI-011-48">
            <a:extLst xmlns:a="http://schemas.openxmlformats.org/drawingml/2006/main">
              <a:ext uri="{FF2B5EF4-FFF2-40B4-BE49-F238E27FC236}">
                <a16:creationId xmlns:a16="http://schemas.microsoft.com/office/drawing/2014/main" id="{13BFD44D-66C4-4E7A-9132-EF6C9623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714375"/>
            <a:ext cx="1524000" cy="285750"/>
          </a:xfrm>
          <a:prstGeom xmlns:a="http://schemas.openxmlformats.org/drawingml/2006/main" prst="roundRect">
            <a:avLst>
              <a:gd name="adj" fmla="val 3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7343A"/>
            </a:solidFill>
          </a:ln>
        </p:spPr>
      </p:sp>
      <p:sp>
        <p:nvSpPr>
          <p:cNvPr id="50" name="path-49">
            <a:extLst xmlns:a="http://schemas.openxmlformats.org/drawingml/2006/main">
              <a:ext uri="{FF2B5EF4-FFF2-40B4-BE49-F238E27FC236}">
                <a16:creationId xmlns:a16="http://schemas.microsoft.com/office/drawing/2014/main" id="{CB695AD7-2007-4C1A-86E4-0AE468BF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923925"/>
            <a:ext cx="219075" cy="152400"/>
          </a:xfrm>
          <a:custGeom xmlns:a="http://schemas.openxmlformats.org/drawingml/2006/main">
            <a:pathLst>
              <a:path w="219075" h="152400">
                <a:moveTo>
                  <a:pt x="0" y="0"/>
                </a:moveTo>
                <a:lnTo>
                  <a:pt x="0" y="152400"/>
                </a:lnTo>
                <a:lnTo>
                  <a:pt x="219075" y="571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7343A"/>
            </a:solidFill>
          </a:ln>
        </p:spPr>
      </p:sp>
      <p:sp>
        <p:nvSpPr>
          <p:cNvPr id="51" name="line-50">
            <a:extLst xmlns:a="http://schemas.openxmlformats.org/drawingml/2006/main">
              <a:ext uri="{FF2B5EF4-FFF2-40B4-BE49-F238E27FC236}">
                <a16:creationId xmlns:a16="http://schemas.microsoft.com/office/drawing/2014/main" id="{5E030F07-F327-48DA-8AC2-1639B5A3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933450"/>
            <a:ext cx="180975" cy="10"/>
          </a:xfrm>
          <a:custGeom xmlns:a="http://schemas.openxmlformats.org/drawingml/2006/main">
            <a:pathLst>
              <a:path w="180975" h="10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52" name="line-51">
            <a:extLst xmlns:a="http://schemas.openxmlformats.org/drawingml/2006/main">
              <a:ext uri="{FF2B5EF4-FFF2-40B4-BE49-F238E27FC236}">
                <a16:creationId xmlns:a16="http://schemas.microsoft.com/office/drawing/2014/main" id="{E02DEA8D-EA7D-4FF3-B24A-9ECB9DE4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800100"/>
            <a:ext cx="1000125" cy="10"/>
          </a:xfrm>
          <a:custGeom xmlns:a="http://schemas.openxmlformats.org/drawingml/2006/main">
            <a:pathLst>
              <a:path w="1000125" h="10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53" name="line-52">
            <a:extLst xmlns:a="http://schemas.openxmlformats.org/drawingml/2006/main">
              <a:ext uri="{FF2B5EF4-FFF2-40B4-BE49-F238E27FC236}">
                <a16:creationId xmlns:a16="http://schemas.microsoft.com/office/drawing/2014/main" id="{49B7D8AB-7D20-4B05-84E4-2D4B8C1B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914400"/>
            <a:ext cx="1257300" cy="10"/>
          </a:xfrm>
          <a:custGeom xmlns:a="http://schemas.openxmlformats.org/drawingml/2006/main">
            <a:pathLst>
              <a:path w="1257300" h="10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54" name="AI-011-53">
            <a:extLst xmlns:a="http://schemas.openxmlformats.org/drawingml/2006/main">
              <a:ext uri="{FF2B5EF4-FFF2-40B4-BE49-F238E27FC236}">
                <a16:creationId xmlns:a16="http://schemas.microsoft.com/office/drawing/2014/main" id="{B99EE7A5-373C-4886-8D96-758C0450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1257300"/>
            <a:ext cx="342900" cy="222885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2DCD3"/>
            </a:solidFill>
          </a:ln>
        </p:spPr>
      </p:sp>
      <p:sp>
        <p:nvSpPr>
          <p:cNvPr id="55" name="path-54">
            <a:extLst xmlns:a="http://schemas.openxmlformats.org/drawingml/2006/main">
              <a:ext uri="{FF2B5EF4-FFF2-40B4-BE49-F238E27FC236}">
                <a16:creationId xmlns:a16="http://schemas.microsoft.com/office/drawing/2014/main" id="{A581C130-4F17-464A-9059-EB97E350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122" y="1480185"/>
            <a:ext cx="72009" cy="78867"/>
          </a:xfrm>
          <a:custGeom xmlns:a="http://schemas.openxmlformats.org/drawingml/2006/main">
            <a:pathLst>
              <a:path w="72009" h="78867">
                <a:moveTo>
                  <a:pt x="0" y="0"/>
                </a:moveTo>
                <a:lnTo>
                  <a:pt x="0" y="78867"/>
                </a:lnTo>
                <a:lnTo>
                  <a:pt x="720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2DCD3"/>
            </a:solidFill>
          </a:ln>
        </p:spPr>
      </p:sp>
      <p:sp>
        <p:nvSpPr>
          <p:cNvPr id="56" name="AI-011-55">
            <a:extLst xmlns:a="http://schemas.openxmlformats.org/drawingml/2006/main">
              <a:ext uri="{FF2B5EF4-FFF2-40B4-BE49-F238E27FC236}">
                <a16:creationId xmlns:a16="http://schemas.microsoft.com/office/drawing/2014/main" id="{6547D210-DA00-4B68-AE92-D41A680C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4838" y="1339596"/>
            <a:ext cx="24003" cy="24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DCD3"/>
          </a:solidFill>
          <a:ln xmlns:a="http://schemas.openxmlformats.org/drawingml/2006/main" w="0">
            <a:noFill/>
          </a:ln>
        </p:spPr>
      </p:sp>
      <p:sp>
        <p:nvSpPr>
          <p:cNvPr id="57" name="AI-011-56">
            <a:extLst xmlns:a="http://schemas.openxmlformats.org/drawingml/2006/main">
              <a:ext uri="{FF2B5EF4-FFF2-40B4-BE49-F238E27FC236}">
                <a16:creationId xmlns:a16="http://schemas.microsoft.com/office/drawing/2014/main" id="{8044CB53-CBE4-4717-849F-B2326C9D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2285" y="1339596"/>
            <a:ext cx="24003" cy="24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DCD3"/>
          </a:solidFill>
          <a:ln xmlns:a="http://schemas.openxmlformats.org/drawingml/2006/main" w="0">
            <a:noFill/>
          </a:ln>
        </p:spPr>
      </p:sp>
      <p:sp>
        <p:nvSpPr>
          <p:cNvPr id="58" name="line-57">
            <a:extLst xmlns:a="http://schemas.openxmlformats.org/drawingml/2006/main">
              <a:ext uri="{FF2B5EF4-FFF2-40B4-BE49-F238E27FC236}">
                <a16:creationId xmlns:a16="http://schemas.microsoft.com/office/drawing/2014/main" id="{1B6651AC-F89D-4D50-92A3-16B682D4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205865"/>
            <a:ext cx="10" cy="51435"/>
          </a:xfrm>
          <a:custGeom xmlns:a="http://schemas.openxmlformats.org/drawingml/2006/main">
            <a:pathLst>
              <a:path w="10" h="51435">
                <a:moveTo>
                  <a:pt x="0" y="5143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2DCD3"/>
            </a:solidFill>
          </a:ln>
        </p:spPr>
      </p:sp>
      <p:sp>
        <p:nvSpPr>
          <p:cNvPr id="59" name="AI-011-58">
            <a:extLst xmlns:a="http://schemas.openxmlformats.org/drawingml/2006/main">
              <a:ext uri="{FF2B5EF4-FFF2-40B4-BE49-F238E27FC236}">
                <a16:creationId xmlns:a16="http://schemas.microsoft.com/office/drawing/2014/main" id="{19F0CB35-A6F5-46AC-94D7-072F6F75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0276" y="1181862"/>
            <a:ext cx="41148" cy="411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2DCD3"/>
            </a:solidFill>
          </a:ln>
        </p:spPr>
      </p:sp>
      <p:sp>
        <p:nvSpPr>
          <p:cNvPr id="60" name="line-59">
            <a:extLst xmlns:a="http://schemas.openxmlformats.org/drawingml/2006/main">
              <a:ext uri="{FF2B5EF4-FFF2-40B4-BE49-F238E27FC236}">
                <a16:creationId xmlns:a16="http://schemas.microsoft.com/office/drawing/2014/main" id="{2E0C2986-B554-40F6-A40A-23D7317E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681" y="1332738"/>
            <a:ext cx="10" cy="72009"/>
          </a:xfrm>
          <a:custGeom xmlns:a="http://schemas.openxmlformats.org/drawingml/2006/main">
            <a:pathLst>
              <a:path w="10" h="72009">
                <a:moveTo>
                  <a:pt x="0" y="0"/>
                </a:moveTo>
                <a:lnTo>
                  <a:pt x="0" y="7200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2DCD3"/>
            </a:solidFill>
          </a:ln>
        </p:spPr>
      </p:sp>
      <p:sp>
        <p:nvSpPr>
          <p:cNvPr id="61" name="line-60">
            <a:extLst xmlns:a="http://schemas.openxmlformats.org/drawingml/2006/main">
              <a:ext uri="{FF2B5EF4-FFF2-40B4-BE49-F238E27FC236}">
                <a16:creationId xmlns:a16="http://schemas.microsoft.com/office/drawing/2014/main" id="{74159ACD-900C-480F-AF4D-52D31527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019" y="1332738"/>
            <a:ext cx="10" cy="72009"/>
          </a:xfrm>
          <a:custGeom xmlns:a="http://schemas.openxmlformats.org/drawingml/2006/main">
            <a:pathLst>
              <a:path w="10" h="72009">
                <a:moveTo>
                  <a:pt x="0" y="0"/>
                </a:moveTo>
                <a:lnTo>
                  <a:pt x="0" y="7200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2DCD3"/>
            </a:solidFill>
          </a:ln>
        </p:spPr>
      </p:sp>
      <p:sp>
        <p:nvSpPr>
          <p:cNvPr id="62" name="AI-011-61">
            <a:extLst xmlns:a="http://schemas.openxmlformats.org/drawingml/2006/main">
              <a:ext uri="{FF2B5EF4-FFF2-40B4-BE49-F238E27FC236}">
                <a16:creationId xmlns:a16="http://schemas.microsoft.com/office/drawing/2014/main" id="{9BDE2C29-E742-48AE-84AB-C6EE4B7C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1676400"/>
            <a:ext cx="3619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5D7D4"/>
          </a:solidFill>
          <a:ln xmlns:a="http://schemas.openxmlformats.org/drawingml/2006/main" w="13335">
            <a:solidFill>
              <a:srgbClr val="43515A"/>
            </a:solidFill>
          </a:ln>
        </p:spPr>
      </p:sp>
      <p:sp>
        <p:nvSpPr>
          <p:cNvPr id="63" name="AI-011-62">
            <a:extLst xmlns:a="http://schemas.openxmlformats.org/drawingml/2006/main">
              <a:ext uri="{FF2B5EF4-FFF2-40B4-BE49-F238E27FC236}">
                <a16:creationId xmlns:a16="http://schemas.microsoft.com/office/drawing/2014/main" id="{9ABC85C1-6304-4EC4-871B-A2E12515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1647825"/>
            <a:ext cx="9525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DCD3"/>
          </a:solidFill>
          <a:ln xmlns:a="http://schemas.openxmlformats.org/drawingml/2006/main" w="13335">
            <a:solidFill>
              <a:srgbClr val="43515A"/>
            </a:solidFill>
          </a:ln>
        </p:spPr>
      </p:sp>
      <p:sp>
        <p:nvSpPr>
          <p:cNvPr id="64" name="AI-011-63">
            <a:extLst xmlns:a="http://schemas.openxmlformats.org/drawingml/2006/main">
              <a:ext uri="{FF2B5EF4-FFF2-40B4-BE49-F238E27FC236}">
                <a16:creationId xmlns:a16="http://schemas.microsoft.com/office/drawing/2014/main" id="{55D72F6B-63C3-490E-860B-55D5ABE4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1257300"/>
            <a:ext cx="342900" cy="222885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F7C051"/>
            </a:solidFill>
          </a:ln>
        </p:spPr>
      </p:sp>
      <p:sp>
        <p:nvSpPr>
          <p:cNvPr id="65" name="path-64">
            <a:extLst xmlns:a="http://schemas.openxmlformats.org/drawingml/2006/main">
              <a:ext uri="{FF2B5EF4-FFF2-40B4-BE49-F238E27FC236}">
                <a16:creationId xmlns:a16="http://schemas.microsoft.com/office/drawing/2014/main" id="{7F3D5682-7A8F-4816-AF45-A9F1ACBC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097" y="1480185"/>
            <a:ext cx="72009" cy="78867"/>
          </a:xfrm>
          <a:custGeom xmlns:a="http://schemas.openxmlformats.org/drawingml/2006/main">
            <a:pathLst>
              <a:path w="72009" h="78867">
                <a:moveTo>
                  <a:pt x="0" y="0"/>
                </a:moveTo>
                <a:lnTo>
                  <a:pt x="0" y="78867"/>
                </a:lnTo>
                <a:lnTo>
                  <a:pt x="720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F7C051"/>
            </a:solidFill>
          </a:ln>
        </p:spPr>
      </p:sp>
      <p:sp>
        <p:nvSpPr>
          <p:cNvPr id="66" name="AI-011-65">
            <a:extLst xmlns:a="http://schemas.openxmlformats.org/drawingml/2006/main">
              <a:ext uri="{FF2B5EF4-FFF2-40B4-BE49-F238E27FC236}">
                <a16:creationId xmlns:a16="http://schemas.microsoft.com/office/drawing/2014/main" id="{FEF34032-6E1D-4CB5-8426-F9B170DA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6813" y="1339596"/>
            <a:ext cx="24003" cy="24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051"/>
          </a:solidFill>
          <a:ln xmlns:a="http://schemas.openxmlformats.org/drawingml/2006/main" w="0">
            <a:noFill/>
          </a:ln>
        </p:spPr>
      </p:sp>
      <p:sp>
        <p:nvSpPr>
          <p:cNvPr id="67" name="AI-011-66">
            <a:extLst xmlns:a="http://schemas.openxmlformats.org/drawingml/2006/main">
              <a:ext uri="{FF2B5EF4-FFF2-40B4-BE49-F238E27FC236}">
                <a16:creationId xmlns:a16="http://schemas.microsoft.com/office/drawing/2014/main" id="{24AB2FE6-7CF0-42DC-841F-E3DC616D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260" y="1339596"/>
            <a:ext cx="24003" cy="24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051"/>
          </a:solidFill>
          <a:ln xmlns:a="http://schemas.openxmlformats.org/drawingml/2006/main" w="0">
            <a:noFill/>
          </a:ln>
        </p:spPr>
      </p:sp>
      <p:sp>
        <p:nvSpPr>
          <p:cNvPr id="68" name="line-67">
            <a:extLst xmlns:a="http://schemas.openxmlformats.org/drawingml/2006/main">
              <a:ext uri="{FF2B5EF4-FFF2-40B4-BE49-F238E27FC236}">
                <a16:creationId xmlns:a16="http://schemas.microsoft.com/office/drawing/2014/main" id="{47AA03C1-6363-4448-8F41-2D3BB730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205865"/>
            <a:ext cx="10" cy="51435"/>
          </a:xfrm>
          <a:custGeom xmlns:a="http://schemas.openxmlformats.org/drawingml/2006/main">
            <a:pathLst>
              <a:path w="10" h="51435">
                <a:moveTo>
                  <a:pt x="0" y="5143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F7C051"/>
            </a:solidFill>
          </a:ln>
        </p:spPr>
      </p:sp>
      <p:sp>
        <p:nvSpPr>
          <p:cNvPr id="69" name="AI-011-68">
            <a:extLst xmlns:a="http://schemas.openxmlformats.org/drawingml/2006/main">
              <a:ext uri="{FF2B5EF4-FFF2-40B4-BE49-F238E27FC236}">
                <a16:creationId xmlns:a16="http://schemas.microsoft.com/office/drawing/2014/main" id="{D8DEA357-F8C0-4152-8C12-7D8BA601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2251" y="1181862"/>
            <a:ext cx="41148" cy="411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7C051"/>
            </a:solidFill>
          </a:ln>
        </p:spPr>
      </p:sp>
      <p:sp>
        <p:nvSpPr>
          <p:cNvPr id="70" name="line-69">
            <a:extLst xmlns:a="http://schemas.openxmlformats.org/drawingml/2006/main">
              <a:ext uri="{FF2B5EF4-FFF2-40B4-BE49-F238E27FC236}">
                <a16:creationId xmlns:a16="http://schemas.microsoft.com/office/drawing/2014/main" id="{8A165EF2-EB1F-488A-A8FE-7E2D4E0D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656" y="1332738"/>
            <a:ext cx="10" cy="72009"/>
          </a:xfrm>
          <a:custGeom xmlns:a="http://schemas.openxmlformats.org/drawingml/2006/main">
            <a:pathLst>
              <a:path w="10" h="72009">
                <a:moveTo>
                  <a:pt x="0" y="0"/>
                </a:moveTo>
                <a:lnTo>
                  <a:pt x="0" y="7200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F7C051"/>
            </a:solidFill>
          </a:ln>
        </p:spPr>
      </p:sp>
      <p:sp>
        <p:nvSpPr>
          <p:cNvPr id="71" name="line-70">
            <a:extLst xmlns:a="http://schemas.openxmlformats.org/drawingml/2006/main">
              <a:ext uri="{FF2B5EF4-FFF2-40B4-BE49-F238E27FC236}">
                <a16:creationId xmlns:a16="http://schemas.microsoft.com/office/drawing/2014/main" id="{A6927D2C-C01E-4268-AE0D-7CFBED70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994" y="1332738"/>
            <a:ext cx="10" cy="72009"/>
          </a:xfrm>
          <a:custGeom xmlns:a="http://schemas.openxmlformats.org/drawingml/2006/main">
            <a:pathLst>
              <a:path w="10" h="72009">
                <a:moveTo>
                  <a:pt x="0" y="0"/>
                </a:moveTo>
                <a:lnTo>
                  <a:pt x="0" y="7200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F7C051"/>
            </a:solidFill>
          </a:ln>
        </p:spPr>
      </p:sp>
      <p:sp>
        <p:nvSpPr>
          <p:cNvPr id="72" name="AI-011-71">
            <a:extLst xmlns:a="http://schemas.openxmlformats.org/drawingml/2006/main">
              <a:ext uri="{FF2B5EF4-FFF2-40B4-BE49-F238E27FC236}">
                <a16:creationId xmlns:a16="http://schemas.microsoft.com/office/drawing/2014/main" id="{6A092789-97B3-4B71-B7DF-F84AA4E8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1676400"/>
            <a:ext cx="3619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5D7D4"/>
          </a:solidFill>
          <a:ln xmlns:a="http://schemas.openxmlformats.org/drawingml/2006/main" w="13335">
            <a:solidFill>
              <a:srgbClr val="43515A"/>
            </a:solidFill>
          </a:ln>
        </p:spPr>
      </p:sp>
      <p:sp>
        <p:nvSpPr>
          <p:cNvPr id="73" name="AI-011-72">
            <a:extLst xmlns:a="http://schemas.openxmlformats.org/drawingml/2006/main">
              <a:ext uri="{FF2B5EF4-FFF2-40B4-BE49-F238E27FC236}">
                <a16:creationId xmlns:a16="http://schemas.microsoft.com/office/drawing/2014/main" id="{0BE772BA-9096-4541-98EC-D09CDF30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5675" y="1647825"/>
            <a:ext cx="9525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051"/>
          </a:solidFill>
          <a:ln xmlns:a="http://schemas.openxmlformats.org/drawingml/2006/main" w="13335">
            <a:solidFill>
              <a:srgbClr val="43515A"/>
            </a:solidFill>
          </a:ln>
        </p:spPr>
      </p:sp>
      <p:sp>
        <p:nvSpPr>
          <p:cNvPr id="74" name="AI-011-73">
            <a:extLst xmlns:a="http://schemas.openxmlformats.org/drawingml/2006/main">
              <a:ext uri="{FF2B5EF4-FFF2-40B4-BE49-F238E27FC236}">
                <a16:creationId xmlns:a16="http://schemas.microsoft.com/office/drawing/2014/main" id="{A1C4BAA6-8794-4703-A619-E4FBCAE7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1257300"/>
            <a:ext cx="342900" cy="222885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5B9E2"/>
            </a:solidFill>
          </a:ln>
        </p:spPr>
      </p:sp>
      <p:sp>
        <p:nvSpPr>
          <p:cNvPr id="75" name="path-74">
            <a:extLst xmlns:a="http://schemas.openxmlformats.org/drawingml/2006/main">
              <a:ext uri="{FF2B5EF4-FFF2-40B4-BE49-F238E27FC236}">
                <a16:creationId xmlns:a16="http://schemas.microsoft.com/office/drawing/2014/main" id="{01607B7B-DFC7-4AAB-A790-87D96295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5072" y="1480185"/>
            <a:ext cx="72009" cy="78867"/>
          </a:xfrm>
          <a:custGeom xmlns:a="http://schemas.openxmlformats.org/drawingml/2006/main">
            <a:pathLst>
              <a:path w="72009" h="78867">
                <a:moveTo>
                  <a:pt x="0" y="0"/>
                </a:moveTo>
                <a:lnTo>
                  <a:pt x="0" y="78867"/>
                </a:lnTo>
                <a:lnTo>
                  <a:pt x="720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5B9E2"/>
            </a:solidFill>
          </a:ln>
        </p:spPr>
      </p:sp>
      <p:sp>
        <p:nvSpPr>
          <p:cNvPr id="76" name="AI-011-75">
            <a:extLst xmlns:a="http://schemas.openxmlformats.org/drawingml/2006/main">
              <a:ext uri="{FF2B5EF4-FFF2-40B4-BE49-F238E27FC236}">
                <a16:creationId xmlns:a16="http://schemas.microsoft.com/office/drawing/2014/main" id="{6330B93A-C6EE-4E20-B18A-0F0CC602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8788" y="1339596"/>
            <a:ext cx="24003" cy="24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9E2"/>
          </a:solidFill>
          <a:ln xmlns:a="http://schemas.openxmlformats.org/drawingml/2006/main" w="0">
            <a:noFill/>
          </a:ln>
        </p:spPr>
      </p:sp>
      <p:sp>
        <p:nvSpPr>
          <p:cNvPr id="77" name="AI-011-76">
            <a:extLst xmlns:a="http://schemas.openxmlformats.org/drawingml/2006/main">
              <a:ext uri="{FF2B5EF4-FFF2-40B4-BE49-F238E27FC236}">
                <a16:creationId xmlns:a16="http://schemas.microsoft.com/office/drawing/2014/main" id="{4A3113DC-3980-4F1D-85BB-69C48166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6235" y="1339596"/>
            <a:ext cx="24003" cy="24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9E2"/>
          </a:solidFill>
          <a:ln xmlns:a="http://schemas.openxmlformats.org/drawingml/2006/main" w="0">
            <a:noFill/>
          </a:ln>
        </p:spPr>
      </p:sp>
      <p:sp>
        <p:nvSpPr>
          <p:cNvPr id="78" name="line-77">
            <a:extLst xmlns:a="http://schemas.openxmlformats.org/drawingml/2006/main">
              <a:ext uri="{FF2B5EF4-FFF2-40B4-BE49-F238E27FC236}">
                <a16:creationId xmlns:a16="http://schemas.microsoft.com/office/drawing/2014/main" id="{333DA1F5-24B7-4759-9F48-CEF93019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205865"/>
            <a:ext cx="10" cy="51435"/>
          </a:xfrm>
          <a:custGeom xmlns:a="http://schemas.openxmlformats.org/drawingml/2006/main">
            <a:pathLst>
              <a:path w="10" h="51435">
                <a:moveTo>
                  <a:pt x="0" y="5143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5B9E2"/>
            </a:solidFill>
          </a:ln>
        </p:spPr>
      </p:sp>
      <p:sp>
        <p:nvSpPr>
          <p:cNvPr id="79" name="AI-011-78">
            <a:extLst xmlns:a="http://schemas.openxmlformats.org/drawingml/2006/main">
              <a:ext uri="{FF2B5EF4-FFF2-40B4-BE49-F238E27FC236}">
                <a16:creationId xmlns:a16="http://schemas.microsoft.com/office/drawing/2014/main" id="{B38BF09E-8426-4589-A4B1-C04554FA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4226" y="1181862"/>
            <a:ext cx="41148" cy="411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B9E2"/>
            </a:solidFill>
          </a:ln>
        </p:spPr>
      </p:sp>
      <p:sp>
        <p:nvSpPr>
          <p:cNvPr id="80" name="line-79">
            <a:extLst xmlns:a="http://schemas.openxmlformats.org/drawingml/2006/main">
              <a:ext uri="{FF2B5EF4-FFF2-40B4-BE49-F238E27FC236}">
                <a16:creationId xmlns:a16="http://schemas.microsoft.com/office/drawing/2014/main" id="{4FEEB2A1-E5C5-4CAE-8AB5-46C6F30D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631" y="1332738"/>
            <a:ext cx="10" cy="72009"/>
          </a:xfrm>
          <a:custGeom xmlns:a="http://schemas.openxmlformats.org/drawingml/2006/main">
            <a:pathLst>
              <a:path w="10" h="72009">
                <a:moveTo>
                  <a:pt x="0" y="0"/>
                </a:moveTo>
                <a:lnTo>
                  <a:pt x="0" y="7200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5B9E2"/>
            </a:solidFill>
          </a:ln>
        </p:spPr>
      </p:sp>
      <p:sp>
        <p:nvSpPr>
          <p:cNvPr id="81" name="line-80">
            <a:extLst xmlns:a="http://schemas.openxmlformats.org/drawingml/2006/main">
              <a:ext uri="{FF2B5EF4-FFF2-40B4-BE49-F238E27FC236}">
                <a16:creationId xmlns:a16="http://schemas.microsoft.com/office/drawing/2014/main" id="{710433D9-914B-43D7-A542-993FD3E3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969" y="1332738"/>
            <a:ext cx="10" cy="72009"/>
          </a:xfrm>
          <a:custGeom xmlns:a="http://schemas.openxmlformats.org/drawingml/2006/main">
            <a:pathLst>
              <a:path w="10" h="72009">
                <a:moveTo>
                  <a:pt x="0" y="0"/>
                </a:moveTo>
                <a:lnTo>
                  <a:pt x="0" y="7200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5B9E2"/>
            </a:solidFill>
          </a:ln>
        </p:spPr>
      </p:sp>
      <p:sp>
        <p:nvSpPr>
          <p:cNvPr id="82" name="AI-011-81">
            <a:extLst xmlns:a="http://schemas.openxmlformats.org/drawingml/2006/main">
              <a:ext uri="{FF2B5EF4-FFF2-40B4-BE49-F238E27FC236}">
                <a16:creationId xmlns:a16="http://schemas.microsoft.com/office/drawing/2014/main" id="{2DF39723-2235-4779-8E29-89D03021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1676400"/>
            <a:ext cx="3619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5D7D4"/>
          </a:solidFill>
          <a:ln xmlns:a="http://schemas.openxmlformats.org/drawingml/2006/main" w="13335">
            <a:solidFill>
              <a:srgbClr val="43515A"/>
            </a:solidFill>
          </a:ln>
        </p:spPr>
      </p:sp>
      <p:sp>
        <p:nvSpPr>
          <p:cNvPr id="83" name="AI-011-82">
            <a:extLst xmlns:a="http://schemas.openxmlformats.org/drawingml/2006/main">
              <a:ext uri="{FF2B5EF4-FFF2-40B4-BE49-F238E27FC236}">
                <a16:creationId xmlns:a16="http://schemas.microsoft.com/office/drawing/2014/main" id="{B7D2293F-8A67-4929-827F-5CB57C57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1647825"/>
            <a:ext cx="9525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9E2"/>
          </a:solidFill>
          <a:ln xmlns:a="http://schemas.openxmlformats.org/drawingml/2006/main" w="13335">
            <a:solidFill>
              <a:srgbClr val="43515A"/>
            </a:solidFill>
          </a:ln>
        </p:spPr>
      </p:sp>
      <p:sp>
        <p:nvSpPr>
          <p:cNvPr id="84" name="AI-011-83">
            <a:extLst xmlns:a="http://schemas.openxmlformats.org/drawingml/2006/main">
              <a:ext uri="{FF2B5EF4-FFF2-40B4-BE49-F238E27FC236}">
                <a16:creationId xmlns:a16="http://schemas.microsoft.com/office/drawing/2014/main" id="{518DF8A0-15FF-43E8-9D07-20A9DECB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5325" y="1257300"/>
            <a:ext cx="342900" cy="222885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FF8D77"/>
            </a:solidFill>
          </a:ln>
        </p:spPr>
      </p:sp>
      <p:sp>
        <p:nvSpPr>
          <p:cNvPr id="85" name="path-84">
            <a:extLst xmlns:a="http://schemas.openxmlformats.org/drawingml/2006/main">
              <a:ext uri="{FF2B5EF4-FFF2-40B4-BE49-F238E27FC236}">
                <a16:creationId xmlns:a16="http://schemas.microsoft.com/office/drawing/2014/main" id="{205F41ED-C392-45E6-9CF2-70D60678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047" y="1480185"/>
            <a:ext cx="72009" cy="78867"/>
          </a:xfrm>
          <a:custGeom xmlns:a="http://schemas.openxmlformats.org/drawingml/2006/main">
            <a:pathLst>
              <a:path w="72009" h="78867">
                <a:moveTo>
                  <a:pt x="0" y="0"/>
                </a:moveTo>
                <a:lnTo>
                  <a:pt x="0" y="78867"/>
                </a:lnTo>
                <a:lnTo>
                  <a:pt x="720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FF8D77"/>
            </a:solidFill>
          </a:ln>
        </p:spPr>
      </p:sp>
      <p:sp>
        <p:nvSpPr>
          <p:cNvPr id="86" name="AI-011-85">
            <a:extLst xmlns:a="http://schemas.openxmlformats.org/drawingml/2006/main">
              <a:ext uri="{FF2B5EF4-FFF2-40B4-BE49-F238E27FC236}">
                <a16:creationId xmlns:a16="http://schemas.microsoft.com/office/drawing/2014/main" id="{CFDF5929-E667-4642-AFD2-7227C862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0763" y="1339596"/>
            <a:ext cx="24003" cy="24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D77"/>
          </a:solidFill>
          <a:ln xmlns:a="http://schemas.openxmlformats.org/drawingml/2006/main" w="0">
            <a:noFill/>
          </a:ln>
        </p:spPr>
      </p:sp>
      <p:sp>
        <p:nvSpPr>
          <p:cNvPr id="87" name="AI-011-86">
            <a:extLst xmlns:a="http://schemas.openxmlformats.org/drawingml/2006/main">
              <a:ext uri="{FF2B5EF4-FFF2-40B4-BE49-F238E27FC236}">
                <a16:creationId xmlns:a16="http://schemas.microsoft.com/office/drawing/2014/main" id="{B6FAF710-5C0E-4018-A2A5-55B85216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8210" y="1339596"/>
            <a:ext cx="24003" cy="24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D77"/>
          </a:solidFill>
          <a:ln xmlns:a="http://schemas.openxmlformats.org/drawingml/2006/main" w="0">
            <a:noFill/>
          </a:ln>
        </p:spPr>
      </p:sp>
      <p:sp>
        <p:nvSpPr>
          <p:cNvPr id="88" name="line-87">
            <a:extLst xmlns:a="http://schemas.openxmlformats.org/drawingml/2006/main">
              <a:ext uri="{FF2B5EF4-FFF2-40B4-BE49-F238E27FC236}">
                <a16:creationId xmlns:a16="http://schemas.microsoft.com/office/drawing/2014/main" id="{713AE36A-2624-4FFD-8B35-03C1DC17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205865"/>
            <a:ext cx="10" cy="51435"/>
          </a:xfrm>
          <a:custGeom xmlns:a="http://schemas.openxmlformats.org/drawingml/2006/main">
            <a:pathLst>
              <a:path w="10" h="51435">
                <a:moveTo>
                  <a:pt x="0" y="5143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FF8D77"/>
            </a:solidFill>
          </a:ln>
        </p:spPr>
      </p:sp>
      <p:sp>
        <p:nvSpPr>
          <p:cNvPr id="89" name="AI-011-88">
            <a:extLst xmlns:a="http://schemas.openxmlformats.org/drawingml/2006/main">
              <a:ext uri="{FF2B5EF4-FFF2-40B4-BE49-F238E27FC236}">
                <a16:creationId xmlns:a16="http://schemas.microsoft.com/office/drawing/2014/main" id="{FE948A89-FF65-4389-9A95-D4B52BE8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6201" y="1181862"/>
            <a:ext cx="41148" cy="411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F8D77"/>
            </a:solidFill>
          </a:ln>
        </p:spPr>
      </p:sp>
      <p:sp>
        <p:nvSpPr>
          <p:cNvPr id="90" name="line-89">
            <a:extLst xmlns:a="http://schemas.openxmlformats.org/drawingml/2006/main">
              <a:ext uri="{FF2B5EF4-FFF2-40B4-BE49-F238E27FC236}">
                <a16:creationId xmlns:a16="http://schemas.microsoft.com/office/drawing/2014/main" id="{5C95A15C-88A2-4456-B7CC-09281E13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606" y="1332738"/>
            <a:ext cx="10" cy="72009"/>
          </a:xfrm>
          <a:custGeom xmlns:a="http://schemas.openxmlformats.org/drawingml/2006/main">
            <a:pathLst>
              <a:path w="10" h="72009">
                <a:moveTo>
                  <a:pt x="0" y="0"/>
                </a:moveTo>
                <a:lnTo>
                  <a:pt x="0" y="7200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FF8D77"/>
            </a:solidFill>
          </a:ln>
        </p:spPr>
      </p:sp>
      <p:sp>
        <p:nvSpPr>
          <p:cNvPr id="91" name="line-90">
            <a:extLst xmlns:a="http://schemas.openxmlformats.org/drawingml/2006/main">
              <a:ext uri="{FF2B5EF4-FFF2-40B4-BE49-F238E27FC236}">
                <a16:creationId xmlns:a16="http://schemas.microsoft.com/office/drawing/2014/main" id="{9373E74D-96ED-46D9-9E25-8ED1312B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944" y="1332738"/>
            <a:ext cx="10" cy="72009"/>
          </a:xfrm>
          <a:custGeom xmlns:a="http://schemas.openxmlformats.org/drawingml/2006/main">
            <a:pathLst>
              <a:path w="10" h="72009">
                <a:moveTo>
                  <a:pt x="0" y="0"/>
                </a:moveTo>
                <a:lnTo>
                  <a:pt x="0" y="7200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FF8D77"/>
            </a:solidFill>
          </a:ln>
        </p:spPr>
      </p:sp>
      <p:sp>
        <p:nvSpPr>
          <p:cNvPr id="92" name="AI-011-91">
            <a:extLst xmlns:a="http://schemas.openxmlformats.org/drawingml/2006/main">
              <a:ext uri="{FF2B5EF4-FFF2-40B4-BE49-F238E27FC236}">
                <a16:creationId xmlns:a16="http://schemas.microsoft.com/office/drawing/2014/main" id="{004E7D99-B0E7-4495-9F65-7BAF5803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5325" y="1676400"/>
            <a:ext cx="3619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5D7D4"/>
          </a:solidFill>
          <a:ln xmlns:a="http://schemas.openxmlformats.org/drawingml/2006/main" w="13335">
            <a:solidFill>
              <a:srgbClr val="43515A"/>
            </a:solidFill>
          </a:ln>
        </p:spPr>
      </p:sp>
      <p:sp>
        <p:nvSpPr>
          <p:cNvPr id="93" name="AI-011-92">
            <a:extLst xmlns:a="http://schemas.openxmlformats.org/drawingml/2006/main">
              <a:ext uri="{FF2B5EF4-FFF2-40B4-BE49-F238E27FC236}">
                <a16:creationId xmlns:a16="http://schemas.microsoft.com/office/drawing/2014/main" id="{ABD5946B-8820-456B-B669-13ABE04E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9625" y="1647825"/>
            <a:ext cx="9525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D77"/>
          </a:solidFill>
          <a:ln xmlns:a="http://schemas.openxmlformats.org/drawingml/2006/main" w="13335">
            <a:solidFill>
              <a:srgbClr val="43515A"/>
            </a:solidFill>
          </a:ln>
        </p:spPr>
      </p:sp>
      <p:sp>
        <p:nvSpPr>
          <p:cNvPr id="94" name="AI-011-93">
            <a:extLst xmlns:a="http://schemas.openxmlformats.org/drawingml/2006/main">
              <a:ext uri="{FF2B5EF4-FFF2-40B4-BE49-F238E27FC236}">
                <a16:creationId xmlns:a16="http://schemas.microsoft.com/office/drawing/2014/main" id="{517043BC-BDE3-4369-93AB-4BECA878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50" y="1885950"/>
            <a:ext cx="352425" cy="3524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95" name="AI-011-94">
            <a:extLst xmlns:a="http://schemas.openxmlformats.org/drawingml/2006/main">
              <a:ext uri="{FF2B5EF4-FFF2-40B4-BE49-F238E27FC236}">
                <a16:creationId xmlns:a16="http://schemas.microsoft.com/office/drawing/2014/main" id="{92F1CCA9-B9CB-4D90-972F-5EDABD9F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1943100"/>
            <a:ext cx="142875" cy="142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96" name="path-95">
            <a:extLst xmlns:a="http://schemas.openxmlformats.org/drawingml/2006/main">
              <a:ext uri="{FF2B5EF4-FFF2-40B4-BE49-F238E27FC236}">
                <a16:creationId xmlns:a16="http://schemas.microsoft.com/office/drawing/2014/main" id="{D2C00B8F-3CF0-4332-A293-84DEFA00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238125" cy="104775"/>
          </a:xfrm>
          <a:custGeom xmlns:a="http://schemas.openxmlformats.org/drawingml/2006/main">
            <a:pathLst>
              <a:path w="238125" h="104775">
                <a:moveTo>
                  <a:pt x="0" y="95250"/>
                </a:moveTo>
                <a:lnTo>
                  <a:pt x="19050" y="28575"/>
                </a:lnTo>
                <a:lnTo>
                  <a:pt x="85725" y="0"/>
                </a:lnTo>
                <a:lnTo>
                  <a:pt x="152400" y="0"/>
                </a:lnTo>
                <a:lnTo>
                  <a:pt x="219075" y="47625"/>
                </a:lnTo>
                <a:lnTo>
                  <a:pt x="238125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97" name="AI-011-96">
            <a:extLst xmlns:a="http://schemas.openxmlformats.org/drawingml/2006/main">
              <a:ext uri="{FF2B5EF4-FFF2-40B4-BE49-F238E27FC236}">
                <a16:creationId xmlns:a16="http://schemas.microsoft.com/office/drawing/2014/main" id="{FD971EF2-947D-49F2-9D8B-1B4770F4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1857375"/>
            <a:ext cx="1524000" cy="285750"/>
          </a:xfrm>
          <a:prstGeom xmlns:a="http://schemas.openxmlformats.org/drawingml/2006/main" prst="roundRect">
            <a:avLst>
              <a:gd name="adj" fmla="val 3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7343A"/>
            </a:solidFill>
          </a:ln>
        </p:spPr>
      </p:sp>
      <p:sp>
        <p:nvSpPr>
          <p:cNvPr id="98" name="path-97">
            <a:extLst xmlns:a="http://schemas.openxmlformats.org/drawingml/2006/main">
              <a:ext uri="{FF2B5EF4-FFF2-40B4-BE49-F238E27FC236}">
                <a16:creationId xmlns:a16="http://schemas.microsoft.com/office/drawing/2014/main" id="{2158235B-474F-4FA1-B782-9F707375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66925"/>
            <a:ext cx="219075" cy="152400"/>
          </a:xfrm>
          <a:custGeom xmlns:a="http://schemas.openxmlformats.org/drawingml/2006/main">
            <a:pathLst>
              <a:path w="219075" h="152400">
                <a:moveTo>
                  <a:pt x="0" y="0"/>
                </a:moveTo>
                <a:lnTo>
                  <a:pt x="0" y="152400"/>
                </a:lnTo>
                <a:lnTo>
                  <a:pt x="219075" y="571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7343A"/>
            </a:solidFill>
          </a:ln>
        </p:spPr>
      </p:sp>
      <p:sp>
        <p:nvSpPr>
          <p:cNvPr id="99" name="line-98">
            <a:extLst xmlns:a="http://schemas.openxmlformats.org/drawingml/2006/main">
              <a:ext uri="{FF2B5EF4-FFF2-40B4-BE49-F238E27FC236}">
                <a16:creationId xmlns:a16="http://schemas.microsoft.com/office/drawing/2014/main" id="{76D4424E-8A2B-4DF6-A594-8F2ECEE9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076450"/>
            <a:ext cx="180975" cy="10"/>
          </a:xfrm>
          <a:custGeom xmlns:a="http://schemas.openxmlformats.org/drawingml/2006/main">
            <a:pathLst>
              <a:path w="180975" h="10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100" name="line-99">
            <a:extLst xmlns:a="http://schemas.openxmlformats.org/drawingml/2006/main">
              <a:ext uri="{FF2B5EF4-FFF2-40B4-BE49-F238E27FC236}">
                <a16:creationId xmlns:a16="http://schemas.microsoft.com/office/drawing/2014/main" id="{72AF195E-F25E-483F-95A5-D5679BC7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52625"/>
            <a:ext cx="1000125" cy="10"/>
          </a:xfrm>
          <a:custGeom xmlns:a="http://schemas.openxmlformats.org/drawingml/2006/main">
            <a:pathLst>
              <a:path w="1000125" h="10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101" name="line-100">
            <a:extLst xmlns:a="http://schemas.openxmlformats.org/drawingml/2006/main">
              <a:ext uri="{FF2B5EF4-FFF2-40B4-BE49-F238E27FC236}">
                <a16:creationId xmlns:a16="http://schemas.microsoft.com/office/drawing/2014/main" id="{5CF9B4C1-C45E-4B74-8AEB-A9C0DFC2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57400"/>
            <a:ext cx="1257300" cy="10"/>
          </a:xfrm>
          <a:custGeom xmlns:a="http://schemas.openxmlformats.org/drawingml/2006/main">
            <a:pathLst>
              <a:path w="1257300" h="10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</a:ln>
        </p:spPr>
      </p:sp>
      <p:sp>
        <p:nvSpPr>
          <p:cNvPr id="102" name="AI-011-101">
            <a:extLst xmlns:a="http://schemas.openxmlformats.org/drawingml/2006/main">
              <a:ext uri="{FF2B5EF4-FFF2-40B4-BE49-F238E27FC236}">
                <a16:creationId xmlns:a16="http://schemas.microsoft.com/office/drawing/2014/main" id="{A0735E21-FC38-4FB5-9280-FD37FECD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2343150"/>
            <a:ext cx="342900" cy="222885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5B9E2"/>
            </a:solidFill>
          </a:ln>
        </p:spPr>
      </p:sp>
      <p:sp>
        <p:nvSpPr>
          <p:cNvPr id="103" name="path-102">
            <a:extLst xmlns:a="http://schemas.openxmlformats.org/drawingml/2006/main">
              <a:ext uri="{FF2B5EF4-FFF2-40B4-BE49-F238E27FC236}">
                <a16:creationId xmlns:a16="http://schemas.microsoft.com/office/drawing/2014/main" id="{D3096ACA-3E0D-4714-8F79-240CB97A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597" y="2566035"/>
            <a:ext cx="72009" cy="78867"/>
          </a:xfrm>
          <a:custGeom xmlns:a="http://schemas.openxmlformats.org/drawingml/2006/main">
            <a:pathLst>
              <a:path w="72009" h="78867">
                <a:moveTo>
                  <a:pt x="0" y="0"/>
                </a:moveTo>
                <a:lnTo>
                  <a:pt x="0" y="78867"/>
                </a:lnTo>
                <a:lnTo>
                  <a:pt x="720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5B9E2"/>
            </a:solidFill>
          </a:ln>
        </p:spPr>
      </p:sp>
      <p:sp>
        <p:nvSpPr>
          <p:cNvPr id="104" name="AI-011-103">
            <a:extLst xmlns:a="http://schemas.openxmlformats.org/drawingml/2006/main">
              <a:ext uri="{FF2B5EF4-FFF2-40B4-BE49-F238E27FC236}">
                <a16:creationId xmlns:a16="http://schemas.microsoft.com/office/drawing/2014/main" id="{D6FA4ABD-B53F-4861-B50F-0F415C2E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7313" y="2425446"/>
            <a:ext cx="24003" cy="24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9E2"/>
          </a:solidFill>
          <a:ln xmlns:a="http://schemas.openxmlformats.org/drawingml/2006/main" w="0">
            <a:noFill/>
          </a:ln>
        </p:spPr>
      </p:sp>
      <p:sp>
        <p:nvSpPr>
          <p:cNvPr id="105" name="AI-011-104">
            <a:extLst xmlns:a="http://schemas.openxmlformats.org/drawingml/2006/main">
              <a:ext uri="{FF2B5EF4-FFF2-40B4-BE49-F238E27FC236}">
                <a16:creationId xmlns:a16="http://schemas.microsoft.com/office/drawing/2014/main" id="{37ABD022-D7E7-4F92-BE38-FAC1630E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4760" y="2425446"/>
            <a:ext cx="24003" cy="24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9E2"/>
          </a:solidFill>
          <a:ln xmlns:a="http://schemas.openxmlformats.org/drawingml/2006/main" w="0">
            <a:noFill/>
          </a:ln>
        </p:spPr>
      </p:sp>
      <p:sp>
        <p:nvSpPr>
          <p:cNvPr id="106" name="line-105">
            <a:extLst xmlns:a="http://schemas.openxmlformats.org/drawingml/2006/main">
              <a:ext uri="{FF2B5EF4-FFF2-40B4-BE49-F238E27FC236}">
                <a16:creationId xmlns:a16="http://schemas.microsoft.com/office/drawing/2014/main" id="{CD461412-6B9D-44BF-A971-896AD2ED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91715"/>
            <a:ext cx="10" cy="51435"/>
          </a:xfrm>
          <a:custGeom xmlns:a="http://schemas.openxmlformats.org/drawingml/2006/main">
            <a:pathLst>
              <a:path w="10" h="51435">
                <a:moveTo>
                  <a:pt x="0" y="5143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5B9E2"/>
            </a:solidFill>
          </a:ln>
        </p:spPr>
      </p:sp>
      <p:sp>
        <p:nvSpPr>
          <p:cNvPr id="107" name="AI-011-106">
            <a:extLst xmlns:a="http://schemas.openxmlformats.org/drawingml/2006/main">
              <a:ext uri="{FF2B5EF4-FFF2-40B4-BE49-F238E27FC236}">
                <a16:creationId xmlns:a16="http://schemas.microsoft.com/office/drawing/2014/main" id="{0479032D-9140-4D60-92F9-6EDDB537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751" y="2267712"/>
            <a:ext cx="41148" cy="411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B9E2"/>
            </a:solidFill>
          </a:ln>
        </p:spPr>
      </p:sp>
      <p:sp>
        <p:nvSpPr>
          <p:cNvPr id="108" name="line-107">
            <a:extLst xmlns:a="http://schemas.openxmlformats.org/drawingml/2006/main">
              <a:ext uri="{FF2B5EF4-FFF2-40B4-BE49-F238E27FC236}">
                <a16:creationId xmlns:a16="http://schemas.microsoft.com/office/drawing/2014/main" id="{6256DB90-0FC2-45E8-9F39-65354A2D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4156" y="2418588"/>
            <a:ext cx="10" cy="72009"/>
          </a:xfrm>
          <a:custGeom xmlns:a="http://schemas.openxmlformats.org/drawingml/2006/main">
            <a:pathLst>
              <a:path w="10" h="72009">
                <a:moveTo>
                  <a:pt x="0" y="0"/>
                </a:moveTo>
                <a:lnTo>
                  <a:pt x="0" y="7200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5B9E2"/>
            </a:solidFill>
          </a:ln>
        </p:spPr>
      </p:sp>
      <p:sp>
        <p:nvSpPr>
          <p:cNvPr id="109" name="line-108">
            <a:extLst xmlns:a="http://schemas.openxmlformats.org/drawingml/2006/main">
              <a:ext uri="{FF2B5EF4-FFF2-40B4-BE49-F238E27FC236}">
                <a16:creationId xmlns:a16="http://schemas.microsoft.com/office/drawing/2014/main" id="{5A114399-279D-49EA-9BD2-3BBFBE9D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494" y="2418588"/>
            <a:ext cx="10" cy="72009"/>
          </a:xfrm>
          <a:custGeom xmlns:a="http://schemas.openxmlformats.org/drawingml/2006/main">
            <a:pathLst>
              <a:path w="10" h="72009">
                <a:moveTo>
                  <a:pt x="0" y="0"/>
                </a:moveTo>
                <a:lnTo>
                  <a:pt x="0" y="7200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5B9E2"/>
            </a:solidFill>
          </a:ln>
        </p:spPr>
      </p:sp>
      <p:sp>
        <p:nvSpPr>
          <p:cNvPr id="110" name="AI-011-109">
            <a:extLst xmlns:a="http://schemas.openxmlformats.org/drawingml/2006/main">
              <a:ext uri="{FF2B5EF4-FFF2-40B4-BE49-F238E27FC236}">
                <a16:creationId xmlns:a16="http://schemas.microsoft.com/office/drawing/2014/main" id="{49551B3A-C832-4C00-B36D-789DCF9E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22764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5B9E2"/>
            </a:solidFill>
          </a:ln>
        </p:spPr>
      </p:sp>
      <p:sp>
        <p:nvSpPr>
          <p:cNvPr id="111" name="AI-011-110">
            <a:extLst xmlns:a="http://schemas.openxmlformats.org/drawingml/2006/main">
              <a:ext uri="{FF2B5EF4-FFF2-40B4-BE49-F238E27FC236}">
                <a16:creationId xmlns:a16="http://schemas.microsoft.com/office/drawing/2014/main" id="{75B891D7-05B3-4600-8428-6CC1D6FD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3300" y="2276475"/>
            <a:ext cx="1047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25B9E2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25B9E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2" name="AI-011-111">
            <a:extLst xmlns:a="http://schemas.openxmlformats.org/drawingml/2006/main">
              <a:ext uri="{FF2B5EF4-FFF2-40B4-BE49-F238E27FC236}">
                <a16:creationId xmlns:a16="http://schemas.microsoft.com/office/drawing/2014/main" id="{22A42FEA-FCDC-4705-8BBC-FE2FBC7E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2762250"/>
            <a:ext cx="3619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5D7D4"/>
          </a:solidFill>
          <a:ln xmlns:a="http://schemas.openxmlformats.org/drawingml/2006/main" w="13335">
            <a:solidFill>
              <a:srgbClr val="43515A"/>
            </a:solidFill>
          </a:ln>
        </p:spPr>
      </p:sp>
      <p:sp>
        <p:nvSpPr>
          <p:cNvPr id="113" name="AI-011-112">
            <a:extLst xmlns:a="http://schemas.openxmlformats.org/drawingml/2006/main">
              <a:ext uri="{FF2B5EF4-FFF2-40B4-BE49-F238E27FC236}">
                <a16:creationId xmlns:a16="http://schemas.microsoft.com/office/drawing/2014/main" id="{714D477D-0960-409B-8748-FFD45421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2733675"/>
            <a:ext cx="9525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DCE8"/>
          </a:solidFill>
          <a:ln xmlns:a="http://schemas.openxmlformats.org/drawingml/2006/main" w="13335">
            <a:solidFill>
              <a:srgbClr val="43515A"/>
            </a:solidFill>
          </a:ln>
        </p:spPr>
      </p:sp>
      <p:sp>
        <p:nvSpPr>
          <p:cNvPr id="114" name="AI-011-113">
            <a:extLst xmlns:a="http://schemas.openxmlformats.org/drawingml/2006/main">
              <a:ext uri="{FF2B5EF4-FFF2-40B4-BE49-F238E27FC236}">
                <a16:creationId xmlns:a16="http://schemas.microsoft.com/office/drawing/2014/main" id="{BF78AE66-DC54-4F5A-B36D-EDCF4AEA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343150"/>
            <a:ext cx="342900" cy="222885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5B9E2"/>
            </a:solidFill>
          </a:ln>
        </p:spPr>
      </p:sp>
      <p:sp>
        <p:nvSpPr>
          <p:cNvPr id="115" name="path-114">
            <a:extLst xmlns:a="http://schemas.openxmlformats.org/drawingml/2006/main">
              <a:ext uri="{FF2B5EF4-FFF2-40B4-BE49-F238E27FC236}">
                <a16:creationId xmlns:a16="http://schemas.microsoft.com/office/drawing/2014/main" id="{2412D96C-9641-46D1-83A5-02DC6A5F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5572" y="2566035"/>
            <a:ext cx="72009" cy="78867"/>
          </a:xfrm>
          <a:custGeom xmlns:a="http://schemas.openxmlformats.org/drawingml/2006/main">
            <a:pathLst>
              <a:path w="72009" h="78867">
                <a:moveTo>
                  <a:pt x="0" y="0"/>
                </a:moveTo>
                <a:lnTo>
                  <a:pt x="0" y="78867"/>
                </a:lnTo>
                <a:lnTo>
                  <a:pt x="720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5B9E2"/>
            </a:solidFill>
          </a:ln>
        </p:spPr>
      </p:sp>
      <p:sp>
        <p:nvSpPr>
          <p:cNvPr id="116" name="AI-011-115">
            <a:extLst xmlns:a="http://schemas.openxmlformats.org/drawingml/2006/main">
              <a:ext uri="{FF2B5EF4-FFF2-40B4-BE49-F238E27FC236}">
                <a16:creationId xmlns:a16="http://schemas.microsoft.com/office/drawing/2014/main" id="{42E5743A-CA93-4BD0-9125-C9B2776F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9288" y="2425446"/>
            <a:ext cx="24003" cy="24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9E2"/>
          </a:solidFill>
          <a:ln xmlns:a="http://schemas.openxmlformats.org/drawingml/2006/main" w="0">
            <a:noFill/>
          </a:ln>
        </p:spPr>
      </p:sp>
      <p:sp>
        <p:nvSpPr>
          <p:cNvPr id="117" name="AI-011-116">
            <a:extLst xmlns:a="http://schemas.openxmlformats.org/drawingml/2006/main">
              <a:ext uri="{FF2B5EF4-FFF2-40B4-BE49-F238E27FC236}">
                <a16:creationId xmlns:a16="http://schemas.microsoft.com/office/drawing/2014/main" id="{950E0F53-AB33-42EE-9FC7-E28787DE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6735" y="2425446"/>
            <a:ext cx="24003" cy="24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9E2"/>
          </a:solidFill>
          <a:ln xmlns:a="http://schemas.openxmlformats.org/drawingml/2006/main" w="0">
            <a:noFill/>
          </a:ln>
        </p:spPr>
      </p:sp>
      <p:sp>
        <p:nvSpPr>
          <p:cNvPr id="118" name="line-117">
            <a:extLst xmlns:a="http://schemas.openxmlformats.org/drawingml/2006/main">
              <a:ext uri="{FF2B5EF4-FFF2-40B4-BE49-F238E27FC236}">
                <a16:creationId xmlns:a16="http://schemas.microsoft.com/office/drawing/2014/main" id="{E2098B9D-6B87-4981-9DFE-672C2EB6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91715"/>
            <a:ext cx="10" cy="51435"/>
          </a:xfrm>
          <a:custGeom xmlns:a="http://schemas.openxmlformats.org/drawingml/2006/main">
            <a:pathLst>
              <a:path w="10" h="51435">
                <a:moveTo>
                  <a:pt x="0" y="5143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5B9E2"/>
            </a:solidFill>
          </a:ln>
        </p:spPr>
      </p:sp>
      <p:sp>
        <p:nvSpPr>
          <p:cNvPr id="119" name="AI-011-118">
            <a:extLst xmlns:a="http://schemas.openxmlformats.org/drawingml/2006/main">
              <a:ext uri="{FF2B5EF4-FFF2-40B4-BE49-F238E27FC236}">
                <a16:creationId xmlns:a16="http://schemas.microsoft.com/office/drawing/2014/main" id="{7E0E8194-10BC-4055-AE4B-5F2B7B65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4726" y="2267712"/>
            <a:ext cx="41148" cy="411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B9E2"/>
            </a:solidFill>
          </a:ln>
        </p:spPr>
      </p:sp>
      <p:sp>
        <p:nvSpPr>
          <p:cNvPr id="120" name="line-119">
            <a:extLst xmlns:a="http://schemas.openxmlformats.org/drawingml/2006/main">
              <a:ext uri="{FF2B5EF4-FFF2-40B4-BE49-F238E27FC236}">
                <a16:creationId xmlns:a16="http://schemas.microsoft.com/office/drawing/2014/main" id="{524C6065-F21B-4CF1-94C0-3E1F3C6F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31" y="2418588"/>
            <a:ext cx="10" cy="72009"/>
          </a:xfrm>
          <a:custGeom xmlns:a="http://schemas.openxmlformats.org/drawingml/2006/main">
            <a:pathLst>
              <a:path w="10" h="72009">
                <a:moveTo>
                  <a:pt x="0" y="0"/>
                </a:moveTo>
                <a:lnTo>
                  <a:pt x="0" y="7200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5B9E2"/>
            </a:solidFill>
          </a:ln>
        </p:spPr>
      </p:sp>
      <p:sp>
        <p:nvSpPr>
          <p:cNvPr id="121" name="line-120">
            <a:extLst xmlns:a="http://schemas.openxmlformats.org/drawingml/2006/main">
              <a:ext uri="{FF2B5EF4-FFF2-40B4-BE49-F238E27FC236}">
                <a16:creationId xmlns:a16="http://schemas.microsoft.com/office/drawing/2014/main" id="{AA4D6C39-0007-4124-9C31-4BACFDF2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469" y="2418588"/>
            <a:ext cx="10" cy="72009"/>
          </a:xfrm>
          <a:custGeom xmlns:a="http://schemas.openxmlformats.org/drawingml/2006/main">
            <a:pathLst>
              <a:path w="10" h="72009">
                <a:moveTo>
                  <a:pt x="0" y="0"/>
                </a:moveTo>
                <a:lnTo>
                  <a:pt x="0" y="7200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5B9E2"/>
            </a:solidFill>
          </a:ln>
        </p:spPr>
      </p:sp>
      <p:sp>
        <p:nvSpPr>
          <p:cNvPr id="122" name="AI-011-121">
            <a:extLst xmlns:a="http://schemas.openxmlformats.org/drawingml/2006/main">
              <a:ext uri="{FF2B5EF4-FFF2-40B4-BE49-F238E27FC236}">
                <a16:creationId xmlns:a16="http://schemas.microsoft.com/office/drawing/2014/main" id="{F6E6E290-1B71-4797-88BF-07E43613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2764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5B9E2"/>
            </a:solidFill>
          </a:ln>
        </p:spPr>
      </p:sp>
      <p:sp>
        <p:nvSpPr>
          <p:cNvPr id="123" name="AI-011-122">
            <a:extLst xmlns:a="http://schemas.openxmlformats.org/drawingml/2006/main">
              <a:ext uri="{FF2B5EF4-FFF2-40B4-BE49-F238E27FC236}">
                <a16:creationId xmlns:a16="http://schemas.microsoft.com/office/drawing/2014/main" id="{1D2CC5E2-D780-485C-8892-CD4D3CC3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276475"/>
            <a:ext cx="1047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25B9E2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25B9E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4" name="AI-011-123">
            <a:extLst xmlns:a="http://schemas.openxmlformats.org/drawingml/2006/main">
              <a:ext uri="{FF2B5EF4-FFF2-40B4-BE49-F238E27FC236}">
                <a16:creationId xmlns:a16="http://schemas.microsoft.com/office/drawing/2014/main" id="{D6A86DB2-F562-480A-8B10-CD0E1A70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762250"/>
            <a:ext cx="3619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5D7D4"/>
          </a:solidFill>
          <a:ln xmlns:a="http://schemas.openxmlformats.org/drawingml/2006/main" w="13335">
            <a:solidFill>
              <a:srgbClr val="43515A"/>
            </a:solidFill>
          </a:ln>
        </p:spPr>
      </p:sp>
      <p:sp>
        <p:nvSpPr>
          <p:cNvPr id="125" name="AI-011-124">
            <a:extLst xmlns:a="http://schemas.openxmlformats.org/drawingml/2006/main">
              <a:ext uri="{FF2B5EF4-FFF2-40B4-BE49-F238E27FC236}">
                <a16:creationId xmlns:a16="http://schemas.microsoft.com/office/drawing/2014/main" id="{DED2126F-B048-4890-964B-E3424110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2733675"/>
            <a:ext cx="9525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DCE8"/>
          </a:solidFill>
          <a:ln xmlns:a="http://schemas.openxmlformats.org/drawingml/2006/main" w="13335">
            <a:solidFill>
              <a:srgbClr val="43515A"/>
            </a:solidFill>
          </a:ln>
        </p:spPr>
      </p:sp>
      <p:sp>
        <p:nvSpPr>
          <p:cNvPr id="126" name="AI-011-125">
            <a:extLst xmlns:a="http://schemas.openxmlformats.org/drawingml/2006/main">
              <a:ext uri="{FF2B5EF4-FFF2-40B4-BE49-F238E27FC236}">
                <a16:creationId xmlns:a16="http://schemas.microsoft.com/office/drawing/2014/main" id="{23DAD2C9-22C2-41E9-93A3-B83675EA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2914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27" name="AI-011-126">
            <a:extLst xmlns:a="http://schemas.openxmlformats.org/drawingml/2006/main">
              <a:ext uri="{FF2B5EF4-FFF2-40B4-BE49-F238E27FC236}">
                <a16:creationId xmlns:a16="http://schemas.microsoft.com/office/drawing/2014/main" id="{4630A884-C37B-4CE9-9BCE-ABF66478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914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28" name="AI-011-127">
            <a:extLst xmlns:a="http://schemas.openxmlformats.org/drawingml/2006/main">
              <a:ext uri="{FF2B5EF4-FFF2-40B4-BE49-F238E27FC236}">
                <a16:creationId xmlns:a16="http://schemas.microsoft.com/office/drawing/2014/main" id="{65950D68-E225-476A-9A6C-F52EFE3D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2914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29" name="AI-011-128">
            <a:extLst xmlns:a="http://schemas.openxmlformats.org/drawingml/2006/main">
              <a:ext uri="{FF2B5EF4-FFF2-40B4-BE49-F238E27FC236}">
                <a16:creationId xmlns:a16="http://schemas.microsoft.com/office/drawing/2014/main" id="{3721C595-D891-439A-AC84-904A373B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171450"/>
            <a:ext cx="2209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63" b="0" i="0">
                <a:solidFill>
                  <a:srgbClr val="303B40"/>
                </a:solidFill>
                <a:latin typeface="Arial"/>
                <a:ea typeface="Arial"/>
                <a:cs typeface="Arial"/>
              </a:defRPr>
            </a:pPr>
            <a:r>
              <a:rPr sz="1463" b="0" i="0">
                <a:solidFill>
                  <a:srgbClr val="303B40"/>
                </a:solidFill>
                <a:latin typeface="Arial"/>
                <a:ea typeface="Arial"/>
                <a:cs typeface="Arial"/>
              </a:rPr>
              <a:t>Four LLMs are randomly</a:t>
            </a:r>
          </a:p>
          <a:p xmlns:a="http://schemas.openxmlformats.org/drawingml/2006/main">
            <a:pPr algn="ctr">
              <a:defRPr sz="1463" b="0" i="0">
                <a:solidFill>
                  <a:srgbClr val="303B40"/>
                </a:solidFill>
                <a:latin typeface="Arial"/>
                <a:ea typeface="Arial"/>
                <a:cs typeface="Arial"/>
              </a:defRPr>
            </a:pPr>
            <a:r>
              <a:rPr sz="1463" b="0" i="0">
                <a:solidFill>
                  <a:srgbClr val="303B40"/>
                </a:solidFill>
                <a:latin typeface="Arial"/>
                <a:ea typeface="Arial"/>
                <a:cs typeface="Arial"/>
              </a:rPr>
              <a:t>selected from pool</a:t>
            </a:r>
          </a:p>
        </p:txBody>
      </p:sp>
      <p:sp>
        <p:nvSpPr>
          <p:cNvPr id="130" name="AI-011-129">
            <a:extLst xmlns:a="http://schemas.openxmlformats.org/drawingml/2006/main">
              <a:ext uri="{FF2B5EF4-FFF2-40B4-BE49-F238E27FC236}">
                <a16:creationId xmlns:a16="http://schemas.microsoft.com/office/drawing/2014/main" id="{FD667896-DB01-4F24-B329-BA739AD4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933450"/>
            <a:ext cx="228600" cy="14859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FF8D77"/>
            </a:solidFill>
          </a:ln>
        </p:spPr>
      </p:sp>
      <p:sp>
        <p:nvSpPr>
          <p:cNvPr id="131" name="path-130">
            <a:extLst xmlns:a="http://schemas.openxmlformats.org/drawingml/2006/main">
              <a:ext uri="{FF2B5EF4-FFF2-40B4-BE49-F238E27FC236}">
                <a16:creationId xmlns:a16="http://schemas.microsoft.com/office/drawing/2014/main" id="{E6C14BE0-7F77-4ABB-AB02-AD550943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598" y="1082040"/>
            <a:ext cx="48006" cy="52578"/>
          </a:xfrm>
          <a:custGeom xmlns:a="http://schemas.openxmlformats.org/drawingml/2006/main">
            <a:pathLst>
              <a:path w="48006" h="52578">
                <a:moveTo>
                  <a:pt x="0" y="0"/>
                </a:moveTo>
                <a:lnTo>
                  <a:pt x="0" y="52578"/>
                </a:lnTo>
                <a:lnTo>
                  <a:pt x="480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FF8D77"/>
            </a:solidFill>
          </a:ln>
        </p:spPr>
      </p:sp>
      <p:sp>
        <p:nvSpPr>
          <p:cNvPr id="132" name="AI-011-131">
            <a:extLst xmlns:a="http://schemas.openxmlformats.org/drawingml/2006/main">
              <a:ext uri="{FF2B5EF4-FFF2-40B4-BE49-F238E27FC236}">
                <a16:creationId xmlns:a16="http://schemas.microsoft.com/office/drawing/2014/main" id="{A4B1A4A4-39C7-4514-B066-2B441DB0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5742" y="988314"/>
            <a:ext cx="16002" cy="16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D77"/>
          </a:solidFill>
          <a:ln xmlns:a="http://schemas.openxmlformats.org/drawingml/2006/main" w="0">
            <a:noFill/>
          </a:ln>
        </p:spPr>
      </p:sp>
      <p:sp>
        <p:nvSpPr>
          <p:cNvPr id="133" name="AI-011-132">
            <a:extLst xmlns:a="http://schemas.openxmlformats.org/drawingml/2006/main">
              <a:ext uri="{FF2B5EF4-FFF2-40B4-BE49-F238E27FC236}">
                <a16:creationId xmlns:a16="http://schemas.microsoft.com/office/drawing/2014/main" id="{4330107C-59FD-417B-B675-13CE46D1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4040" y="988314"/>
            <a:ext cx="16002" cy="16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D77"/>
          </a:solidFill>
          <a:ln xmlns:a="http://schemas.openxmlformats.org/drawingml/2006/main" w="0">
            <a:noFill/>
          </a:ln>
        </p:spPr>
      </p:sp>
      <p:sp>
        <p:nvSpPr>
          <p:cNvPr id="134" name="line-133">
            <a:extLst xmlns:a="http://schemas.openxmlformats.org/drawingml/2006/main">
              <a:ext uri="{FF2B5EF4-FFF2-40B4-BE49-F238E27FC236}">
                <a16:creationId xmlns:a16="http://schemas.microsoft.com/office/drawing/2014/main" id="{296DFF44-0B7B-4F2B-BC72-1044BD3F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99160"/>
            <a:ext cx="10" cy="34290"/>
          </a:xfrm>
          <a:custGeom xmlns:a="http://schemas.openxmlformats.org/drawingml/2006/main">
            <a:pathLst>
              <a:path w="10" h="34290">
                <a:moveTo>
                  <a:pt x="0" y="34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FF8D77"/>
            </a:solidFill>
          </a:ln>
        </p:spPr>
      </p:sp>
      <p:sp>
        <p:nvSpPr>
          <p:cNvPr id="135" name="AI-011-134">
            <a:extLst xmlns:a="http://schemas.openxmlformats.org/drawingml/2006/main">
              <a:ext uri="{FF2B5EF4-FFF2-40B4-BE49-F238E27FC236}">
                <a16:creationId xmlns:a16="http://schemas.microsoft.com/office/drawing/2014/main" id="{188AE907-02D6-4F0F-9607-5736F228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6034" y="883158"/>
            <a:ext cx="27432" cy="274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F8D77"/>
            </a:solidFill>
          </a:ln>
        </p:spPr>
      </p:sp>
      <p:sp>
        <p:nvSpPr>
          <p:cNvPr id="136" name="line-135">
            <a:extLst xmlns:a="http://schemas.openxmlformats.org/drawingml/2006/main">
              <a:ext uri="{FF2B5EF4-FFF2-40B4-BE49-F238E27FC236}">
                <a16:creationId xmlns:a16="http://schemas.microsoft.com/office/drawing/2014/main" id="{F047DA0C-D522-4CF8-B6C5-73C18568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983742"/>
            <a:ext cx="10" cy="48006"/>
          </a:xfrm>
          <a:custGeom xmlns:a="http://schemas.openxmlformats.org/drawingml/2006/main">
            <a:pathLst>
              <a:path w="10" h="48006">
                <a:moveTo>
                  <a:pt x="0" y="0"/>
                </a:moveTo>
                <a:lnTo>
                  <a:pt x="0" y="48006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FF8D77"/>
            </a:solidFill>
          </a:ln>
        </p:spPr>
      </p:sp>
      <p:sp>
        <p:nvSpPr>
          <p:cNvPr id="137" name="line-136">
            <a:extLst xmlns:a="http://schemas.openxmlformats.org/drawingml/2006/main">
              <a:ext uri="{FF2B5EF4-FFF2-40B4-BE49-F238E27FC236}">
                <a16:creationId xmlns:a16="http://schemas.microsoft.com/office/drawing/2014/main" id="{C346360D-1A07-4E1D-9120-14A13F8D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196" y="983742"/>
            <a:ext cx="10" cy="48006"/>
          </a:xfrm>
          <a:custGeom xmlns:a="http://schemas.openxmlformats.org/drawingml/2006/main">
            <a:pathLst>
              <a:path w="10" h="48006">
                <a:moveTo>
                  <a:pt x="0" y="0"/>
                </a:moveTo>
                <a:lnTo>
                  <a:pt x="0" y="48006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FF8D77"/>
            </a:solidFill>
          </a:ln>
        </p:spPr>
      </p:sp>
      <p:sp>
        <p:nvSpPr>
          <p:cNvPr id="138" name="AI-011-137">
            <a:extLst xmlns:a="http://schemas.openxmlformats.org/drawingml/2006/main">
              <a:ext uri="{FF2B5EF4-FFF2-40B4-BE49-F238E27FC236}">
                <a16:creationId xmlns:a16="http://schemas.microsoft.com/office/drawing/2014/main" id="{DC3BFD8F-BF40-4C44-9C5F-E4A91BD2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1675" y="1028700"/>
            <a:ext cx="228600" cy="14859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F7C051"/>
            </a:solidFill>
          </a:ln>
        </p:spPr>
      </p:sp>
      <p:sp>
        <p:nvSpPr>
          <p:cNvPr id="139" name="path-138">
            <a:extLst xmlns:a="http://schemas.openxmlformats.org/drawingml/2006/main">
              <a:ext uri="{FF2B5EF4-FFF2-40B4-BE49-F238E27FC236}">
                <a16:creationId xmlns:a16="http://schemas.microsoft.com/office/drawing/2014/main" id="{0C3B507E-D0CB-44AF-A449-4FCE81C1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823" y="1177290"/>
            <a:ext cx="48006" cy="52578"/>
          </a:xfrm>
          <a:custGeom xmlns:a="http://schemas.openxmlformats.org/drawingml/2006/main">
            <a:pathLst>
              <a:path w="48006" h="52578">
                <a:moveTo>
                  <a:pt x="0" y="0"/>
                </a:moveTo>
                <a:lnTo>
                  <a:pt x="0" y="52578"/>
                </a:lnTo>
                <a:lnTo>
                  <a:pt x="480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F7C051"/>
            </a:solidFill>
          </a:ln>
        </p:spPr>
      </p:sp>
      <p:sp>
        <p:nvSpPr>
          <p:cNvPr id="140" name="AI-011-139">
            <a:extLst xmlns:a="http://schemas.openxmlformats.org/drawingml/2006/main">
              <a:ext uri="{FF2B5EF4-FFF2-40B4-BE49-F238E27FC236}">
                <a16:creationId xmlns:a16="http://schemas.microsoft.com/office/drawing/2014/main" id="{13F4D6BA-AD82-40F8-B2DA-E46AFB78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1967" y="1083564"/>
            <a:ext cx="16002" cy="16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051"/>
          </a:solidFill>
          <a:ln xmlns:a="http://schemas.openxmlformats.org/drawingml/2006/main" w="0">
            <a:noFill/>
          </a:ln>
        </p:spPr>
      </p:sp>
      <p:sp>
        <p:nvSpPr>
          <p:cNvPr id="141" name="AI-011-140">
            <a:extLst xmlns:a="http://schemas.openxmlformats.org/drawingml/2006/main">
              <a:ext uri="{FF2B5EF4-FFF2-40B4-BE49-F238E27FC236}">
                <a16:creationId xmlns:a16="http://schemas.microsoft.com/office/drawing/2014/main" id="{897D2290-4AAD-4D52-B8F4-1EE4BA67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0265" y="1083564"/>
            <a:ext cx="16002" cy="16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051"/>
          </a:solidFill>
          <a:ln xmlns:a="http://schemas.openxmlformats.org/drawingml/2006/main" w="0">
            <a:noFill/>
          </a:ln>
        </p:spPr>
      </p:sp>
      <p:sp>
        <p:nvSpPr>
          <p:cNvPr id="142" name="line-141">
            <a:extLst xmlns:a="http://schemas.openxmlformats.org/drawingml/2006/main">
              <a:ext uri="{FF2B5EF4-FFF2-40B4-BE49-F238E27FC236}">
                <a16:creationId xmlns:a16="http://schemas.microsoft.com/office/drawing/2014/main" id="{7D8C783C-68CB-4A1E-B6E0-8D1823C8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994410"/>
            <a:ext cx="10" cy="34290"/>
          </a:xfrm>
          <a:custGeom xmlns:a="http://schemas.openxmlformats.org/drawingml/2006/main">
            <a:pathLst>
              <a:path w="10" h="34290">
                <a:moveTo>
                  <a:pt x="0" y="34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F7C051"/>
            </a:solidFill>
          </a:ln>
        </p:spPr>
      </p:sp>
      <p:sp>
        <p:nvSpPr>
          <p:cNvPr id="143" name="AI-011-142">
            <a:extLst xmlns:a="http://schemas.openxmlformats.org/drawingml/2006/main">
              <a:ext uri="{FF2B5EF4-FFF2-40B4-BE49-F238E27FC236}">
                <a16:creationId xmlns:a16="http://schemas.microsoft.com/office/drawing/2014/main" id="{B2F96692-8703-4490-8239-D433060F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2259" y="978408"/>
            <a:ext cx="27432" cy="274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7C051"/>
            </a:solidFill>
          </a:ln>
        </p:spPr>
      </p:sp>
      <p:sp>
        <p:nvSpPr>
          <p:cNvPr id="144" name="line-143">
            <a:extLst xmlns:a="http://schemas.openxmlformats.org/drawingml/2006/main">
              <a:ext uri="{FF2B5EF4-FFF2-40B4-BE49-F238E27FC236}">
                <a16:creationId xmlns:a16="http://schemas.microsoft.com/office/drawing/2014/main" id="{E250552C-CC4E-41B2-A687-6CCC85C1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529" y="1078992"/>
            <a:ext cx="10" cy="48006"/>
          </a:xfrm>
          <a:custGeom xmlns:a="http://schemas.openxmlformats.org/drawingml/2006/main">
            <a:pathLst>
              <a:path w="10" h="48006">
                <a:moveTo>
                  <a:pt x="0" y="0"/>
                </a:moveTo>
                <a:lnTo>
                  <a:pt x="0" y="48006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F7C051"/>
            </a:solidFill>
          </a:ln>
        </p:spPr>
      </p:sp>
      <p:sp>
        <p:nvSpPr>
          <p:cNvPr id="145" name="line-144">
            <a:extLst xmlns:a="http://schemas.openxmlformats.org/drawingml/2006/main">
              <a:ext uri="{FF2B5EF4-FFF2-40B4-BE49-F238E27FC236}">
                <a16:creationId xmlns:a16="http://schemas.microsoft.com/office/drawing/2014/main" id="{5421835A-E148-4535-9345-311DE880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421" y="1078992"/>
            <a:ext cx="10" cy="48006"/>
          </a:xfrm>
          <a:custGeom xmlns:a="http://schemas.openxmlformats.org/drawingml/2006/main">
            <a:pathLst>
              <a:path w="10" h="48006">
                <a:moveTo>
                  <a:pt x="0" y="0"/>
                </a:moveTo>
                <a:lnTo>
                  <a:pt x="0" y="48006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F7C051"/>
            </a:solidFill>
          </a:ln>
        </p:spPr>
      </p:sp>
      <p:sp>
        <p:nvSpPr>
          <p:cNvPr id="146" name="AI-011-145">
            <a:extLst xmlns:a="http://schemas.openxmlformats.org/drawingml/2006/main">
              <a:ext uri="{FF2B5EF4-FFF2-40B4-BE49-F238E27FC236}">
                <a16:creationId xmlns:a16="http://schemas.microsoft.com/office/drawing/2014/main" id="{B176B128-94E2-4EA6-831A-88108AAD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2175" y="895350"/>
            <a:ext cx="228600" cy="14859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5B9E2"/>
            </a:solidFill>
          </a:ln>
        </p:spPr>
      </p:sp>
      <p:sp>
        <p:nvSpPr>
          <p:cNvPr id="147" name="path-146">
            <a:extLst xmlns:a="http://schemas.openxmlformats.org/drawingml/2006/main">
              <a:ext uri="{FF2B5EF4-FFF2-40B4-BE49-F238E27FC236}">
                <a16:creationId xmlns:a16="http://schemas.microsoft.com/office/drawing/2014/main" id="{BAFCD51E-005A-4DD1-9C34-5D6853AF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323" y="1043940"/>
            <a:ext cx="48006" cy="52578"/>
          </a:xfrm>
          <a:custGeom xmlns:a="http://schemas.openxmlformats.org/drawingml/2006/main">
            <a:pathLst>
              <a:path w="48006" h="52578">
                <a:moveTo>
                  <a:pt x="0" y="0"/>
                </a:moveTo>
                <a:lnTo>
                  <a:pt x="0" y="52578"/>
                </a:lnTo>
                <a:lnTo>
                  <a:pt x="480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5B9E2"/>
            </a:solidFill>
          </a:ln>
        </p:spPr>
      </p:sp>
      <p:sp>
        <p:nvSpPr>
          <p:cNvPr id="148" name="AI-011-147">
            <a:extLst xmlns:a="http://schemas.openxmlformats.org/drawingml/2006/main">
              <a:ext uri="{FF2B5EF4-FFF2-40B4-BE49-F238E27FC236}">
                <a16:creationId xmlns:a16="http://schemas.microsoft.com/office/drawing/2014/main" id="{681D3174-8786-4A4E-8076-885E6F49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2467" y="950214"/>
            <a:ext cx="16002" cy="16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9E2"/>
          </a:solidFill>
          <a:ln xmlns:a="http://schemas.openxmlformats.org/drawingml/2006/main" w="0">
            <a:noFill/>
          </a:ln>
        </p:spPr>
      </p:sp>
      <p:sp>
        <p:nvSpPr>
          <p:cNvPr id="149" name="AI-011-148">
            <a:extLst xmlns:a="http://schemas.openxmlformats.org/drawingml/2006/main">
              <a:ext uri="{FF2B5EF4-FFF2-40B4-BE49-F238E27FC236}">
                <a16:creationId xmlns:a16="http://schemas.microsoft.com/office/drawing/2014/main" id="{6127F796-4CBF-4291-9E2A-40E765AF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0765" y="950214"/>
            <a:ext cx="16002" cy="16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9E2"/>
          </a:solidFill>
          <a:ln xmlns:a="http://schemas.openxmlformats.org/drawingml/2006/main" w="0">
            <a:noFill/>
          </a:ln>
        </p:spPr>
      </p:sp>
      <p:sp>
        <p:nvSpPr>
          <p:cNvPr id="150" name="line-149">
            <a:extLst xmlns:a="http://schemas.openxmlformats.org/drawingml/2006/main">
              <a:ext uri="{FF2B5EF4-FFF2-40B4-BE49-F238E27FC236}">
                <a16:creationId xmlns:a16="http://schemas.microsoft.com/office/drawing/2014/main" id="{42F9995D-AC63-4ED3-A262-F67D5849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861060"/>
            <a:ext cx="10" cy="34290"/>
          </a:xfrm>
          <a:custGeom xmlns:a="http://schemas.openxmlformats.org/drawingml/2006/main">
            <a:pathLst>
              <a:path w="10" h="34290">
                <a:moveTo>
                  <a:pt x="0" y="34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5B9E2"/>
            </a:solidFill>
          </a:ln>
        </p:spPr>
      </p:sp>
      <p:sp>
        <p:nvSpPr>
          <p:cNvPr id="151" name="AI-011-150">
            <a:extLst xmlns:a="http://schemas.openxmlformats.org/drawingml/2006/main">
              <a:ext uri="{FF2B5EF4-FFF2-40B4-BE49-F238E27FC236}">
                <a16:creationId xmlns:a16="http://schemas.microsoft.com/office/drawing/2014/main" id="{75B07B91-D033-4742-A038-3469FE7F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2759" y="845058"/>
            <a:ext cx="27432" cy="274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B9E2"/>
            </a:solidFill>
          </a:ln>
        </p:spPr>
      </p:sp>
      <p:sp>
        <p:nvSpPr>
          <p:cNvPr id="152" name="line-151">
            <a:extLst xmlns:a="http://schemas.openxmlformats.org/drawingml/2006/main">
              <a:ext uri="{FF2B5EF4-FFF2-40B4-BE49-F238E27FC236}">
                <a16:creationId xmlns:a16="http://schemas.microsoft.com/office/drawing/2014/main" id="{7948C781-5F1A-45D9-8DCB-0ECBB9FD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029" y="945642"/>
            <a:ext cx="10" cy="48006"/>
          </a:xfrm>
          <a:custGeom xmlns:a="http://schemas.openxmlformats.org/drawingml/2006/main">
            <a:pathLst>
              <a:path w="10" h="48006">
                <a:moveTo>
                  <a:pt x="0" y="0"/>
                </a:moveTo>
                <a:lnTo>
                  <a:pt x="0" y="48006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5B9E2"/>
            </a:solidFill>
          </a:ln>
        </p:spPr>
      </p:sp>
      <p:sp>
        <p:nvSpPr>
          <p:cNvPr id="153" name="line-152">
            <a:extLst xmlns:a="http://schemas.openxmlformats.org/drawingml/2006/main">
              <a:ext uri="{FF2B5EF4-FFF2-40B4-BE49-F238E27FC236}">
                <a16:creationId xmlns:a16="http://schemas.microsoft.com/office/drawing/2014/main" id="{885B8FDE-768A-42EF-BD15-C624D017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921" y="945642"/>
            <a:ext cx="10" cy="48006"/>
          </a:xfrm>
          <a:custGeom xmlns:a="http://schemas.openxmlformats.org/drawingml/2006/main">
            <a:pathLst>
              <a:path w="10" h="48006">
                <a:moveTo>
                  <a:pt x="0" y="0"/>
                </a:moveTo>
                <a:lnTo>
                  <a:pt x="0" y="48006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5B9E2"/>
            </a:solidFill>
          </a:ln>
        </p:spPr>
      </p:sp>
      <p:sp>
        <p:nvSpPr>
          <p:cNvPr id="154" name="AI-011-153">
            <a:extLst xmlns:a="http://schemas.openxmlformats.org/drawingml/2006/main">
              <a:ext uri="{FF2B5EF4-FFF2-40B4-BE49-F238E27FC236}">
                <a16:creationId xmlns:a16="http://schemas.microsoft.com/office/drawing/2014/main" id="{53A94104-9630-486E-AE13-59133174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8400" y="981075"/>
            <a:ext cx="228600" cy="14859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2DCD3"/>
            </a:solidFill>
          </a:ln>
        </p:spPr>
      </p:sp>
      <p:sp>
        <p:nvSpPr>
          <p:cNvPr id="155" name="path-154">
            <a:extLst xmlns:a="http://schemas.openxmlformats.org/drawingml/2006/main">
              <a:ext uri="{FF2B5EF4-FFF2-40B4-BE49-F238E27FC236}">
                <a16:creationId xmlns:a16="http://schemas.microsoft.com/office/drawing/2014/main" id="{FBB79D14-DA34-4258-8365-0142EA26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548" y="1129665"/>
            <a:ext cx="48006" cy="52578"/>
          </a:xfrm>
          <a:custGeom xmlns:a="http://schemas.openxmlformats.org/drawingml/2006/main">
            <a:pathLst>
              <a:path w="48006" h="52578">
                <a:moveTo>
                  <a:pt x="0" y="0"/>
                </a:moveTo>
                <a:lnTo>
                  <a:pt x="0" y="52578"/>
                </a:lnTo>
                <a:lnTo>
                  <a:pt x="480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72DCD3"/>
            </a:solidFill>
          </a:ln>
        </p:spPr>
      </p:sp>
      <p:sp>
        <p:nvSpPr>
          <p:cNvPr id="156" name="AI-011-155">
            <a:extLst xmlns:a="http://schemas.openxmlformats.org/drawingml/2006/main">
              <a:ext uri="{FF2B5EF4-FFF2-40B4-BE49-F238E27FC236}">
                <a16:creationId xmlns:a16="http://schemas.microsoft.com/office/drawing/2014/main" id="{9BBF0B50-940F-4E60-98EF-B860480E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8692" y="1035939"/>
            <a:ext cx="16002" cy="16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DCD3"/>
          </a:solidFill>
          <a:ln xmlns:a="http://schemas.openxmlformats.org/drawingml/2006/main" w="0">
            <a:noFill/>
          </a:ln>
        </p:spPr>
      </p:sp>
      <p:sp>
        <p:nvSpPr>
          <p:cNvPr id="157" name="AI-011-156">
            <a:extLst xmlns:a="http://schemas.openxmlformats.org/drawingml/2006/main">
              <a:ext uri="{FF2B5EF4-FFF2-40B4-BE49-F238E27FC236}">
                <a16:creationId xmlns:a16="http://schemas.microsoft.com/office/drawing/2014/main" id="{5A076D38-36E3-45D7-987E-2CC1AB5A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6990" y="1035939"/>
            <a:ext cx="16002" cy="16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DCD3"/>
          </a:solidFill>
          <a:ln xmlns:a="http://schemas.openxmlformats.org/drawingml/2006/main" w="0">
            <a:noFill/>
          </a:ln>
        </p:spPr>
      </p:sp>
      <p:sp>
        <p:nvSpPr>
          <p:cNvPr id="158" name="line-157">
            <a:extLst xmlns:a="http://schemas.openxmlformats.org/drawingml/2006/main">
              <a:ext uri="{FF2B5EF4-FFF2-40B4-BE49-F238E27FC236}">
                <a16:creationId xmlns:a16="http://schemas.microsoft.com/office/drawing/2014/main" id="{1C9D162D-8281-4962-900C-46B2F9E0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946785"/>
            <a:ext cx="10" cy="34290"/>
          </a:xfrm>
          <a:custGeom xmlns:a="http://schemas.openxmlformats.org/drawingml/2006/main">
            <a:pathLst>
              <a:path w="10" h="34290">
                <a:moveTo>
                  <a:pt x="0" y="34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2DCD3"/>
            </a:solidFill>
          </a:ln>
        </p:spPr>
      </p:sp>
      <p:sp>
        <p:nvSpPr>
          <p:cNvPr id="159" name="AI-011-158">
            <a:extLst xmlns:a="http://schemas.openxmlformats.org/drawingml/2006/main">
              <a:ext uri="{FF2B5EF4-FFF2-40B4-BE49-F238E27FC236}">
                <a16:creationId xmlns:a16="http://schemas.microsoft.com/office/drawing/2014/main" id="{F73FE9BB-C6B7-46B3-82A6-654AB61F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8984" y="930783"/>
            <a:ext cx="27432" cy="274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2DCD3"/>
            </a:solidFill>
          </a:ln>
        </p:spPr>
      </p:sp>
      <p:sp>
        <p:nvSpPr>
          <p:cNvPr id="160" name="line-159">
            <a:extLst xmlns:a="http://schemas.openxmlformats.org/drawingml/2006/main">
              <a:ext uri="{FF2B5EF4-FFF2-40B4-BE49-F238E27FC236}">
                <a16:creationId xmlns:a16="http://schemas.microsoft.com/office/drawing/2014/main" id="{06D5E5AC-66CF-49CB-BB90-11DD14B3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254" y="1031367"/>
            <a:ext cx="10" cy="48006"/>
          </a:xfrm>
          <a:custGeom xmlns:a="http://schemas.openxmlformats.org/drawingml/2006/main">
            <a:pathLst>
              <a:path w="10" h="48006">
                <a:moveTo>
                  <a:pt x="0" y="0"/>
                </a:moveTo>
                <a:lnTo>
                  <a:pt x="0" y="48006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2DCD3"/>
            </a:solidFill>
          </a:ln>
        </p:spPr>
      </p:sp>
      <p:sp>
        <p:nvSpPr>
          <p:cNvPr id="161" name="line-160">
            <a:extLst xmlns:a="http://schemas.openxmlformats.org/drawingml/2006/main">
              <a:ext uri="{FF2B5EF4-FFF2-40B4-BE49-F238E27FC236}">
                <a16:creationId xmlns:a16="http://schemas.microsoft.com/office/drawing/2014/main" id="{07F85CE2-A0DB-4A30-BA7F-3F75C824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146" y="1031367"/>
            <a:ext cx="10" cy="48006"/>
          </a:xfrm>
          <a:custGeom xmlns:a="http://schemas.openxmlformats.org/drawingml/2006/main">
            <a:pathLst>
              <a:path w="10" h="48006">
                <a:moveTo>
                  <a:pt x="0" y="0"/>
                </a:moveTo>
                <a:lnTo>
                  <a:pt x="0" y="48006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2DCD3"/>
            </a:solidFill>
          </a:ln>
        </p:spPr>
      </p:sp>
      <p:sp>
        <p:nvSpPr>
          <p:cNvPr id="162" name="AI-011-161">
            <a:extLst xmlns:a="http://schemas.openxmlformats.org/drawingml/2006/main">
              <a:ext uri="{FF2B5EF4-FFF2-40B4-BE49-F238E27FC236}">
                <a16:creationId xmlns:a16="http://schemas.microsoft.com/office/drawing/2014/main" id="{A57899F7-9592-45D1-9BCD-369B7766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7475" y="828675"/>
            <a:ext cx="228600" cy="14859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FF8D77"/>
            </a:solidFill>
          </a:ln>
        </p:spPr>
      </p:sp>
      <p:sp>
        <p:nvSpPr>
          <p:cNvPr id="163" name="path-162">
            <a:extLst xmlns:a="http://schemas.openxmlformats.org/drawingml/2006/main">
              <a:ext uri="{FF2B5EF4-FFF2-40B4-BE49-F238E27FC236}">
                <a16:creationId xmlns:a16="http://schemas.microsoft.com/office/drawing/2014/main" id="{65A63D8C-CD84-4D8D-860A-5174B810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623" y="977265"/>
            <a:ext cx="48006" cy="52578"/>
          </a:xfrm>
          <a:custGeom xmlns:a="http://schemas.openxmlformats.org/drawingml/2006/main">
            <a:pathLst>
              <a:path w="48006" h="52578">
                <a:moveTo>
                  <a:pt x="0" y="0"/>
                </a:moveTo>
                <a:lnTo>
                  <a:pt x="0" y="52578"/>
                </a:lnTo>
                <a:lnTo>
                  <a:pt x="480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FF8D77"/>
            </a:solidFill>
          </a:ln>
        </p:spPr>
      </p:sp>
      <p:sp>
        <p:nvSpPr>
          <p:cNvPr id="164" name="AI-011-163">
            <a:extLst xmlns:a="http://schemas.openxmlformats.org/drawingml/2006/main">
              <a:ext uri="{FF2B5EF4-FFF2-40B4-BE49-F238E27FC236}">
                <a16:creationId xmlns:a16="http://schemas.microsoft.com/office/drawing/2014/main" id="{2D1CBF13-7B29-4E8B-8ADC-01D8989B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7767" y="883539"/>
            <a:ext cx="16002" cy="16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D77"/>
          </a:solidFill>
          <a:ln xmlns:a="http://schemas.openxmlformats.org/drawingml/2006/main" w="0">
            <a:noFill/>
          </a:ln>
        </p:spPr>
      </p:sp>
      <p:sp>
        <p:nvSpPr>
          <p:cNvPr id="165" name="AI-011-164">
            <a:extLst xmlns:a="http://schemas.openxmlformats.org/drawingml/2006/main">
              <a:ext uri="{FF2B5EF4-FFF2-40B4-BE49-F238E27FC236}">
                <a16:creationId xmlns:a16="http://schemas.microsoft.com/office/drawing/2014/main" id="{C2DD7DD7-AF78-4432-836E-C3F7E2E0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6065" y="883539"/>
            <a:ext cx="16002" cy="16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D77"/>
          </a:solidFill>
          <a:ln xmlns:a="http://schemas.openxmlformats.org/drawingml/2006/main" w="0">
            <a:noFill/>
          </a:ln>
        </p:spPr>
      </p:sp>
      <p:sp>
        <p:nvSpPr>
          <p:cNvPr id="166" name="line-165">
            <a:extLst xmlns:a="http://schemas.openxmlformats.org/drawingml/2006/main">
              <a:ext uri="{FF2B5EF4-FFF2-40B4-BE49-F238E27FC236}">
                <a16:creationId xmlns:a16="http://schemas.microsoft.com/office/drawing/2014/main" id="{2ECA38D6-70B8-49E6-9C7E-BC4E8D88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794385"/>
            <a:ext cx="10" cy="34290"/>
          </a:xfrm>
          <a:custGeom xmlns:a="http://schemas.openxmlformats.org/drawingml/2006/main">
            <a:pathLst>
              <a:path w="10" h="34290">
                <a:moveTo>
                  <a:pt x="0" y="34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FF8D77"/>
            </a:solidFill>
          </a:ln>
        </p:spPr>
      </p:sp>
      <p:sp>
        <p:nvSpPr>
          <p:cNvPr id="167" name="AI-011-166">
            <a:extLst xmlns:a="http://schemas.openxmlformats.org/drawingml/2006/main">
              <a:ext uri="{FF2B5EF4-FFF2-40B4-BE49-F238E27FC236}">
                <a16:creationId xmlns:a16="http://schemas.microsoft.com/office/drawing/2014/main" id="{925947CF-81AA-4D27-9D3E-6BD5CBA1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8059" y="778383"/>
            <a:ext cx="27432" cy="274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F8D77"/>
            </a:solidFill>
          </a:ln>
        </p:spPr>
      </p:sp>
      <p:sp>
        <p:nvSpPr>
          <p:cNvPr id="168" name="line-167">
            <a:extLst xmlns:a="http://schemas.openxmlformats.org/drawingml/2006/main">
              <a:ext uri="{FF2B5EF4-FFF2-40B4-BE49-F238E27FC236}">
                <a16:creationId xmlns:a16="http://schemas.microsoft.com/office/drawing/2014/main" id="{DEBDAA0A-DD45-48FE-9E1C-AB6C7E87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329" y="878967"/>
            <a:ext cx="10" cy="48006"/>
          </a:xfrm>
          <a:custGeom xmlns:a="http://schemas.openxmlformats.org/drawingml/2006/main">
            <a:pathLst>
              <a:path w="10" h="48006">
                <a:moveTo>
                  <a:pt x="0" y="0"/>
                </a:moveTo>
                <a:lnTo>
                  <a:pt x="0" y="48006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FF8D77"/>
            </a:solidFill>
          </a:ln>
        </p:spPr>
      </p:sp>
      <p:sp>
        <p:nvSpPr>
          <p:cNvPr id="169" name="line-168">
            <a:extLst xmlns:a="http://schemas.openxmlformats.org/drawingml/2006/main">
              <a:ext uri="{FF2B5EF4-FFF2-40B4-BE49-F238E27FC236}">
                <a16:creationId xmlns:a16="http://schemas.microsoft.com/office/drawing/2014/main" id="{A3B0389D-5B8E-4851-B64F-357D5227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1221" y="878967"/>
            <a:ext cx="10" cy="48006"/>
          </a:xfrm>
          <a:custGeom xmlns:a="http://schemas.openxmlformats.org/drawingml/2006/main">
            <a:pathLst>
              <a:path w="10" h="48006">
                <a:moveTo>
                  <a:pt x="0" y="0"/>
                </a:moveTo>
                <a:lnTo>
                  <a:pt x="0" y="48006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FF8D77"/>
            </a:solidFill>
          </a:ln>
        </p:spPr>
      </p:sp>
      <p:sp>
        <p:nvSpPr>
          <p:cNvPr id="170" name="AI-011-169">
            <a:extLst xmlns:a="http://schemas.openxmlformats.org/drawingml/2006/main">
              <a:ext uri="{FF2B5EF4-FFF2-40B4-BE49-F238E27FC236}">
                <a16:creationId xmlns:a16="http://schemas.microsoft.com/office/drawing/2014/main" id="{FB79AB86-50D8-4FE8-BAE0-224EC56B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1295400"/>
            <a:ext cx="228600" cy="14859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5B9E2"/>
            </a:solidFill>
          </a:ln>
        </p:spPr>
      </p:sp>
      <p:sp>
        <p:nvSpPr>
          <p:cNvPr id="171" name="path-170">
            <a:extLst xmlns:a="http://schemas.openxmlformats.org/drawingml/2006/main">
              <a:ext uri="{FF2B5EF4-FFF2-40B4-BE49-F238E27FC236}">
                <a16:creationId xmlns:a16="http://schemas.microsoft.com/office/drawing/2014/main" id="{592E87E1-1BE1-4611-87EA-08F41EA3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348" y="1443990"/>
            <a:ext cx="48006" cy="52578"/>
          </a:xfrm>
          <a:custGeom xmlns:a="http://schemas.openxmlformats.org/drawingml/2006/main">
            <a:pathLst>
              <a:path w="48006" h="52578">
                <a:moveTo>
                  <a:pt x="0" y="0"/>
                </a:moveTo>
                <a:lnTo>
                  <a:pt x="0" y="52578"/>
                </a:lnTo>
                <a:lnTo>
                  <a:pt x="480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5B9E2"/>
            </a:solidFill>
          </a:ln>
        </p:spPr>
      </p:sp>
      <p:sp>
        <p:nvSpPr>
          <p:cNvPr id="172" name="AI-011-171">
            <a:extLst xmlns:a="http://schemas.openxmlformats.org/drawingml/2006/main">
              <a:ext uri="{FF2B5EF4-FFF2-40B4-BE49-F238E27FC236}">
                <a16:creationId xmlns:a16="http://schemas.microsoft.com/office/drawing/2014/main" id="{BB881D71-5BA8-4B62-8F4C-483CFC15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1492" y="1350264"/>
            <a:ext cx="16002" cy="16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9E2"/>
          </a:solidFill>
          <a:ln xmlns:a="http://schemas.openxmlformats.org/drawingml/2006/main" w="0">
            <a:noFill/>
          </a:ln>
        </p:spPr>
      </p:sp>
      <p:sp>
        <p:nvSpPr>
          <p:cNvPr id="173" name="AI-011-172">
            <a:extLst xmlns:a="http://schemas.openxmlformats.org/drawingml/2006/main">
              <a:ext uri="{FF2B5EF4-FFF2-40B4-BE49-F238E27FC236}">
                <a16:creationId xmlns:a16="http://schemas.microsoft.com/office/drawing/2014/main" id="{BEDD3C13-C8B9-4BDE-85A3-83B605D9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9790" y="1350264"/>
            <a:ext cx="16002" cy="16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9E2"/>
          </a:solidFill>
          <a:ln xmlns:a="http://schemas.openxmlformats.org/drawingml/2006/main" w="0">
            <a:noFill/>
          </a:ln>
        </p:spPr>
      </p:sp>
      <p:sp>
        <p:nvSpPr>
          <p:cNvPr id="174" name="line-173">
            <a:extLst xmlns:a="http://schemas.openxmlformats.org/drawingml/2006/main">
              <a:ext uri="{FF2B5EF4-FFF2-40B4-BE49-F238E27FC236}">
                <a16:creationId xmlns:a16="http://schemas.microsoft.com/office/drawing/2014/main" id="{9F64D639-F928-45BB-977C-E41F484A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261110"/>
            <a:ext cx="10" cy="34290"/>
          </a:xfrm>
          <a:custGeom xmlns:a="http://schemas.openxmlformats.org/drawingml/2006/main">
            <a:pathLst>
              <a:path w="10" h="34290">
                <a:moveTo>
                  <a:pt x="0" y="34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5B9E2"/>
            </a:solidFill>
          </a:ln>
        </p:spPr>
      </p:sp>
      <p:sp>
        <p:nvSpPr>
          <p:cNvPr id="175" name="AI-011-174">
            <a:extLst xmlns:a="http://schemas.openxmlformats.org/drawingml/2006/main">
              <a:ext uri="{FF2B5EF4-FFF2-40B4-BE49-F238E27FC236}">
                <a16:creationId xmlns:a16="http://schemas.microsoft.com/office/drawing/2014/main" id="{9D3131C8-502F-4BA9-80F3-E3C7CE4D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1784" y="1245108"/>
            <a:ext cx="27432" cy="274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B9E2"/>
            </a:solidFill>
          </a:ln>
        </p:spPr>
      </p:sp>
      <p:sp>
        <p:nvSpPr>
          <p:cNvPr id="176" name="line-175">
            <a:extLst xmlns:a="http://schemas.openxmlformats.org/drawingml/2006/main">
              <a:ext uri="{FF2B5EF4-FFF2-40B4-BE49-F238E27FC236}">
                <a16:creationId xmlns:a16="http://schemas.microsoft.com/office/drawing/2014/main" id="{9F284530-066D-452E-AF52-4CB1859D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054" y="1345692"/>
            <a:ext cx="10" cy="48006"/>
          </a:xfrm>
          <a:custGeom xmlns:a="http://schemas.openxmlformats.org/drawingml/2006/main">
            <a:pathLst>
              <a:path w="10" h="48006">
                <a:moveTo>
                  <a:pt x="0" y="0"/>
                </a:moveTo>
                <a:lnTo>
                  <a:pt x="0" y="48006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5B9E2"/>
            </a:solidFill>
          </a:ln>
        </p:spPr>
      </p:sp>
      <p:sp>
        <p:nvSpPr>
          <p:cNvPr id="177" name="line-176">
            <a:extLst xmlns:a="http://schemas.openxmlformats.org/drawingml/2006/main">
              <a:ext uri="{FF2B5EF4-FFF2-40B4-BE49-F238E27FC236}">
                <a16:creationId xmlns:a16="http://schemas.microsoft.com/office/drawing/2014/main" id="{D853B581-226A-4BCF-9434-F6577840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4946" y="1345692"/>
            <a:ext cx="10" cy="48006"/>
          </a:xfrm>
          <a:custGeom xmlns:a="http://schemas.openxmlformats.org/drawingml/2006/main">
            <a:pathLst>
              <a:path w="10" h="48006">
                <a:moveTo>
                  <a:pt x="0" y="0"/>
                </a:moveTo>
                <a:lnTo>
                  <a:pt x="0" y="48006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5B9E2"/>
            </a:solidFill>
          </a:ln>
        </p:spPr>
      </p:sp>
      <p:sp>
        <p:nvSpPr>
          <p:cNvPr id="178" name="AI-011-177">
            <a:extLst xmlns:a="http://schemas.openxmlformats.org/drawingml/2006/main">
              <a:ext uri="{FF2B5EF4-FFF2-40B4-BE49-F238E27FC236}">
                <a16:creationId xmlns:a16="http://schemas.microsoft.com/office/drawing/2014/main" id="{EA602848-C219-4CA8-AB32-50AD1EB3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7425" y="1181100"/>
            <a:ext cx="228600" cy="14859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CE4CC"/>
            </a:solidFill>
          </a:ln>
        </p:spPr>
      </p:sp>
      <p:sp>
        <p:nvSpPr>
          <p:cNvPr id="179" name="path-178">
            <a:extLst xmlns:a="http://schemas.openxmlformats.org/drawingml/2006/main">
              <a:ext uri="{FF2B5EF4-FFF2-40B4-BE49-F238E27FC236}">
                <a16:creationId xmlns:a16="http://schemas.microsoft.com/office/drawing/2014/main" id="{A4467215-E95D-48CB-BC7B-D1B9A431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573" y="1329690"/>
            <a:ext cx="48006" cy="52578"/>
          </a:xfrm>
          <a:custGeom xmlns:a="http://schemas.openxmlformats.org/drawingml/2006/main">
            <a:pathLst>
              <a:path w="48006" h="52578">
                <a:moveTo>
                  <a:pt x="0" y="0"/>
                </a:moveTo>
                <a:lnTo>
                  <a:pt x="0" y="52578"/>
                </a:lnTo>
                <a:lnTo>
                  <a:pt x="480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BCE4CC"/>
            </a:solidFill>
          </a:ln>
        </p:spPr>
      </p:sp>
      <p:sp>
        <p:nvSpPr>
          <p:cNvPr id="180" name="AI-011-179">
            <a:extLst xmlns:a="http://schemas.openxmlformats.org/drawingml/2006/main">
              <a:ext uri="{FF2B5EF4-FFF2-40B4-BE49-F238E27FC236}">
                <a16:creationId xmlns:a16="http://schemas.microsoft.com/office/drawing/2014/main" id="{9B24C2E9-32C6-4C9F-875C-B04E8192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7717" y="1235964"/>
            <a:ext cx="16002" cy="16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4CC"/>
          </a:solidFill>
          <a:ln xmlns:a="http://schemas.openxmlformats.org/drawingml/2006/main" w="0">
            <a:noFill/>
          </a:ln>
        </p:spPr>
      </p:sp>
      <p:sp>
        <p:nvSpPr>
          <p:cNvPr id="181" name="AI-011-180">
            <a:extLst xmlns:a="http://schemas.openxmlformats.org/drawingml/2006/main">
              <a:ext uri="{FF2B5EF4-FFF2-40B4-BE49-F238E27FC236}">
                <a16:creationId xmlns:a16="http://schemas.microsoft.com/office/drawing/2014/main" id="{A82E0456-7743-47D2-9C01-57632322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6015" y="1235964"/>
            <a:ext cx="16002" cy="16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4CC"/>
          </a:solidFill>
          <a:ln xmlns:a="http://schemas.openxmlformats.org/drawingml/2006/main" w="0">
            <a:noFill/>
          </a:ln>
        </p:spPr>
      </p:sp>
      <p:sp>
        <p:nvSpPr>
          <p:cNvPr id="182" name="line-181">
            <a:extLst xmlns:a="http://schemas.openxmlformats.org/drawingml/2006/main">
              <a:ext uri="{FF2B5EF4-FFF2-40B4-BE49-F238E27FC236}">
                <a16:creationId xmlns:a16="http://schemas.microsoft.com/office/drawing/2014/main" id="{7A8DD03F-7E1E-4FEB-865A-A8FE0058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146810"/>
            <a:ext cx="10" cy="34290"/>
          </a:xfrm>
          <a:custGeom xmlns:a="http://schemas.openxmlformats.org/drawingml/2006/main">
            <a:pathLst>
              <a:path w="10" h="34290">
                <a:moveTo>
                  <a:pt x="0" y="34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BCE4CC"/>
            </a:solidFill>
          </a:ln>
        </p:spPr>
      </p:sp>
      <p:sp>
        <p:nvSpPr>
          <p:cNvPr id="183" name="AI-011-182">
            <a:extLst xmlns:a="http://schemas.openxmlformats.org/drawingml/2006/main">
              <a:ext uri="{FF2B5EF4-FFF2-40B4-BE49-F238E27FC236}">
                <a16:creationId xmlns:a16="http://schemas.microsoft.com/office/drawing/2014/main" id="{E076024B-3DE3-4FE2-B45F-C8C54B51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8009" y="1130808"/>
            <a:ext cx="27432" cy="274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E4CC"/>
            </a:solidFill>
          </a:ln>
        </p:spPr>
      </p:sp>
      <p:sp>
        <p:nvSpPr>
          <p:cNvPr id="184" name="line-183">
            <a:extLst xmlns:a="http://schemas.openxmlformats.org/drawingml/2006/main">
              <a:ext uri="{FF2B5EF4-FFF2-40B4-BE49-F238E27FC236}">
                <a16:creationId xmlns:a16="http://schemas.microsoft.com/office/drawing/2014/main" id="{82D6F4D5-D0E8-47B7-BBB4-FB307428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279" y="1231392"/>
            <a:ext cx="10" cy="48006"/>
          </a:xfrm>
          <a:custGeom xmlns:a="http://schemas.openxmlformats.org/drawingml/2006/main">
            <a:pathLst>
              <a:path w="10" h="48006">
                <a:moveTo>
                  <a:pt x="0" y="0"/>
                </a:moveTo>
                <a:lnTo>
                  <a:pt x="0" y="48006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BCE4CC"/>
            </a:solidFill>
          </a:ln>
        </p:spPr>
      </p:sp>
      <p:sp>
        <p:nvSpPr>
          <p:cNvPr id="185" name="line-184">
            <a:extLst xmlns:a="http://schemas.openxmlformats.org/drawingml/2006/main">
              <a:ext uri="{FF2B5EF4-FFF2-40B4-BE49-F238E27FC236}">
                <a16:creationId xmlns:a16="http://schemas.microsoft.com/office/drawing/2014/main" id="{D15F9A65-CBDF-4731-AD0C-34D2FE3E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171" y="1231392"/>
            <a:ext cx="10" cy="48006"/>
          </a:xfrm>
          <a:custGeom xmlns:a="http://schemas.openxmlformats.org/drawingml/2006/main">
            <a:pathLst>
              <a:path w="10" h="48006">
                <a:moveTo>
                  <a:pt x="0" y="0"/>
                </a:moveTo>
                <a:lnTo>
                  <a:pt x="0" y="48006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BCE4CC"/>
            </a:solidFill>
          </a:ln>
        </p:spPr>
      </p:sp>
      <p:sp>
        <p:nvSpPr>
          <p:cNvPr id="186" name="AI-011-185">
            <a:extLst xmlns:a="http://schemas.openxmlformats.org/drawingml/2006/main">
              <a:ext uri="{FF2B5EF4-FFF2-40B4-BE49-F238E27FC236}">
                <a16:creationId xmlns:a16="http://schemas.microsoft.com/office/drawing/2014/main" id="{9A051740-4A2F-4A7F-BE8A-BFE232CD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5075" y="1295400"/>
            <a:ext cx="228600" cy="14859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F7C051"/>
            </a:solidFill>
          </a:ln>
        </p:spPr>
      </p:sp>
      <p:sp>
        <p:nvSpPr>
          <p:cNvPr id="187" name="path-186">
            <a:extLst xmlns:a="http://schemas.openxmlformats.org/drawingml/2006/main">
              <a:ext uri="{FF2B5EF4-FFF2-40B4-BE49-F238E27FC236}">
                <a16:creationId xmlns:a16="http://schemas.microsoft.com/office/drawing/2014/main" id="{0CB349BF-0E23-4C23-99ED-483FC409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223" y="1443990"/>
            <a:ext cx="48006" cy="52578"/>
          </a:xfrm>
          <a:custGeom xmlns:a="http://schemas.openxmlformats.org/drawingml/2006/main">
            <a:pathLst>
              <a:path w="48006" h="52578">
                <a:moveTo>
                  <a:pt x="0" y="0"/>
                </a:moveTo>
                <a:lnTo>
                  <a:pt x="0" y="52578"/>
                </a:lnTo>
                <a:lnTo>
                  <a:pt x="480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F7C051"/>
            </a:solidFill>
          </a:ln>
        </p:spPr>
      </p:sp>
      <p:sp>
        <p:nvSpPr>
          <p:cNvPr id="188" name="AI-011-187">
            <a:extLst xmlns:a="http://schemas.openxmlformats.org/drawingml/2006/main">
              <a:ext uri="{FF2B5EF4-FFF2-40B4-BE49-F238E27FC236}">
                <a16:creationId xmlns:a16="http://schemas.microsoft.com/office/drawing/2014/main" id="{015AA148-D8C4-4D17-9F7C-F7D7ADC8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5367" y="1350264"/>
            <a:ext cx="16002" cy="16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051"/>
          </a:solidFill>
          <a:ln xmlns:a="http://schemas.openxmlformats.org/drawingml/2006/main" w="0">
            <a:noFill/>
          </a:ln>
        </p:spPr>
      </p:sp>
      <p:sp>
        <p:nvSpPr>
          <p:cNvPr id="189" name="AI-011-188">
            <a:extLst xmlns:a="http://schemas.openxmlformats.org/drawingml/2006/main">
              <a:ext uri="{FF2B5EF4-FFF2-40B4-BE49-F238E27FC236}">
                <a16:creationId xmlns:a16="http://schemas.microsoft.com/office/drawing/2014/main" id="{46EB0F14-C172-469A-8E5F-FAA6C2C6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3665" y="1350264"/>
            <a:ext cx="16002" cy="16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051"/>
          </a:solidFill>
          <a:ln xmlns:a="http://schemas.openxmlformats.org/drawingml/2006/main" w="0">
            <a:noFill/>
          </a:ln>
        </p:spPr>
      </p:sp>
      <p:sp>
        <p:nvSpPr>
          <p:cNvPr id="190" name="line-189">
            <a:extLst xmlns:a="http://schemas.openxmlformats.org/drawingml/2006/main">
              <a:ext uri="{FF2B5EF4-FFF2-40B4-BE49-F238E27FC236}">
                <a16:creationId xmlns:a16="http://schemas.microsoft.com/office/drawing/2014/main" id="{B71BEEE6-92E3-4D42-9B55-01ECC561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261110"/>
            <a:ext cx="10" cy="34290"/>
          </a:xfrm>
          <a:custGeom xmlns:a="http://schemas.openxmlformats.org/drawingml/2006/main">
            <a:pathLst>
              <a:path w="10" h="34290">
                <a:moveTo>
                  <a:pt x="0" y="34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F7C051"/>
            </a:solidFill>
          </a:ln>
        </p:spPr>
      </p:sp>
      <p:sp>
        <p:nvSpPr>
          <p:cNvPr id="191" name="AI-011-190">
            <a:extLst xmlns:a="http://schemas.openxmlformats.org/drawingml/2006/main">
              <a:ext uri="{FF2B5EF4-FFF2-40B4-BE49-F238E27FC236}">
                <a16:creationId xmlns:a16="http://schemas.microsoft.com/office/drawing/2014/main" id="{71E2DF3B-A216-4D59-87B0-274B1F0F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5659" y="1245108"/>
            <a:ext cx="27432" cy="274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7C051"/>
            </a:solidFill>
          </a:ln>
        </p:spPr>
      </p:sp>
      <p:sp>
        <p:nvSpPr>
          <p:cNvPr id="192" name="line-191">
            <a:extLst xmlns:a="http://schemas.openxmlformats.org/drawingml/2006/main">
              <a:ext uri="{FF2B5EF4-FFF2-40B4-BE49-F238E27FC236}">
                <a16:creationId xmlns:a16="http://schemas.microsoft.com/office/drawing/2014/main" id="{4CA18793-C199-4277-869E-167E018C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929" y="1345692"/>
            <a:ext cx="10" cy="48006"/>
          </a:xfrm>
          <a:custGeom xmlns:a="http://schemas.openxmlformats.org/drawingml/2006/main">
            <a:pathLst>
              <a:path w="10" h="48006">
                <a:moveTo>
                  <a:pt x="0" y="0"/>
                </a:moveTo>
                <a:lnTo>
                  <a:pt x="0" y="48006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F7C051"/>
            </a:solidFill>
          </a:ln>
        </p:spPr>
      </p:sp>
      <p:sp>
        <p:nvSpPr>
          <p:cNvPr id="193" name="line-192">
            <a:extLst xmlns:a="http://schemas.openxmlformats.org/drawingml/2006/main">
              <a:ext uri="{FF2B5EF4-FFF2-40B4-BE49-F238E27FC236}">
                <a16:creationId xmlns:a16="http://schemas.microsoft.com/office/drawing/2014/main" id="{70AF8200-0DFB-42D3-B726-6B028230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821" y="1345692"/>
            <a:ext cx="10" cy="48006"/>
          </a:xfrm>
          <a:custGeom xmlns:a="http://schemas.openxmlformats.org/drawingml/2006/main">
            <a:pathLst>
              <a:path w="10" h="48006">
                <a:moveTo>
                  <a:pt x="0" y="0"/>
                </a:moveTo>
                <a:lnTo>
                  <a:pt x="0" y="48006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F7C051"/>
            </a:solidFill>
          </a:ln>
        </p:spPr>
      </p:sp>
      <p:sp>
        <p:nvSpPr>
          <p:cNvPr id="194" name="AI-011-193">
            <a:extLst xmlns:a="http://schemas.openxmlformats.org/drawingml/2006/main">
              <a:ext uri="{FF2B5EF4-FFF2-40B4-BE49-F238E27FC236}">
                <a16:creationId xmlns:a16="http://schemas.microsoft.com/office/drawing/2014/main" id="{B78A4530-6E8F-4B8C-9AB0-1C7016CF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1000125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</a:ln>
        </p:spPr>
      </p:sp>
      <p:sp>
        <p:nvSpPr>
          <p:cNvPr id="195" name="AI-011-194">
            <a:extLst xmlns:a="http://schemas.openxmlformats.org/drawingml/2006/main">
              <a:ext uri="{FF2B5EF4-FFF2-40B4-BE49-F238E27FC236}">
                <a16:creationId xmlns:a16="http://schemas.microsoft.com/office/drawing/2014/main" id="{933D59D2-AC27-4A24-A641-ECCA0ABA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3975" y="10572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96" name="AI-011-195">
            <a:extLst xmlns:a="http://schemas.openxmlformats.org/drawingml/2006/main">
              <a:ext uri="{FF2B5EF4-FFF2-40B4-BE49-F238E27FC236}">
                <a16:creationId xmlns:a16="http://schemas.microsoft.com/office/drawing/2014/main" id="{CC1828FA-C127-4A0E-97E2-7E4EB66D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11144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97" name="path-196">
            <a:extLst xmlns:a="http://schemas.openxmlformats.org/drawingml/2006/main">
              <a:ext uri="{FF2B5EF4-FFF2-40B4-BE49-F238E27FC236}">
                <a16:creationId xmlns:a16="http://schemas.microsoft.com/office/drawing/2014/main" id="{E98FC7AF-74F6-4041-9916-0AF8C7C3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885825"/>
            <a:ext cx="200025" cy="152400"/>
          </a:xfrm>
          <a:custGeom xmlns:a="http://schemas.openxmlformats.org/drawingml/2006/main">
            <a:pathLst>
              <a:path w="200025" h="152400">
                <a:moveTo>
                  <a:pt x="0" y="66675"/>
                </a:moveTo>
                <a:lnTo>
                  <a:pt x="66675" y="0"/>
                </a:lnTo>
                <a:lnTo>
                  <a:pt x="114300" y="0"/>
                </a:lnTo>
                <a:lnTo>
                  <a:pt x="200025" y="85725"/>
                </a:lnTo>
                <a:lnTo>
                  <a:pt x="13335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198" name="path-197">
            <a:extLst xmlns:a="http://schemas.openxmlformats.org/drawingml/2006/main">
              <a:ext uri="{FF2B5EF4-FFF2-40B4-BE49-F238E27FC236}">
                <a16:creationId xmlns:a16="http://schemas.microsoft.com/office/drawing/2014/main" id="{2D85BD6C-92F9-4954-9A3E-CCAD52FB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171575"/>
            <a:ext cx="533400" cy="209550"/>
          </a:xfrm>
          <a:custGeom xmlns:a="http://schemas.openxmlformats.org/drawingml/2006/main">
            <a:pathLst>
              <a:path w="533400" h="209550">
                <a:moveTo>
                  <a:pt x="533400" y="0"/>
                </a:moveTo>
                <a:lnTo>
                  <a:pt x="533400" y="104775"/>
                </a:lnTo>
                <a:lnTo>
                  <a:pt x="485775" y="190500"/>
                </a:lnTo>
                <a:lnTo>
                  <a:pt x="400050" y="209550"/>
                </a:ln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199" name="path-198">
            <a:extLst xmlns:a="http://schemas.openxmlformats.org/drawingml/2006/main">
              <a:ext uri="{FF2B5EF4-FFF2-40B4-BE49-F238E27FC236}">
                <a16:creationId xmlns:a16="http://schemas.microsoft.com/office/drawing/2014/main" id="{4E8BA950-9C47-4399-AD6F-5C174730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257300"/>
            <a:ext cx="142875" cy="238125"/>
          </a:xfrm>
          <a:custGeom xmlns:a="http://schemas.openxmlformats.org/drawingml/2006/main">
            <a:pathLst>
              <a:path w="142875" h="238125">
                <a:moveTo>
                  <a:pt x="142875" y="0"/>
                </a:moveTo>
                <a:lnTo>
                  <a:pt x="0" y="123825"/>
                </a:lnTo>
                <a:lnTo>
                  <a:pt x="142875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200" name="AI-011-199">
            <a:extLst xmlns:a="http://schemas.openxmlformats.org/drawingml/2006/main">
              <a:ext uri="{FF2B5EF4-FFF2-40B4-BE49-F238E27FC236}">
                <a16:creationId xmlns:a16="http://schemas.microsoft.com/office/drawing/2014/main" id="{61DC371A-6360-4B7E-927B-0A6BC449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3575" y="1628775"/>
            <a:ext cx="1628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63" b="0" i="0">
                <a:solidFill>
                  <a:srgbClr val="303B40"/>
                </a:solidFill>
                <a:latin typeface="Arial"/>
                <a:ea typeface="Arial"/>
                <a:cs typeface="Arial"/>
              </a:defRPr>
            </a:pPr>
            <a:r>
              <a:rPr sz="1463" b="0" i="0">
                <a:solidFill>
                  <a:srgbClr val="303B40"/>
                </a:solidFill>
                <a:latin typeface="Arial"/>
                <a:ea typeface="Arial"/>
                <a:cs typeface="Arial"/>
              </a:rPr>
              <a:t>Conversation</a:t>
            </a:r>
          </a:p>
          <a:p xmlns:a="http://schemas.openxmlformats.org/drawingml/2006/main">
            <a:pPr algn="ctr">
              <a:defRPr sz="1463" b="0" i="0">
                <a:solidFill>
                  <a:srgbClr val="303B40"/>
                </a:solidFill>
                <a:latin typeface="Arial"/>
                <a:ea typeface="Arial"/>
                <a:cs typeface="Arial"/>
              </a:defRPr>
            </a:pPr>
            <a:r>
              <a:rPr sz="1463" b="0" i="0">
                <a:solidFill>
                  <a:srgbClr val="303B40"/>
                </a:solidFill>
                <a:latin typeface="Arial"/>
                <a:ea typeface="Arial"/>
                <a:cs typeface="Arial"/>
              </a:rPr>
              <a:t>continues with the</a:t>
            </a:r>
          </a:p>
        </p:txBody>
      </p:sp>
      <p:sp>
        <p:nvSpPr>
          <p:cNvPr id="201" name="AI-011-200">
            <a:extLst xmlns:a="http://schemas.openxmlformats.org/drawingml/2006/main">
              <a:ext uri="{FF2B5EF4-FFF2-40B4-BE49-F238E27FC236}">
                <a16:creationId xmlns:a16="http://schemas.microsoft.com/office/drawing/2014/main" id="{BDE5E5F0-6F02-401C-8990-400AD652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4075" y="2066925"/>
            <a:ext cx="1266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E0EF"/>
          </a:solidFill>
          <a:ln xmlns:a="http://schemas.openxmlformats.org/drawingml/2006/main" w="0">
            <a:noFill/>
          </a:ln>
        </p:spPr>
      </p:sp>
      <p:sp>
        <p:nvSpPr>
          <p:cNvPr id="202" name="AI-011-201">
            <a:extLst xmlns:a="http://schemas.openxmlformats.org/drawingml/2006/main">
              <a:ext uri="{FF2B5EF4-FFF2-40B4-BE49-F238E27FC236}">
                <a16:creationId xmlns:a16="http://schemas.microsoft.com/office/drawing/2014/main" id="{12BCA198-A589-49DC-A794-5BA7DB91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4550" y="20574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63" b="0" i="0">
                <a:solidFill>
                  <a:srgbClr val="303B40"/>
                </a:solidFill>
                <a:latin typeface="Arial"/>
                <a:ea typeface="Arial"/>
                <a:cs typeface="Arial"/>
              </a:defRPr>
            </a:pPr>
            <a:r>
              <a:rPr sz="1463" b="0" i="0">
                <a:solidFill>
                  <a:srgbClr val="303B40"/>
                </a:solidFill>
                <a:latin typeface="Arial"/>
                <a:ea typeface="Arial"/>
                <a:cs typeface="Arial"/>
              </a:rPr>
              <a:t>best rated LLM</a:t>
            </a:r>
          </a:p>
        </p:txBody>
      </p:sp>
      <p:sp>
        <p:nvSpPr>
          <p:cNvPr id="203" name="path-202">
            <a:extLst xmlns:a="http://schemas.openxmlformats.org/drawingml/2006/main">
              <a:ext uri="{FF2B5EF4-FFF2-40B4-BE49-F238E27FC236}">
                <a16:creationId xmlns:a16="http://schemas.microsoft.com/office/drawing/2014/main" id="{F24DA977-74FA-4D3B-B9C0-EBAEB0F1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24025"/>
            <a:ext cx="581025" cy="676275"/>
          </a:xfrm>
          <a:custGeom xmlns:a="http://schemas.openxmlformats.org/drawingml/2006/main">
            <a:pathLst>
              <a:path w="581025" h="676275">
                <a:moveTo>
                  <a:pt x="0" y="0"/>
                </a:moveTo>
                <a:lnTo>
                  <a:pt x="400050" y="0"/>
                </a:lnTo>
                <a:lnTo>
                  <a:pt x="476250" y="47625"/>
                </a:lnTo>
                <a:lnTo>
                  <a:pt x="542925" y="142875"/>
                </a:lnTo>
                <a:lnTo>
                  <a:pt x="581025" y="257175"/>
                </a:lnTo>
                <a:lnTo>
                  <a:pt x="581025" y="381000"/>
                </a:lnTo>
                <a:lnTo>
                  <a:pt x="523875" y="542925"/>
                </a:lnTo>
                <a:lnTo>
                  <a:pt x="447675" y="638175"/>
                </a:lnTo>
                <a:lnTo>
                  <a:pt x="361950" y="676275"/>
                </a:lnTo>
                <a:lnTo>
                  <a:pt x="47625" y="67627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204" name="path-203">
            <a:extLst xmlns:a="http://schemas.openxmlformats.org/drawingml/2006/main">
              <a:ext uri="{FF2B5EF4-FFF2-40B4-BE49-F238E27FC236}">
                <a16:creationId xmlns:a16="http://schemas.microsoft.com/office/drawing/2014/main" id="{953F4468-9D8A-4B79-A6C2-E8F8A09B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76475"/>
            <a:ext cx="142875" cy="238125"/>
          </a:xfrm>
          <a:custGeom xmlns:a="http://schemas.openxmlformats.org/drawingml/2006/main">
            <a:pathLst>
              <a:path w="142875" h="238125">
                <a:moveTo>
                  <a:pt x="142875" y="0"/>
                </a:moveTo>
                <a:lnTo>
                  <a:pt x="0" y="123825"/>
                </a:lnTo>
                <a:lnTo>
                  <a:pt x="142875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205" name="AI-011-204">
            <a:extLst xmlns:a="http://schemas.openxmlformats.org/drawingml/2006/main">
              <a:ext uri="{FF2B5EF4-FFF2-40B4-BE49-F238E27FC236}">
                <a16:creationId xmlns:a16="http://schemas.microsoft.com/office/drawing/2014/main" id="{EE82181B-8561-426F-9742-CC094E91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1971675"/>
            <a:ext cx="1905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206" name="path-205">
            <a:extLst xmlns:a="http://schemas.openxmlformats.org/drawingml/2006/main">
              <a:ext uri="{FF2B5EF4-FFF2-40B4-BE49-F238E27FC236}">
                <a16:creationId xmlns:a16="http://schemas.microsoft.com/office/drawing/2014/main" id="{3DA0BB62-F388-4B92-9CBE-6EF8C6F2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28800"/>
            <a:ext cx="104775" cy="142875"/>
          </a:xfrm>
          <a:custGeom xmlns:a="http://schemas.openxmlformats.org/drawingml/2006/main">
            <a:pathLst>
              <a:path w="104775" h="142875">
                <a:moveTo>
                  <a:pt x="0" y="142875"/>
                </a:moveTo>
                <a:lnTo>
                  <a:pt x="0" y="38100"/>
                </a:lnTo>
                <a:lnTo>
                  <a:pt x="28575" y="0"/>
                </a:lnTo>
                <a:lnTo>
                  <a:pt x="66675" y="0"/>
                </a:lnTo>
                <a:lnTo>
                  <a:pt x="104775" y="38100"/>
                </a:lnTo>
                <a:lnTo>
                  <a:pt x="104775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207" name="AI-011-206">
            <a:extLst xmlns:a="http://schemas.openxmlformats.org/drawingml/2006/main">
              <a:ext uri="{FF2B5EF4-FFF2-40B4-BE49-F238E27FC236}">
                <a16:creationId xmlns:a16="http://schemas.microsoft.com/office/drawing/2014/main" id="{F71B9FB7-335D-4907-B192-D5006722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2495550"/>
            <a:ext cx="1257300" cy="48577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CFBEA"/>
          </a:solidFill>
          <a:ln xmlns:a="http://schemas.openxmlformats.org/drawingml/2006/main" w="21908">
            <a:solidFill>
              <a:srgbClr val="27343A"/>
            </a:solidFill>
          </a:ln>
        </p:spPr>
      </p:sp>
      <p:sp>
        <p:nvSpPr>
          <p:cNvPr id="208" name="AI-011-207">
            <a:extLst xmlns:a="http://schemas.openxmlformats.org/drawingml/2006/main">
              <a:ext uri="{FF2B5EF4-FFF2-40B4-BE49-F238E27FC236}">
                <a16:creationId xmlns:a16="http://schemas.microsoft.com/office/drawing/2014/main" id="{CAAB03CD-EDB6-4E3B-9821-F925C67A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25336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34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343A"/>
                </a:solidFill>
                <a:latin typeface="Arial"/>
                <a:ea typeface="Arial"/>
                <a:cs typeface="Arial"/>
              </a:rPr>
              <a:t>Fine-grained</a:t>
            </a:r>
          </a:p>
          <a:p xmlns:a="http://schemas.openxmlformats.org/drawingml/2006/main">
            <a:pPr algn="ctr">
              <a:defRPr sz="1500" b="1" i="0">
                <a:solidFill>
                  <a:srgbClr val="2734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343A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209" name="AI-011-208">
            <a:extLst xmlns:a="http://schemas.openxmlformats.org/drawingml/2006/main">
              <a:ext uri="{FF2B5EF4-FFF2-40B4-BE49-F238E27FC236}">
                <a16:creationId xmlns:a16="http://schemas.microsoft.com/office/drawing/2014/main" id="{845EB048-B12E-4856-8923-A51F169C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7850" y="2714625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210" name="AI-011-209">
            <a:extLst xmlns:a="http://schemas.openxmlformats.org/drawingml/2006/main">
              <a:ext uri="{FF2B5EF4-FFF2-40B4-BE49-F238E27FC236}">
                <a16:creationId xmlns:a16="http://schemas.microsoft.com/office/drawing/2014/main" id="{A40E604F-1AFD-4046-831E-136D0E34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7375" y="2695575"/>
            <a:ext cx="180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11" name="AI-011-210">
            <a:extLst xmlns:a="http://schemas.openxmlformats.org/drawingml/2006/main">
              <a:ext uri="{FF2B5EF4-FFF2-40B4-BE49-F238E27FC236}">
                <a16:creationId xmlns:a16="http://schemas.microsoft.com/office/drawing/2014/main" id="{B92E3AB5-44E6-4B82-9C43-6A7DB2D9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" y="3133725"/>
            <a:ext cx="3800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66B"/>
          </a:solidFill>
          <a:ln xmlns:a="http://schemas.openxmlformats.org/drawingml/2006/main" w="0">
            <a:noFill/>
          </a:ln>
        </p:spPr>
      </p:sp>
      <p:sp>
        <p:nvSpPr>
          <p:cNvPr id="212" name="AI-011-211">
            <a:extLst xmlns:a="http://schemas.openxmlformats.org/drawingml/2006/main">
              <a:ext uri="{FF2B5EF4-FFF2-40B4-BE49-F238E27FC236}">
                <a16:creationId xmlns:a16="http://schemas.microsoft.com/office/drawing/2014/main" id="{C8DA5B48-42AD-494E-815D-096D63AE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" y="3133725"/>
            <a:ext cx="380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Human Participants</a:t>
            </a:r>
          </a:p>
        </p:txBody>
      </p:sp>
      <p:sp>
        <p:nvSpPr>
          <p:cNvPr id="213" name="AI-011-212">
            <a:extLst xmlns:a="http://schemas.openxmlformats.org/drawingml/2006/main">
              <a:ext uri="{FF2B5EF4-FFF2-40B4-BE49-F238E27FC236}">
                <a16:creationId xmlns:a16="http://schemas.microsoft.com/office/drawing/2014/main" id="{4EEB6F34-33A8-47AC-90F2-9A0DD74F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" y="337185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Survey Participants</a:t>
            </a:r>
          </a:p>
        </p:txBody>
      </p:sp>
      <p:sp>
        <p:nvSpPr>
          <p:cNvPr id="214" name="AI-011-213">
            <a:extLst xmlns:a="http://schemas.openxmlformats.org/drawingml/2006/main">
              <a:ext uri="{FF2B5EF4-FFF2-40B4-BE49-F238E27FC236}">
                <a16:creationId xmlns:a16="http://schemas.microsoft.com/office/drawing/2014/main" id="{F0E842C3-E2A4-4A05-B0B5-64666926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33718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1,500</a:t>
            </a:r>
          </a:p>
        </p:txBody>
      </p:sp>
      <p:sp>
        <p:nvSpPr>
          <p:cNvPr id="215" name="line-214">
            <a:extLst xmlns:a="http://schemas.openxmlformats.org/drawingml/2006/main">
              <a:ext uri="{FF2B5EF4-FFF2-40B4-BE49-F238E27FC236}">
                <a16:creationId xmlns:a16="http://schemas.microsoft.com/office/drawing/2014/main" id="{98261C98-B5F5-48AC-80F3-67D52106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657600"/>
            <a:ext cx="3743325" cy="10"/>
          </a:xfrm>
          <a:custGeom xmlns:a="http://schemas.openxmlformats.org/drawingml/2006/main">
            <a:pathLst>
              <a:path w="3743325" h="10">
                <a:moveTo>
                  <a:pt x="0" y="0"/>
                </a:moveTo>
                <a:lnTo>
                  <a:pt x="3743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216" name="AI-011-215">
            <a:extLst xmlns:a="http://schemas.openxmlformats.org/drawingml/2006/main">
              <a:ext uri="{FF2B5EF4-FFF2-40B4-BE49-F238E27FC236}">
                <a16:creationId xmlns:a16="http://schemas.microsoft.com/office/drawing/2014/main" id="{A38DCCAE-A9BC-419F-8BD4-680B27D8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629025"/>
            <a:ext cx="1838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 Conversations</a:t>
            </a:r>
          </a:p>
        </p:txBody>
      </p:sp>
      <p:sp>
        <p:nvSpPr>
          <p:cNvPr id="217" name="AI-011-216">
            <a:extLst xmlns:a="http://schemas.openxmlformats.org/drawingml/2006/main">
              <a:ext uri="{FF2B5EF4-FFF2-40B4-BE49-F238E27FC236}">
                <a16:creationId xmlns:a16="http://schemas.microsoft.com/office/drawing/2014/main" id="{3062D0AA-7CBF-4AA0-B40E-E10A85B1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3629025"/>
            <a:ext cx="600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1,396</a:t>
            </a:r>
          </a:p>
        </p:txBody>
      </p:sp>
      <p:sp>
        <p:nvSpPr>
          <p:cNvPr id="218" name="AI-011-217">
            <a:extLst xmlns:a="http://schemas.openxmlformats.org/drawingml/2006/main">
              <a:ext uri="{FF2B5EF4-FFF2-40B4-BE49-F238E27FC236}">
                <a16:creationId xmlns:a16="http://schemas.microsoft.com/office/drawing/2014/main" id="{158B44BB-46F1-42C0-B803-717BFD45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6600" y="36766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(93.1%)</a:t>
            </a:r>
          </a:p>
        </p:txBody>
      </p:sp>
      <p:sp>
        <p:nvSpPr>
          <p:cNvPr id="219" name="AI-011-218">
            <a:extLst xmlns:a="http://schemas.openxmlformats.org/drawingml/2006/main">
              <a:ext uri="{FF2B5EF4-FFF2-40B4-BE49-F238E27FC236}">
                <a16:creationId xmlns:a16="http://schemas.microsoft.com/office/drawing/2014/main" id="{508215F5-6983-4042-A47F-A225A80F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" y="3914775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Birth Countries</a:t>
            </a:r>
          </a:p>
        </p:txBody>
      </p:sp>
      <p:sp>
        <p:nvSpPr>
          <p:cNvPr id="220" name="AI-011-219">
            <a:extLst xmlns:a="http://schemas.openxmlformats.org/drawingml/2006/main">
              <a:ext uri="{FF2B5EF4-FFF2-40B4-BE49-F238E27FC236}">
                <a16:creationId xmlns:a16="http://schemas.microsoft.com/office/drawing/2014/main" id="{A4E0F1C7-4C56-4DDF-BFE1-2C6E4F30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39147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75</a:t>
            </a:r>
          </a:p>
        </p:txBody>
      </p:sp>
      <p:sp>
        <p:nvSpPr>
          <p:cNvPr id="221" name="AI-011-220">
            <a:extLst xmlns:a="http://schemas.openxmlformats.org/drawingml/2006/main">
              <a:ext uri="{FF2B5EF4-FFF2-40B4-BE49-F238E27FC236}">
                <a16:creationId xmlns:a16="http://schemas.microsoft.com/office/drawing/2014/main" id="{4D192600-6510-4442-8CB3-DF9320C8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" y="417195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Reside Countries</a:t>
            </a:r>
          </a:p>
        </p:txBody>
      </p:sp>
      <p:sp>
        <p:nvSpPr>
          <p:cNvPr id="222" name="AI-011-221">
            <a:extLst xmlns:a="http://schemas.openxmlformats.org/drawingml/2006/main">
              <a:ext uri="{FF2B5EF4-FFF2-40B4-BE49-F238E27FC236}">
                <a16:creationId xmlns:a16="http://schemas.microsoft.com/office/drawing/2014/main" id="{6B6A33D4-0DDE-41B4-AE8A-C7B0A222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41719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38</a:t>
            </a:r>
          </a:p>
        </p:txBody>
      </p:sp>
      <p:sp>
        <p:nvSpPr>
          <p:cNvPr id="223" name="AI-011-222">
            <a:extLst xmlns:a="http://schemas.openxmlformats.org/drawingml/2006/main">
              <a:ext uri="{FF2B5EF4-FFF2-40B4-BE49-F238E27FC236}">
                <a16:creationId xmlns:a16="http://schemas.microsoft.com/office/drawing/2014/main" id="{A1D28667-FBFC-43A8-97BD-D6FECDD1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" y="443865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Conversations / participant</a:t>
            </a:r>
          </a:p>
        </p:txBody>
      </p:sp>
      <p:sp>
        <p:nvSpPr>
          <p:cNvPr id="224" name="AI-011-223">
            <a:extLst xmlns:a="http://schemas.openxmlformats.org/drawingml/2006/main">
              <a:ext uri="{FF2B5EF4-FFF2-40B4-BE49-F238E27FC236}">
                <a16:creationId xmlns:a16="http://schemas.microsoft.com/office/drawing/2014/main" id="{490BE1A4-14E7-46CD-BE5E-8580EBE2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44386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5.7</a:t>
            </a:r>
          </a:p>
        </p:txBody>
      </p:sp>
      <p:sp>
        <p:nvSpPr>
          <p:cNvPr id="225" name="AI-011-224">
            <a:extLst xmlns:a="http://schemas.openxmlformats.org/drawingml/2006/main">
              <a:ext uri="{FF2B5EF4-FFF2-40B4-BE49-F238E27FC236}">
                <a16:creationId xmlns:a16="http://schemas.microsoft.com/office/drawing/2014/main" id="{568FCA09-092C-4600-8B64-0E6977B7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4476750"/>
            <a:ext cx="619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±1.0</a:t>
            </a:r>
          </a:p>
        </p:txBody>
      </p:sp>
      <p:sp>
        <p:nvSpPr>
          <p:cNvPr id="226" name="AI-011-225">
            <a:extLst xmlns:a="http://schemas.openxmlformats.org/drawingml/2006/main">
              <a:ext uri="{FF2B5EF4-FFF2-40B4-BE49-F238E27FC236}">
                <a16:creationId xmlns:a16="http://schemas.microsoft.com/office/drawing/2014/main" id="{28896AC3-AAFB-4739-AD6B-E0D54DA0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" y="4695825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Models seen / participant</a:t>
            </a:r>
          </a:p>
        </p:txBody>
      </p:sp>
      <p:sp>
        <p:nvSpPr>
          <p:cNvPr id="227" name="AI-011-226">
            <a:extLst xmlns:a="http://schemas.openxmlformats.org/drawingml/2006/main">
              <a:ext uri="{FF2B5EF4-FFF2-40B4-BE49-F238E27FC236}">
                <a16:creationId xmlns:a16="http://schemas.microsoft.com/office/drawing/2014/main" id="{A55FBEB3-BB4E-44A2-ACCF-FF20915A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469582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13.9</a:t>
            </a:r>
          </a:p>
        </p:txBody>
      </p:sp>
      <p:sp>
        <p:nvSpPr>
          <p:cNvPr id="228" name="AI-011-227">
            <a:extLst xmlns:a="http://schemas.openxmlformats.org/drawingml/2006/main">
              <a:ext uri="{FF2B5EF4-FFF2-40B4-BE49-F238E27FC236}">
                <a16:creationId xmlns:a16="http://schemas.microsoft.com/office/drawing/2014/main" id="{363EED97-507A-43C7-962A-97F30C89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4733925"/>
            <a:ext cx="619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±2.5</a:t>
            </a:r>
          </a:p>
        </p:txBody>
      </p:sp>
      <p:sp>
        <p:nvSpPr>
          <p:cNvPr id="229" name="line-228">
            <a:extLst xmlns:a="http://schemas.openxmlformats.org/drawingml/2006/main">
              <a:ext uri="{FF2B5EF4-FFF2-40B4-BE49-F238E27FC236}">
                <a16:creationId xmlns:a16="http://schemas.microsoft.com/office/drawing/2014/main" id="{2CE59B56-AB7B-4CAE-A1C0-F0724F0B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991100"/>
            <a:ext cx="3800475" cy="10"/>
          </a:xfrm>
          <a:custGeom xmlns:a="http://schemas.openxmlformats.org/drawingml/2006/main">
            <a:pathLst>
              <a:path w="3800475" h="10">
                <a:moveTo>
                  <a:pt x="0" y="0"/>
                </a:moveTo>
                <a:lnTo>
                  <a:pt x="3800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30" name="line-229">
            <a:extLst xmlns:a="http://schemas.openxmlformats.org/drawingml/2006/main">
              <a:ext uri="{FF2B5EF4-FFF2-40B4-BE49-F238E27FC236}">
                <a16:creationId xmlns:a16="http://schemas.microsoft.com/office/drawing/2014/main" id="{739A93B8-B339-4DE3-B564-1BFD80BC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057775"/>
            <a:ext cx="3800475" cy="10"/>
          </a:xfrm>
          <a:custGeom xmlns:a="http://schemas.openxmlformats.org/drawingml/2006/main">
            <a:pathLst>
              <a:path w="3800475" h="10">
                <a:moveTo>
                  <a:pt x="0" y="0"/>
                </a:moveTo>
                <a:lnTo>
                  <a:pt x="3800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31" name="AI-011-230">
            <a:extLst xmlns:a="http://schemas.openxmlformats.org/drawingml/2006/main">
              <a:ext uri="{FF2B5EF4-FFF2-40B4-BE49-F238E27FC236}">
                <a16:creationId xmlns:a16="http://schemas.microsoft.com/office/drawing/2014/main" id="{DBD4364E-AFC9-45EE-9900-BC918865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3390900"/>
            <a:ext cx="3209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4A"/>
          </a:solidFill>
          <a:ln xmlns:a="http://schemas.openxmlformats.org/drawingml/2006/main" w="0">
            <a:noFill/>
          </a:ln>
        </p:spPr>
      </p:sp>
      <p:sp>
        <p:nvSpPr>
          <p:cNvPr id="232" name="AI-011-231">
            <a:extLst xmlns:a="http://schemas.openxmlformats.org/drawingml/2006/main">
              <a:ext uri="{FF2B5EF4-FFF2-40B4-BE49-F238E27FC236}">
                <a16:creationId xmlns:a16="http://schemas.microsoft.com/office/drawing/2014/main" id="{6A97DA00-A878-41BC-B58C-7485ED04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3390900"/>
            <a:ext cx="3209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Conversations</a:t>
            </a:r>
          </a:p>
        </p:txBody>
      </p:sp>
      <p:sp>
        <p:nvSpPr>
          <p:cNvPr id="233" name="AI-011-232">
            <a:extLst xmlns:a="http://schemas.openxmlformats.org/drawingml/2006/main">
              <a:ext uri="{FF2B5EF4-FFF2-40B4-BE49-F238E27FC236}">
                <a16:creationId xmlns:a16="http://schemas.microsoft.com/office/drawing/2014/main" id="{B2F4C7FE-0522-4FEA-BD67-731E5043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3648075"/>
            <a:ext cx="1971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Total Conversations</a:t>
            </a:r>
          </a:p>
        </p:txBody>
      </p:sp>
      <p:sp>
        <p:nvSpPr>
          <p:cNvPr id="234" name="AI-011-233">
            <a:extLst xmlns:a="http://schemas.openxmlformats.org/drawingml/2006/main">
              <a:ext uri="{FF2B5EF4-FFF2-40B4-BE49-F238E27FC236}">
                <a16:creationId xmlns:a16="http://schemas.microsoft.com/office/drawing/2014/main" id="{1BB14593-6CD8-4956-85EC-C6FEB253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64807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8,011</a:t>
            </a:r>
          </a:p>
        </p:txBody>
      </p:sp>
      <p:sp>
        <p:nvSpPr>
          <p:cNvPr id="235" name="line-234">
            <a:extLst xmlns:a="http://schemas.openxmlformats.org/drawingml/2006/main">
              <a:ext uri="{FF2B5EF4-FFF2-40B4-BE49-F238E27FC236}">
                <a16:creationId xmlns:a16="http://schemas.microsoft.com/office/drawing/2014/main" id="{75490CD7-536C-4CBC-BA0A-E89284BA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152775" cy="10"/>
          </a:xfrm>
          <a:custGeom xmlns:a="http://schemas.openxmlformats.org/drawingml/2006/main">
            <a:pathLst>
              <a:path w="3152775" h="10">
                <a:moveTo>
                  <a:pt x="0" y="0"/>
                </a:moveTo>
                <a:lnTo>
                  <a:pt x="3152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236" name="AI-011-235">
            <a:extLst xmlns:a="http://schemas.openxmlformats.org/drawingml/2006/main">
              <a:ext uri="{FF2B5EF4-FFF2-40B4-BE49-F238E27FC236}">
                <a16:creationId xmlns:a16="http://schemas.microsoft.com/office/drawing/2014/main" id="{66EFB485-4A3E-4FD1-B53F-1F26B397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9225" y="39052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Unguided</a:t>
            </a:r>
          </a:p>
        </p:txBody>
      </p:sp>
      <p:sp>
        <p:nvSpPr>
          <p:cNvPr id="237" name="AI-011-236">
            <a:extLst xmlns:a="http://schemas.openxmlformats.org/drawingml/2006/main">
              <a:ext uri="{FF2B5EF4-FFF2-40B4-BE49-F238E27FC236}">
                <a16:creationId xmlns:a16="http://schemas.microsoft.com/office/drawing/2014/main" id="{BA49A71C-1FF1-4942-B0F4-AA4F08F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905250"/>
            <a:ext cx="600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3,113</a:t>
            </a:r>
          </a:p>
        </p:txBody>
      </p:sp>
      <p:sp>
        <p:nvSpPr>
          <p:cNvPr id="238" name="AI-011-237">
            <a:extLst xmlns:a="http://schemas.openxmlformats.org/drawingml/2006/main">
              <a:ext uri="{FF2B5EF4-FFF2-40B4-BE49-F238E27FC236}">
                <a16:creationId xmlns:a16="http://schemas.microsoft.com/office/drawing/2014/main" id="{A12E3D86-3E64-4B32-A4DF-AB820E90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3943350"/>
            <a:ext cx="600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(38.9%)</a:t>
            </a:r>
          </a:p>
        </p:txBody>
      </p:sp>
      <p:sp>
        <p:nvSpPr>
          <p:cNvPr id="239" name="AI-011-238">
            <a:extLst xmlns:a="http://schemas.openxmlformats.org/drawingml/2006/main">
              <a:ext uri="{FF2B5EF4-FFF2-40B4-BE49-F238E27FC236}">
                <a16:creationId xmlns:a16="http://schemas.microsoft.com/office/drawing/2014/main" id="{86F1416D-2889-4C8D-9C1B-62DA1F5D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41719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Controversy guided</a:t>
            </a:r>
          </a:p>
        </p:txBody>
      </p:sp>
      <p:sp>
        <p:nvSpPr>
          <p:cNvPr id="240" name="AI-011-239">
            <a:extLst xmlns:a="http://schemas.openxmlformats.org/drawingml/2006/main">
              <a:ext uri="{FF2B5EF4-FFF2-40B4-BE49-F238E27FC236}">
                <a16:creationId xmlns:a16="http://schemas.microsoft.com/office/drawing/2014/main" id="{0D2DB9A1-3D6F-4C27-A740-1E73FDA4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171950"/>
            <a:ext cx="600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2,438</a:t>
            </a:r>
          </a:p>
        </p:txBody>
      </p:sp>
      <p:sp>
        <p:nvSpPr>
          <p:cNvPr id="241" name="AI-011-240">
            <a:extLst xmlns:a="http://schemas.openxmlformats.org/drawingml/2006/main">
              <a:ext uri="{FF2B5EF4-FFF2-40B4-BE49-F238E27FC236}">
                <a16:creationId xmlns:a16="http://schemas.microsoft.com/office/drawing/2014/main" id="{4601B430-F9F2-4845-991F-1AFBB4C6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4210050"/>
            <a:ext cx="600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(30.4%)</a:t>
            </a:r>
          </a:p>
        </p:txBody>
      </p:sp>
      <p:sp>
        <p:nvSpPr>
          <p:cNvPr id="242" name="AI-011-241">
            <a:extLst xmlns:a="http://schemas.openxmlformats.org/drawingml/2006/main">
              <a:ext uri="{FF2B5EF4-FFF2-40B4-BE49-F238E27FC236}">
                <a16:creationId xmlns:a16="http://schemas.microsoft.com/office/drawing/2014/main" id="{D8CB7F96-8EE0-4FCD-BA01-055B4BF7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44386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Values guided</a:t>
            </a:r>
          </a:p>
        </p:txBody>
      </p:sp>
      <p:sp>
        <p:nvSpPr>
          <p:cNvPr id="243" name="AI-011-242">
            <a:extLst xmlns:a="http://schemas.openxmlformats.org/drawingml/2006/main">
              <a:ext uri="{FF2B5EF4-FFF2-40B4-BE49-F238E27FC236}">
                <a16:creationId xmlns:a16="http://schemas.microsoft.com/office/drawing/2014/main" id="{F08EBEA3-6044-4FCD-9E79-07D04E25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438650"/>
            <a:ext cx="600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2,460</a:t>
            </a:r>
          </a:p>
        </p:txBody>
      </p:sp>
      <p:sp>
        <p:nvSpPr>
          <p:cNvPr id="244" name="AI-011-243">
            <a:extLst xmlns:a="http://schemas.openxmlformats.org/drawingml/2006/main">
              <a:ext uri="{FF2B5EF4-FFF2-40B4-BE49-F238E27FC236}">
                <a16:creationId xmlns:a16="http://schemas.microsoft.com/office/drawing/2014/main" id="{5111A00F-772D-4CC8-873F-C4274CF4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4476750"/>
            <a:ext cx="600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(30.7%)</a:t>
            </a:r>
          </a:p>
        </p:txBody>
      </p:sp>
      <p:sp>
        <p:nvSpPr>
          <p:cNvPr id="245" name="AI-011-244">
            <a:extLst xmlns:a="http://schemas.openxmlformats.org/drawingml/2006/main">
              <a:ext uri="{FF2B5EF4-FFF2-40B4-BE49-F238E27FC236}">
                <a16:creationId xmlns:a16="http://schemas.microsoft.com/office/drawing/2014/main" id="{BF4A1601-B299-4355-99F2-D48D6A39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4695825"/>
            <a:ext cx="1971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Turns / conversation</a:t>
            </a:r>
          </a:p>
        </p:txBody>
      </p:sp>
      <p:sp>
        <p:nvSpPr>
          <p:cNvPr id="246" name="AI-011-245">
            <a:extLst xmlns:a="http://schemas.openxmlformats.org/drawingml/2006/main">
              <a:ext uri="{FF2B5EF4-FFF2-40B4-BE49-F238E27FC236}">
                <a16:creationId xmlns:a16="http://schemas.microsoft.com/office/drawing/2014/main" id="{FCD7BB2B-095D-4FD9-85B3-C5328BB7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6958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3.4</a:t>
            </a:r>
          </a:p>
        </p:txBody>
      </p:sp>
      <p:sp>
        <p:nvSpPr>
          <p:cNvPr id="247" name="AI-011-246">
            <a:extLst xmlns:a="http://schemas.openxmlformats.org/drawingml/2006/main">
              <a:ext uri="{FF2B5EF4-FFF2-40B4-BE49-F238E27FC236}">
                <a16:creationId xmlns:a16="http://schemas.microsoft.com/office/drawing/2014/main" id="{F015D7CD-686C-409F-842B-B8289CB4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47339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±1.6</a:t>
            </a:r>
          </a:p>
        </p:txBody>
      </p:sp>
      <p:sp>
        <p:nvSpPr>
          <p:cNvPr id="248" name="AI-011-247">
            <a:extLst xmlns:a="http://schemas.openxmlformats.org/drawingml/2006/main">
              <a:ext uri="{FF2B5EF4-FFF2-40B4-BE49-F238E27FC236}">
                <a16:creationId xmlns:a16="http://schemas.microsoft.com/office/drawing/2014/main" id="{BC24CDC2-2E7F-4278-9DB9-2ABCAEA0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5038725"/>
            <a:ext cx="1971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Total Interactions</a:t>
            </a:r>
          </a:p>
        </p:txBody>
      </p:sp>
      <p:sp>
        <p:nvSpPr>
          <p:cNvPr id="249" name="AI-011-248">
            <a:extLst xmlns:a="http://schemas.openxmlformats.org/drawingml/2006/main">
              <a:ext uri="{FF2B5EF4-FFF2-40B4-BE49-F238E27FC236}">
                <a16:creationId xmlns:a16="http://schemas.microsoft.com/office/drawing/2014/main" id="{4629F607-37CE-4F45-B96D-4EFF0D2D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50387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27,172</a:t>
            </a:r>
          </a:p>
        </p:txBody>
      </p:sp>
      <p:sp>
        <p:nvSpPr>
          <p:cNvPr id="250" name="AI-011-249">
            <a:extLst xmlns:a="http://schemas.openxmlformats.org/drawingml/2006/main">
              <a:ext uri="{FF2B5EF4-FFF2-40B4-BE49-F238E27FC236}">
                <a16:creationId xmlns:a16="http://schemas.microsoft.com/office/drawing/2014/main" id="{B9F7090D-79A5-414E-8336-78A609EE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5314950"/>
            <a:ext cx="1971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Total Utterances</a:t>
            </a:r>
          </a:p>
        </p:txBody>
      </p:sp>
      <p:sp>
        <p:nvSpPr>
          <p:cNvPr id="251" name="AI-011-250">
            <a:extLst xmlns:a="http://schemas.openxmlformats.org/drawingml/2006/main">
              <a:ext uri="{FF2B5EF4-FFF2-40B4-BE49-F238E27FC236}">
                <a16:creationId xmlns:a16="http://schemas.microsoft.com/office/drawing/2014/main" id="{6A784767-014E-443F-BEB4-F18ABE7C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53149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68,371</a:t>
            </a:r>
          </a:p>
        </p:txBody>
      </p:sp>
      <p:sp>
        <p:nvSpPr>
          <p:cNvPr id="252" name="line-251">
            <a:extLst xmlns:a="http://schemas.openxmlformats.org/drawingml/2006/main">
              <a:ext uri="{FF2B5EF4-FFF2-40B4-BE49-F238E27FC236}">
                <a16:creationId xmlns:a16="http://schemas.microsoft.com/office/drawing/2014/main" id="{C6E30E2C-D87E-4BE1-BB22-CB271948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91175"/>
            <a:ext cx="3209925" cy="10"/>
          </a:xfrm>
          <a:custGeom xmlns:a="http://schemas.openxmlformats.org/drawingml/2006/main">
            <a:pathLst>
              <a:path w="3209925" h="10">
                <a:moveTo>
                  <a:pt x="0" y="0"/>
                </a:moveTo>
                <a:lnTo>
                  <a:pt x="3209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253" name="line-252">
            <a:extLst xmlns:a="http://schemas.openxmlformats.org/drawingml/2006/main">
              <a:ext uri="{FF2B5EF4-FFF2-40B4-BE49-F238E27FC236}">
                <a16:creationId xmlns:a16="http://schemas.microsoft.com/office/drawing/2014/main" id="{198AD2D5-2199-419F-89A6-7A0D4630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667375"/>
            <a:ext cx="3209925" cy="10"/>
          </a:xfrm>
          <a:custGeom xmlns:a="http://schemas.openxmlformats.org/drawingml/2006/main">
            <a:pathLst>
              <a:path w="3209925" h="10">
                <a:moveTo>
                  <a:pt x="0" y="0"/>
                </a:moveTo>
                <a:lnTo>
                  <a:pt x="3209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254" name="AI-011-253">
            <a:extLst xmlns:a="http://schemas.openxmlformats.org/drawingml/2006/main">
              <a:ext uri="{FF2B5EF4-FFF2-40B4-BE49-F238E27FC236}">
                <a16:creationId xmlns:a16="http://schemas.microsoft.com/office/drawing/2014/main" id="{C1DD1093-08A0-4A48-8DBD-003DD598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3133725"/>
            <a:ext cx="3438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E3CA"/>
          </a:solidFill>
          <a:ln xmlns:a="http://schemas.openxmlformats.org/drawingml/2006/main" w="0">
            <a:noFill/>
          </a:ln>
        </p:spPr>
      </p:sp>
      <p:sp>
        <p:nvSpPr>
          <p:cNvPr id="255" name="AI-011-254">
            <a:extLst xmlns:a="http://schemas.openxmlformats.org/drawingml/2006/main">
              <a:ext uri="{FF2B5EF4-FFF2-40B4-BE49-F238E27FC236}">
                <a16:creationId xmlns:a16="http://schemas.microsoft.com/office/drawing/2014/main" id="{76A585E5-05ED-46C9-A657-0E94C22E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3133725"/>
            <a:ext cx="3438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Large Language Models</a:t>
            </a:r>
          </a:p>
        </p:txBody>
      </p:sp>
      <p:sp>
        <p:nvSpPr>
          <p:cNvPr id="256" name="AI-011-255">
            <a:extLst xmlns:a="http://schemas.openxmlformats.org/drawingml/2006/main">
              <a:ext uri="{FF2B5EF4-FFF2-40B4-BE49-F238E27FC236}">
                <a16:creationId xmlns:a16="http://schemas.microsoft.com/office/drawing/2014/main" id="{6A29DD36-01C5-4CC8-983E-9FD8F53D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3371850"/>
            <a:ext cx="2162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Total Providers</a:t>
            </a:r>
          </a:p>
        </p:txBody>
      </p:sp>
      <p:sp>
        <p:nvSpPr>
          <p:cNvPr id="257" name="AI-011-256">
            <a:extLst xmlns:a="http://schemas.openxmlformats.org/drawingml/2006/main">
              <a:ext uri="{FF2B5EF4-FFF2-40B4-BE49-F238E27FC236}">
                <a16:creationId xmlns:a16="http://schemas.microsoft.com/office/drawing/2014/main" id="{6EA6FC63-5F56-424E-B293-03AF0448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0775" y="3371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258" name="AI-011-257">
            <a:extLst xmlns:a="http://schemas.openxmlformats.org/drawingml/2006/main">
              <a:ext uri="{FF2B5EF4-FFF2-40B4-BE49-F238E27FC236}">
                <a16:creationId xmlns:a16="http://schemas.microsoft.com/office/drawing/2014/main" id="{9678DC06-A538-40E3-97AE-C989F249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3648075"/>
            <a:ext cx="2162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Total Models</a:t>
            </a:r>
          </a:p>
        </p:txBody>
      </p:sp>
      <p:sp>
        <p:nvSpPr>
          <p:cNvPr id="259" name="AI-011-258">
            <a:extLst xmlns:a="http://schemas.openxmlformats.org/drawingml/2006/main">
              <a:ext uri="{FF2B5EF4-FFF2-40B4-BE49-F238E27FC236}">
                <a16:creationId xmlns:a16="http://schemas.microsoft.com/office/drawing/2014/main" id="{4033A51E-5715-486F-B912-675BF08F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0775" y="36480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21</a:t>
            </a:r>
          </a:p>
        </p:txBody>
      </p:sp>
      <p:sp>
        <p:nvSpPr>
          <p:cNvPr id="260" name="line-259">
            <a:extLst xmlns:a="http://schemas.openxmlformats.org/drawingml/2006/main">
              <a:ext uri="{FF2B5EF4-FFF2-40B4-BE49-F238E27FC236}">
                <a16:creationId xmlns:a16="http://schemas.microsoft.com/office/drawing/2014/main" id="{272BD916-38DD-428A-8A93-243255D4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1209675" cy="10"/>
          </a:xfrm>
          <a:custGeom xmlns:a="http://schemas.openxmlformats.org/drawingml/2006/main">
            <a:pathLst>
              <a:path w="1209675" h="10">
                <a:moveTo>
                  <a:pt x="0" y="0"/>
                </a:moveTo>
                <a:lnTo>
                  <a:pt x="1209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261" name="AI-011-260">
            <a:extLst xmlns:a="http://schemas.openxmlformats.org/drawingml/2006/main">
              <a:ext uri="{FF2B5EF4-FFF2-40B4-BE49-F238E27FC236}">
                <a16:creationId xmlns:a16="http://schemas.microsoft.com/office/drawing/2014/main" id="{102A7DA8-49D6-4BFD-923A-6D3835C0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39052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Commercial API</a:t>
            </a:r>
          </a:p>
        </p:txBody>
      </p:sp>
      <p:sp>
        <p:nvSpPr>
          <p:cNvPr id="262" name="AI-011-261">
            <a:extLst xmlns:a="http://schemas.openxmlformats.org/drawingml/2006/main">
              <a:ext uri="{FF2B5EF4-FFF2-40B4-BE49-F238E27FC236}">
                <a16:creationId xmlns:a16="http://schemas.microsoft.com/office/drawing/2014/main" id="{6521658E-7E82-4218-B552-1C8B4BD0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0775" y="3905250"/>
            <a:ext cx="314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263" name="AI-011-262">
            <a:extLst xmlns:a="http://schemas.openxmlformats.org/drawingml/2006/main">
              <a:ext uri="{FF2B5EF4-FFF2-40B4-BE49-F238E27FC236}">
                <a16:creationId xmlns:a16="http://schemas.microsoft.com/office/drawing/2014/main" id="{4E8292EF-DF74-4B74-9CDE-15C3E63E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4625" y="3943350"/>
            <a:ext cx="76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(57.1%)</a:t>
            </a:r>
          </a:p>
        </p:txBody>
      </p:sp>
      <p:sp>
        <p:nvSpPr>
          <p:cNvPr id="264" name="AI-011-263">
            <a:extLst xmlns:a="http://schemas.openxmlformats.org/drawingml/2006/main">
              <a:ext uri="{FF2B5EF4-FFF2-40B4-BE49-F238E27FC236}">
                <a16:creationId xmlns:a16="http://schemas.microsoft.com/office/drawing/2014/main" id="{899EDF03-EFDE-409D-9E6C-68E86061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41719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Open Access</a:t>
            </a:r>
          </a:p>
        </p:txBody>
      </p:sp>
      <p:sp>
        <p:nvSpPr>
          <p:cNvPr id="265" name="AI-011-264">
            <a:extLst xmlns:a="http://schemas.openxmlformats.org/drawingml/2006/main">
              <a:ext uri="{FF2B5EF4-FFF2-40B4-BE49-F238E27FC236}">
                <a16:creationId xmlns:a16="http://schemas.microsoft.com/office/drawing/2014/main" id="{0D6D8EEC-D7F3-49CA-81B9-0F58EEAA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0775" y="4171950"/>
            <a:ext cx="257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sp>
        <p:nvSpPr>
          <p:cNvPr id="266" name="AI-011-265">
            <a:extLst xmlns:a="http://schemas.openxmlformats.org/drawingml/2006/main">
              <a:ext uri="{FF2B5EF4-FFF2-40B4-BE49-F238E27FC236}">
                <a16:creationId xmlns:a16="http://schemas.microsoft.com/office/drawing/2014/main" id="{7B93F9EF-1DC2-44EE-AB41-9B4097AD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8425" y="4210050"/>
            <a:ext cx="76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(42.9%)</a:t>
            </a:r>
          </a:p>
        </p:txBody>
      </p:sp>
      <p:sp>
        <p:nvSpPr>
          <p:cNvPr id="267" name="AI-011-266">
            <a:extLst xmlns:a="http://schemas.openxmlformats.org/drawingml/2006/main">
              <a:ext uri="{FF2B5EF4-FFF2-40B4-BE49-F238E27FC236}">
                <a16:creationId xmlns:a16="http://schemas.microsoft.com/office/drawing/2014/main" id="{15B4EFE0-5ACA-4356-8AAF-4926D343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4438650"/>
            <a:ext cx="2162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Conversations / model</a:t>
            </a:r>
          </a:p>
        </p:txBody>
      </p:sp>
      <p:sp>
        <p:nvSpPr>
          <p:cNvPr id="268" name="AI-011-267">
            <a:extLst xmlns:a="http://schemas.openxmlformats.org/drawingml/2006/main">
              <a:ext uri="{FF2B5EF4-FFF2-40B4-BE49-F238E27FC236}">
                <a16:creationId xmlns:a16="http://schemas.microsoft.com/office/drawing/2014/main" id="{04411080-196B-49ED-AE24-DE520496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0775" y="4438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1430.9</a:t>
            </a:r>
          </a:p>
        </p:txBody>
      </p:sp>
      <p:sp>
        <p:nvSpPr>
          <p:cNvPr id="269" name="AI-011-268">
            <a:extLst xmlns:a="http://schemas.openxmlformats.org/drawingml/2006/main">
              <a:ext uri="{FF2B5EF4-FFF2-40B4-BE49-F238E27FC236}">
                <a16:creationId xmlns:a16="http://schemas.microsoft.com/office/drawing/2014/main" id="{CDACB9EA-5BDB-4576-8344-9DEC6739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0" y="4476750"/>
            <a:ext cx="609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±171.1</a:t>
            </a:r>
          </a:p>
        </p:txBody>
      </p:sp>
      <p:sp>
        <p:nvSpPr>
          <p:cNvPr id="270" name="AI-011-269">
            <a:extLst xmlns:a="http://schemas.openxmlformats.org/drawingml/2006/main">
              <a:ext uri="{FF2B5EF4-FFF2-40B4-BE49-F238E27FC236}">
                <a16:creationId xmlns:a16="http://schemas.microsoft.com/office/drawing/2014/main" id="{BD02A387-A5EF-42C0-8F65-C978BBD9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4695825"/>
            <a:ext cx="2162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Unique raters / model</a:t>
            </a:r>
          </a:p>
        </p:txBody>
      </p:sp>
      <p:sp>
        <p:nvSpPr>
          <p:cNvPr id="271" name="AI-011-270">
            <a:extLst xmlns:a="http://schemas.openxmlformats.org/drawingml/2006/main">
              <a:ext uri="{FF2B5EF4-FFF2-40B4-BE49-F238E27FC236}">
                <a16:creationId xmlns:a16="http://schemas.microsoft.com/office/drawing/2014/main" id="{69CB3482-5F7F-40C0-BA37-FF0C2DDA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0775" y="46958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924.3</a:t>
            </a:r>
          </a:p>
        </p:txBody>
      </p:sp>
      <p:sp>
        <p:nvSpPr>
          <p:cNvPr id="272" name="AI-011-271">
            <a:extLst xmlns:a="http://schemas.openxmlformats.org/drawingml/2006/main">
              <a:ext uri="{FF2B5EF4-FFF2-40B4-BE49-F238E27FC236}">
                <a16:creationId xmlns:a16="http://schemas.microsoft.com/office/drawing/2014/main" id="{F8D1A33A-A986-4299-AE41-725812C6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473392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±94.4</a:t>
            </a:r>
          </a:p>
        </p:txBody>
      </p:sp>
      <p:sp>
        <p:nvSpPr>
          <p:cNvPr id="273" name="line-272">
            <a:extLst xmlns:a="http://schemas.openxmlformats.org/drawingml/2006/main">
              <a:ext uri="{FF2B5EF4-FFF2-40B4-BE49-F238E27FC236}">
                <a16:creationId xmlns:a16="http://schemas.microsoft.com/office/drawing/2014/main" id="{77575C31-EDB6-443A-8C90-F12E2E59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91100"/>
            <a:ext cx="3438525" cy="10"/>
          </a:xfrm>
          <a:custGeom xmlns:a="http://schemas.openxmlformats.org/drawingml/2006/main">
            <a:pathLst>
              <a:path w="3438525" h="10">
                <a:moveTo>
                  <a:pt x="0" y="0"/>
                </a:moveTo>
                <a:lnTo>
                  <a:pt x="3438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74" name="line-273">
            <a:extLst xmlns:a="http://schemas.openxmlformats.org/drawingml/2006/main">
              <a:ext uri="{FF2B5EF4-FFF2-40B4-BE49-F238E27FC236}">
                <a16:creationId xmlns:a16="http://schemas.microsoft.com/office/drawing/2014/main" id="{002DF75C-D4FF-4391-8831-2A6DDB7A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57775"/>
            <a:ext cx="3438525" cy="10"/>
          </a:xfrm>
          <a:custGeom xmlns:a="http://schemas.openxmlformats.org/drawingml/2006/main">
            <a:pathLst>
              <a:path w="3438525" h="10">
                <a:moveTo>
                  <a:pt x="0" y="0"/>
                </a:moveTo>
                <a:lnTo>
                  <a:pt x="3438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75" name="AI-011-274">
            <a:extLst xmlns:a="http://schemas.openxmlformats.org/drawingml/2006/main">
              <a:ext uri="{FF2B5EF4-FFF2-40B4-BE49-F238E27FC236}">
                <a16:creationId xmlns:a16="http://schemas.microsoft.com/office/drawing/2014/main" id="{E5E3DF25-0BBC-452B-8A25-CC1261DD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36385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⇒</a:t>
            </a:r>
          </a:p>
        </p:txBody>
      </p:sp>
      <p:sp>
        <p:nvSpPr>
          <p:cNvPr id="276" name="AI-011-275">
            <a:extLst xmlns:a="http://schemas.openxmlformats.org/drawingml/2006/main">
              <a:ext uri="{FF2B5EF4-FFF2-40B4-BE49-F238E27FC236}">
                <a16:creationId xmlns:a16="http://schemas.microsoft.com/office/drawing/2014/main" id="{7B684D10-923F-41C8-9EE8-FC516208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36385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⇐</a:t>
            </a:r>
          </a:p>
        </p:txBody>
      </p:sp>
    </p:spTree>
    <p:extLst>
      <p:ext uri="{BB962C8B-B14F-4D97-AF65-F5344CB8AC3E}">
        <p14:creationId xmlns:p14="http://schemas.microsoft.com/office/powerpoint/2010/main" val="11010191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2026-09-05T08:33:43.0240000Z</dcterms:created>
  <dcterms:modified xsi:type="dcterms:W3CDTF">2026-09-05T08:33:43.0240000Z</dcterms:modified>
</coreProperties>
</file>